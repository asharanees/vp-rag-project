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4.xml" ContentType="application/vnd.openxmlformats-officedocument.themeOverr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5.xml" ContentType="application/vnd.openxmlformats-officedocument.themeOverr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6.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3" r:id="rId1"/>
    <p:sldMasterId id="2147484126" r:id="rId2"/>
  </p:sldMasterIdLst>
  <p:notesMasterIdLst>
    <p:notesMasterId r:id="rId5"/>
  </p:notesMasterIdLst>
  <p:sldIdLst>
    <p:sldId id="259" r:id="rId3"/>
    <p:sldId id="260" r:id="rId4"/>
  </p:sldIdLst>
  <p:sldSz cx="11887200" cy="23774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375E"/>
    <a:srgbClr val="4F008C"/>
    <a:srgbClr val="00C48C"/>
    <a:srgbClr val="5C068C"/>
    <a:srgbClr val="F9F9F9"/>
    <a:srgbClr val="36035F"/>
    <a:srgbClr val="BFAEE3"/>
    <a:srgbClr val="A863E6"/>
    <a:srgbClr val="1BCED8"/>
    <a:srgbClr val="1E023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247" autoAdjust="0"/>
  </p:normalViewPr>
  <p:slideViewPr>
    <p:cSldViewPr snapToGrid="0">
      <p:cViewPr>
        <p:scale>
          <a:sx n="72" d="100"/>
          <a:sy n="72" d="100"/>
        </p:scale>
        <p:origin x="1164" y="27"/>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C:\Users\MurtadaSatti\Desktop\IBM\IT%20Efficiency\Streams\Reports\Aug\Financial%20Data%20Points%20-%20new%201.xlsx" TargetMode="Externa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C:\Users\MurtadaSatti\Desktop\IBM\IT%20Efficiency\Streams\Reports\Aug\Financial%20Data%20Points%20-%20new%201.xlsx" TargetMode="Externa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1.xlsx"/></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package" Target="../embeddings/Microsoft_Excel_Worksheet2.xlsx"/></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[Financial Data Points - new 1.xlsx]Optimization!PivotTable6</c:name>
    <c:fmtId val="-1"/>
  </c:pivotSource>
  <c:chart>
    <c:autoTitleDeleted val="1"/>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s>
    <c:plotArea>
      <c:layout/>
      <c:doughnutChart>
        <c:varyColors val="1"/>
        <c:dLbls>
          <c:showLegendKey val="0"/>
          <c:showVal val="0"/>
          <c:showCatName val="0"/>
          <c:showSerName val="0"/>
          <c:showPercent val="0"/>
          <c:showBubbleSize val="0"/>
          <c:showLeaderLines val="0"/>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[Financial Data Points - new 1.xlsx]Optimization!PivotTable6</c:name>
    <c:fmtId val="-1"/>
  </c:pivotSource>
  <c:chart>
    <c:autoTitleDeleted val="1"/>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s>
    <c:plotArea>
      <c:layout/>
      <c:doughnutChart>
        <c:varyColors val="1"/>
        <c:dLbls>
          <c:showLegendKey val="0"/>
          <c:showVal val="0"/>
          <c:showCatName val="0"/>
          <c:showSerName val="0"/>
          <c:showPercent val="0"/>
          <c:showBubbleSize val="0"/>
          <c:showLeaderLines val="0"/>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23181823332412502"/>
          <c:y val="0.11371970465693725"/>
          <c:w val="0.59094878600669487"/>
          <c:h val="0.70721663946729763"/>
        </c:manualLayout>
      </c:layout>
      <c:doughnutChart>
        <c:varyColors val="1"/>
        <c:ser>
          <c:idx val="0"/>
          <c:order val="0"/>
          <c:tx>
            <c:strRef>
              <c:f>Sheet1!$B$1</c:f>
              <c:strCache>
                <c:ptCount val="1"/>
                <c:pt idx="0">
                  <c:v>Sales</c:v>
                </c:pt>
              </c:strCache>
            </c:strRef>
          </c:tx>
          <c:spPr>
            <a:solidFill>
              <a:sysClr val="window" lastClr="FFFFFF"/>
            </a:solidFill>
            <a:ln>
              <a:noFill/>
            </a:ln>
          </c:spPr>
          <c:dPt>
            <c:idx val="0"/>
            <c:bubble3D val="0"/>
            <c:spPr>
              <a:solidFill>
                <a:sysClr val="window" lastClr="FFFFFF"/>
              </a:solidFill>
              <a:ln w="19050">
                <a:noFill/>
              </a:ln>
              <a:effectLst/>
            </c:spPr>
            <c:extLst>
              <c:ext xmlns:c16="http://schemas.microsoft.com/office/drawing/2014/chart" uri="{C3380CC4-5D6E-409C-BE32-E72D297353CC}">
                <c16:uniqueId val="{00000001-CABB-4891-8F9D-352B08BCDC9B}"/>
              </c:ext>
            </c:extLst>
          </c:dPt>
          <c:dPt>
            <c:idx val="1"/>
            <c:bubble3D val="0"/>
            <c:spPr>
              <a:solidFill>
                <a:sysClr val="window" lastClr="FFFFFF"/>
              </a:solidFill>
              <a:ln w="19050">
                <a:noFill/>
              </a:ln>
              <a:effectLst/>
            </c:spPr>
            <c:extLst>
              <c:ext xmlns:c16="http://schemas.microsoft.com/office/drawing/2014/chart" uri="{C3380CC4-5D6E-409C-BE32-E72D297353CC}">
                <c16:uniqueId val="{00000003-CABB-4891-8F9D-352B08BCDC9B}"/>
              </c:ext>
            </c:extLst>
          </c:dPt>
          <c:dPt>
            <c:idx val="2"/>
            <c:bubble3D val="0"/>
            <c:spPr>
              <a:solidFill>
                <a:sysClr val="window" lastClr="FFFFFF"/>
              </a:solidFill>
              <a:ln w="19050">
                <a:noFill/>
              </a:ln>
              <a:effectLst/>
            </c:spPr>
            <c:extLst>
              <c:ext xmlns:c16="http://schemas.microsoft.com/office/drawing/2014/chart" uri="{C3380CC4-5D6E-409C-BE32-E72D297353CC}">
                <c16:uniqueId val="{00000005-CABB-4891-8F9D-352B08BCDC9B}"/>
              </c:ext>
            </c:extLst>
          </c:dPt>
          <c:dPt>
            <c:idx val="3"/>
            <c:bubble3D val="0"/>
            <c:spPr>
              <a:solidFill>
                <a:sysClr val="window" lastClr="FFFFFF"/>
              </a:solidFill>
              <a:ln w="19050">
                <a:noFill/>
              </a:ln>
              <a:effectLst/>
            </c:spPr>
            <c:extLst>
              <c:ext xmlns:c16="http://schemas.microsoft.com/office/drawing/2014/chart" uri="{C3380CC4-5D6E-409C-BE32-E72D297353CC}">
                <c16:uniqueId val="{00000007-CABB-4891-8F9D-352B08BCDC9B}"/>
              </c:ext>
            </c:extLst>
          </c:dPt>
          <c:dPt>
            <c:idx val="4"/>
            <c:bubble3D val="0"/>
            <c:spPr>
              <a:solidFill>
                <a:sysClr val="window" lastClr="FFFFFF"/>
              </a:solidFill>
              <a:ln w="19050">
                <a:noFill/>
              </a:ln>
              <a:effectLst/>
            </c:spPr>
            <c:extLst>
              <c:ext xmlns:c16="http://schemas.microsoft.com/office/drawing/2014/chart" uri="{C3380CC4-5D6E-409C-BE32-E72D297353CC}">
                <c16:uniqueId val="{00000009-CABB-4891-8F9D-352B08BCDC9B}"/>
              </c:ext>
            </c:extLst>
          </c:dPt>
          <c:dLbls>
            <c:delete val="1"/>
          </c:dLbls>
          <c:cat>
            <c:strRef>
              <c:f>Sheet1!$A$2:$A$6</c:f>
              <c:strCache>
                <c:ptCount val="5"/>
                <c:pt idx="0">
                  <c:v>Saving Repurposed</c:v>
                </c:pt>
                <c:pt idx="1">
                  <c:v>CAPEX Saving Recognized</c:v>
                </c:pt>
                <c:pt idx="2">
                  <c:v>CAPEX Saving Confirmed by GEP</c:v>
                </c:pt>
                <c:pt idx="3">
                  <c:v>GEP Recognized (OPEX)</c:v>
                </c:pt>
                <c:pt idx="4">
                  <c:v>Avoidance</c:v>
                </c:pt>
              </c:strCache>
            </c:strRef>
          </c:cat>
          <c:val>
            <c:numRef>
              <c:f>Sheet1!$B$2:$B$6</c:f>
              <c:numCache>
                <c:formatCode>General</c:formatCode>
                <c:ptCount val="5"/>
                <c:pt idx="0">
                  <c:v>100</c:v>
                </c:pt>
                <c:pt idx="1">
                  <c:v>0</c:v>
                </c:pt>
                <c:pt idx="2">
                  <c:v>0</c:v>
                </c:pt>
                <c:pt idx="3">
                  <c:v>0</c:v>
                </c:pt>
                <c:pt idx="4">
                  <c:v>0</c:v>
                </c:pt>
              </c:numCache>
            </c:numRef>
          </c:val>
          <c:extLst>
            <c:ext xmlns:c16="http://schemas.microsoft.com/office/drawing/2014/chart" uri="{C3380CC4-5D6E-409C-BE32-E72D297353CC}">
              <c16:uniqueId val="{0000000A-CABB-4891-8F9D-352B08BCDC9B}"/>
            </c:ext>
          </c:extLst>
        </c:ser>
        <c:dLbls>
          <c:showLegendKey val="0"/>
          <c:showVal val="1"/>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9FAFB"/>
    </a:solidFill>
    <a:ln>
      <a:noFill/>
    </a:ln>
    <a:effectLst/>
  </c:spPr>
  <c:txPr>
    <a:bodyPr/>
    <a:lstStyle/>
    <a:p>
      <a:pPr rtl="0">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23181823332412502"/>
          <c:y val="0.11371970465693725"/>
          <c:w val="0.59094878600669487"/>
          <c:h val="0.70721663946729763"/>
        </c:manualLayout>
      </c:layout>
      <c:doughnutChart>
        <c:varyColors val="1"/>
        <c:ser>
          <c:idx val="0"/>
          <c:order val="0"/>
          <c:tx>
            <c:strRef>
              <c:f>Sheet1!$B$1</c:f>
              <c:strCache>
                <c:ptCount val="1"/>
                <c:pt idx="0">
                  <c:v>Sales</c:v>
                </c:pt>
              </c:strCache>
            </c:strRef>
          </c:tx>
          <c:spPr>
            <a:solidFill>
              <a:sysClr val="window" lastClr="FFFFFF"/>
            </a:solidFill>
            <a:ln>
              <a:noFill/>
            </a:ln>
          </c:spPr>
          <c:dPt>
            <c:idx val="0"/>
            <c:bubble3D val="0"/>
            <c:spPr>
              <a:solidFill>
                <a:sysClr val="window" lastClr="FFFFFF"/>
              </a:solidFill>
              <a:ln w="19050">
                <a:noFill/>
              </a:ln>
              <a:effectLst/>
            </c:spPr>
            <c:extLst>
              <c:ext xmlns:c16="http://schemas.microsoft.com/office/drawing/2014/chart" uri="{C3380CC4-5D6E-409C-BE32-E72D297353CC}">
                <c16:uniqueId val="{00000001-3BA7-47AA-8EFF-168E78605800}"/>
              </c:ext>
            </c:extLst>
          </c:dPt>
          <c:dPt>
            <c:idx val="1"/>
            <c:bubble3D val="0"/>
            <c:spPr>
              <a:solidFill>
                <a:sysClr val="window" lastClr="FFFFFF"/>
              </a:solidFill>
              <a:ln w="19050">
                <a:noFill/>
              </a:ln>
              <a:effectLst/>
            </c:spPr>
            <c:extLst>
              <c:ext xmlns:c16="http://schemas.microsoft.com/office/drawing/2014/chart" uri="{C3380CC4-5D6E-409C-BE32-E72D297353CC}">
                <c16:uniqueId val="{00000003-3BA7-47AA-8EFF-168E78605800}"/>
              </c:ext>
            </c:extLst>
          </c:dPt>
          <c:dPt>
            <c:idx val="2"/>
            <c:bubble3D val="0"/>
            <c:spPr>
              <a:solidFill>
                <a:sysClr val="window" lastClr="FFFFFF"/>
              </a:solidFill>
              <a:ln w="19050">
                <a:noFill/>
              </a:ln>
              <a:effectLst/>
            </c:spPr>
            <c:extLst>
              <c:ext xmlns:c16="http://schemas.microsoft.com/office/drawing/2014/chart" uri="{C3380CC4-5D6E-409C-BE32-E72D297353CC}">
                <c16:uniqueId val="{00000005-3BA7-47AA-8EFF-168E78605800}"/>
              </c:ext>
            </c:extLst>
          </c:dPt>
          <c:dPt>
            <c:idx val="3"/>
            <c:bubble3D val="0"/>
            <c:spPr>
              <a:solidFill>
                <a:sysClr val="window" lastClr="FFFFFF"/>
              </a:solidFill>
              <a:ln w="19050">
                <a:noFill/>
              </a:ln>
              <a:effectLst/>
            </c:spPr>
            <c:extLst>
              <c:ext xmlns:c16="http://schemas.microsoft.com/office/drawing/2014/chart" uri="{C3380CC4-5D6E-409C-BE32-E72D297353CC}">
                <c16:uniqueId val="{00000007-3BA7-47AA-8EFF-168E78605800}"/>
              </c:ext>
            </c:extLst>
          </c:dPt>
          <c:dPt>
            <c:idx val="4"/>
            <c:bubble3D val="0"/>
            <c:spPr>
              <a:solidFill>
                <a:sysClr val="window" lastClr="FFFFFF"/>
              </a:solidFill>
              <a:ln w="19050">
                <a:noFill/>
              </a:ln>
              <a:effectLst/>
            </c:spPr>
            <c:extLst>
              <c:ext xmlns:c16="http://schemas.microsoft.com/office/drawing/2014/chart" uri="{C3380CC4-5D6E-409C-BE32-E72D297353CC}">
                <c16:uniqueId val="{00000009-3BA7-47AA-8EFF-168E78605800}"/>
              </c:ext>
            </c:extLst>
          </c:dPt>
          <c:dLbls>
            <c:delete val="1"/>
          </c:dLbls>
          <c:cat>
            <c:strRef>
              <c:f>Sheet1!$A$2:$A$6</c:f>
              <c:strCache>
                <c:ptCount val="5"/>
                <c:pt idx="0">
                  <c:v>Saving Repurposed</c:v>
                </c:pt>
                <c:pt idx="1">
                  <c:v>CAPEX Saving Recognized</c:v>
                </c:pt>
                <c:pt idx="2">
                  <c:v>CAPEX Saving Confirmed by GEP</c:v>
                </c:pt>
                <c:pt idx="3">
                  <c:v>GEP Recognized (OPEX)</c:v>
                </c:pt>
                <c:pt idx="4">
                  <c:v>Avoidance</c:v>
                </c:pt>
              </c:strCache>
            </c:strRef>
          </c:cat>
          <c:val>
            <c:numRef>
              <c:f>Sheet1!$B$2:$B$6</c:f>
              <c:numCache>
                <c:formatCode>General</c:formatCode>
                <c:ptCount val="5"/>
                <c:pt idx="0">
                  <c:v>100</c:v>
                </c:pt>
                <c:pt idx="1">
                  <c:v>0</c:v>
                </c:pt>
                <c:pt idx="2">
                  <c:v>0</c:v>
                </c:pt>
                <c:pt idx="3">
                  <c:v>0</c:v>
                </c:pt>
                <c:pt idx="4">
                  <c:v>0</c:v>
                </c:pt>
              </c:numCache>
            </c:numRef>
          </c:val>
          <c:extLst>
            <c:ext xmlns:c16="http://schemas.microsoft.com/office/drawing/2014/chart" uri="{C3380CC4-5D6E-409C-BE32-E72D297353CC}">
              <c16:uniqueId val="{0000000A-3BA7-47AA-8EFF-168E78605800}"/>
            </c:ext>
          </c:extLst>
        </c:ser>
        <c:dLbls>
          <c:showLegendKey val="0"/>
          <c:showVal val="1"/>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9FAFB"/>
    </a:solidFill>
    <a:ln>
      <a:noFill/>
    </a:ln>
    <a:effectLst/>
  </c:spPr>
  <c:txPr>
    <a:bodyPr/>
    <a:lstStyle/>
    <a:p>
      <a:pPr rtl="0">
        <a:defRPr/>
      </a:pPr>
      <a:endParaRPr lang="en-US"/>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23181823332412502"/>
          <c:y val="0.11371970465693725"/>
          <c:w val="0.59094878600669487"/>
          <c:h val="0.70721663946729763"/>
        </c:manualLayout>
      </c:layout>
      <c:doughnutChart>
        <c:varyColors val="1"/>
        <c:ser>
          <c:idx val="0"/>
          <c:order val="0"/>
          <c:tx>
            <c:strRef>
              <c:f>Sheet1!$B$1</c:f>
              <c:strCache>
                <c:ptCount val="1"/>
                <c:pt idx="0">
                  <c:v>Sales</c:v>
                </c:pt>
              </c:strCache>
            </c:strRef>
          </c:tx>
          <c:spPr>
            <a:solidFill>
              <a:sysClr val="window" lastClr="FFFFFF"/>
            </a:solidFill>
            <a:ln>
              <a:noFill/>
            </a:ln>
          </c:spPr>
          <c:dPt>
            <c:idx val="0"/>
            <c:bubble3D val="0"/>
            <c:spPr>
              <a:solidFill>
                <a:sysClr val="window" lastClr="FFFFFF"/>
              </a:solidFill>
              <a:ln w="19050">
                <a:noFill/>
              </a:ln>
              <a:effectLst/>
            </c:spPr>
            <c:extLst>
              <c:ext xmlns:c16="http://schemas.microsoft.com/office/drawing/2014/chart" uri="{C3380CC4-5D6E-409C-BE32-E72D297353CC}">
                <c16:uniqueId val="{00000001-B5B4-4072-A16E-8864CCC9C7A5}"/>
              </c:ext>
            </c:extLst>
          </c:dPt>
          <c:dPt>
            <c:idx val="1"/>
            <c:bubble3D val="0"/>
            <c:spPr>
              <a:solidFill>
                <a:sysClr val="window" lastClr="FFFFFF"/>
              </a:solidFill>
              <a:ln w="19050">
                <a:noFill/>
              </a:ln>
              <a:effectLst/>
            </c:spPr>
            <c:extLst>
              <c:ext xmlns:c16="http://schemas.microsoft.com/office/drawing/2014/chart" uri="{C3380CC4-5D6E-409C-BE32-E72D297353CC}">
                <c16:uniqueId val="{00000003-B5B4-4072-A16E-8864CCC9C7A5}"/>
              </c:ext>
            </c:extLst>
          </c:dPt>
          <c:dPt>
            <c:idx val="2"/>
            <c:bubble3D val="0"/>
            <c:spPr>
              <a:solidFill>
                <a:sysClr val="window" lastClr="FFFFFF"/>
              </a:solidFill>
              <a:ln w="19050">
                <a:noFill/>
              </a:ln>
              <a:effectLst/>
            </c:spPr>
            <c:extLst>
              <c:ext xmlns:c16="http://schemas.microsoft.com/office/drawing/2014/chart" uri="{C3380CC4-5D6E-409C-BE32-E72D297353CC}">
                <c16:uniqueId val="{00000005-B5B4-4072-A16E-8864CCC9C7A5}"/>
              </c:ext>
            </c:extLst>
          </c:dPt>
          <c:dPt>
            <c:idx val="3"/>
            <c:bubble3D val="0"/>
            <c:spPr>
              <a:solidFill>
                <a:sysClr val="window" lastClr="FFFFFF"/>
              </a:solidFill>
              <a:ln w="19050">
                <a:noFill/>
              </a:ln>
              <a:effectLst/>
            </c:spPr>
            <c:extLst>
              <c:ext xmlns:c16="http://schemas.microsoft.com/office/drawing/2014/chart" uri="{C3380CC4-5D6E-409C-BE32-E72D297353CC}">
                <c16:uniqueId val="{00000007-B5B4-4072-A16E-8864CCC9C7A5}"/>
              </c:ext>
            </c:extLst>
          </c:dPt>
          <c:dPt>
            <c:idx val="4"/>
            <c:bubble3D val="0"/>
            <c:spPr>
              <a:solidFill>
                <a:sysClr val="window" lastClr="FFFFFF"/>
              </a:solidFill>
              <a:ln w="19050">
                <a:noFill/>
              </a:ln>
              <a:effectLst/>
            </c:spPr>
            <c:extLst>
              <c:ext xmlns:c16="http://schemas.microsoft.com/office/drawing/2014/chart" uri="{C3380CC4-5D6E-409C-BE32-E72D297353CC}">
                <c16:uniqueId val="{00000009-B5B4-4072-A16E-8864CCC9C7A5}"/>
              </c:ext>
            </c:extLst>
          </c:dPt>
          <c:dLbls>
            <c:delete val="1"/>
          </c:dLbls>
          <c:cat>
            <c:strRef>
              <c:f>Sheet1!$A$2:$A$6</c:f>
              <c:strCache>
                <c:ptCount val="5"/>
                <c:pt idx="0">
                  <c:v>Saving Repurposed</c:v>
                </c:pt>
                <c:pt idx="1">
                  <c:v>CAPEX Saving Recognized</c:v>
                </c:pt>
                <c:pt idx="2">
                  <c:v>CAPEX Saving Confirmed by GEP</c:v>
                </c:pt>
                <c:pt idx="3">
                  <c:v>GEP Recognized (OPEX)</c:v>
                </c:pt>
                <c:pt idx="4">
                  <c:v>Avoidance</c:v>
                </c:pt>
              </c:strCache>
            </c:strRef>
          </c:cat>
          <c:val>
            <c:numRef>
              <c:f>Sheet1!$B$2:$B$6</c:f>
              <c:numCache>
                <c:formatCode>General</c:formatCode>
                <c:ptCount val="5"/>
                <c:pt idx="0">
                  <c:v>100</c:v>
                </c:pt>
                <c:pt idx="1">
                  <c:v>0</c:v>
                </c:pt>
                <c:pt idx="2">
                  <c:v>0</c:v>
                </c:pt>
                <c:pt idx="3">
                  <c:v>0</c:v>
                </c:pt>
                <c:pt idx="4">
                  <c:v>0</c:v>
                </c:pt>
              </c:numCache>
            </c:numRef>
          </c:val>
          <c:extLst>
            <c:ext xmlns:c16="http://schemas.microsoft.com/office/drawing/2014/chart" uri="{C3380CC4-5D6E-409C-BE32-E72D297353CC}">
              <c16:uniqueId val="{0000000A-B5B4-4072-A16E-8864CCC9C7A5}"/>
            </c:ext>
          </c:extLst>
        </c:ser>
        <c:dLbls>
          <c:showLegendKey val="0"/>
          <c:showVal val="1"/>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9FAFB"/>
    </a:solidFill>
    <a:ln>
      <a:noFill/>
    </a:ln>
    <a:effectLst/>
  </c:spPr>
  <c:txPr>
    <a:bodyPr/>
    <a:lstStyle/>
    <a:p>
      <a:pPr rtl="0">
        <a:defRPr/>
      </a:pPr>
      <a:endParaRPr lang="en-US"/>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3374611308802836E-2"/>
          <c:y val="0.11174921539233924"/>
          <c:w val="0.98128194023016424"/>
          <c:h val="0.78041772202867266"/>
        </c:manualLayout>
      </c:layout>
      <c:barChart>
        <c:barDir val="col"/>
        <c:grouping val="clustered"/>
        <c:varyColors val="0"/>
        <c:ser>
          <c:idx val="0"/>
          <c:order val="0"/>
          <c:tx>
            <c:strRef>
              <c:f>Sheet1!$B$1</c:f>
              <c:strCache>
                <c:ptCount val="1"/>
                <c:pt idx="0">
                  <c:v>Received</c:v>
                </c:pt>
              </c:strCache>
            </c:strRef>
          </c:tx>
          <c:spPr>
            <a:gradFill>
              <a:gsLst>
                <a:gs pos="80000">
                  <a:srgbClr val="50008E"/>
                </a:gs>
                <a:gs pos="100000">
                  <a:srgbClr val="4472C4">
                    <a:lumMod val="30000"/>
                    <a:lumOff val="70000"/>
                  </a:srgbClr>
                </a:gs>
              </a:gsLst>
              <a:lin ang="5400000" scaled="1"/>
            </a:gradFill>
            <a:ln>
              <a:noFill/>
            </a:ln>
            <a:effectLst/>
          </c:spPr>
          <c:invertIfNegative val="0"/>
          <c:dLbls>
            <c:dLbl>
              <c:idx val="1"/>
              <c:layout>
                <c:manualLayout>
                  <c:x val="-3.257887443836714E-3"/>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26C-4435-82F2-208C8E6B1000}"/>
                </c:ext>
              </c:extLst>
            </c:dLbl>
            <c:dLbl>
              <c:idx val="8"/>
              <c:layout>
                <c:manualLayout>
                  <c:x val="-3.257887443836714E-3"/>
                  <c:y val="-3.0469226081657527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26C-4435-82F2-208C8E6B1000}"/>
                </c:ext>
              </c:extLst>
            </c:dLbl>
            <c:dLbl>
              <c:idx val="15"/>
              <c:layout>
                <c:manualLayout>
                  <c:x val="0"/>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26C-4435-82F2-208C8E6B1000}"/>
                </c:ext>
              </c:extLst>
            </c:dLbl>
            <c:dLbl>
              <c:idx val="18"/>
              <c:layout>
                <c:manualLayout>
                  <c:x val="-8.687699850231238E-3"/>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26C-4435-82F2-208C8E6B1000}"/>
                </c:ext>
              </c:extLst>
            </c:dLbl>
            <c:dLbl>
              <c:idx val="20"/>
              <c:layout>
                <c:manualLayout>
                  <c:x val="-2.1719249625578095E-3"/>
                  <c:y val="-3.108003108003108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26C-4435-82F2-208C8E6B1000}"/>
                </c:ext>
              </c:extLst>
            </c:dLbl>
            <c:dLbl>
              <c:idx val="21"/>
              <c:layout>
                <c:manualLayout>
                  <c:x val="-2.1719249625578095E-3"/>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26C-4435-82F2-208C8E6B1000}"/>
                </c:ext>
              </c:extLst>
            </c:dLbl>
            <c:spPr>
              <a:noFill/>
              <a:ln>
                <a:solidFill>
                  <a:srgbClr val="FFFFFF"/>
                </a:solidFill>
              </a:ln>
              <a:effectLst/>
            </c:spPr>
            <c:txPr>
              <a:bodyPr rot="0" spcFirstLastPara="1" vertOverflow="ellipsis" vert="horz" wrap="square" lIns="38100" tIns="19050" rIns="38100" bIns="19050" anchor="ctr" anchorCtr="0">
                <a:spAutoFit/>
              </a:bodyPr>
              <a:lstStyle/>
              <a:p>
                <a:pPr algn="ctr">
                  <a:defRPr sz="1050" b="1" i="0" u="none" strike="noStrike" kern="1200" baseline="0">
                    <a:solidFill>
                      <a:srgbClr val="4F008C"/>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Sheet1!$A$2:$A$24</c:f>
              <c:strCache>
                <c:ptCount val="23"/>
                <c:pt idx="0">
                  <c:v>W40
07-Oct</c:v>
                </c:pt>
                <c:pt idx="1">
                  <c:v>W41
14-Oct</c:v>
                </c:pt>
                <c:pt idx="2">
                  <c:v>W42
21-Oct</c:v>
                </c:pt>
                <c:pt idx="3">
                  <c:v>W43
28-Oct</c:v>
                </c:pt>
                <c:pt idx="4">
                  <c:v>W44
4-Nov</c:v>
                </c:pt>
                <c:pt idx="5">
                  <c:v>W45
11-Nov</c:v>
                </c:pt>
                <c:pt idx="6">
                  <c:v>W46
18-Nov</c:v>
                </c:pt>
                <c:pt idx="7">
                  <c:v>W47
25-Nov</c:v>
                </c:pt>
                <c:pt idx="8">
                  <c:v>W48
02-Dec</c:v>
                </c:pt>
                <c:pt idx="9">
                  <c:v>W49
09-Dec</c:v>
                </c:pt>
                <c:pt idx="10">
                  <c:v>W50
16-Dec</c:v>
                </c:pt>
                <c:pt idx="11">
                  <c:v>W51
23-Dec</c:v>
                </c:pt>
                <c:pt idx="12">
                  <c:v>W52
30-Dec</c:v>
                </c:pt>
                <c:pt idx="13">
                  <c:v>W01
7-Jan</c:v>
                </c:pt>
                <c:pt idx="14">
                  <c:v>W02
14-Jan</c:v>
                </c:pt>
                <c:pt idx="15">
                  <c:v>W03
21-Jan</c:v>
                </c:pt>
                <c:pt idx="16">
                  <c:v>W04
28-Jan</c:v>
                </c:pt>
                <c:pt idx="17">
                  <c:v>W05
4-Feb</c:v>
                </c:pt>
                <c:pt idx="18">
                  <c:v>W06
11-Feb</c:v>
                </c:pt>
                <c:pt idx="19">
                  <c:v>W07
18-Feb</c:v>
                </c:pt>
                <c:pt idx="20">
                  <c:v>W08
25-Feb</c:v>
                </c:pt>
                <c:pt idx="21">
                  <c:v>W09
04-Mar</c:v>
                </c:pt>
                <c:pt idx="22">
                  <c:v>W10
11-Mar</c:v>
                </c:pt>
              </c:strCache>
            </c:strRef>
          </c:cat>
          <c:val>
            <c:numRef>
              <c:f>Sheet1!$B$2:$B$24</c:f>
              <c:numCache>
                <c:formatCode>General</c:formatCode>
                <c:ptCount val="23"/>
                <c:pt idx="0">
                  <c:v>0</c:v>
                </c:pt>
                <c:pt idx="1">
                  <c:v>0</c:v>
                </c:pt>
                <c:pt idx="2">
                  <c:v>3</c:v>
                </c:pt>
                <c:pt idx="3">
                  <c:v>1</c:v>
                </c:pt>
                <c:pt idx="4">
                  <c:v>1</c:v>
                </c:pt>
                <c:pt idx="5">
                  <c:v>10</c:v>
                </c:pt>
                <c:pt idx="6">
                  <c:v>5</c:v>
                </c:pt>
                <c:pt idx="7">
                  <c:v>11</c:v>
                </c:pt>
                <c:pt idx="8">
                  <c:v>6</c:v>
                </c:pt>
                <c:pt idx="9">
                  <c:v>3</c:v>
                </c:pt>
                <c:pt idx="10">
                  <c:v>1</c:v>
                </c:pt>
                <c:pt idx="11">
                  <c:v>9</c:v>
                </c:pt>
                <c:pt idx="12">
                  <c:v>4</c:v>
                </c:pt>
                <c:pt idx="13">
                  <c:v>17</c:v>
                </c:pt>
                <c:pt idx="14">
                  <c:v>5</c:v>
                </c:pt>
                <c:pt idx="15">
                  <c:v>3</c:v>
                </c:pt>
                <c:pt idx="16">
                  <c:v>13</c:v>
                </c:pt>
                <c:pt idx="17">
                  <c:v>14</c:v>
                </c:pt>
                <c:pt idx="18">
                  <c:v>15</c:v>
                </c:pt>
                <c:pt idx="19">
                  <c:v>13</c:v>
                </c:pt>
                <c:pt idx="20">
                  <c:v>4</c:v>
                </c:pt>
                <c:pt idx="21">
                  <c:v>3</c:v>
                </c:pt>
                <c:pt idx="22">
                  <c:v>8</c:v>
                </c:pt>
              </c:numCache>
            </c:numRef>
          </c:val>
          <c:extLst>
            <c:ext xmlns:c16="http://schemas.microsoft.com/office/drawing/2014/chart" uri="{C3380CC4-5D6E-409C-BE32-E72D297353CC}">
              <c16:uniqueId val="{00000002-E26C-4435-82F2-208C8E6B1000}"/>
            </c:ext>
          </c:extLst>
        </c:ser>
        <c:ser>
          <c:idx val="1"/>
          <c:order val="1"/>
          <c:tx>
            <c:strRef>
              <c:f>Sheet1!$C$1</c:f>
              <c:strCache>
                <c:ptCount val="1"/>
                <c:pt idx="0">
                  <c:v>Closed</c:v>
                </c:pt>
              </c:strCache>
            </c:strRef>
          </c:tx>
          <c:spPr>
            <a:solidFill>
              <a:srgbClr val="F5375E"/>
            </a:solidFill>
            <a:ln>
              <a:solidFill>
                <a:sysClr val="window" lastClr="FFFFFF">
                  <a:lumMod val="95000"/>
                </a:sysClr>
              </a:solidFill>
            </a:ln>
            <a:effectLst>
              <a:softEdge rad="0"/>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rgbClr val="F5375E"/>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Sheet1!$A$2:$A$24</c:f>
              <c:strCache>
                <c:ptCount val="23"/>
                <c:pt idx="0">
                  <c:v>W40
07-Oct</c:v>
                </c:pt>
                <c:pt idx="1">
                  <c:v>W41
14-Oct</c:v>
                </c:pt>
                <c:pt idx="2">
                  <c:v>W42
21-Oct</c:v>
                </c:pt>
                <c:pt idx="3">
                  <c:v>W43
28-Oct</c:v>
                </c:pt>
                <c:pt idx="4">
                  <c:v>W44
4-Nov</c:v>
                </c:pt>
                <c:pt idx="5">
                  <c:v>W45
11-Nov</c:v>
                </c:pt>
                <c:pt idx="6">
                  <c:v>W46
18-Nov</c:v>
                </c:pt>
                <c:pt idx="7">
                  <c:v>W47
25-Nov</c:v>
                </c:pt>
                <c:pt idx="8">
                  <c:v>W48
02-Dec</c:v>
                </c:pt>
                <c:pt idx="9">
                  <c:v>W49
09-Dec</c:v>
                </c:pt>
                <c:pt idx="10">
                  <c:v>W50
16-Dec</c:v>
                </c:pt>
                <c:pt idx="11">
                  <c:v>W51
23-Dec</c:v>
                </c:pt>
                <c:pt idx="12">
                  <c:v>W52
30-Dec</c:v>
                </c:pt>
                <c:pt idx="13">
                  <c:v>W01
7-Jan</c:v>
                </c:pt>
                <c:pt idx="14">
                  <c:v>W02
14-Jan</c:v>
                </c:pt>
                <c:pt idx="15">
                  <c:v>W03
21-Jan</c:v>
                </c:pt>
                <c:pt idx="16">
                  <c:v>W04
28-Jan</c:v>
                </c:pt>
                <c:pt idx="17">
                  <c:v>W05
4-Feb</c:v>
                </c:pt>
                <c:pt idx="18">
                  <c:v>W06
11-Feb</c:v>
                </c:pt>
                <c:pt idx="19">
                  <c:v>W07
18-Feb</c:v>
                </c:pt>
                <c:pt idx="20">
                  <c:v>W08
25-Feb</c:v>
                </c:pt>
                <c:pt idx="21">
                  <c:v>W09
04-Mar</c:v>
                </c:pt>
                <c:pt idx="22">
                  <c:v>W10
11-Mar</c:v>
                </c:pt>
              </c:strCache>
            </c:strRef>
          </c:cat>
          <c:val>
            <c:numRef>
              <c:f>Sheet1!$C$2:$C$24</c:f>
              <c:numCache>
                <c:formatCode>General</c:formatCode>
                <c:ptCount val="23"/>
                <c:pt idx="0">
                  <c:v>0</c:v>
                </c:pt>
                <c:pt idx="1">
                  <c:v>2</c:v>
                </c:pt>
                <c:pt idx="2">
                  <c:v>2</c:v>
                </c:pt>
                <c:pt idx="3">
                  <c:v>1</c:v>
                </c:pt>
                <c:pt idx="4">
                  <c:v>1</c:v>
                </c:pt>
                <c:pt idx="5">
                  <c:v>3</c:v>
                </c:pt>
                <c:pt idx="6">
                  <c:v>1</c:v>
                </c:pt>
                <c:pt idx="7">
                  <c:v>9</c:v>
                </c:pt>
                <c:pt idx="8">
                  <c:v>14</c:v>
                </c:pt>
                <c:pt idx="9">
                  <c:v>2</c:v>
                </c:pt>
                <c:pt idx="10">
                  <c:v>1</c:v>
                </c:pt>
                <c:pt idx="11">
                  <c:v>2</c:v>
                </c:pt>
                <c:pt idx="12">
                  <c:v>0</c:v>
                </c:pt>
                <c:pt idx="13">
                  <c:v>1</c:v>
                </c:pt>
                <c:pt idx="14">
                  <c:v>6</c:v>
                </c:pt>
                <c:pt idx="15">
                  <c:v>5</c:v>
                </c:pt>
                <c:pt idx="16">
                  <c:v>3</c:v>
                </c:pt>
                <c:pt idx="17">
                  <c:v>8</c:v>
                </c:pt>
                <c:pt idx="18">
                  <c:v>21</c:v>
                </c:pt>
                <c:pt idx="19">
                  <c:v>4</c:v>
                </c:pt>
                <c:pt idx="20">
                  <c:v>7</c:v>
                </c:pt>
                <c:pt idx="21">
                  <c:v>4</c:v>
                </c:pt>
                <c:pt idx="22">
                  <c:v>6</c:v>
                </c:pt>
              </c:numCache>
            </c:numRef>
          </c:val>
          <c:extLst>
            <c:ext xmlns:c16="http://schemas.microsoft.com/office/drawing/2014/chart" uri="{C3380CC4-5D6E-409C-BE32-E72D297353CC}">
              <c16:uniqueId val="{00000003-E26C-4435-82F2-208C8E6B1000}"/>
            </c:ext>
          </c:extLst>
        </c:ser>
        <c:dLbls>
          <c:dLblPos val="outEnd"/>
          <c:showLegendKey val="0"/>
          <c:showVal val="1"/>
          <c:showCatName val="0"/>
          <c:showSerName val="0"/>
          <c:showPercent val="0"/>
          <c:showBubbleSize val="0"/>
        </c:dLbls>
        <c:gapWidth val="270"/>
        <c:overlap val="-10"/>
        <c:axId val="327852928"/>
        <c:axId val="452309664"/>
      </c:barChart>
      <c:catAx>
        <c:axId val="32785292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0"/>
          <a:lstStyle/>
          <a:p>
            <a:pPr>
              <a:defRPr sz="800" b="0" i="0" u="none" strike="noStrike" kern="1200" baseline="0">
                <a:solidFill>
                  <a:schemeClr val="tx1"/>
                </a:solidFill>
                <a:latin typeface="STC Forward" panose="00000500000000000000" pitchFamily="2" charset="-78"/>
                <a:ea typeface="+mn-ea"/>
                <a:cs typeface="STC Forward" panose="00000500000000000000" pitchFamily="2" charset="-78"/>
              </a:defRPr>
            </a:pPr>
            <a:endParaRPr lang="en-US"/>
          </a:p>
        </c:txPr>
        <c:crossAx val="452309664"/>
        <c:crosses val="autoZero"/>
        <c:auto val="1"/>
        <c:lblAlgn val="ctr"/>
        <c:lblOffset val="100"/>
        <c:noMultiLvlLbl val="0"/>
      </c:catAx>
      <c:valAx>
        <c:axId val="452309664"/>
        <c:scaling>
          <c:orientation val="minMax"/>
        </c:scaling>
        <c:delete val="1"/>
        <c:axPos val="l"/>
        <c:numFmt formatCode="General" sourceLinked="1"/>
        <c:majorTickMark val="out"/>
        <c:minorTickMark val="none"/>
        <c:tickLblPos val="nextTo"/>
        <c:crossAx val="327852928"/>
        <c:crosses val="autoZero"/>
        <c:crossBetween val="between"/>
      </c:valAx>
      <c:spPr>
        <a:noFill/>
        <a:ln>
          <a:noFill/>
        </a:ln>
        <a:effectLst/>
      </c:spPr>
    </c:plotArea>
    <c:legend>
      <c:legendPos val="t"/>
      <c:legendEntry>
        <c:idx val="0"/>
        <c:txPr>
          <a:bodyPr rot="0" spcFirstLastPara="1" vertOverflow="ellipsis" vert="horz" wrap="square" anchor="ctr" anchorCtr="1"/>
          <a:lstStyle/>
          <a:p>
            <a:pPr>
              <a:defRPr sz="1050" b="0" i="0" u="none" strike="noStrike" kern="1200" baseline="0">
                <a:solidFill>
                  <a:schemeClr val="tx2"/>
                </a:solidFill>
                <a:latin typeface="STC"/>
                <a:ea typeface="+mn-ea"/>
                <a:cs typeface="+mn-cs"/>
              </a:defRPr>
            </a:pPr>
            <a:endParaRPr lang="en-US"/>
          </a:p>
        </c:txPr>
      </c:legendEntry>
      <c:legendEntry>
        <c:idx val="1"/>
        <c:txPr>
          <a:bodyPr rot="0" spcFirstLastPara="1" vertOverflow="ellipsis" vert="horz" wrap="square" anchor="ctr" anchorCtr="1"/>
          <a:lstStyle/>
          <a:p>
            <a:pPr>
              <a:defRPr sz="1050" b="0" i="0" u="none" strike="noStrike" kern="1200" baseline="0">
                <a:solidFill>
                  <a:schemeClr val="tx2"/>
                </a:solidFill>
                <a:latin typeface="STC"/>
                <a:ea typeface="+mn-ea"/>
                <a:cs typeface="+mn-cs"/>
              </a:defRPr>
            </a:pPr>
            <a:endParaRPr lang="en-US"/>
          </a:p>
        </c:txPr>
      </c:legendEntry>
      <c:layout>
        <c:manualLayout>
          <c:xMode val="edge"/>
          <c:yMode val="edge"/>
          <c:x val="0.44051212964510833"/>
          <c:y val="3.8817072387959173E-2"/>
          <c:w val="0.11721383071555094"/>
          <c:h val="5.3651820175037133E-2"/>
        </c:manualLayout>
      </c:layout>
      <c:overlay val="0"/>
      <c:spPr>
        <a:noFill/>
        <a:ln>
          <a:noFill/>
        </a:ln>
        <a:effectLst/>
      </c:spPr>
      <c:txPr>
        <a:bodyPr rot="0" spcFirstLastPara="1" vertOverflow="ellipsis" vert="horz" wrap="square" anchor="ctr" anchorCtr="1"/>
        <a:lstStyle/>
        <a:p>
          <a:pPr>
            <a:defRPr sz="1050" b="0" i="0" u="none" strike="noStrike" kern="1200" baseline="0">
              <a:solidFill>
                <a:schemeClr val="tx2"/>
              </a:solidFill>
              <a:latin typeface="STC"/>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0164D4-F421-466F-AFBD-1D52AA48547C}" type="datetimeFigureOut">
              <a:rPr lang="en-US" smtClean="0"/>
              <a:t>3/15/2026</a:t>
            </a:fld>
            <a:endParaRPr lang="en-US" dirty="0"/>
          </a:p>
        </p:txBody>
      </p:sp>
      <p:sp>
        <p:nvSpPr>
          <p:cNvPr id="4" name="Slide Image Placeholder 3"/>
          <p:cNvSpPr>
            <a:spLocks noGrp="1" noRot="1" noChangeAspect="1"/>
          </p:cNvSpPr>
          <p:nvPr>
            <p:ph type="sldImg" idx="2"/>
          </p:nvPr>
        </p:nvSpPr>
        <p:spPr>
          <a:xfrm>
            <a:off x="2657475" y="1143000"/>
            <a:ext cx="154305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0B2990-BDBE-4FCC-B07E-A951170F1BA5}" type="slidenum">
              <a:rPr lang="en-US" smtClean="0"/>
              <a:t>‹#›</a:t>
            </a:fld>
            <a:endParaRPr lang="en-US" dirty="0"/>
          </a:p>
        </p:txBody>
      </p:sp>
    </p:spTree>
    <p:extLst>
      <p:ext uri="{BB962C8B-B14F-4D97-AF65-F5344CB8AC3E}">
        <p14:creationId xmlns:p14="http://schemas.microsoft.com/office/powerpoint/2010/main" val="585287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9DC24-CC3A-E361-7C04-B89A459205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68490D-6160-8F26-BB11-AADB8C2C12C4}"/>
              </a:ext>
            </a:extLst>
          </p:cNvPr>
          <p:cNvSpPr>
            <a:spLocks noGrp="1" noRot="1" noChangeAspect="1"/>
          </p:cNvSpPr>
          <p:nvPr>
            <p:ph type="sldImg"/>
          </p:nvPr>
        </p:nvSpPr>
        <p:spPr>
          <a:xfrm>
            <a:off x="2657475" y="1143000"/>
            <a:ext cx="1543050" cy="3086100"/>
          </a:xfrm>
        </p:spPr>
        <p:txBody>
          <a:bodyPr/>
          <a:lstStyle/>
          <a:p>
            <a:endParaRPr lang="en-US"/>
          </a:p>
        </p:txBody>
      </p:sp>
      <p:sp>
        <p:nvSpPr>
          <p:cNvPr id="3" name="Notes Placeholder 2">
            <a:extLst>
              <a:ext uri="{FF2B5EF4-FFF2-40B4-BE49-F238E27FC236}">
                <a16:creationId xmlns:a16="http://schemas.microsoft.com/office/drawing/2014/main" id="{D9A14C95-2D18-6287-FA9D-C215F4A91E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B1A913-1461-2E98-AD59-974AF7320A47}"/>
              </a:ext>
            </a:extLst>
          </p:cNvPr>
          <p:cNvSpPr>
            <a:spLocks noGrp="1"/>
          </p:cNvSpPr>
          <p:nvPr>
            <p:ph type="sldNum" sz="quarter" idx="5"/>
          </p:nvPr>
        </p:nvSpPr>
        <p:spPr/>
        <p:txBody>
          <a:bodyPr/>
          <a:lstStyle/>
          <a:p>
            <a:fld id="{DB0B2990-BDBE-4FCC-B07E-A951170F1BA5}" type="slidenum">
              <a:rPr lang="en-US" smtClean="0"/>
              <a:t>1</a:t>
            </a:fld>
            <a:endParaRPr lang="en-US" dirty="0"/>
          </a:p>
        </p:txBody>
      </p:sp>
    </p:spTree>
    <p:extLst>
      <p:ext uri="{BB962C8B-B14F-4D97-AF65-F5344CB8AC3E}">
        <p14:creationId xmlns:p14="http://schemas.microsoft.com/office/powerpoint/2010/main" val="5947771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D886D-6A2B-2F0C-BE49-9DA15B4D54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8FE596-3233-9B4A-6460-C7F4FFD2B086}"/>
              </a:ext>
            </a:extLst>
          </p:cNvPr>
          <p:cNvSpPr>
            <a:spLocks noGrp="1" noRot="1" noChangeAspect="1"/>
          </p:cNvSpPr>
          <p:nvPr>
            <p:ph type="sldImg"/>
          </p:nvPr>
        </p:nvSpPr>
        <p:spPr>
          <a:xfrm>
            <a:off x="2657475" y="1143000"/>
            <a:ext cx="1543050" cy="3086100"/>
          </a:xfrm>
        </p:spPr>
        <p:txBody>
          <a:bodyPr/>
          <a:lstStyle/>
          <a:p>
            <a:endParaRPr lang="en-US"/>
          </a:p>
        </p:txBody>
      </p:sp>
      <p:sp>
        <p:nvSpPr>
          <p:cNvPr id="3" name="Notes Placeholder 2">
            <a:extLst>
              <a:ext uri="{FF2B5EF4-FFF2-40B4-BE49-F238E27FC236}">
                <a16:creationId xmlns:a16="http://schemas.microsoft.com/office/drawing/2014/main" id="{370D4C16-808E-4BE7-4D4D-A3F09500F7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2C2C38-47AF-4795-5FA8-8C80205C0002}"/>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B0B2990-BDBE-4FCC-B07E-A951170F1B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70630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91540" y="3890859"/>
            <a:ext cx="10104120" cy="8277013"/>
          </a:xfrm>
        </p:spPr>
        <p:txBody>
          <a:bodyPr anchor="b"/>
          <a:lstStyle>
            <a:lvl1pPr algn="ctr">
              <a:defRPr sz="7800"/>
            </a:lvl1pPr>
          </a:lstStyle>
          <a:p>
            <a:r>
              <a:rPr lang="en-US"/>
              <a:t>Click to edit Master title style</a:t>
            </a:r>
            <a:endParaRPr lang="en-US" dirty="0"/>
          </a:p>
        </p:txBody>
      </p:sp>
      <p:sp>
        <p:nvSpPr>
          <p:cNvPr id="3" name="Subtitle 2"/>
          <p:cNvSpPr>
            <a:spLocks noGrp="1"/>
          </p:cNvSpPr>
          <p:nvPr>
            <p:ph type="subTitle" idx="1"/>
          </p:nvPr>
        </p:nvSpPr>
        <p:spPr>
          <a:xfrm>
            <a:off x="1485900" y="12487065"/>
            <a:ext cx="8915400" cy="5739975"/>
          </a:xfrm>
        </p:spPr>
        <p:txBody>
          <a:bodyPr/>
          <a:lstStyle>
            <a:lvl1pPr marL="0" indent="0" algn="ctr">
              <a:buNone/>
              <a:defRPr sz="3120"/>
            </a:lvl1pPr>
            <a:lvl2pPr marL="594360" indent="0" algn="ctr">
              <a:buNone/>
              <a:defRPr sz="2600"/>
            </a:lvl2pPr>
            <a:lvl3pPr marL="1188720" indent="0" algn="ctr">
              <a:buNone/>
              <a:defRPr sz="2340"/>
            </a:lvl3pPr>
            <a:lvl4pPr marL="1783080" indent="0" algn="ctr">
              <a:buNone/>
              <a:defRPr sz="2080"/>
            </a:lvl4pPr>
            <a:lvl5pPr marL="2377440" indent="0" algn="ctr">
              <a:buNone/>
              <a:defRPr sz="2080"/>
            </a:lvl5pPr>
            <a:lvl6pPr marL="2971800" indent="0" algn="ctr">
              <a:buNone/>
              <a:defRPr sz="2080"/>
            </a:lvl6pPr>
            <a:lvl7pPr marL="3566160" indent="0" algn="ctr">
              <a:buNone/>
              <a:defRPr sz="2080"/>
            </a:lvl7pPr>
            <a:lvl8pPr marL="4160520" indent="0" algn="ctr">
              <a:buNone/>
              <a:defRPr sz="2080"/>
            </a:lvl8pPr>
            <a:lvl9pPr marL="4754880" indent="0" algn="ctr">
              <a:buNone/>
              <a:defRPr sz="20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3/15/2026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968127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F0E678-518A-4C4A-BD62-BC10526BB809}" type="datetimeFigureOut">
              <a:rPr lang="en-US" smtClean="0"/>
              <a:t>3/15/2026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BE539EC-A9C7-4103-A1C9-9759E8B9D800}" type="slidenum">
              <a:rPr lang="en-US" smtClean="0"/>
              <a:t>‹#›</a:t>
            </a:fld>
            <a:endParaRPr lang="en-US" dirty="0"/>
          </a:p>
        </p:txBody>
      </p:sp>
    </p:spTree>
    <p:extLst>
      <p:ext uri="{BB962C8B-B14F-4D97-AF65-F5344CB8AC3E}">
        <p14:creationId xmlns:p14="http://schemas.microsoft.com/office/powerpoint/2010/main" val="1197416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1054" y="5927097"/>
            <a:ext cx="10252710" cy="9889488"/>
          </a:xfrm>
        </p:spPr>
        <p:txBody>
          <a:bodyPr anchor="b"/>
          <a:lstStyle>
            <a:lvl1pPr>
              <a:defRPr sz="7800"/>
            </a:lvl1pPr>
          </a:lstStyle>
          <a:p>
            <a:r>
              <a:rPr lang="en-US"/>
              <a:t>Click to edit Master title style</a:t>
            </a:r>
            <a:endParaRPr lang="en-US" dirty="0"/>
          </a:p>
        </p:txBody>
      </p:sp>
      <p:sp>
        <p:nvSpPr>
          <p:cNvPr id="3" name="Text Placeholder 2"/>
          <p:cNvSpPr>
            <a:spLocks noGrp="1"/>
          </p:cNvSpPr>
          <p:nvPr>
            <p:ph type="body" idx="1"/>
          </p:nvPr>
        </p:nvSpPr>
        <p:spPr>
          <a:xfrm>
            <a:off x="811054" y="15910144"/>
            <a:ext cx="10252710" cy="5200648"/>
          </a:xfrm>
        </p:spPr>
        <p:txBody>
          <a:bodyPr/>
          <a:lstStyle>
            <a:lvl1pPr marL="0" indent="0">
              <a:buNone/>
              <a:defRPr sz="3120">
                <a:solidFill>
                  <a:schemeClr val="tx1"/>
                </a:solidFill>
              </a:defRPr>
            </a:lvl1pPr>
            <a:lvl2pPr marL="594360" indent="0">
              <a:buNone/>
              <a:defRPr sz="2600">
                <a:solidFill>
                  <a:schemeClr val="tx1">
                    <a:tint val="75000"/>
                  </a:schemeClr>
                </a:solidFill>
              </a:defRPr>
            </a:lvl2pPr>
            <a:lvl3pPr marL="1188720" indent="0">
              <a:buNone/>
              <a:defRPr sz="2340">
                <a:solidFill>
                  <a:schemeClr val="tx1">
                    <a:tint val="75000"/>
                  </a:schemeClr>
                </a:solidFill>
              </a:defRPr>
            </a:lvl3pPr>
            <a:lvl4pPr marL="1783080" indent="0">
              <a:buNone/>
              <a:defRPr sz="2080">
                <a:solidFill>
                  <a:schemeClr val="tx1">
                    <a:tint val="75000"/>
                  </a:schemeClr>
                </a:solidFill>
              </a:defRPr>
            </a:lvl4pPr>
            <a:lvl5pPr marL="2377440" indent="0">
              <a:buNone/>
              <a:defRPr sz="2080">
                <a:solidFill>
                  <a:schemeClr val="tx1">
                    <a:tint val="75000"/>
                  </a:schemeClr>
                </a:solidFill>
              </a:defRPr>
            </a:lvl5pPr>
            <a:lvl6pPr marL="2971800" indent="0">
              <a:buNone/>
              <a:defRPr sz="2080">
                <a:solidFill>
                  <a:schemeClr val="tx1">
                    <a:tint val="75000"/>
                  </a:schemeClr>
                </a:solidFill>
              </a:defRPr>
            </a:lvl6pPr>
            <a:lvl7pPr marL="3566160" indent="0">
              <a:buNone/>
              <a:defRPr sz="2080">
                <a:solidFill>
                  <a:schemeClr val="tx1">
                    <a:tint val="75000"/>
                  </a:schemeClr>
                </a:solidFill>
              </a:defRPr>
            </a:lvl7pPr>
            <a:lvl8pPr marL="4160520" indent="0">
              <a:buNone/>
              <a:defRPr sz="2080">
                <a:solidFill>
                  <a:schemeClr val="tx1">
                    <a:tint val="75000"/>
                  </a:schemeClr>
                </a:solidFill>
              </a:defRPr>
            </a:lvl8pPr>
            <a:lvl9pPr marL="4754880" indent="0">
              <a:buNone/>
              <a:defRPr sz="20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F0E678-518A-4C4A-BD62-BC10526BB809}" type="datetimeFigureOut">
              <a:rPr lang="en-US" smtClean="0"/>
              <a:t>3/15/2026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BE539EC-A9C7-4103-A1C9-9759E8B9D800}" type="slidenum">
              <a:rPr lang="en-US" smtClean="0"/>
              <a:t>‹#›</a:t>
            </a:fld>
            <a:endParaRPr lang="en-US" dirty="0"/>
          </a:p>
        </p:txBody>
      </p:sp>
    </p:spTree>
    <p:extLst>
      <p:ext uri="{BB962C8B-B14F-4D97-AF65-F5344CB8AC3E}">
        <p14:creationId xmlns:p14="http://schemas.microsoft.com/office/powerpoint/2010/main" val="1272591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7245" y="6328834"/>
            <a:ext cx="5052060" cy="15084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7895" y="6328834"/>
            <a:ext cx="5052060" cy="15084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7F0E678-518A-4C4A-BD62-BC10526BB809}" type="datetimeFigureOut">
              <a:rPr lang="en-US" smtClean="0"/>
              <a:t>3/15/2026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BE539EC-A9C7-4103-A1C9-9759E8B9D800}" type="slidenum">
              <a:rPr lang="en-US" smtClean="0"/>
              <a:t>‹#›</a:t>
            </a:fld>
            <a:endParaRPr lang="en-US" dirty="0"/>
          </a:p>
        </p:txBody>
      </p:sp>
    </p:spTree>
    <p:extLst>
      <p:ext uri="{BB962C8B-B14F-4D97-AF65-F5344CB8AC3E}">
        <p14:creationId xmlns:p14="http://schemas.microsoft.com/office/powerpoint/2010/main" val="3988800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8793" y="1265772"/>
            <a:ext cx="10252710" cy="4595285"/>
          </a:xfrm>
        </p:spPr>
        <p:txBody>
          <a:bodyPr/>
          <a:lstStyle/>
          <a:p>
            <a:r>
              <a:rPr lang="en-US"/>
              <a:t>Click to edit Master title style</a:t>
            </a:r>
            <a:endParaRPr lang="en-US" dirty="0"/>
          </a:p>
        </p:txBody>
      </p:sp>
      <p:sp>
        <p:nvSpPr>
          <p:cNvPr id="3" name="Text Placeholder 2"/>
          <p:cNvSpPr>
            <a:spLocks noGrp="1"/>
          </p:cNvSpPr>
          <p:nvPr>
            <p:ph type="body" idx="1"/>
          </p:nvPr>
        </p:nvSpPr>
        <p:spPr>
          <a:xfrm>
            <a:off x="818795" y="5828032"/>
            <a:ext cx="5028842" cy="2856228"/>
          </a:xfrm>
        </p:spPr>
        <p:txBody>
          <a:bodyPr anchor="b"/>
          <a:lstStyle>
            <a:lvl1pPr marL="0" indent="0">
              <a:buNone/>
              <a:defRPr sz="3120" b="1"/>
            </a:lvl1pPr>
            <a:lvl2pPr marL="594360" indent="0">
              <a:buNone/>
              <a:defRPr sz="2600" b="1"/>
            </a:lvl2pPr>
            <a:lvl3pPr marL="1188720" indent="0">
              <a:buNone/>
              <a:defRPr sz="2340" b="1"/>
            </a:lvl3pPr>
            <a:lvl4pPr marL="1783080" indent="0">
              <a:buNone/>
              <a:defRPr sz="2080" b="1"/>
            </a:lvl4pPr>
            <a:lvl5pPr marL="2377440" indent="0">
              <a:buNone/>
              <a:defRPr sz="2080" b="1"/>
            </a:lvl5pPr>
            <a:lvl6pPr marL="2971800" indent="0">
              <a:buNone/>
              <a:defRPr sz="2080" b="1"/>
            </a:lvl6pPr>
            <a:lvl7pPr marL="3566160" indent="0">
              <a:buNone/>
              <a:defRPr sz="2080" b="1"/>
            </a:lvl7pPr>
            <a:lvl8pPr marL="4160520" indent="0">
              <a:buNone/>
              <a:defRPr sz="2080" b="1"/>
            </a:lvl8pPr>
            <a:lvl9pPr marL="4754880" indent="0">
              <a:buNone/>
              <a:defRPr sz="2080" b="1"/>
            </a:lvl9pPr>
          </a:lstStyle>
          <a:p>
            <a:pPr lvl="0"/>
            <a:r>
              <a:rPr lang="en-US"/>
              <a:t>Click to edit Master text styles</a:t>
            </a:r>
          </a:p>
        </p:txBody>
      </p:sp>
      <p:sp>
        <p:nvSpPr>
          <p:cNvPr id="4" name="Content Placeholder 3"/>
          <p:cNvSpPr>
            <a:spLocks noGrp="1"/>
          </p:cNvSpPr>
          <p:nvPr>
            <p:ph sz="half" idx="2"/>
          </p:nvPr>
        </p:nvSpPr>
        <p:spPr>
          <a:xfrm>
            <a:off x="818795" y="8684260"/>
            <a:ext cx="5028842" cy="12773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17896" y="5828032"/>
            <a:ext cx="5053608" cy="2856228"/>
          </a:xfrm>
        </p:spPr>
        <p:txBody>
          <a:bodyPr anchor="b"/>
          <a:lstStyle>
            <a:lvl1pPr marL="0" indent="0">
              <a:buNone/>
              <a:defRPr sz="3120" b="1"/>
            </a:lvl1pPr>
            <a:lvl2pPr marL="594360" indent="0">
              <a:buNone/>
              <a:defRPr sz="2600" b="1"/>
            </a:lvl2pPr>
            <a:lvl3pPr marL="1188720" indent="0">
              <a:buNone/>
              <a:defRPr sz="2340" b="1"/>
            </a:lvl3pPr>
            <a:lvl4pPr marL="1783080" indent="0">
              <a:buNone/>
              <a:defRPr sz="2080" b="1"/>
            </a:lvl4pPr>
            <a:lvl5pPr marL="2377440" indent="0">
              <a:buNone/>
              <a:defRPr sz="2080" b="1"/>
            </a:lvl5pPr>
            <a:lvl6pPr marL="2971800" indent="0">
              <a:buNone/>
              <a:defRPr sz="2080" b="1"/>
            </a:lvl6pPr>
            <a:lvl7pPr marL="3566160" indent="0">
              <a:buNone/>
              <a:defRPr sz="2080" b="1"/>
            </a:lvl7pPr>
            <a:lvl8pPr marL="4160520" indent="0">
              <a:buNone/>
              <a:defRPr sz="2080" b="1"/>
            </a:lvl8pPr>
            <a:lvl9pPr marL="4754880" indent="0">
              <a:buNone/>
              <a:defRPr sz="2080" b="1"/>
            </a:lvl9pPr>
          </a:lstStyle>
          <a:p>
            <a:pPr lvl="0"/>
            <a:r>
              <a:rPr lang="en-US"/>
              <a:t>Click to edit Master text styles</a:t>
            </a:r>
          </a:p>
        </p:txBody>
      </p:sp>
      <p:sp>
        <p:nvSpPr>
          <p:cNvPr id="6" name="Content Placeholder 5"/>
          <p:cNvSpPr>
            <a:spLocks noGrp="1"/>
          </p:cNvSpPr>
          <p:nvPr>
            <p:ph sz="quarter" idx="4"/>
          </p:nvPr>
        </p:nvSpPr>
        <p:spPr>
          <a:xfrm>
            <a:off x="6017896" y="8684260"/>
            <a:ext cx="5053608" cy="12773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7F0E678-518A-4C4A-BD62-BC10526BB809}" type="datetimeFigureOut">
              <a:rPr lang="en-US" smtClean="0"/>
              <a:t>3/15/2026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BE539EC-A9C7-4103-A1C9-9759E8B9D800}" type="slidenum">
              <a:rPr lang="en-US" smtClean="0"/>
              <a:t>‹#›</a:t>
            </a:fld>
            <a:endParaRPr lang="en-US" dirty="0"/>
          </a:p>
        </p:txBody>
      </p:sp>
    </p:spTree>
    <p:extLst>
      <p:ext uri="{BB962C8B-B14F-4D97-AF65-F5344CB8AC3E}">
        <p14:creationId xmlns:p14="http://schemas.microsoft.com/office/powerpoint/2010/main" val="1343744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F0E678-518A-4C4A-BD62-BC10526BB809}" type="datetimeFigureOut">
              <a:rPr lang="en-US" smtClean="0"/>
              <a:t>3/15/2026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BE539EC-A9C7-4103-A1C9-9759E8B9D800}" type="slidenum">
              <a:rPr lang="en-US" smtClean="0"/>
              <a:t>‹#›</a:t>
            </a:fld>
            <a:endParaRPr lang="en-US" dirty="0"/>
          </a:p>
        </p:txBody>
      </p:sp>
    </p:spTree>
    <p:extLst>
      <p:ext uri="{BB962C8B-B14F-4D97-AF65-F5344CB8AC3E}">
        <p14:creationId xmlns:p14="http://schemas.microsoft.com/office/powerpoint/2010/main" val="86284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F0E678-518A-4C4A-BD62-BC10526BB809}" type="datetimeFigureOut">
              <a:rPr lang="en-US" smtClean="0"/>
              <a:t>3/15/2026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BE539EC-A9C7-4103-A1C9-9759E8B9D800}" type="slidenum">
              <a:rPr lang="en-US" smtClean="0"/>
              <a:t>‹#›</a:t>
            </a:fld>
            <a:endParaRPr lang="en-US" dirty="0"/>
          </a:p>
        </p:txBody>
      </p:sp>
    </p:spTree>
    <p:extLst>
      <p:ext uri="{BB962C8B-B14F-4D97-AF65-F5344CB8AC3E}">
        <p14:creationId xmlns:p14="http://schemas.microsoft.com/office/powerpoint/2010/main" val="4089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8794" y="1584960"/>
            <a:ext cx="3833931" cy="5547360"/>
          </a:xfrm>
        </p:spPr>
        <p:txBody>
          <a:bodyPr anchor="b"/>
          <a:lstStyle>
            <a:lvl1pPr>
              <a:defRPr sz="4160"/>
            </a:lvl1pPr>
          </a:lstStyle>
          <a:p>
            <a:r>
              <a:rPr lang="en-US"/>
              <a:t>Click to edit Master title style</a:t>
            </a:r>
            <a:endParaRPr lang="en-US" dirty="0"/>
          </a:p>
        </p:txBody>
      </p:sp>
      <p:sp>
        <p:nvSpPr>
          <p:cNvPr id="3" name="Content Placeholder 2"/>
          <p:cNvSpPr>
            <a:spLocks noGrp="1"/>
          </p:cNvSpPr>
          <p:nvPr>
            <p:ph idx="1"/>
          </p:nvPr>
        </p:nvSpPr>
        <p:spPr>
          <a:xfrm>
            <a:off x="5053608" y="3423079"/>
            <a:ext cx="6017895" cy="16895233"/>
          </a:xfrm>
        </p:spPr>
        <p:txBody>
          <a:bodyPr/>
          <a:lstStyle>
            <a:lvl1pPr>
              <a:defRPr sz="4160"/>
            </a:lvl1pPr>
            <a:lvl2pPr>
              <a:defRPr sz="3640"/>
            </a:lvl2pPr>
            <a:lvl3pPr>
              <a:defRPr sz="312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8794" y="7132320"/>
            <a:ext cx="3833931" cy="13213505"/>
          </a:xfrm>
        </p:spPr>
        <p:txBody>
          <a:bodyPr/>
          <a:lstStyle>
            <a:lvl1pPr marL="0" indent="0">
              <a:buNone/>
              <a:defRPr sz="2080"/>
            </a:lvl1pPr>
            <a:lvl2pPr marL="594360" indent="0">
              <a:buNone/>
              <a:defRPr sz="1820"/>
            </a:lvl2pPr>
            <a:lvl3pPr marL="1188720" indent="0">
              <a:buNone/>
              <a:defRPr sz="1560"/>
            </a:lvl3pPr>
            <a:lvl4pPr marL="1783080" indent="0">
              <a:buNone/>
              <a:defRPr sz="1300"/>
            </a:lvl4pPr>
            <a:lvl5pPr marL="2377440" indent="0">
              <a:buNone/>
              <a:defRPr sz="1300"/>
            </a:lvl5pPr>
            <a:lvl6pPr marL="2971800" indent="0">
              <a:buNone/>
              <a:defRPr sz="1300"/>
            </a:lvl6pPr>
            <a:lvl7pPr marL="3566160" indent="0">
              <a:buNone/>
              <a:defRPr sz="1300"/>
            </a:lvl7pPr>
            <a:lvl8pPr marL="4160520" indent="0">
              <a:buNone/>
              <a:defRPr sz="1300"/>
            </a:lvl8pPr>
            <a:lvl9pPr marL="4754880" indent="0">
              <a:buNone/>
              <a:defRPr sz="1300"/>
            </a:lvl9pPr>
          </a:lstStyle>
          <a:p>
            <a:pPr lvl="0"/>
            <a:r>
              <a:rPr lang="en-US"/>
              <a:t>Click to edit Master text styles</a:t>
            </a:r>
          </a:p>
        </p:txBody>
      </p:sp>
      <p:sp>
        <p:nvSpPr>
          <p:cNvPr id="5" name="Date Placeholder 4"/>
          <p:cNvSpPr>
            <a:spLocks noGrp="1"/>
          </p:cNvSpPr>
          <p:nvPr>
            <p:ph type="dt" sz="half" idx="10"/>
          </p:nvPr>
        </p:nvSpPr>
        <p:spPr/>
        <p:txBody>
          <a:bodyPr/>
          <a:lstStyle/>
          <a:p>
            <a:fld id="{67F0E678-518A-4C4A-BD62-BC10526BB809}" type="datetimeFigureOut">
              <a:rPr lang="en-US" smtClean="0"/>
              <a:t>3/15/2026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BE539EC-A9C7-4103-A1C9-9759E8B9D800}" type="slidenum">
              <a:rPr lang="en-US" smtClean="0"/>
              <a:t>‹#›</a:t>
            </a:fld>
            <a:endParaRPr lang="en-US" dirty="0"/>
          </a:p>
        </p:txBody>
      </p:sp>
    </p:spTree>
    <p:extLst>
      <p:ext uri="{BB962C8B-B14F-4D97-AF65-F5344CB8AC3E}">
        <p14:creationId xmlns:p14="http://schemas.microsoft.com/office/powerpoint/2010/main" val="1292549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8794" y="1584960"/>
            <a:ext cx="3833931" cy="5547360"/>
          </a:xfrm>
        </p:spPr>
        <p:txBody>
          <a:bodyPr anchor="b"/>
          <a:lstStyle>
            <a:lvl1pPr>
              <a:defRPr sz="416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53608" y="3423079"/>
            <a:ext cx="6017895" cy="16895233"/>
          </a:xfrm>
        </p:spPr>
        <p:txBody>
          <a:bodyPr anchor="t"/>
          <a:lstStyle>
            <a:lvl1pPr marL="0" indent="0">
              <a:buNone/>
              <a:defRPr sz="4160"/>
            </a:lvl1pPr>
            <a:lvl2pPr marL="594360" indent="0">
              <a:buNone/>
              <a:defRPr sz="3640"/>
            </a:lvl2pPr>
            <a:lvl3pPr marL="1188720" indent="0">
              <a:buNone/>
              <a:defRPr sz="3120"/>
            </a:lvl3pPr>
            <a:lvl4pPr marL="1783080" indent="0">
              <a:buNone/>
              <a:defRPr sz="2600"/>
            </a:lvl4pPr>
            <a:lvl5pPr marL="2377440" indent="0">
              <a:buNone/>
              <a:defRPr sz="2600"/>
            </a:lvl5pPr>
            <a:lvl6pPr marL="2971800" indent="0">
              <a:buNone/>
              <a:defRPr sz="2600"/>
            </a:lvl6pPr>
            <a:lvl7pPr marL="3566160" indent="0">
              <a:buNone/>
              <a:defRPr sz="2600"/>
            </a:lvl7pPr>
            <a:lvl8pPr marL="4160520" indent="0">
              <a:buNone/>
              <a:defRPr sz="2600"/>
            </a:lvl8pPr>
            <a:lvl9pPr marL="4754880" indent="0">
              <a:buNone/>
              <a:defRPr sz="2600"/>
            </a:lvl9pPr>
          </a:lstStyle>
          <a:p>
            <a:r>
              <a:rPr lang="en-US"/>
              <a:t>Click icon to add picture</a:t>
            </a:r>
            <a:endParaRPr lang="en-US" dirty="0"/>
          </a:p>
        </p:txBody>
      </p:sp>
      <p:sp>
        <p:nvSpPr>
          <p:cNvPr id="4" name="Text Placeholder 3"/>
          <p:cNvSpPr>
            <a:spLocks noGrp="1"/>
          </p:cNvSpPr>
          <p:nvPr>
            <p:ph type="body" sz="half" idx="2"/>
          </p:nvPr>
        </p:nvSpPr>
        <p:spPr>
          <a:xfrm>
            <a:off x="818794" y="7132320"/>
            <a:ext cx="3833931" cy="13213505"/>
          </a:xfrm>
        </p:spPr>
        <p:txBody>
          <a:bodyPr/>
          <a:lstStyle>
            <a:lvl1pPr marL="0" indent="0">
              <a:buNone/>
              <a:defRPr sz="2080"/>
            </a:lvl1pPr>
            <a:lvl2pPr marL="594360" indent="0">
              <a:buNone/>
              <a:defRPr sz="1820"/>
            </a:lvl2pPr>
            <a:lvl3pPr marL="1188720" indent="0">
              <a:buNone/>
              <a:defRPr sz="1560"/>
            </a:lvl3pPr>
            <a:lvl4pPr marL="1783080" indent="0">
              <a:buNone/>
              <a:defRPr sz="1300"/>
            </a:lvl4pPr>
            <a:lvl5pPr marL="2377440" indent="0">
              <a:buNone/>
              <a:defRPr sz="1300"/>
            </a:lvl5pPr>
            <a:lvl6pPr marL="2971800" indent="0">
              <a:buNone/>
              <a:defRPr sz="1300"/>
            </a:lvl6pPr>
            <a:lvl7pPr marL="3566160" indent="0">
              <a:buNone/>
              <a:defRPr sz="1300"/>
            </a:lvl7pPr>
            <a:lvl8pPr marL="4160520" indent="0">
              <a:buNone/>
              <a:defRPr sz="1300"/>
            </a:lvl8pPr>
            <a:lvl9pPr marL="4754880" indent="0">
              <a:buNone/>
              <a:defRPr sz="1300"/>
            </a:lvl9pPr>
          </a:lstStyle>
          <a:p>
            <a:pPr lvl="0"/>
            <a:r>
              <a:rPr lang="en-US"/>
              <a:t>Click to edit Master text styles</a:t>
            </a:r>
          </a:p>
        </p:txBody>
      </p:sp>
      <p:sp>
        <p:nvSpPr>
          <p:cNvPr id="5" name="Date Placeholder 4"/>
          <p:cNvSpPr>
            <a:spLocks noGrp="1"/>
          </p:cNvSpPr>
          <p:nvPr>
            <p:ph type="dt" sz="half" idx="10"/>
          </p:nvPr>
        </p:nvSpPr>
        <p:spPr/>
        <p:txBody>
          <a:bodyPr/>
          <a:lstStyle/>
          <a:p>
            <a:fld id="{67F0E678-518A-4C4A-BD62-BC10526BB809}" type="datetimeFigureOut">
              <a:rPr lang="en-US" smtClean="0"/>
              <a:t>3/15/2026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BE539EC-A9C7-4103-A1C9-9759E8B9D800}" type="slidenum">
              <a:rPr lang="en-US" smtClean="0"/>
              <a:t>‹#›</a:t>
            </a:fld>
            <a:endParaRPr lang="en-US" dirty="0"/>
          </a:p>
        </p:txBody>
      </p:sp>
    </p:spTree>
    <p:extLst>
      <p:ext uri="{BB962C8B-B14F-4D97-AF65-F5344CB8AC3E}">
        <p14:creationId xmlns:p14="http://schemas.microsoft.com/office/powerpoint/2010/main" val="2990743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F0E678-518A-4C4A-BD62-BC10526BB809}" type="datetimeFigureOut">
              <a:rPr lang="en-US" smtClean="0"/>
              <a:t>3/15/2026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BE539EC-A9C7-4103-A1C9-9759E8B9D800}" type="slidenum">
              <a:rPr lang="en-US" smtClean="0"/>
              <a:t>‹#›</a:t>
            </a:fld>
            <a:endParaRPr lang="en-US" dirty="0"/>
          </a:p>
        </p:txBody>
      </p:sp>
    </p:spTree>
    <p:extLst>
      <p:ext uri="{BB962C8B-B14F-4D97-AF65-F5344CB8AC3E}">
        <p14:creationId xmlns:p14="http://schemas.microsoft.com/office/powerpoint/2010/main" val="934553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506778" y="1265767"/>
            <a:ext cx="2563178" cy="2014770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7245" y="1265767"/>
            <a:ext cx="7540943" cy="201477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F0E678-518A-4C4A-BD62-BC10526BB809}" type="datetimeFigureOut">
              <a:rPr lang="en-US" smtClean="0"/>
              <a:t>3/15/2026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BE539EC-A9C7-4103-A1C9-9759E8B9D800}" type="slidenum">
              <a:rPr lang="en-US" smtClean="0"/>
              <a:t>‹#›</a:t>
            </a:fld>
            <a:endParaRPr lang="en-US" dirty="0"/>
          </a:p>
        </p:txBody>
      </p:sp>
    </p:spTree>
    <p:extLst>
      <p:ext uri="{BB962C8B-B14F-4D97-AF65-F5344CB8AC3E}">
        <p14:creationId xmlns:p14="http://schemas.microsoft.com/office/powerpoint/2010/main" val="31284309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bg>
      <p:bgPr>
        <a:gradFill>
          <a:gsLst>
            <a:gs pos="0">
              <a:schemeClr val="accent1">
                <a:lumMod val="50000"/>
                <a:shade val="30000"/>
                <a:satMod val="115000"/>
              </a:schemeClr>
            </a:gs>
            <a:gs pos="50000">
              <a:schemeClr val="accent1">
                <a:lumMod val="50000"/>
                <a:shade val="67500"/>
                <a:satMod val="115000"/>
              </a:schemeClr>
            </a:gs>
            <a:gs pos="100000">
              <a:schemeClr val="accent1">
                <a:lumMod val="75000"/>
              </a:schemeClr>
            </a:gs>
          </a:gsLst>
          <a:lin ang="5400000" scaled="1"/>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90144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91540" y="3890859"/>
            <a:ext cx="10104120" cy="8277014"/>
          </a:xfrm>
        </p:spPr>
        <p:txBody>
          <a:bodyPr anchor="b"/>
          <a:lstStyle>
            <a:lvl1pPr algn="ctr">
              <a:defRPr sz="7243"/>
            </a:lvl1pPr>
          </a:lstStyle>
          <a:p>
            <a:r>
              <a:rPr lang="en-US"/>
              <a:t>Click to edit Master title style</a:t>
            </a:r>
            <a:endParaRPr lang="en-US" dirty="0"/>
          </a:p>
        </p:txBody>
      </p:sp>
      <p:sp>
        <p:nvSpPr>
          <p:cNvPr id="3" name="Subtitle 2"/>
          <p:cNvSpPr>
            <a:spLocks noGrp="1"/>
          </p:cNvSpPr>
          <p:nvPr>
            <p:ph type="subTitle" idx="1"/>
          </p:nvPr>
        </p:nvSpPr>
        <p:spPr>
          <a:xfrm>
            <a:off x="1485900" y="12487066"/>
            <a:ext cx="8915400" cy="5739975"/>
          </a:xfrm>
        </p:spPr>
        <p:txBody>
          <a:bodyPr/>
          <a:lstStyle>
            <a:lvl1pPr marL="0" indent="0" algn="ctr">
              <a:buNone/>
              <a:defRPr sz="2897"/>
            </a:lvl1pPr>
            <a:lvl2pPr marL="551923" indent="0" algn="ctr">
              <a:buNone/>
              <a:defRPr sz="2414"/>
            </a:lvl2pPr>
            <a:lvl3pPr marL="1103845" indent="0" algn="ctr">
              <a:buNone/>
              <a:defRPr sz="2173"/>
            </a:lvl3pPr>
            <a:lvl4pPr marL="1655768" indent="0" algn="ctr">
              <a:buNone/>
              <a:defRPr sz="1931"/>
            </a:lvl4pPr>
            <a:lvl5pPr marL="2207691" indent="0" algn="ctr">
              <a:buNone/>
              <a:defRPr sz="1931"/>
            </a:lvl5pPr>
            <a:lvl6pPr marL="2759613" indent="0" algn="ctr">
              <a:buNone/>
              <a:defRPr sz="1931"/>
            </a:lvl6pPr>
            <a:lvl7pPr marL="3311536" indent="0" algn="ctr">
              <a:buNone/>
              <a:defRPr sz="1931"/>
            </a:lvl7pPr>
            <a:lvl8pPr marL="3863459" indent="0" algn="ctr">
              <a:buNone/>
              <a:defRPr sz="1931"/>
            </a:lvl8pPr>
            <a:lvl9pPr marL="4415382" indent="0" algn="ctr">
              <a:buNone/>
              <a:defRPr sz="193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3/15/2026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214058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F0E678-518A-4C4A-BD62-BC10526BB809}" type="datetimeFigureOut">
              <a:rPr lang="en-US" smtClean="0"/>
              <a:t>3/15/2026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BE539EC-A9C7-4103-A1C9-9759E8B9D800}" type="slidenum">
              <a:rPr lang="en-US" smtClean="0"/>
              <a:t>‹#›</a:t>
            </a:fld>
            <a:endParaRPr lang="en-US" dirty="0"/>
          </a:p>
        </p:txBody>
      </p:sp>
    </p:spTree>
    <p:extLst>
      <p:ext uri="{BB962C8B-B14F-4D97-AF65-F5344CB8AC3E}">
        <p14:creationId xmlns:p14="http://schemas.microsoft.com/office/powerpoint/2010/main" val="15570470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1054" y="5927098"/>
            <a:ext cx="10252710" cy="9889488"/>
          </a:xfrm>
        </p:spPr>
        <p:txBody>
          <a:bodyPr anchor="b"/>
          <a:lstStyle>
            <a:lvl1pPr>
              <a:defRPr sz="7243"/>
            </a:lvl1pPr>
          </a:lstStyle>
          <a:p>
            <a:r>
              <a:rPr lang="en-US"/>
              <a:t>Click to edit Master title style</a:t>
            </a:r>
            <a:endParaRPr lang="en-US" dirty="0"/>
          </a:p>
        </p:txBody>
      </p:sp>
      <p:sp>
        <p:nvSpPr>
          <p:cNvPr id="3" name="Text Placeholder 2"/>
          <p:cNvSpPr>
            <a:spLocks noGrp="1"/>
          </p:cNvSpPr>
          <p:nvPr>
            <p:ph type="body" idx="1"/>
          </p:nvPr>
        </p:nvSpPr>
        <p:spPr>
          <a:xfrm>
            <a:off x="811054" y="15910144"/>
            <a:ext cx="10252710" cy="5200648"/>
          </a:xfrm>
        </p:spPr>
        <p:txBody>
          <a:bodyPr/>
          <a:lstStyle>
            <a:lvl1pPr marL="0" indent="0">
              <a:buNone/>
              <a:defRPr sz="2897">
                <a:solidFill>
                  <a:schemeClr val="tx1"/>
                </a:solidFill>
              </a:defRPr>
            </a:lvl1pPr>
            <a:lvl2pPr marL="551923" indent="0">
              <a:buNone/>
              <a:defRPr sz="2414">
                <a:solidFill>
                  <a:schemeClr val="tx1">
                    <a:tint val="75000"/>
                  </a:schemeClr>
                </a:solidFill>
              </a:defRPr>
            </a:lvl2pPr>
            <a:lvl3pPr marL="1103845" indent="0">
              <a:buNone/>
              <a:defRPr sz="2173">
                <a:solidFill>
                  <a:schemeClr val="tx1">
                    <a:tint val="75000"/>
                  </a:schemeClr>
                </a:solidFill>
              </a:defRPr>
            </a:lvl3pPr>
            <a:lvl4pPr marL="1655768" indent="0">
              <a:buNone/>
              <a:defRPr sz="1931">
                <a:solidFill>
                  <a:schemeClr val="tx1">
                    <a:tint val="75000"/>
                  </a:schemeClr>
                </a:solidFill>
              </a:defRPr>
            </a:lvl4pPr>
            <a:lvl5pPr marL="2207691" indent="0">
              <a:buNone/>
              <a:defRPr sz="1931">
                <a:solidFill>
                  <a:schemeClr val="tx1">
                    <a:tint val="75000"/>
                  </a:schemeClr>
                </a:solidFill>
              </a:defRPr>
            </a:lvl5pPr>
            <a:lvl6pPr marL="2759613" indent="0">
              <a:buNone/>
              <a:defRPr sz="1931">
                <a:solidFill>
                  <a:schemeClr val="tx1">
                    <a:tint val="75000"/>
                  </a:schemeClr>
                </a:solidFill>
              </a:defRPr>
            </a:lvl6pPr>
            <a:lvl7pPr marL="3311536" indent="0">
              <a:buNone/>
              <a:defRPr sz="1931">
                <a:solidFill>
                  <a:schemeClr val="tx1">
                    <a:tint val="75000"/>
                  </a:schemeClr>
                </a:solidFill>
              </a:defRPr>
            </a:lvl7pPr>
            <a:lvl8pPr marL="3863459" indent="0">
              <a:buNone/>
              <a:defRPr sz="1931">
                <a:solidFill>
                  <a:schemeClr val="tx1">
                    <a:tint val="75000"/>
                  </a:schemeClr>
                </a:solidFill>
              </a:defRPr>
            </a:lvl8pPr>
            <a:lvl9pPr marL="4415382" indent="0">
              <a:buNone/>
              <a:defRPr sz="1931">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F0E678-518A-4C4A-BD62-BC10526BB809}" type="datetimeFigureOut">
              <a:rPr lang="en-US" smtClean="0"/>
              <a:t>3/15/2026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BE539EC-A9C7-4103-A1C9-9759E8B9D800}" type="slidenum">
              <a:rPr lang="en-US" smtClean="0"/>
              <a:t>‹#›</a:t>
            </a:fld>
            <a:endParaRPr lang="en-US" dirty="0"/>
          </a:p>
        </p:txBody>
      </p:sp>
    </p:spTree>
    <p:extLst>
      <p:ext uri="{BB962C8B-B14F-4D97-AF65-F5344CB8AC3E}">
        <p14:creationId xmlns:p14="http://schemas.microsoft.com/office/powerpoint/2010/main" val="29211552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7245" y="6328834"/>
            <a:ext cx="5052060" cy="15084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7895" y="6328834"/>
            <a:ext cx="5052060" cy="15084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7F0E678-518A-4C4A-BD62-BC10526BB809}" type="datetimeFigureOut">
              <a:rPr lang="en-US" smtClean="0"/>
              <a:t>3/15/2026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BE539EC-A9C7-4103-A1C9-9759E8B9D800}" type="slidenum">
              <a:rPr lang="en-US" smtClean="0"/>
              <a:t>‹#›</a:t>
            </a:fld>
            <a:endParaRPr lang="en-US" dirty="0"/>
          </a:p>
        </p:txBody>
      </p:sp>
    </p:spTree>
    <p:extLst>
      <p:ext uri="{BB962C8B-B14F-4D97-AF65-F5344CB8AC3E}">
        <p14:creationId xmlns:p14="http://schemas.microsoft.com/office/powerpoint/2010/main" val="35546750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8793" y="1265772"/>
            <a:ext cx="10252710" cy="4595286"/>
          </a:xfrm>
        </p:spPr>
        <p:txBody>
          <a:bodyPr/>
          <a:lstStyle/>
          <a:p>
            <a:r>
              <a:rPr lang="en-US"/>
              <a:t>Click to edit Master title style</a:t>
            </a:r>
            <a:endParaRPr lang="en-US" dirty="0"/>
          </a:p>
        </p:txBody>
      </p:sp>
      <p:sp>
        <p:nvSpPr>
          <p:cNvPr id="3" name="Text Placeholder 2"/>
          <p:cNvSpPr>
            <a:spLocks noGrp="1"/>
          </p:cNvSpPr>
          <p:nvPr>
            <p:ph type="body" idx="1"/>
          </p:nvPr>
        </p:nvSpPr>
        <p:spPr>
          <a:xfrm>
            <a:off x="818795" y="5828032"/>
            <a:ext cx="5028842" cy="2856228"/>
          </a:xfrm>
        </p:spPr>
        <p:txBody>
          <a:bodyPr anchor="b"/>
          <a:lstStyle>
            <a:lvl1pPr marL="0" indent="0">
              <a:buNone/>
              <a:defRPr sz="2897" b="1"/>
            </a:lvl1pPr>
            <a:lvl2pPr marL="551923" indent="0">
              <a:buNone/>
              <a:defRPr sz="2414" b="1"/>
            </a:lvl2pPr>
            <a:lvl3pPr marL="1103845" indent="0">
              <a:buNone/>
              <a:defRPr sz="2173" b="1"/>
            </a:lvl3pPr>
            <a:lvl4pPr marL="1655768" indent="0">
              <a:buNone/>
              <a:defRPr sz="1931" b="1"/>
            </a:lvl4pPr>
            <a:lvl5pPr marL="2207691" indent="0">
              <a:buNone/>
              <a:defRPr sz="1931" b="1"/>
            </a:lvl5pPr>
            <a:lvl6pPr marL="2759613" indent="0">
              <a:buNone/>
              <a:defRPr sz="1931" b="1"/>
            </a:lvl6pPr>
            <a:lvl7pPr marL="3311536" indent="0">
              <a:buNone/>
              <a:defRPr sz="1931" b="1"/>
            </a:lvl7pPr>
            <a:lvl8pPr marL="3863459" indent="0">
              <a:buNone/>
              <a:defRPr sz="1931" b="1"/>
            </a:lvl8pPr>
            <a:lvl9pPr marL="4415382" indent="0">
              <a:buNone/>
              <a:defRPr sz="1931" b="1"/>
            </a:lvl9pPr>
          </a:lstStyle>
          <a:p>
            <a:pPr lvl="0"/>
            <a:r>
              <a:rPr lang="en-US"/>
              <a:t>Click to edit Master text styles</a:t>
            </a:r>
          </a:p>
        </p:txBody>
      </p:sp>
      <p:sp>
        <p:nvSpPr>
          <p:cNvPr id="4" name="Content Placeholder 3"/>
          <p:cNvSpPr>
            <a:spLocks noGrp="1"/>
          </p:cNvSpPr>
          <p:nvPr>
            <p:ph sz="half" idx="2"/>
          </p:nvPr>
        </p:nvSpPr>
        <p:spPr>
          <a:xfrm>
            <a:off x="818795" y="8684261"/>
            <a:ext cx="5028842" cy="12773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17896" y="5828032"/>
            <a:ext cx="5053608" cy="2856228"/>
          </a:xfrm>
        </p:spPr>
        <p:txBody>
          <a:bodyPr anchor="b"/>
          <a:lstStyle>
            <a:lvl1pPr marL="0" indent="0">
              <a:buNone/>
              <a:defRPr sz="2897" b="1"/>
            </a:lvl1pPr>
            <a:lvl2pPr marL="551923" indent="0">
              <a:buNone/>
              <a:defRPr sz="2414" b="1"/>
            </a:lvl2pPr>
            <a:lvl3pPr marL="1103845" indent="0">
              <a:buNone/>
              <a:defRPr sz="2173" b="1"/>
            </a:lvl3pPr>
            <a:lvl4pPr marL="1655768" indent="0">
              <a:buNone/>
              <a:defRPr sz="1931" b="1"/>
            </a:lvl4pPr>
            <a:lvl5pPr marL="2207691" indent="0">
              <a:buNone/>
              <a:defRPr sz="1931" b="1"/>
            </a:lvl5pPr>
            <a:lvl6pPr marL="2759613" indent="0">
              <a:buNone/>
              <a:defRPr sz="1931" b="1"/>
            </a:lvl6pPr>
            <a:lvl7pPr marL="3311536" indent="0">
              <a:buNone/>
              <a:defRPr sz="1931" b="1"/>
            </a:lvl7pPr>
            <a:lvl8pPr marL="3863459" indent="0">
              <a:buNone/>
              <a:defRPr sz="1931" b="1"/>
            </a:lvl8pPr>
            <a:lvl9pPr marL="4415382" indent="0">
              <a:buNone/>
              <a:defRPr sz="1931" b="1"/>
            </a:lvl9pPr>
          </a:lstStyle>
          <a:p>
            <a:pPr lvl="0"/>
            <a:r>
              <a:rPr lang="en-US"/>
              <a:t>Click to edit Master text styles</a:t>
            </a:r>
          </a:p>
        </p:txBody>
      </p:sp>
      <p:sp>
        <p:nvSpPr>
          <p:cNvPr id="6" name="Content Placeholder 5"/>
          <p:cNvSpPr>
            <a:spLocks noGrp="1"/>
          </p:cNvSpPr>
          <p:nvPr>
            <p:ph sz="quarter" idx="4"/>
          </p:nvPr>
        </p:nvSpPr>
        <p:spPr>
          <a:xfrm>
            <a:off x="6017896" y="8684261"/>
            <a:ext cx="5053608" cy="12773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7F0E678-518A-4C4A-BD62-BC10526BB809}" type="datetimeFigureOut">
              <a:rPr lang="en-US" smtClean="0"/>
              <a:t>3/15/2026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BE539EC-A9C7-4103-A1C9-9759E8B9D800}" type="slidenum">
              <a:rPr lang="en-US" smtClean="0"/>
              <a:t>‹#›</a:t>
            </a:fld>
            <a:endParaRPr lang="en-US" dirty="0"/>
          </a:p>
        </p:txBody>
      </p:sp>
    </p:spTree>
    <p:extLst>
      <p:ext uri="{BB962C8B-B14F-4D97-AF65-F5344CB8AC3E}">
        <p14:creationId xmlns:p14="http://schemas.microsoft.com/office/powerpoint/2010/main" val="14786568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F0E678-518A-4C4A-BD62-BC10526BB809}" type="datetimeFigureOut">
              <a:rPr lang="en-US" smtClean="0"/>
              <a:t>3/15/2026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BE539EC-A9C7-4103-A1C9-9759E8B9D800}" type="slidenum">
              <a:rPr lang="en-US" smtClean="0"/>
              <a:t>‹#›</a:t>
            </a:fld>
            <a:endParaRPr lang="en-US" dirty="0"/>
          </a:p>
        </p:txBody>
      </p:sp>
    </p:spTree>
    <p:extLst>
      <p:ext uri="{BB962C8B-B14F-4D97-AF65-F5344CB8AC3E}">
        <p14:creationId xmlns:p14="http://schemas.microsoft.com/office/powerpoint/2010/main" val="11517138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F0E678-518A-4C4A-BD62-BC10526BB809}" type="datetimeFigureOut">
              <a:rPr lang="en-US" smtClean="0"/>
              <a:t>3/15/2026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BE539EC-A9C7-4103-A1C9-9759E8B9D800}" type="slidenum">
              <a:rPr lang="en-US" smtClean="0"/>
              <a:t>‹#›</a:t>
            </a:fld>
            <a:endParaRPr lang="en-US" dirty="0"/>
          </a:p>
        </p:txBody>
      </p:sp>
    </p:spTree>
    <p:extLst>
      <p:ext uri="{BB962C8B-B14F-4D97-AF65-F5344CB8AC3E}">
        <p14:creationId xmlns:p14="http://schemas.microsoft.com/office/powerpoint/2010/main" val="35052432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8795" y="1584960"/>
            <a:ext cx="3833931" cy="5547360"/>
          </a:xfrm>
        </p:spPr>
        <p:txBody>
          <a:bodyPr anchor="b"/>
          <a:lstStyle>
            <a:lvl1pPr>
              <a:defRPr sz="3863"/>
            </a:lvl1pPr>
          </a:lstStyle>
          <a:p>
            <a:r>
              <a:rPr lang="en-US"/>
              <a:t>Click to edit Master title style</a:t>
            </a:r>
            <a:endParaRPr lang="en-US" dirty="0"/>
          </a:p>
        </p:txBody>
      </p:sp>
      <p:sp>
        <p:nvSpPr>
          <p:cNvPr id="3" name="Content Placeholder 2"/>
          <p:cNvSpPr>
            <a:spLocks noGrp="1"/>
          </p:cNvSpPr>
          <p:nvPr>
            <p:ph idx="1"/>
          </p:nvPr>
        </p:nvSpPr>
        <p:spPr>
          <a:xfrm>
            <a:off x="5053608" y="3423079"/>
            <a:ext cx="6017895" cy="16895234"/>
          </a:xfrm>
        </p:spPr>
        <p:txBody>
          <a:bodyPr/>
          <a:lstStyle>
            <a:lvl1pPr>
              <a:defRPr sz="3863"/>
            </a:lvl1pPr>
            <a:lvl2pPr>
              <a:defRPr sz="3380"/>
            </a:lvl2pPr>
            <a:lvl3pPr>
              <a:defRPr sz="2897"/>
            </a:lvl3pPr>
            <a:lvl4pPr>
              <a:defRPr sz="2414"/>
            </a:lvl4pPr>
            <a:lvl5pPr>
              <a:defRPr sz="2414"/>
            </a:lvl5pPr>
            <a:lvl6pPr>
              <a:defRPr sz="2414"/>
            </a:lvl6pPr>
            <a:lvl7pPr>
              <a:defRPr sz="2414"/>
            </a:lvl7pPr>
            <a:lvl8pPr>
              <a:defRPr sz="2414"/>
            </a:lvl8pPr>
            <a:lvl9pPr>
              <a:defRPr sz="241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8795" y="7132320"/>
            <a:ext cx="3833931" cy="13213506"/>
          </a:xfrm>
        </p:spPr>
        <p:txBody>
          <a:bodyPr/>
          <a:lstStyle>
            <a:lvl1pPr marL="0" indent="0">
              <a:buNone/>
              <a:defRPr sz="1931"/>
            </a:lvl1pPr>
            <a:lvl2pPr marL="551923" indent="0">
              <a:buNone/>
              <a:defRPr sz="1690"/>
            </a:lvl2pPr>
            <a:lvl3pPr marL="1103845" indent="0">
              <a:buNone/>
              <a:defRPr sz="1449"/>
            </a:lvl3pPr>
            <a:lvl4pPr marL="1655768" indent="0">
              <a:buNone/>
              <a:defRPr sz="1207"/>
            </a:lvl4pPr>
            <a:lvl5pPr marL="2207691" indent="0">
              <a:buNone/>
              <a:defRPr sz="1207"/>
            </a:lvl5pPr>
            <a:lvl6pPr marL="2759613" indent="0">
              <a:buNone/>
              <a:defRPr sz="1207"/>
            </a:lvl6pPr>
            <a:lvl7pPr marL="3311536" indent="0">
              <a:buNone/>
              <a:defRPr sz="1207"/>
            </a:lvl7pPr>
            <a:lvl8pPr marL="3863459" indent="0">
              <a:buNone/>
              <a:defRPr sz="1207"/>
            </a:lvl8pPr>
            <a:lvl9pPr marL="4415382" indent="0">
              <a:buNone/>
              <a:defRPr sz="1207"/>
            </a:lvl9pPr>
          </a:lstStyle>
          <a:p>
            <a:pPr lvl="0"/>
            <a:r>
              <a:rPr lang="en-US"/>
              <a:t>Click to edit Master text styles</a:t>
            </a:r>
          </a:p>
        </p:txBody>
      </p:sp>
      <p:sp>
        <p:nvSpPr>
          <p:cNvPr id="5" name="Date Placeholder 4"/>
          <p:cNvSpPr>
            <a:spLocks noGrp="1"/>
          </p:cNvSpPr>
          <p:nvPr>
            <p:ph type="dt" sz="half" idx="10"/>
          </p:nvPr>
        </p:nvSpPr>
        <p:spPr/>
        <p:txBody>
          <a:bodyPr/>
          <a:lstStyle/>
          <a:p>
            <a:fld id="{67F0E678-518A-4C4A-BD62-BC10526BB809}" type="datetimeFigureOut">
              <a:rPr lang="en-US" smtClean="0"/>
              <a:t>3/15/2026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BE539EC-A9C7-4103-A1C9-9759E8B9D800}" type="slidenum">
              <a:rPr lang="en-US" smtClean="0"/>
              <a:t>‹#›</a:t>
            </a:fld>
            <a:endParaRPr lang="en-US" dirty="0"/>
          </a:p>
        </p:txBody>
      </p:sp>
    </p:spTree>
    <p:extLst>
      <p:ext uri="{BB962C8B-B14F-4D97-AF65-F5344CB8AC3E}">
        <p14:creationId xmlns:p14="http://schemas.microsoft.com/office/powerpoint/2010/main" val="26086092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8795" y="1584960"/>
            <a:ext cx="3833931" cy="5547360"/>
          </a:xfrm>
        </p:spPr>
        <p:txBody>
          <a:bodyPr anchor="b"/>
          <a:lstStyle>
            <a:lvl1pPr>
              <a:defRPr sz="3863"/>
            </a:lvl1pPr>
          </a:lstStyle>
          <a:p>
            <a:r>
              <a:rPr lang="en-US"/>
              <a:t>Click to edit Master title style</a:t>
            </a:r>
            <a:endParaRPr lang="en-US" dirty="0"/>
          </a:p>
        </p:txBody>
      </p:sp>
      <p:sp>
        <p:nvSpPr>
          <p:cNvPr id="3" name="Picture Placeholder 2"/>
          <p:cNvSpPr>
            <a:spLocks noGrp="1" noChangeAspect="1"/>
          </p:cNvSpPr>
          <p:nvPr>
            <p:ph type="pic" idx="1"/>
          </p:nvPr>
        </p:nvSpPr>
        <p:spPr>
          <a:xfrm>
            <a:off x="5053608" y="3423079"/>
            <a:ext cx="6017895" cy="16895234"/>
          </a:xfrm>
        </p:spPr>
        <p:txBody>
          <a:bodyPr anchor="t"/>
          <a:lstStyle>
            <a:lvl1pPr marL="0" indent="0">
              <a:buNone/>
              <a:defRPr sz="3863"/>
            </a:lvl1pPr>
            <a:lvl2pPr marL="551923" indent="0">
              <a:buNone/>
              <a:defRPr sz="3380"/>
            </a:lvl2pPr>
            <a:lvl3pPr marL="1103845" indent="0">
              <a:buNone/>
              <a:defRPr sz="2897"/>
            </a:lvl3pPr>
            <a:lvl4pPr marL="1655768" indent="0">
              <a:buNone/>
              <a:defRPr sz="2414"/>
            </a:lvl4pPr>
            <a:lvl5pPr marL="2207691" indent="0">
              <a:buNone/>
              <a:defRPr sz="2414"/>
            </a:lvl5pPr>
            <a:lvl6pPr marL="2759613" indent="0">
              <a:buNone/>
              <a:defRPr sz="2414"/>
            </a:lvl6pPr>
            <a:lvl7pPr marL="3311536" indent="0">
              <a:buNone/>
              <a:defRPr sz="2414"/>
            </a:lvl7pPr>
            <a:lvl8pPr marL="3863459" indent="0">
              <a:buNone/>
              <a:defRPr sz="2414"/>
            </a:lvl8pPr>
            <a:lvl9pPr marL="4415382" indent="0">
              <a:buNone/>
              <a:defRPr sz="2414"/>
            </a:lvl9pPr>
          </a:lstStyle>
          <a:p>
            <a:r>
              <a:rPr lang="en-US"/>
              <a:t>Click icon to add picture</a:t>
            </a:r>
            <a:endParaRPr lang="en-US" dirty="0"/>
          </a:p>
        </p:txBody>
      </p:sp>
      <p:sp>
        <p:nvSpPr>
          <p:cNvPr id="4" name="Text Placeholder 3"/>
          <p:cNvSpPr>
            <a:spLocks noGrp="1"/>
          </p:cNvSpPr>
          <p:nvPr>
            <p:ph type="body" sz="half" idx="2"/>
          </p:nvPr>
        </p:nvSpPr>
        <p:spPr>
          <a:xfrm>
            <a:off x="818795" y="7132320"/>
            <a:ext cx="3833931" cy="13213506"/>
          </a:xfrm>
        </p:spPr>
        <p:txBody>
          <a:bodyPr/>
          <a:lstStyle>
            <a:lvl1pPr marL="0" indent="0">
              <a:buNone/>
              <a:defRPr sz="1931"/>
            </a:lvl1pPr>
            <a:lvl2pPr marL="551923" indent="0">
              <a:buNone/>
              <a:defRPr sz="1690"/>
            </a:lvl2pPr>
            <a:lvl3pPr marL="1103845" indent="0">
              <a:buNone/>
              <a:defRPr sz="1449"/>
            </a:lvl3pPr>
            <a:lvl4pPr marL="1655768" indent="0">
              <a:buNone/>
              <a:defRPr sz="1207"/>
            </a:lvl4pPr>
            <a:lvl5pPr marL="2207691" indent="0">
              <a:buNone/>
              <a:defRPr sz="1207"/>
            </a:lvl5pPr>
            <a:lvl6pPr marL="2759613" indent="0">
              <a:buNone/>
              <a:defRPr sz="1207"/>
            </a:lvl6pPr>
            <a:lvl7pPr marL="3311536" indent="0">
              <a:buNone/>
              <a:defRPr sz="1207"/>
            </a:lvl7pPr>
            <a:lvl8pPr marL="3863459" indent="0">
              <a:buNone/>
              <a:defRPr sz="1207"/>
            </a:lvl8pPr>
            <a:lvl9pPr marL="4415382" indent="0">
              <a:buNone/>
              <a:defRPr sz="1207"/>
            </a:lvl9pPr>
          </a:lstStyle>
          <a:p>
            <a:pPr lvl="0"/>
            <a:r>
              <a:rPr lang="en-US"/>
              <a:t>Click to edit Master text styles</a:t>
            </a:r>
          </a:p>
        </p:txBody>
      </p:sp>
      <p:sp>
        <p:nvSpPr>
          <p:cNvPr id="5" name="Date Placeholder 4"/>
          <p:cNvSpPr>
            <a:spLocks noGrp="1"/>
          </p:cNvSpPr>
          <p:nvPr>
            <p:ph type="dt" sz="half" idx="10"/>
          </p:nvPr>
        </p:nvSpPr>
        <p:spPr/>
        <p:txBody>
          <a:bodyPr/>
          <a:lstStyle/>
          <a:p>
            <a:fld id="{67F0E678-518A-4C4A-BD62-BC10526BB809}" type="datetimeFigureOut">
              <a:rPr lang="en-US" smtClean="0"/>
              <a:t>3/15/2026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BE539EC-A9C7-4103-A1C9-9759E8B9D800}" type="slidenum">
              <a:rPr lang="en-US" smtClean="0"/>
              <a:t>‹#›</a:t>
            </a:fld>
            <a:endParaRPr lang="en-US" dirty="0"/>
          </a:p>
        </p:txBody>
      </p:sp>
    </p:spTree>
    <p:extLst>
      <p:ext uri="{BB962C8B-B14F-4D97-AF65-F5344CB8AC3E}">
        <p14:creationId xmlns:p14="http://schemas.microsoft.com/office/powerpoint/2010/main" val="33967263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F0E678-518A-4C4A-BD62-BC10526BB809}" type="datetimeFigureOut">
              <a:rPr lang="en-US" smtClean="0"/>
              <a:t>3/15/2026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BE539EC-A9C7-4103-A1C9-9759E8B9D800}" type="slidenum">
              <a:rPr lang="en-US" smtClean="0"/>
              <a:t>‹#›</a:t>
            </a:fld>
            <a:endParaRPr lang="en-US" dirty="0"/>
          </a:p>
        </p:txBody>
      </p:sp>
    </p:spTree>
    <p:extLst>
      <p:ext uri="{BB962C8B-B14F-4D97-AF65-F5344CB8AC3E}">
        <p14:creationId xmlns:p14="http://schemas.microsoft.com/office/powerpoint/2010/main" val="10306083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506778" y="1265767"/>
            <a:ext cx="2563178" cy="201477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7246" y="1265767"/>
            <a:ext cx="7540943" cy="201477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F0E678-518A-4C4A-BD62-BC10526BB809}" type="datetimeFigureOut">
              <a:rPr lang="en-US" smtClean="0"/>
              <a:t>3/15/2026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BE539EC-A9C7-4103-A1C9-9759E8B9D800}" type="slidenum">
              <a:rPr lang="en-US" smtClean="0"/>
              <a:t>‹#›</a:t>
            </a:fld>
            <a:endParaRPr lang="en-US" dirty="0"/>
          </a:p>
        </p:txBody>
      </p:sp>
    </p:spTree>
    <p:extLst>
      <p:ext uri="{BB962C8B-B14F-4D97-AF65-F5344CB8AC3E}">
        <p14:creationId xmlns:p14="http://schemas.microsoft.com/office/powerpoint/2010/main" val="26417925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17245" y="22035370"/>
            <a:ext cx="2674620" cy="1265764"/>
          </a:xfrm>
          <a:prstGeom prst="rect">
            <a:avLst/>
          </a:prstGeom>
        </p:spPr>
        <p:txBody>
          <a:bodyPr/>
          <a:lstStyle/>
          <a:p>
            <a:fld id="{67F0E678-518A-4C4A-BD62-BC10526BB809}" type="datetimeFigureOut">
              <a:rPr lang="en-US" smtClean="0"/>
              <a:t>3/15/2026</a:t>
            </a:fld>
            <a:endParaRPr lang="en-US" dirty="0"/>
          </a:p>
        </p:txBody>
      </p:sp>
      <p:sp>
        <p:nvSpPr>
          <p:cNvPr id="5" name="Footer Placeholder 4"/>
          <p:cNvSpPr>
            <a:spLocks noGrp="1"/>
          </p:cNvSpPr>
          <p:nvPr>
            <p:ph type="ftr" sz="quarter" idx="11"/>
          </p:nvPr>
        </p:nvSpPr>
        <p:spPr>
          <a:xfrm>
            <a:off x="3937635" y="22035370"/>
            <a:ext cx="4011930" cy="1265764"/>
          </a:xfrm>
          <a:prstGeom prst="rect">
            <a:avLst/>
          </a:prstGeom>
        </p:spPr>
        <p:txBody>
          <a:bodyPr/>
          <a:lstStyle/>
          <a:p>
            <a:endParaRPr lang="en-US" dirty="0"/>
          </a:p>
        </p:txBody>
      </p:sp>
      <p:sp>
        <p:nvSpPr>
          <p:cNvPr id="6" name="Slide Number Placeholder 5"/>
          <p:cNvSpPr>
            <a:spLocks noGrp="1"/>
          </p:cNvSpPr>
          <p:nvPr>
            <p:ph type="sldNum" sz="quarter" idx="12"/>
          </p:nvPr>
        </p:nvSpPr>
        <p:spPr>
          <a:xfrm>
            <a:off x="8395335" y="22035370"/>
            <a:ext cx="2674620" cy="1265764"/>
          </a:xfrm>
          <a:prstGeom prst="rect">
            <a:avLst/>
          </a:prstGeom>
        </p:spPr>
        <p:txBody>
          <a:bodyPr/>
          <a:lstStyle/>
          <a:p>
            <a:fld id="{7BE539EC-A9C7-4103-A1C9-9759E8B9D800}" type="slidenum">
              <a:rPr lang="en-US" smtClean="0"/>
              <a:t>‹#›</a:t>
            </a:fld>
            <a:endParaRPr lang="en-US" dirty="0"/>
          </a:p>
        </p:txBody>
      </p:sp>
      <p:grpSp>
        <p:nvGrpSpPr>
          <p:cNvPr id="1107" name="Group 1106">
            <a:extLst>
              <a:ext uri="{FF2B5EF4-FFF2-40B4-BE49-F238E27FC236}">
                <a16:creationId xmlns:a16="http://schemas.microsoft.com/office/drawing/2014/main" id="{8D1BC262-100B-AAA3-FB6C-D898C3BA0FB9}"/>
              </a:ext>
            </a:extLst>
          </p:cNvPr>
          <p:cNvGrpSpPr/>
          <p:nvPr userDrawn="1"/>
        </p:nvGrpSpPr>
        <p:grpSpPr>
          <a:xfrm>
            <a:off x="802059" y="16978241"/>
            <a:ext cx="10232284" cy="1891046"/>
            <a:chOff x="824337" y="7216576"/>
            <a:chExt cx="10232284" cy="3636623"/>
          </a:xfrm>
        </p:grpSpPr>
        <p:grpSp>
          <p:nvGrpSpPr>
            <p:cNvPr id="1108" name="Graphic 4773">
              <a:extLst>
                <a:ext uri="{FF2B5EF4-FFF2-40B4-BE49-F238E27FC236}">
                  <a16:creationId xmlns:a16="http://schemas.microsoft.com/office/drawing/2014/main" id="{BE6B6D65-EA5B-194B-9D45-7C5E801E3325}"/>
                </a:ext>
              </a:extLst>
            </p:cNvPr>
            <p:cNvGrpSpPr/>
            <p:nvPr userDrawn="1"/>
          </p:nvGrpSpPr>
          <p:grpSpPr>
            <a:xfrm>
              <a:off x="824337" y="7216576"/>
              <a:ext cx="4296304" cy="3636623"/>
              <a:chOff x="8624" y="1576512"/>
              <a:chExt cx="5170376" cy="3982601"/>
            </a:xfrm>
            <a:solidFill>
              <a:schemeClr val="bg1">
                <a:lumMod val="95000"/>
                <a:alpha val="76000"/>
              </a:schemeClr>
            </a:solidFill>
          </p:grpSpPr>
          <p:grpSp>
            <p:nvGrpSpPr>
              <p:cNvPr id="1246" name="Graphic 4773">
                <a:extLst>
                  <a:ext uri="{FF2B5EF4-FFF2-40B4-BE49-F238E27FC236}">
                    <a16:creationId xmlns:a16="http://schemas.microsoft.com/office/drawing/2014/main" id="{636DC60E-5357-9A70-A10B-D33FFD4D4484}"/>
                  </a:ext>
                </a:extLst>
              </p:cNvPr>
              <p:cNvGrpSpPr/>
              <p:nvPr/>
            </p:nvGrpSpPr>
            <p:grpSpPr>
              <a:xfrm>
                <a:off x="8624" y="1576512"/>
                <a:ext cx="5170376" cy="3982601"/>
                <a:chOff x="8624" y="1576512"/>
                <a:chExt cx="5170376" cy="3982601"/>
              </a:xfrm>
              <a:grpFill/>
            </p:grpSpPr>
            <p:sp>
              <p:nvSpPr>
                <p:cNvPr id="1250" name="Freeform: Shape 1249">
                  <a:extLst>
                    <a:ext uri="{FF2B5EF4-FFF2-40B4-BE49-F238E27FC236}">
                      <a16:creationId xmlns:a16="http://schemas.microsoft.com/office/drawing/2014/main" id="{715E8FB1-39E5-3353-C6DD-EFD2BD1A5F65}"/>
                    </a:ext>
                  </a:extLst>
                </p:cNvPr>
                <p:cNvSpPr/>
                <p:nvPr/>
              </p:nvSpPr>
              <p:spPr>
                <a:xfrm>
                  <a:off x="1467647" y="2244945"/>
                  <a:ext cx="3526878" cy="437352"/>
                </a:xfrm>
                <a:custGeom>
                  <a:avLst/>
                  <a:gdLst>
                    <a:gd name="connsiteX0" fmla="*/ 2146182 w 3526878"/>
                    <a:gd name="connsiteY0" fmla="*/ 5907 h 437352"/>
                    <a:gd name="connsiteX1" fmla="*/ 1085407 w 3526878"/>
                    <a:gd name="connsiteY1" fmla="*/ 5907 h 437352"/>
                    <a:gd name="connsiteX2" fmla="*/ 967267 w 3526878"/>
                    <a:gd name="connsiteY2" fmla="*/ 124047 h 437352"/>
                    <a:gd name="connsiteX3" fmla="*/ 41467 w 3526878"/>
                    <a:gd name="connsiteY3" fmla="*/ 124047 h 437352"/>
                    <a:gd name="connsiteX4" fmla="*/ 20911 w 3526878"/>
                    <a:gd name="connsiteY4" fmla="*/ 142004 h 437352"/>
                    <a:gd name="connsiteX5" fmla="*/ 0 w 3526878"/>
                    <a:gd name="connsiteY5" fmla="*/ 121093 h 437352"/>
                    <a:gd name="connsiteX6" fmla="*/ 20911 w 3526878"/>
                    <a:gd name="connsiteY6" fmla="*/ 100182 h 437352"/>
                    <a:gd name="connsiteX7" fmla="*/ 41467 w 3526878"/>
                    <a:gd name="connsiteY7" fmla="*/ 118140 h 437352"/>
                    <a:gd name="connsiteX8" fmla="*/ 964787 w 3526878"/>
                    <a:gd name="connsiteY8" fmla="*/ 118140 h 437352"/>
                    <a:gd name="connsiteX9" fmla="*/ 1082926 w 3526878"/>
                    <a:gd name="connsiteY9" fmla="*/ 0 h 437352"/>
                    <a:gd name="connsiteX10" fmla="*/ 2148604 w 3526878"/>
                    <a:gd name="connsiteY10" fmla="*/ 0 h 437352"/>
                    <a:gd name="connsiteX11" fmla="*/ 2562092 w 3526878"/>
                    <a:gd name="connsiteY11" fmla="*/ 413488 h 437352"/>
                    <a:gd name="connsiteX12" fmla="*/ 3485412 w 3526878"/>
                    <a:gd name="connsiteY12" fmla="*/ 413488 h 437352"/>
                    <a:gd name="connsiteX13" fmla="*/ 3505968 w 3526878"/>
                    <a:gd name="connsiteY13" fmla="*/ 395531 h 437352"/>
                    <a:gd name="connsiteX14" fmla="*/ 3526879 w 3526878"/>
                    <a:gd name="connsiteY14" fmla="*/ 416442 h 437352"/>
                    <a:gd name="connsiteX15" fmla="*/ 3505968 w 3526878"/>
                    <a:gd name="connsiteY15" fmla="*/ 437353 h 437352"/>
                    <a:gd name="connsiteX16" fmla="*/ 3485412 w 3526878"/>
                    <a:gd name="connsiteY16" fmla="*/ 419395 h 437352"/>
                    <a:gd name="connsiteX17" fmla="*/ 2559670 w 3526878"/>
                    <a:gd name="connsiteY17" fmla="*/ 419395 h 437352"/>
                    <a:gd name="connsiteX18" fmla="*/ 2146182 w 3526878"/>
                    <a:gd name="connsiteY18" fmla="*/ 5907 h 437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526878" h="437352">
                      <a:moveTo>
                        <a:pt x="2146182" y="5907"/>
                      </a:moveTo>
                      <a:lnTo>
                        <a:pt x="1085407" y="5907"/>
                      </a:lnTo>
                      <a:lnTo>
                        <a:pt x="967267" y="124047"/>
                      </a:lnTo>
                      <a:lnTo>
                        <a:pt x="41467" y="124047"/>
                      </a:lnTo>
                      <a:cubicBezTo>
                        <a:pt x="40049" y="134148"/>
                        <a:pt x="31425" y="142004"/>
                        <a:pt x="20911" y="142004"/>
                      </a:cubicBezTo>
                      <a:cubicBezTo>
                        <a:pt x="9392" y="142004"/>
                        <a:pt x="0" y="132671"/>
                        <a:pt x="0" y="121093"/>
                      </a:cubicBezTo>
                      <a:cubicBezTo>
                        <a:pt x="0" y="109515"/>
                        <a:pt x="9333" y="100182"/>
                        <a:pt x="20911" y="100182"/>
                      </a:cubicBezTo>
                      <a:cubicBezTo>
                        <a:pt x="31425" y="100182"/>
                        <a:pt x="40049" y="107980"/>
                        <a:pt x="41467" y="118140"/>
                      </a:cubicBezTo>
                      <a:lnTo>
                        <a:pt x="964787" y="118140"/>
                      </a:lnTo>
                      <a:lnTo>
                        <a:pt x="1082926" y="0"/>
                      </a:lnTo>
                      <a:lnTo>
                        <a:pt x="2148604" y="0"/>
                      </a:lnTo>
                      <a:lnTo>
                        <a:pt x="2562092" y="413488"/>
                      </a:lnTo>
                      <a:lnTo>
                        <a:pt x="3485412" y="413488"/>
                      </a:lnTo>
                      <a:cubicBezTo>
                        <a:pt x="3486829" y="403388"/>
                        <a:pt x="3495454" y="395531"/>
                        <a:pt x="3505968" y="395531"/>
                      </a:cubicBezTo>
                      <a:cubicBezTo>
                        <a:pt x="3517487" y="395531"/>
                        <a:pt x="3526879" y="404864"/>
                        <a:pt x="3526879" y="416442"/>
                      </a:cubicBezTo>
                      <a:cubicBezTo>
                        <a:pt x="3526879" y="427961"/>
                        <a:pt x="3517546" y="437353"/>
                        <a:pt x="3505968" y="437353"/>
                      </a:cubicBezTo>
                      <a:cubicBezTo>
                        <a:pt x="3495454" y="437353"/>
                        <a:pt x="3486829" y="429555"/>
                        <a:pt x="3485412" y="419395"/>
                      </a:cubicBezTo>
                      <a:lnTo>
                        <a:pt x="2559670" y="419395"/>
                      </a:lnTo>
                      <a:lnTo>
                        <a:pt x="2146182" y="590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51" name="Freeform: Shape 1250">
                  <a:extLst>
                    <a:ext uri="{FF2B5EF4-FFF2-40B4-BE49-F238E27FC236}">
                      <a16:creationId xmlns:a16="http://schemas.microsoft.com/office/drawing/2014/main" id="{B123C4DB-0391-EDC0-8D00-F69006375866}"/>
                    </a:ext>
                  </a:extLst>
                </p:cNvPr>
                <p:cNvSpPr/>
                <p:nvPr/>
              </p:nvSpPr>
              <p:spPr>
                <a:xfrm>
                  <a:off x="1762996" y="3880942"/>
                  <a:ext cx="2640891" cy="1678172"/>
                </a:xfrm>
                <a:custGeom>
                  <a:avLst/>
                  <a:gdLst>
                    <a:gd name="connsiteX0" fmla="*/ 0 w 2640891"/>
                    <a:gd name="connsiteY0" fmla="*/ 670678 h 1678172"/>
                    <a:gd name="connsiteX1" fmla="*/ 20911 w 2640891"/>
                    <a:gd name="connsiteY1" fmla="*/ 691589 h 1678172"/>
                    <a:gd name="connsiteX2" fmla="*/ 41467 w 2640891"/>
                    <a:gd name="connsiteY2" fmla="*/ 673632 h 1678172"/>
                    <a:gd name="connsiteX3" fmla="*/ 1260136 w 2640891"/>
                    <a:gd name="connsiteY3" fmla="*/ 673632 h 1678172"/>
                    <a:gd name="connsiteX4" fmla="*/ 1857921 w 2640891"/>
                    <a:gd name="connsiteY4" fmla="*/ 1271418 h 1678172"/>
                    <a:gd name="connsiteX5" fmla="*/ 1789696 w 2640891"/>
                    <a:gd name="connsiteY5" fmla="*/ 1438585 h 1678172"/>
                    <a:gd name="connsiteX6" fmla="*/ 2029283 w 2640891"/>
                    <a:gd name="connsiteY6" fmla="*/ 1678172 h 1678172"/>
                    <a:gd name="connsiteX7" fmla="*/ 2268870 w 2640891"/>
                    <a:gd name="connsiteY7" fmla="*/ 1438585 h 1678172"/>
                    <a:gd name="connsiteX8" fmla="*/ 2032236 w 2640891"/>
                    <a:gd name="connsiteY8" fmla="*/ 1199116 h 1678172"/>
                    <a:gd name="connsiteX9" fmla="*/ 2032236 w 2640891"/>
                    <a:gd name="connsiteY9" fmla="*/ 23864 h 1678172"/>
                    <a:gd name="connsiteX10" fmla="*/ 2599424 w 2640891"/>
                    <a:gd name="connsiteY10" fmla="*/ 23864 h 1678172"/>
                    <a:gd name="connsiteX11" fmla="*/ 2619981 w 2640891"/>
                    <a:gd name="connsiteY11" fmla="*/ 41822 h 1678172"/>
                    <a:gd name="connsiteX12" fmla="*/ 2640891 w 2640891"/>
                    <a:gd name="connsiteY12" fmla="*/ 20911 h 1678172"/>
                    <a:gd name="connsiteX13" fmla="*/ 2619981 w 2640891"/>
                    <a:gd name="connsiteY13" fmla="*/ 0 h 1678172"/>
                    <a:gd name="connsiteX14" fmla="*/ 2599424 w 2640891"/>
                    <a:gd name="connsiteY14" fmla="*/ 17957 h 1678172"/>
                    <a:gd name="connsiteX15" fmla="*/ 2026329 w 2640891"/>
                    <a:gd name="connsiteY15" fmla="*/ 17957 h 1678172"/>
                    <a:gd name="connsiteX16" fmla="*/ 2026329 w 2640891"/>
                    <a:gd name="connsiteY16" fmla="*/ 1199116 h 1678172"/>
                    <a:gd name="connsiteX17" fmla="*/ 1862116 w 2640891"/>
                    <a:gd name="connsiteY17" fmla="*/ 1267283 h 1678172"/>
                    <a:gd name="connsiteX18" fmla="*/ 1262617 w 2640891"/>
                    <a:gd name="connsiteY18" fmla="*/ 667725 h 1678172"/>
                    <a:gd name="connsiteX19" fmla="*/ 41467 w 2640891"/>
                    <a:gd name="connsiteY19" fmla="*/ 667725 h 1678172"/>
                    <a:gd name="connsiteX20" fmla="*/ 20911 w 2640891"/>
                    <a:gd name="connsiteY20" fmla="*/ 649768 h 1678172"/>
                    <a:gd name="connsiteX21" fmla="*/ 0 w 2640891"/>
                    <a:gd name="connsiteY21" fmla="*/ 670678 h 1678172"/>
                    <a:gd name="connsiteX22" fmla="*/ 2026329 w 2640891"/>
                    <a:gd name="connsiteY22" fmla="*/ 1379456 h 1678172"/>
                    <a:gd name="connsiteX23" fmla="*/ 1989529 w 2640891"/>
                    <a:gd name="connsiteY23" fmla="*/ 1394696 h 1678172"/>
                    <a:gd name="connsiteX24" fmla="*/ 1866250 w 2640891"/>
                    <a:gd name="connsiteY24" fmla="*/ 1271418 h 1678172"/>
                    <a:gd name="connsiteX25" fmla="*/ 2026329 w 2640891"/>
                    <a:gd name="connsiteY25" fmla="*/ 1205023 h 1678172"/>
                    <a:gd name="connsiteX26" fmla="*/ 2026329 w 2640891"/>
                    <a:gd name="connsiteY26" fmla="*/ 1379456 h 1678172"/>
                    <a:gd name="connsiteX27" fmla="*/ 1862116 w 2640891"/>
                    <a:gd name="connsiteY27" fmla="*/ 1275612 h 1678172"/>
                    <a:gd name="connsiteX28" fmla="*/ 1985394 w 2640891"/>
                    <a:gd name="connsiteY28" fmla="*/ 1398890 h 1678172"/>
                    <a:gd name="connsiteX29" fmla="*/ 1970036 w 2640891"/>
                    <a:gd name="connsiteY29" fmla="*/ 1438644 h 1678172"/>
                    <a:gd name="connsiteX30" fmla="*/ 2029283 w 2640891"/>
                    <a:gd name="connsiteY30" fmla="*/ 1497891 h 1678172"/>
                    <a:gd name="connsiteX31" fmla="*/ 2088530 w 2640891"/>
                    <a:gd name="connsiteY31" fmla="*/ 1438644 h 1678172"/>
                    <a:gd name="connsiteX32" fmla="*/ 2032236 w 2640891"/>
                    <a:gd name="connsiteY32" fmla="*/ 1379515 h 1678172"/>
                    <a:gd name="connsiteX33" fmla="*/ 2032236 w 2640891"/>
                    <a:gd name="connsiteY33" fmla="*/ 1205023 h 1678172"/>
                    <a:gd name="connsiteX34" fmla="*/ 2262963 w 2640891"/>
                    <a:gd name="connsiteY34" fmla="*/ 1438585 h 1678172"/>
                    <a:gd name="connsiteX35" fmla="*/ 2029283 w 2640891"/>
                    <a:gd name="connsiteY35" fmla="*/ 1672265 h 1678172"/>
                    <a:gd name="connsiteX36" fmla="*/ 1795603 w 2640891"/>
                    <a:gd name="connsiteY36" fmla="*/ 1438585 h 1678172"/>
                    <a:gd name="connsiteX37" fmla="*/ 1862116 w 2640891"/>
                    <a:gd name="connsiteY37" fmla="*/ 1275612 h 16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640891" h="1678172">
                      <a:moveTo>
                        <a:pt x="0" y="670678"/>
                      </a:moveTo>
                      <a:cubicBezTo>
                        <a:pt x="0" y="682197"/>
                        <a:pt x="9333" y="691589"/>
                        <a:pt x="20911" y="691589"/>
                      </a:cubicBezTo>
                      <a:cubicBezTo>
                        <a:pt x="31425" y="691589"/>
                        <a:pt x="40049" y="683792"/>
                        <a:pt x="41467" y="673632"/>
                      </a:cubicBezTo>
                      <a:lnTo>
                        <a:pt x="1260136" y="673632"/>
                      </a:lnTo>
                      <a:lnTo>
                        <a:pt x="1857921" y="1271418"/>
                      </a:lnTo>
                      <a:cubicBezTo>
                        <a:pt x="1815746" y="1314598"/>
                        <a:pt x="1789696" y="1373608"/>
                        <a:pt x="1789696" y="1438585"/>
                      </a:cubicBezTo>
                      <a:cubicBezTo>
                        <a:pt x="1789696" y="1570665"/>
                        <a:pt x="1897144" y="1678172"/>
                        <a:pt x="2029283" y="1678172"/>
                      </a:cubicBezTo>
                      <a:cubicBezTo>
                        <a:pt x="2161363" y="1678172"/>
                        <a:pt x="2268870" y="1570724"/>
                        <a:pt x="2268870" y="1438585"/>
                      </a:cubicBezTo>
                      <a:cubicBezTo>
                        <a:pt x="2268870" y="1307450"/>
                        <a:pt x="2163017" y="1200711"/>
                        <a:pt x="2032236" y="1199116"/>
                      </a:cubicBezTo>
                      <a:lnTo>
                        <a:pt x="2032236" y="23864"/>
                      </a:lnTo>
                      <a:lnTo>
                        <a:pt x="2599424" y="23864"/>
                      </a:lnTo>
                      <a:cubicBezTo>
                        <a:pt x="2600842" y="33965"/>
                        <a:pt x="2609466" y="41822"/>
                        <a:pt x="2619981" y="41822"/>
                      </a:cubicBezTo>
                      <a:cubicBezTo>
                        <a:pt x="2631499" y="41822"/>
                        <a:pt x="2640891" y="32488"/>
                        <a:pt x="2640891" y="20911"/>
                      </a:cubicBezTo>
                      <a:cubicBezTo>
                        <a:pt x="2640891" y="9392"/>
                        <a:pt x="2631558" y="0"/>
                        <a:pt x="2619981" y="0"/>
                      </a:cubicBezTo>
                      <a:cubicBezTo>
                        <a:pt x="2609466" y="0"/>
                        <a:pt x="2600842" y="7797"/>
                        <a:pt x="2599424" y="17957"/>
                      </a:cubicBezTo>
                      <a:lnTo>
                        <a:pt x="2026329" y="17957"/>
                      </a:lnTo>
                      <a:lnTo>
                        <a:pt x="2026329" y="1199116"/>
                      </a:lnTo>
                      <a:cubicBezTo>
                        <a:pt x="1962534" y="1199884"/>
                        <a:pt x="1904646" y="1225757"/>
                        <a:pt x="1862116" y="1267283"/>
                      </a:cubicBezTo>
                      <a:lnTo>
                        <a:pt x="1262617" y="667725"/>
                      </a:lnTo>
                      <a:lnTo>
                        <a:pt x="41467" y="667725"/>
                      </a:lnTo>
                      <a:cubicBezTo>
                        <a:pt x="40049" y="657624"/>
                        <a:pt x="31425" y="649768"/>
                        <a:pt x="20911" y="649768"/>
                      </a:cubicBezTo>
                      <a:cubicBezTo>
                        <a:pt x="9333" y="649827"/>
                        <a:pt x="0" y="659159"/>
                        <a:pt x="0" y="670678"/>
                      </a:cubicBezTo>
                      <a:close/>
                      <a:moveTo>
                        <a:pt x="2026329" y="1379456"/>
                      </a:moveTo>
                      <a:cubicBezTo>
                        <a:pt x="2012212" y="1380165"/>
                        <a:pt x="1999394" y="1385777"/>
                        <a:pt x="1989529" y="1394696"/>
                      </a:cubicBezTo>
                      <a:lnTo>
                        <a:pt x="1866250" y="1271418"/>
                      </a:lnTo>
                      <a:cubicBezTo>
                        <a:pt x="1907717" y="1230955"/>
                        <a:pt x="1964129" y="1205791"/>
                        <a:pt x="2026329" y="1205023"/>
                      </a:cubicBezTo>
                      <a:lnTo>
                        <a:pt x="2026329" y="1379456"/>
                      </a:lnTo>
                      <a:close/>
                      <a:moveTo>
                        <a:pt x="1862116" y="1275612"/>
                      </a:moveTo>
                      <a:lnTo>
                        <a:pt x="1985394" y="1398890"/>
                      </a:lnTo>
                      <a:cubicBezTo>
                        <a:pt x="1975884" y="1409405"/>
                        <a:pt x="1970036" y="1423286"/>
                        <a:pt x="1970036" y="1438644"/>
                      </a:cubicBezTo>
                      <a:cubicBezTo>
                        <a:pt x="1970036" y="1471369"/>
                        <a:pt x="1996558" y="1497891"/>
                        <a:pt x="2029283" y="1497891"/>
                      </a:cubicBezTo>
                      <a:cubicBezTo>
                        <a:pt x="2062007" y="1497891"/>
                        <a:pt x="2088530" y="1471369"/>
                        <a:pt x="2088530" y="1438644"/>
                      </a:cubicBezTo>
                      <a:cubicBezTo>
                        <a:pt x="2088530" y="1406865"/>
                        <a:pt x="2063602" y="1381051"/>
                        <a:pt x="2032236" y="1379515"/>
                      </a:cubicBezTo>
                      <a:lnTo>
                        <a:pt x="2032236" y="1205023"/>
                      </a:lnTo>
                      <a:cubicBezTo>
                        <a:pt x="2159709" y="1206618"/>
                        <a:pt x="2262963" y="1310758"/>
                        <a:pt x="2262963" y="1438585"/>
                      </a:cubicBezTo>
                      <a:cubicBezTo>
                        <a:pt x="2262963" y="1567416"/>
                        <a:pt x="2158114" y="1672265"/>
                        <a:pt x="2029283" y="1672265"/>
                      </a:cubicBezTo>
                      <a:cubicBezTo>
                        <a:pt x="1900452" y="1672265"/>
                        <a:pt x="1795603" y="1567416"/>
                        <a:pt x="1795603" y="1438585"/>
                      </a:cubicBezTo>
                      <a:cubicBezTo>
                        <a:pt x="1795603" y="1375262"/>
                        <a:pt x="1821003" y="1317729"/>
                        <a:pt x="1862116" y="1275612"/>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52" name="Freeform: Shape 1251">
                  <a:extLst>
                    <a:ext uri="{FF2B5EF4-FFF2-40B4-BE49-F238E27FC236}">
                      <a16:creationId xmlns:a16="http://schemas.microsoft.com/office/drawing/2014/main" id="{2E7E9066-5A10-8F5E-4C49-C5E37368D75B}"/>
                    </a:ext>
                  </a:extLst>
                </p:cNvPr>
                <p:cNvSpPr/>
                <p:nvPr/>
              </p:nvSpPr>
              <p:spPr>
                <a:xfrm>
                  <a:off x="345321" y="4176350"/>
                  <a:ext cx="2877111" cy="201073"/>
                </a:xfrm>
                <a:custGeom>
                  <a:avLst/>
                  <a:gdLst>
                    <a:gd name="connsiteX0" fmla="*/ 20911 w 2877111"/>
                    <a:gd name="connsiteY0" fmla="*/ 0 h 201073"/>
                    <a:gd name="connsiteX1" fmla="*/ 41467 w 2877111"/>
                    <a:gd name="connsiteY1" fmla="*/ 17957 h 201073"/>
                    <a:gd name="connsiteX2" fmla="*/ 849069 w 2877111"/>
                    <a:gd name="connsiteY2" fmla="*/ 17957 h 201073"/>
                    <a:gd name="connsiteX3" fmla="*/ 1026278 w 2877111"/>
                    <a:gd name="connsiteY3" fmla="*/ 195166 h 201073"/>
                    <a:gd name="connsiteX4" fmla="*/ 1438585 w 2877111"/>
                    <a:gd name="connsiteY4" fmla="*/ 195166 h 201073"/>
                    <a:gd name="connsiteX5" fmla="*/ 1850833 w 2877111"/>
                    <a:gd name="connsiteY5" fmla="*/ 195166 h 201073"/>
                    <a:gd name="connsiteX6" fmla="*/ 2028042 w 2877111"/>
                    <a:gd name="connsiteY6" fmla="*/ 17957 h 201073"/>
                    <a:gd name="connsiteX7" fmla="*/ 2835644 w 2877111"/>
                    <a:gd name="connsiteY7" fmla="*/ 17957 h 201073"/>
                    <a:gd name="connsiteX8" fmla="*/ 2856201 w 2877111"/>
                    <a:gd name="connsiteY8" fmla="*/ 0 h 201073"/>
                    <a:gd name="connsiteX9" fmla="*/ 2877111 w 2877111"/>
                    <a:gd name="connsiteY9" fmla="*/ 20911 h 201073"/>
                    <a:gd name="connsiteX10" fmla="*/ 2856201 w 2877111"/>
                    <a:gd name="connsiteY10" fmla="*/ 41821 h 201073"/>
                    <a:gd name="connsiteX11" fmla="*/ 2835644 w 2877111"/>
                    <a:gd name="connsiteY11" fmla="*/ 23864 h 201073"/>
                    <a:gd name="connsiteX12" fmla="*/ 2030523 w 2877111"/>
                    <a:gd name="connsiteY12" fmla="*/ 23864 h 201073"/>
                    <a:gd name="connsiteX13" fmla="*/ 1853314 w 2877111"/>
                    <a:gd name="connsiteY13" fmla="*/ 201073 h 201073"/>
                    <a:gd name="connsiteX14" fmla="*/ 1438585 w 2877111"/>
                    <a:gd name="connsiteY14" fmla="*/ 201073 h 201073"/>
                    <a:gd name="connsiteX15" fmla="*/ 1023856 w 2877111"/>
                    <a:gd name="connsiteY15" fmla="*/ 201073 h 201073"/>
                    <a:gd name="connsiteX16" fmla="*/ 846647 w 2877111"/>
                    <a:gd name="connsiteY16" fmla="*/ 23864 h 201073"/>
                    <a:gd name="connsiteX17" fmla="*/ 41467 w 2877111"/>
                    <a:gd name="connsiteY17" fmla="*/ 23864 h 201073"/>
                    <a:gd name="connsiteX18" fmla="*/ 20911 w 2877111"/>
                    <a:gd name="connsiteY18" fmla="*/ 41821 h 201073"/>
                    <a:gd name="connsiteX19" fmla="*/ 0 w 2877111"/>
                    <a:gd name="connsiteY19" fmla="*/ 20911 h 201073"/>
                    <a:gd name="connsiteX20" fmla="*/ 20911 w 2877111"/>
                    <a:gd name="connsiteY20" fmla="*/ 0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877111" h="201073">
                      <a:moveTo>
                        <a:pt x="20911" y="0"/>
                      </a:moveTo>
                      <a:cubicBezTo>
                        <a:pt x="31425" y="0"/>
                        <a:pt x="40049" y="7797"/>
                        <a:pt x="41467" y="17957"/>
                      </a:cubicBezTo>
                      <a:lnTo>
                        <a:pt x="849069" y="17957"/>
                      </a:lnTo>
                      <a:lnTo>
                        <a:pt x="1026278" y="195166"/>
                      </a:lnTo>
                      <a:lnTo>
                        <a:pt x="1438585" y="195166"/>
                      </a:lnTo>
                      <a:lnTo>
                        <a:pt x="1850833" y="195166"/>
                      </a:lnTo>
                      <a:lnTo>
                        <a:pt x="2028042" y="17957"/>
                      </a:lnTo>
                      <a:lnTo>
                        <a:pt x="2835644" y="17957"/>
                      </a:lnTo>
                      <a:cubicBezTo>
                        <a:pt x="2837062" y="7856"/>
                        <a:pt x="2845686" y="0"/>
                        <a:pt x="2856201" y="0"/>
                      </a:cubicBezTo>
                      <a:cubicBezTo>
                        <a:pt x="2867719" y="0"/>
                        <a:pt x="2877111" y="9333"/>
                        <a:pt x="2877111" y="20911"/>
                      </a:cubicBezTo>
                      <a:cubicBezTo>
                        <a:pt x="2877111" y="32429"/>
                        <a:pt x="2867778" y="41821"/>
                        <a:pt x="2856201" y="41821"/>
                      </a:cubicBezTo>
                      <a:cubicBezTo>
                        <a:pt x="2845686" y="41821"/>
                        <a:pt x="2837062" y="34024"/>
                        <a:pt x="2835644" y="23864"/>
                      </a:cubicBezTo>
                      <a:lnTo>
                        <a:pt x="2030523" y="23864"/>
                      </a:lnTo>
                      <a:lnTo>
                        <a:pt x="1853314" y="201073"/>
                      </a:lnTo>
                      <a:lnTo>
                        <a:pt x="1438585" y="201073"/>
                      </a:lnTo>
                      <a:lnTo>
                        <a:pt x="1023856" y="201073"/>
                      </a:lnTo>
                      <a:lnTo>
                        <a:pt x="846647" y="23864"/>
                      </a:lnTo>
                      <a:lnTo>
                        <a:pt x="41467" y="23864"/>
                      </a:lnTo>
                      <a:cubicBezTo>
                        <a:pt x="40049" y="33965"/>
                        <a:pt x="31425" y="41821"/>
                        <a:pt x="20911" y="41821"/>
                      </a:cubicBezTo>
                      <a:cubicBezTo>
                        <a:pt x="9392" y="41821"/>
                        <a:pt x="0" y="32488"/>
                        <a:pt x="0" y="20911"/>
                      </a:cubicBezTo>
                      <a:cubicBezTo>
                        <a:pt x="0" y="9333"/>
                        <a:pt x="9333" y="0"/>
                        <a:pt x="20911" y="0"/>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53" name="Freeform: Shape 1252">
                  <a:extLst>
                    <a:ext uri="{FF2B5EF4-FFF2-40B4-BE49-F238E27FC236}">
                      <a16:creationId xmlns:a16="http://schemas.microsoft.com/office/drawing/2014/main" id="{1A9F9BD9-45AE-5EDB-23E1-3584FF2272AA}"/>
                    </a:ext>
                  </a:extLst>
                </p:cNvPr>
                <p:cNvSpPr/>
                <p:nvPr/>
              </p:nvSpPr>
              <p:spPr>
                <a:xfrm>
                  <a:off x="8624" y="2522337"/>
                  <a:ext cx="4749622" cy="1737182"/>
                </a:xfrm>
                <a:custGeom>
                  <a:avLst/>
                  <a:gdLst>
                    <a:gd name="connsiteX0" fmla="*/ 0 w 4749622"/>
                    <a:gd name="connsiteY0" fmla="*/ 552539 h 1737182"/>
                    <a:gd name="connsiteX1" fmla="*/ 20911 w 4749622"/>
                    <a:gd name="connsiteY1" fmla="*/ 573449 h 1737182"/>
                    <a:gd name="connsiteX2" fmla="*/ 41467 w 4749622"/>
                    <a:gd name="connsiteY2" fmla="*/ 555492 h 1737182"/>
                    <a:gd name="connsiteX3" fmla="*/ 1185767 w 4749622"/>
                    <a:gd name="connsiteY3" fmla="*/ 555492 h 1737182"/>
                    <a:gd name="connsiteX4" fmla="*/ 1362976 w 4749622"/>
                    <a:gd name="connsiteY4" fmla="*/ 378283 h 1737182"/>
                    <a:gd name="connsiteX5" fmla="*/ 1716863 w 4749622"/>
                    <a:gd name="connsiteY5" fmla="*/ 378283 h 1737182"/>
                    <a:gd name="connsiteX6" fmla="*/ 1772270 w 4749622"/>
                    <a:gd name="connsiteY6" fmla="*/ 433690 h 1737182"/>
                    <a:gd name="connsiteX7" fmla="*/ 1772270 w 4749622"/>
                    <a:gd name="connsiteY7" fmla="*/ 1258127 h 1737182"/>
                    <a:gd name="connsiteX8" fmla="*/ 1535637 w 4749622"/>
                    <a:gd name="connsiteY8" fmla="*/ 1497596 h 1737182"/>
                    <a:gd name="connsiteX9" fmla="*/ 1775224 w 4749622"/>
                    <a:gd name="connsiteY9" fmla="*/ 1737183 h 1737182"/>
                    <a:gd name="connsiteX10" fmla="*/ 2014811 w 4749622"/>
                    <a:gd name="connsiteY10" fmla="*/ 1497596 h 1737182"/>
                    <a:gd name="connsiteX11" fmla="*/ 1946585 w 4749622"/>
                    <a:gd name="connsiteY11" fmla="*/ 1330428 h 1737182"/>
                    <a:gd name="connsiteX12" fmla="*/ 2367162 w 4749622"/>
                    <a:gd name="connsiteY12" fmla="*/ 909852 h 1737182"/>
                    <a:gd name="connsiteX13" fmla="*/ 3664275 w 4749622"/>
                    <a:gd name="connsiteY13" fmla="*/ 909852 h 1737182"/>
                    <a:gd name="connsiteX14" fmla="*/ 3959624 w 4749622"/>
                    <a:gd name="connsiteY14" fmla="*/ 1205200 h 1737182"/>
                    <a:gd name="connsiteX15" fmla="*/ 4708156 w 4749622"/>
                    <a:gd name="connsiteY15" fmla="*/ 1205200 h 1737182"/>
                    <a:gd name="connsiteX16" fmla="*/ 4728712 w 4749622"/>
                    <a:gd name="connsiteY16" fmla="*/ 1223158 h 1737182"/>
                    <a:gd name="connsiteX17" fmla="*/ 4749623 w 4749622"/>
                    <a:gd name="connsiteY17" fmla="*/ 1202247 h 1737182"/>
                    <a:gd name="connsiteX18" fmla="*/ 4728712 w 4749622"/>
                    <a:gd name="connsiteY18" fmla="*/ 1181336 h 1737182"/>
                    <a:gd name="connsiteX19" fmla="*/ 4708156 w 4749622"/>
                    <a:gd name="connsiteY19" fmla="*/ 1199293 h 1737182"/>
                    <a:gd name="connsiteX20" fmla="*/ 3962105 w 4749622"/>
                    <a:gd name="connsiteY20" fmla="*/ 1199293 h 1737182"/>
                    <a:gd name="connsiteX21" fmla="*/ 3666756 w 4749622"/>
                    <a:gd name="connsiteY21" fmla="*/ 903945 h 1737182"/>
                    <a:gd name="connsiteX22" fmla="*/ 2364740 w 4749622"/>
                    <a:gd name="connsiteY22" fmla="*/ 903945 h 1737182"/>
                    <a:gd name="connsiteX23" fmla="*/ 1942450 w 4749622"/>
                    <a:gd name="connsiteY23" fmla="*/ 1326235 h 1737182"/>
                    <a:gd name="connsiteX24" fmla="*/ 1778236 w 4749622"/>
                    <a:gd name="connsiteY24" fmla="*/ 1258068 h 1737182"/>
                    <a:gd name="connsiteX25" fmla="*/ 1778236 w 4749622"/>
                    <a:gd name="connsiteY25" fmla="*/ 433690 h 1737182"/>
                    <a:gd name="connsiteX26" fmla="*/ 1833644 w 4749622"/>
                    <a:gd name="connsiteY26" fmla="*/ 378283 h 1737182"/>
                    <a:gd name="connsiteX27" fmla="*/ 2719159 w 4749622"/>
                    <a:gd name="connsiteY27" fmla="*/ 378283 h 1737182"/>
                    <a:gd name="connsiteX28" fmla="*/ 2955438 w 4749622"/>
                    <a:gd name="connsiteY28" fmla="*/ 614562 h 1737182"/>
                    <a:gd name="connsiteX29" fmla="*/ 4058389 w 4749622"/>
                    <a:gd name="connsiteY29" fmla="*/ 614562 h 1737182"/>
                    <a:gd name="connsiteX30" fmla="*/ 4078945 w 4749622"/>
                    <a:gd name="connsiteY30" fmla="*/ 632519 h 1737182"/>
                    <a:gd name="connsiteX31" fmla="*/ 4099856 w 4749622"/>
                    <a:gd name="connsiteY31" fmla="*/ 611608 h 1737182"/>
                    <a:gd name="connsiteX32" fmla="*/ 4078945 w 4749622"/>
                    <a:gd name="connsiteY32" fmla="*/ 590698 h 1737182"/>
                    <a:gd name="connsiteX33" fmla="*/ 4058389 w 4749622"/>
                    <a:gd name="connsiteY33" fmla="*/ 608655 h 1737182"/>
                    <a:gd name="connsiteX34" fmla="*/ 2957919 w 4749622"/>
                    <a:gd name="connsiteY34" fmla="*/ 608655 h 1737182"/>
                    <a:gd name="connsiteX35" fmla="*/ 2721640 w 4749622"/>
                    <a:gd name="connsiteY35" fmla="*/ 372376 h 1737182"/>
                    <a:gd name="connsiteX36" fmla="*/ 1833644 w 4749622"/>
                    <a:gd name="connsiteY36" fmla="*/ 372376 h 1737182"/>
                    <a:gd name="connsiteX37" fmla="*/ 1778236 w 4749622"/>
                    <a:gd name="connsiteY37" fmla="*/ 316968 h 1737182"/>
                    <a:gd name="connsiteX38" fmla="*/ 1778236 w 4749622"/>
                    <a:gd name="connsiteY38" fmla="*/ 17957 h 1737182"/>
                    <a:gd name="connsiteX39" fmla="*/ 909793 w 4749622"/>
                    <a:gd name="connsiteY39" fmla="*/ 17957 h 1737182"/>
                    <a:gd name="connsiteX40" fmla="*/ 889236 w 4749622"/>
                    <a:gd name="connsiteY40" fmla="*/ 0 h 1737182"/>
                    <a:gd name="connsiteX41" fmla="*/ 868326 w 4749622"/>
                    <a:gd name="connsiteY41" fmla="*/ 20911 h 1737182"/>
                    <a:gd name="connsiteX42" fmla="*/ 889236 w 4749622"/>
                    <a:gd name="connsiteY42" fmla="*/ 41821 h 1737182"/>
                    <a:gd name="connsiteX43" fmla="*/ 909793 w 4749622"/>
                    <a:gd name="connsiteY43" fmla="*/ 23864 h 1737182"/>
                    <a:gd name="connsiteX44" fmla="*/ 1772329 w 4749622"/>
                    <a:gd name="connsiteY44" fmla="*/ 23864 h 1737182"/>
                    <a:gd name="connsiteX45" fmla="*/ 1772329 w 4749622"/>
                    <a:gd name="connsiteY45" fmla="*/ 316968 h 1737182"/>
                    <a:gd name="connsiteX46" fmla="*/ 1716922 w 4749622"/>
                    <a:gd name="connsiteY46" fmla="*/ 372376 h 1737182"/>
                    <a:gd name="connsiteX47" fmla="*/ 1360613 w 4749622"/>
                    <a:gd name="connsiteY47" fmla="*/ 372376 h 1737182"/>
                    <a:gd name="connsiteX48" fmla="*/ 1183404 w 4749622"/>
                    <a:gd name="connsiteY48" fmla="*/ 549585 h 1737182"/>
                    <a:gd name="connsiteX49" fmla="*/ 41467 w 4749622"/>
                    <a:gd name="connsiteY49" fmla="*/ 549585 h 1737182"/>
                    <a:gd name="connsiteX50" fmla="*/ 20911 w 4749622"/>
                    <a:gd name="connsiteY50" fmla="*/ 531628 h 1737182"/>
                    <a:gd name="connsiteX51" fmla="*/ 0 w 4749622"/>
                    <a:gd name="connsiteY51" fmla="*/ 552539 h 1737182"/>
                    <a:gd name="connsiteX52" fmla="*/ 1938256 w 4749622"/>
                    <a:gd name="connsiteY52" fmla="*/ 1330488 h 1737182"/>
                    <a:gd name="connsiteX53" fmla="*/ 1814623 w 4749622"/>
                    <a:gd name="connsiteY53" fmla="*/ 1454120 h 1737182"/>
                    <a:gd name="connsiteX54" fmla="*/ 1778177 w 4749622"/>
                    <a:gd name="connsiteY54" fmla="*/ 1439058 h 1737182"/>
                    <a:gd name="connsiteX55" fmla="*/ 1778177 w 4749622"/>
                    <a:gd name="connsiteY55" fmla="*/ 1264093 h 1737182"/>
                    <a:gd name="connsiteX56" fmla="*/ 1938256 w 4749622"/>
                    <a:gd name="connsiteY56" fmla="*/ 1330488 h 1737182"/>
                    <a:gd name="connsiteX57" fmla="*/ 1772329 w 4749622"/>
                    <a:gd name="connsiteY57" fmla="*/ 1264093 h 1737182"/>
                    <a:gd name="connsiteX58" fmla="*/ 1772329 w 4749622"/>
                    <a:gd name="connsiteY58" fmla="*/ 1439058 h 1737182"/>
                    <a:gd name="connsiteX59" fmla="*/ 1716508 w 4749622"/>
                    <a:gd name="connsiteY59" fmla="*/ 1497714 h 1737182"/>
                    <a:gd name="connsiteX60" fmla="*/ 1775283 w 4749622"/>
                    <a:gd name="connsiteY60" fmla="*/ 1556489 h 1737182"/>
                    <a:gd name="connsiteX61" fmla="*/ 1834057 w 4749622"/>
                    <a:gd name="connsiteY61" fmla="*/ 1497714 h 1737182"/>
                    <a:gd name="connsiteX62" fmla="*/ 1818817 w 4749622"/>
                    <a:gd name="connsiteY62" fmla="*/ 1458315 h 1737182"/>
                    <a:gd name="connsiteX63" fmla="*/ 1942450 w 4749622"/>
                    <a:gd name="connsiteY63" fmla="*/ 1334682 h 1737182"/>
                    <a:gd name="connsiteX64" fmla="*/ 2008904 w 4749622"/>
                    <a:gd name="connsiteY64" fmla="*/ 1497714 h 1737182"/>
                    <a:gd name="connsiteX65" fmla="*/ 1775224 w 4749622"/>
                    <a:gd name="connsiteY65" fmla="*/ 1731394 h 1737182"/>
                    <a:gd name="connsiteX66" fmla="*/ 1541544 w 4749622"/>
                    <a:gd name="connsiteY66" fmla="*/ 1497714 h 1737182"/>
                    <a:gd name="connsiteX67" fmla="*/ 1772329 w 4749622"/>
                    <a:gd name="connsiteY67" fmla="*/ 1264093 h 173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4749622" h="1737182">
                      <a:moveTo>
                        <a:pt x="0" y="552539"/>
                      </a:moveTo>
                      <a:cubicBezTo>
                        <a:pt x="0" y="564057"/>
                        <a:pt x="9333" y="573449"/>
                        <a:pt x="20911" y="573449"/>
                      </a:cubicBezTo>
                      <a:cubicBezTo>
                        <a:pt x="31425" y="573449"/>
                        <a:pt x="40049" y="565652"/>
                        <a:pt x="41467" y="555492"/>
                      </a:cubicBezTo>
                      <a:lnTo>
                        <a:pt x="1185767" y="555492"/>
                      </a:lnTo>
                      <a:lnTo>
                        <a:pt x="1362976" y="378283"/>
                      </a:lnTo>
                      <a:lnTo>
                        <a:pt x="1716863" y="378283"/>
                      </a:lnTo>
                      <a:cubicBezTo>
                        <a:pt x="1718340" y="408231"/>
                        <a:pt x="1742322" y="432213"/>
                        <a:pt x="1772270" y="433690"/>
                      </a:cubicBezTo>
                      <a:lnTo>
                        <a:pt x="1772270" y="1258127"/>
                      </a:lnTo>
                      <a:cubicBezTo>
                        <a:pt x="1641549" y="1259722"/>
                        <a:pt x="1535637" y="1366520"/>
                        <a:pt x="1535637" y="1497596"/>
                      </a:cubicBezTo>
                      <a:cubicBezTo>
                        <a:pt x="1535637" y="1629676"/>
                        <a:pt x="1643085" y="1737183"/>
                        <a:pt x="1775224" y="1737183"/>
                      </a:cubicBezTo>
                      <a:cubicBezTo>
                        <a:pt x="1907304" y="1737183"/>
                        <a:pt x="2014811" y="1629735"/>
                        <a:pt x="2014811" y="1497596"/>
                      </a:cubicBezTo>
                      <a:cubicBezTo>
                        <a:pt x="2014811" y="1432619"/>
                        <a:pt x="1988761" y="1373608"/>
                        <a:pt x="1946585" y="1330428"/>
                      </a:cubicBezTo>
                      <a:lnTo>
                        <a:pt x="2367162" y="909852"/>
                      </a:lnTo>
                      <a:lnTo>
                        <a:pt x="3664275" y="909852"/>
                      </a:lnTo>
                      <a:lnTo>
                        <a:pt x="3959624" y="1205200"/>
                      </a:lnTo>
                      <a:lnTo>
                        <a:pt x="4708156" y="1205200"/>
                      </a:lnTo>
                      <a:cubicBezTo>
                        <a:pt x="4709574" y="1215301"/>
                        <a:pt x="4718198" y="1223158"/>
                        <a:pt x="4728712" y="1223158"/>
                      </a:cubicBezTo>
                      <a:cubicBezTo>
                        <a:pt x="4740231" y="1223158"/>
                        <a:pt x="4749623" y="1213825"/>
                        <a:pt x="4749623" y="1202247"/>
                      </a:cubicBezTo>
                      <a:cubicBezTo>
                        <a:pt x="4749623" y="1190729"/>
                        <a:pt x="4740290" y="1181336"/>
                        <a:pt x="4728712" y="1181336"/>
                      </a:cubicBezTo>
                      <a:cubicBezTo>
                        <a:pt x="4718198" y="1181336"/>
                        <a:pt x="4709574" y="1189134"/>
                        <a:pt x="4708156" y="1199293"/>
                      </a:cubicBezTo>
                      <a:lnTo>
                        <a:pt x="3962105" y="1199293"/>
                      </a:lnTo>
                      <a:lnTo>
                        <a:pt x="3666756" y="903945"/>
                      </a:lnTo>
                      <a:lnTo>
                        <a:pt x="2364740" y="903945"/>
                      </a:lnTo>
                      <a:lnTo>
                        <a:pt x="1942450" y="1326235"/>
                      </a:lnTo>
                      <a:cubicBezTo>
                        <a:pt x="1899920" y="1284708"/>
                        <a:pt x="1842032" y="1258895"/>
                        <a:pt x="1778236" y="1258068"/>
                      </a:cubicBezTo>
                      <a:lnTo>
                        <a:pt x="1778236" y="433690"/>
                      </a:lnTo>
                      <a:cubicBezTo>
                        <a:pt x="1808185" y="432213"/>
                        <a:pt x="1832167" y="408231"/>
                        <a:pt x="1833644" y="378283"/>
                      </a:cubicBezTo>
                      <a:lnTo>
                        <a:pt x="2719159" y="378283"/>
                      </a:lnTo>
                      <a:lnTo>
                        <a:pt x="2955438" y="614562"/>
                      </a:lnTo>
                      <a:lnTo>
                        <a:pt x="4058389" y="614562"/>
                      </a:lnTo>
                      <a:cubicBezTo>
                        <a:pt x="4059806" y="624663"/>
                        <a:pt x="4068430" y="632519"/>
                        <a:pt x="4078945" y="632519"/>
                      </a:cubicBezTo>
                      <a:cubicBezTo>
                        <a:pt x="4090463" y="632519"/>
                        <a:pt x="4099856" y="623186"/>
                        <a:pt x="4099856" y="611608"/>
                      </a:cubicBezTo>
                      <a:cubicBezTo>
                        <a:pt x="4099856" y="600031"/>
                        <a:pt x="4090523" y="590698"/>
                        <a:pt x="4078945" y="590698"/>
                      </a:cubicBezTo>
                      <a:cubicBezTo>
                        <a:pt x="4068430" y="590698"/>
                        <a:pt x="4059806" y="598495"/>
                        <a:pt x="4058389" y="608655"/>
                      </a:cubicBezTo>
                      <a:lnTo>
                        <a:pt x="2957919" y="608655"/>
                      </a:lnTo>
                      <a:lnTo>
                        <a:pt x="2721640" y="372376"/>
                      </a:lnTo>
                      <a:lnTo>
                        <a:pt x="1833644" y="372376"/>
                      </a:lnTo>
                      <a:cubicBezTo>
                        <a:pt x="1832167" y="342427"/>
                        <a:pt x="1808185" y="318445"/>
                        <a:pt x="1778236" y="316968"/>
                      </a:cubicBezTo>
                      <a:lnTo>
                        <a:pt x="1778236" y="17957"/>
                      </a:lnTo>
                      <a:lnTo>
                        <a:pt x="909793" y="17957"/>
                      </a:lnTo>
                      <a:cubicBezTo>
                        <a:pt x="908375" y="7856"/>
                        <a:pt x="899751" y="0"/>
                        <a:pt x="889236" y="0"/>
                      </a:cubicBezTo>
                      <a:cubicBezTo>
                        <a:pt x="877718" y="0"/>
                        <a:pt x="868326" y="9333"/>
                        <a:pt x="868326" y="20911"/>
                      </a:cubicBezTo>
                      <a:cubicBezTo>
                        <a:pt x="868326" y="32488"/>
                        <a:pt x="877659" y="41821"/>
                        <a:pt x="889236" y="41821"/>
                      </a:cubicBezTo>
                      <a:cubicBezTo>
                        <a:pt x="899751" y="41821"/>
                        <a:pt x="908375" y="34024"/>
                        <a:pt x="909793" y="23864"/>
                      </a:cubicBezTo>
                      <a:lnTo>
                        <a:pt x="1772329" y="23864"/>
                      </a:lnTo>
                      <a:lnTo>
                        <a:pt x="1772329" y="316968"/>
                      </a:lnTo>
                      <a:cubicBezTo>
                        <a:pt x="1742381" y="318445"/>
                        <a:pt x="1718399" y="342427"/>
                        <a:pt x="1716922" y="372376"/>
                      </a:cubicBezTo>
                      <a:lnTo>
                        <a:pt x="1360613" y="372376"/>
                      </a:lnTo>
                      <a:lnTo>
                        <a:pt x="1183404" y="549585"/>
                      </a:lnTo>
                      <a:lnTo>
                        <a:pt x="41467" y="549585"/>
                      </a:lnTo>
                      <a:cubicBezTo>
                        <a:pt x="40049" y="539484"/>
                        <a:pt x="31425" y="531628"/>
                        <a:pt x="20911" y="531628"/>
                      </a:cubicBezTo>
                      <a:cubicBezTo>
                        <a:pt x="9333" y="531687"/>
                        <a:pt x="0" y="541020"/>
                        <a:pt x="0" y="552539"/>
                      </a:cubicBezTo>
                      <a:close/>
                      <a:moveTo>
                        <a:pt x="1938256" y="1330488"/>
                      </a:moveTo>
                      <a:lnTo>
                        <a:pt x="1814623" y="1454120"/>
                      </a:lnTo>
                      <a:cubicBezTo>
                        <a:pt x="1804877" y="1445319"/>
                        <a:pt x="1792177" y="1439767"/>
                        <a:pt x="1778177" y="1439058"/>
                      </a:cubicBezTo>
                      <a:lnTo>
                        <a:pt x="1778177" y="1264093"/>
                      </a:lnTo>
                      <a:cubicBezTo>
                        <a:pt x="1840437" y="1264861"/>
                        <a:pt x="1896789" y="1290025"/>
                        <a:pt x="1938256" y="1330488"/>
                      </a:cubicBezTo>
                      <a:close/>
                      <a:moveTo>
                        <a:pt x="1772329" y="1264093"/>
                      </a:moveTo>
                      <a:lnTo>
                        <a:pt x="1772329" y="1439058"/>
                      </a:lnTo>
                      <a:cubicBezTo>
                        <a:pt x="1741259" y="1440594"/>
                        <a:pt x="1716508" y="1466230"/>
                        <a:pt x="1716508" y="1497714"/>
                      </a:cubicBezTo>
                      <a:cubicBezTo>
                        <a:pt x="1716508" y="1530202"/>
                        <a:pt x="1742794" y="1556489"/>
                        <a:pt x="1775283" y="1556489"/>
                      </a:cubicBezTo>
                      <a:cubicBezTo>
                        <a:pt x="1807771" y="1556489"/>
                        <a:pt x="1834057" y="1530202"/>
                        <a:pt x="1834057" y="1497714"/>
                      </a:cubicBezTo>
                      <a:cubicBezTo>
                        <a:pt x="1834057" y="1482533"/>
                        <a:pt x="1828268" y="1468770"/>
                        <a:pt x="1818817" y="1458315"/>
                      </a:cubicBezTo>
                      <a:lnTo>
                        <a:pt x="1942450" y="1334682"/>
                      </a:lnTo>
                      <a:cubicBezTo>
                        <a:pt x="1983563" y="1376798"/>
                        <a:pt x="2008904" y="1434332"/>
                        <a:pt x="2008904" y="1497714"/>
                      </a:cubicBezTo>
                      <a:cubicBezTo>
                        <a:pt x="2008904" y="1626545"/>
                        <a:pt x="1904055" y="1731394"/>
                        <a:pt x="1775224" y="1731394"/>
                      </a:cubicBezTo>
                      <a:cubicBezTo>
                        <a:pt x="1646393" y="1731394"/>
                        <a:pt x="1541544" y="1626545"/>
                        <a:pt x="1541544" y="1497714"/>
                      </a:cubicBezTo>
                      <a:cubicBezTo>
                        <a:pt x="1541603" y="1369828"/>
                        <a:pt x="1644857" y="1265688"/>
                        <a:pt x="1772329" y="126409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54" name="Freeform: Shape 1253">
                  <a:extLst>
                    <a:ext uri="{FF2B5EF4-FFF2-40B4-BE49-F238E27FC236}">
                      <a16:creationId xmlns:a16="http://schemas.microsoft.com/office/drawing/2014/main" id="{A45C0834-4868-9B49-773A-C347D73E8A93}"/>
                    </a:ext>
                  </a:extLst>
                </p:cNvPr>
                <p:cNvSpPr/>
                <p:nvPr/>
              </p:nvSpPr>
              <p:spPr>
                <a:xfrm>
                  <a:off x="1113287" y="1831457"/>
                  <a:ext cx="2936180" cy="201073"/>
                </a:xfrm>
                <a:custGeom>
                  <a:avLst/>
                  <a:gdLst>
                    <a:gd name="connsiteX0" fmla="*/ 2915270 w 2936180"/>
                    <a:gd name="connsiteY0" fmla="*/ 201073 h 201073"/>
                    <a:gd name="connsiteX1" fmla="*/ 2894714 w 2936180"/>
                    <a:gd name="connsiteY1" fmla="*/ 183116 h 201073"/>
                    <a:gd name="connsiteX2" fmla="*/ 1791704 w 2936180"/>
                    <a:gd name="connsiteY2" fmla="*/ 183116 h 201073"/>
                    <a:gd name="connsiteX3" fmla="*/ 1614495 w 2936180"/>
                    <a:gd name="connsiteY3" fmla="*/ 5907 h 201073"/>
                    <a:gd name="connsiteX4" fmla="*/ 671860 w 2936180"/>
                    <a:gd name="connsiteY4" fmla="*/ 5907 h 201073"/>
                    <a:gd name="connsiteX5" fmla="*/ 553720 w 2936180"/>
                    <a:gd name="connsiteY5" fmla="*/ 124047 h 201073"/>
                    <a:gd name="connsiteX6" fmla="*/ 41467 w 2936180"/>
                    <a:gd name="connsiteY6" fmla="*/ 124047 h 201073"/>
                    <a:gd name="connsiteX7" fmla="*/ 20911 w 2936180"/>
                    <a:gd name="connsiteY7" fmla="*/ 142004 h 201073"/>
                    <a:gd name="connsiteX8" fmla="*/ 0 w 2936180"/>
                    <a:gd name="connsiteY8" fmla="*/ 121093 h 201073"/>
                    <a:gd name="connsiteX9" fmla="*/ 20911 w 2936180"/>
                    <a:gd name="connsiteY9" fmla="*/ 100182 h 201073"/>
                    <a:gd name="connsiteX10" fmla="*/ 41467 w 2936180"/>
                    <a:gd name="connsiteY10" fmla="*/ 118140 h 201073"/>
                    <a:gd name="connsiteX11" fmla="*/ 551298 w 2936180"/>
                    <a:gd name="connsiteY11" fmla="*/ 118140 h 201073"/>
                    <a:gd name="connsiteX12" fmla="*/ 669438 w 2936180"/>
                    <a:gd name="connsiteY12" fmla="*/ 0 h 201073"/>
                    <a:gd name="connsiteX13" fmla="*/ 1616976 w 2936180"/>
                    <a:gd name="connsiteY13" fmla="*/ 0 h 201073"/>
                    <a:gd name="connsiteX14" fmla="*/ 1794185 w 2936180"/>
                    <a:gd name="connsiteY14" fmla="*/ 177209 h 201073"/>
                    <a:gd name="connsiteX15" fmla="*/ 2894714 w 2936180"/>
                    <a:gd name="connsiteY15" fmla="*/ 177209 h 201073"/>
                    <a:gd name="connsiteX16" fmla="*/ 2915270 w 2936180"/>
                    <a:gd name="connsiteY16" fmla="*/ 159252 h 201073"/>
                    <a:gd name="connsiteX17" fmla="*/ 2936181 w 2936180"/>
                    <a:gd name="connsiteY17" fmla="*/ 180163 h 201073"/>
                    <a:gd name="connsiteX18" fmla="*/ 2915270 w 2936180"/>
                    <a:gd name="connsiteY18" fmla="*/ 201073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36180" h="201073">
                      <a:moveTo>
                        <a:pt x="2915270" y="201073"/>
                      </a:moveTo>
                      <a:cubicBezTo>
                        <a:pt x="2904756" y="201073"/>
                        <a:pt x="2896132" y="193276"/>
                        <a:pt x="2894714" y="183116"/>
                      </a:cubicBezTo>
                      <a:lnTo>
                        <a:pt x="1791704" y="183116"/>
                      </a:lnTo>
                      <a:lnTo>
                        <a:pt x="1614495" y="5907"/>
                      </a:lnTo>
                      <a:lnTo>
                        <a:pt x="671860" y="5907"/>
                      </a:lnTo>
                      <a:lnTo>
                        <a:pt x="553720" y="124047"/>
                      </a:lnTo>
                      <a:lnTo>
                        <a:pt x="41467" y="124047"/>
                      </a:lnTo>
                      <a:cubicBezTo>
                        <a:pt x="40049" y="134147"/>
                        <a:pt x="31425" y="142004"/>
                        <a:pt x="20911" y="142004"/>
                      </a:cubicBezTo>
                      <a:cubicBezTo>
                        <a:pt x="9392" y="142004"/>
                        <a:pt x="0" y="132671"/>
                        <a:pt x="0" y="121093"/>
                      </a:cubicBezTo>
                      <a:cubicBezTo>
                        <a:pt x="0" y="109574"/>
                        <a:pt x="9333" y="100182"/>
                        <a:pt x="20911" y="100182"/>
                      </a:cubicBezTo>
                      <a:cubicBezTo>
                        <a:pt x="31425" y="100182"/>
                        <a:pt x="40049" y="107980"/>
                        <a:pt x="41467" y="118140"/>
                      </a:cubicBezTo>
                      <a:lnTo>
                        <a:pt x="551298" y="118140"/>
                      </a:lnTo>
                      <a:lnTo>
                        <a:pt x="669438" y="0"/>
                      </a:lnTo>
                      <a:lnTo>
                        <a:pt x="1616976" y="0"/>
                      </a:lnTo>
                      <a:lnTo>
                        <a:pt x="1794185" y="177209"/>
                      </a:lnTo>
                      <a:lnTo>
                        <a:pt x="2894714" y="177209"/>
                      </a:lnTo>
                      <a:cubicBezTo>
                        <a:pt x="2896132" y="167108"/>
                        <a:pt x="2904756" y="159252"/>
                        <a:pt x="2915270" y="159252"/>
                      </a:cubicBezTo>
                      <a:cubicBezTo>
                        <a:pt x="2926789" y="159252"/>
                        <a:pt x="2936181" y="168585"/>
                        <a:pt x="2936181" y="180163"/>
                      </a:cubicBezTo>
                      <a:cubicBezTo>
                        <a:pt x="2936181" y="191741"/>
                        <a:pt x="2926789" y="201073"/>
                        <a:pt x="2915270" y="20107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55" name="Freeform: Shape 1254">
                  <a:extLst>
                    <a:ext uri="{FF2B5EF4-FFF2-40B4-BE49-F238E27FC236}">
                      <a16:creationId xmlns:a16="http://schemas.microsoft.com/office/drawing/2014/main" id="{8B67F438-51C2-EE6F-C6BC-0E88F70508C5}"/>
                    </a:ext>
                  </a:extLst>
                </p:cNvPr>
                <p:cNvSpPr/>
                <p:nvPr/>
              </p:nvSpPr>
              <p:spPr>
                <a:xfrm>
                  <a:off x="3939625" y="1922670"/>
                  <a:ext cx="177764" cy="177840"/>
                </a:xfrm>
                <a:custGeom>
                  <a:avLst/>
                  <a:gdLst>
                    <a:gd name="connsiteX0" fmla="*/ 19348 w 177764"/>
                    <a:gd name="connsiteY0" fmla="*/ 144416 h 177840"/>
                    <a:gd name="connsiteX1" fmla="*/ 19348 w 177764"/>
                    <a:gd name="connsiteY1" fmla="*/ 175369 h 177840"/>
                    <a:gd name="connsiteX2" fmla="*/ 27736 w 177764"/>
                    <a:gd name="connsiteY2" fmla="*/ 166922 h 177840"/>
                    <a:gd name="connsiteX3" fmla="*/ 27736 w 177764"/>
                    <a:gd name="connsiteY3" fmla="*/ 153513 h 177840"/>
                    <a:gd name="connsiteX4" fmla="*/ 144340 w 177764"/>
                    <a:gd name="connsiteY4" fmla="*/ 158475 h 177840"/>
                    <a:gd name="connsiteX5" fmla="*/ 175293 w 177764"/>
                    <a:gd name="connsiteY5" fmla="*/ 158475 h 177840"/>
                    <a:gd name="connsiteX6" fmla="*/ 166846 w 177764"/>
                    <a:gd name="connsiteY6" fmla="*/ 150028 h 177840"/>
                    <a:gd name="connsiteX7" fmla="*/ 153437 w 177764"/>
                    <a:gd name="connsiteY7" fmla="*/ 150028 h 177840"/>
                    <a:gd name="connsiteX8" fmla="*/ 158399 w 177764"/>
                    <a:gd name="connsiteY8" fmla="*/ 33424 h 177840"/>
                    <a:gd name="connsiteX9" fmla="*/ 158399 w 177764"/>
                    <a:gd name="connsiteY9" fmla="*/ 2472 h 177840"/>
                    <a:gd name="connsiteX10" fmla="*/ 149952 w 177764"/>
                    <a:gd name="connsiteY10" fmla="*/ 10919 h 177840"/>
                    <a:gd name="connsiteX11" fmla="*/ 149952 w 177764"/>
                    <a:gd name="connsiteY11" fmla="*/ 24327 h 177840"/>
                    <a:gd name="connsiteX12" fmla="*/ 33348 w 177764"/>
                    <a:gd name="connsiteY12" fmla="*/ 19366 h 177840"/>
                    <a:gd name="connsiteX13" fmla="*/ 2395 w 177764"/>
                    <a:gd name="connsiteY13" fmla="*/ 19366 h 177840"/>
                    <a:gd name="connsiteX14" fmla="*/ 10843 w 177764"/>
                    <a:gd name="connsiteY14" fmla="*/ 27813 h 177840"/>
                    <a:gd name="connsiteX15" fmla="*/ 24251 w 177764"/>
                    <a:gd name="connsiteY15" fmla="*/ 27813 h 177840"/>
                    <a:gd name="connsiteX16" fmla="*/ 19348 w 177764"/>
                    <a:gd name="connsiteY16" fmla="*/ 144416 h 177840"/>
                    <a:gd name="connsiteX17" fmla="*/ 27796 w 177764"/>
                    <a:gd name="connsiteY17" fmla="*/ 30530 h 177840"/>
                    <a:gd name="connsiteX18" fmla="*/ 27796 w 177764"/>
                    <a:gd name="connsiteY18" fmla="*/ 44707 h 177840"/>
                    <a:gd name="connsiteX19" fmla="*/ 36242 w 177764"/>
                    <a:gd name="connsiteY19" fmla="*/ 53154 h 177840"/>
                    <a:gd name="connsiteX20" fmla="*/ 36242 w 177764"/>
                    <a:gd name="connsiteY20" fmla="*/ 22792 h 177840"/>
                    <a:gd name="connsiteX21" fmla="*/ 147412 w 177764"/>
                    <a:gd name="connsiteY21" fmla="*/ 27872 h 177840"/>
                    <a:gd name="connsiteX22" fmla="*/ 133235 w 177764"/>
                    <a:gd name="connsiteY22" fmla="*/ 27872 h 177840"/>
                    <a:gd name="connsiteX23" fmla="*/ 124788 w 177764"/>
                    <a:gd name="connsiteY23" fmla="*/ 36319 h 177840"/>
                    <a:gd name="connsiteX24" fmla="*/ 155150 w 177764"/>
                    <a:gd name="connsiteY24" fmla="*/ 36319 h 177840"/>
                    <a:gd name="connsiteX25" fmla="*/ 150070 w 177764"/>
                    <a:gd name="connsiteY25" fmla="*/ 147488 h 177840"/>
                    <a:gd name="connsiteX26" fmla="*/ 150070 w 177764"/>
                    <a:gd name="connsiteY26" fmla="*/ 133311 h 177840"/>
                    <a:gd name="connsiteX27" fmla="*/ 141623 w 177764"/>
                    <a:gd name="connsiteY27" fmla="*/ 124864 h 177840"/>
                    <a:gd name="connsiteX28" fmla="*/ 141623 w 177764"/>
                    <a:gd name="connsiteY28" fmla="*/ 155226 h 177840"/>
                    <a:gd name="connsiteX29" fmla="*/ 30453 w 177764"/>
                    <a:gd name="connsiteY29" fmla="*/ 150146 h 177840"/>
                    <a:gd name="connsiteX30" fmla="*/ 44630 w 177764"/>
                    <a:gd name="connsiteY30" fmla="*/ 150146 h 177840"/>
                    <a:gd name="connsiteX31" fmla="*/ 53077 w 177764"/>
                    <a:gd name="connsiteY31" fmla="*/ 141699 h 177840"/>
                    <a:gd name="connsiteX32" fmla="*/ 22715 w 177764"/>
                    <a:gd name="connsiteY32" fmla="*/ 141699 h 177840"/>
                    <a:gd name="connsiteX33" fmla="*/ 27796 w 177764"/>
                    <a:gd name="connsiteY33" fmla="*/ 30530 h 177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840">
                      <a:moveTo>
                        <a:pt x="19348" y="144416"/>
                      </a:moveTo>
                      <a:lnTo>
                        <a:pt x="19348" y="175369"/>
                      </a:lnTo>
                      <a:lnTo>
                        <a:pt x="27736" y="166922"/>
                      </a:lnTo>
                      <a:lnTo>
                        <a:pt x="27736" y="153513"/>
                      </a:lnTo>
                      <a:cubicBezTo>
                        <a:pt x="60107" y="184170"/>
                        <a:pt x="110080" y="185883"/>
                        <a:pt x="144340" y="158475"/>
                      </a:cubicBezTo>
                      <a:lnTo>
                        <a:pt x="175293" y="158475"/>
                      </a:lnTo>
                      <a:lnTo>
                        <a:pt x="166846" y="150028"/>
                      </a:lnTo>
                      <a:lnTo>
                        <a:pt x="153437" y="150028"/>
                      </a:lnTo>
                      <a:cubicBezTo>
                        <a:pt x="184094" y="117599"/>
                        <a:pt x="185807" y="67685"/>
                        <a:pt x="158399" y="33424"/>
                      </a:cubicBezTo>
                      <a:lnTo>
                        <a:pt x="158399" y="2472"/>
                      </a:lnTo>
                      <a:lnTo>
                        <a:pt x="149952" y="10919"/>
                      </a:lnTo>
                      <a:lnTo>
                        <a:pt x="149952" y="24327"/>
                      </a:lnTo>
                      <a:cubicBezTo>
                        <a:pt x="117581" y="-6330"/>
                        <a:pt x="67609" y="-8043"/>
                        <a:pt x="33348" y="19366"/>
                      </a:cubicBezTo>
                      <a:lnTo>
                        <a:pt x="2395" y="19366"/>
                      </a:lnTo>
                      <a:lnTo>
                        <a:pt x="10843" y="27813"/>
                      </a:lnTo>
                      <a:lnTo>
                        <a:pt x="24251" y="27813"/>
                      </a:lnTo>
                      <a:cubicBezTo>
                        <a:pt x="-6347" y="60242"/>
                        <a:pt x="-8001" y="110156"/>
                        <a:pt x="19348" y="144416"/>
                      </a:cubicBezTo>
                      <a:close/>
                      <a:moveTo>
                        <a:pt x="27796" y="30530"/>
                      </a:moveTo>
                      <a:lnTo>
                        <a:pt x="27796" y="44707"/>
                      </a:lnTo>
                      <a:lnTo>
                        <a:pt x="36242" y="53154"/>
                      </a:lnTo>
                      <a:lnTo>
                        <a:pt x="36242" y="22792"/>
                      </a:lnTo>
                      <a:cubicBezTo>
                        <a:pt x="68967" y="-3317"/>
                        <a:pt x="116636" y="-1604"/>
                        <a:pt x="147412" y="27872"/>
                      </a:cubicBezTo>
                      <a:lnTo>
                        <a:pt x="133235" y="27872"/>
                      </a:lnTo>
                      <a:lnTo>
                        <a:pt x="124788" y="36319"/>
                      </a:lnTo>
                      <a:lnTo>
                        <a:pt x="155150" y="36319"/>
                      </a:lnTo>
                      <a:cubicBezTo>
                        <a:pt x="181259" y="69043"/>
                        <a:pt x="179546" y="116713"/>
                        <a:pt x="150070" y="147488"/>
                      </a:cubicBezTo>
                      <a:lnTo>
                        <a:pt x="150070" y="133311"/>
                      </a:lnTo>
                      <a:lnTo>
                        <a:pt x="141623" y="124864"/>
                      </a:lnTo>
                      <a:lnTo>
                        <a:pt x="141623" y="155226"/>
                      </a:lnTo>
                      <a:cubicBezTo>
                        <a:pt x="108898" y="181335"/>
                        <a:pt x="61229" y="179622"/>
                        <a:pt x="30453" y="150146"/>
                      </a:cubicBezTo>
                      <a:lnTo>
                        <a:pt x="44630" y="150146"/>
                      </a:lnTo>
                      <a:lnTo>
                        <a:pt x="53077" y="141699"/>
                      </a:lnTo>
                      <a:lnTo>
                        <a:pt x="22715" y="141699"/>
                      </a:lnTo>
                      <a:cubicBezTo>
                        <a:pt x="-3334" y="108974"/>
                        <a:pt x="-1681" y="61305"/>
                        <a:pt x="27796" y="30530"/>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56" name="Freeform: Shape 1255">
                  <a:extLst>
                    <a:ext uri="{FF2B5EF4-FFF2-40B4-BE49-F238E27FC236}">
                      <a16:creationId xmlns:a16="http://schemas.microsoft.com/office/drawing/2014/main" id="{58724D6C-E300-0C54-FB72-098CB2F0B35E}"/>
                    </a:ext>
                  </a:extLst>
                </p:cNvPr>
                <p:cNvSpPr/>
                <p:nvPr/>
              </p:nvSpPr>
              <p:spPr>
                <a:xfrm>
                  <a:off x="3112330" y="4108370"/>
                  <a:ext cx="177787" cy="177790"/>
                </a:xfrm>
                <a:custGeom>
                  <a:avLst/>
                  <a:gdLst>
                    <a:gd name="connsiteX0" fmla="*/ 19372 w 177787"/>
                    <a:gd name="connsiteY0" fmla="*/ 144357 h 177790"/>
                    <a:gd name="connsiteX1" fmla="*/ 19372 w 177787"/>
                    <a:gd name="connsiteY1" fmla="*/ 175310 h 177790"/>
                    <a:gd name="connsiteX2" fmla="*/ 27760 w 177787"/>
                    <a:gd name="connsiteY2" fmla="*/ 166863 h 177790"/>
                    <a:gd name="connsiteX3" fmla="*/ 27760 w 177787"/>
                    <a:gd name="connsiteY3" fmla="*/ 153454 h 177790"/>
                    <a:gd name="connsiteX4" fmla="*/ 144363 w 177787"/>
                    <a:gd name="connsiteY4" fmla="*/ 158475 h 177790"/>
                    <a:gd name="connsiteX5" fmla="*/ 175316 w 177787"/>
                    <a:gd name="connsiteY5" fmla="*/ 158475 h 177790"/>
                    <a:gd name="connsiteX6" fmla="*/ 166869 w 177787"/>
                    <a:gd name="connsiteY6" fmla="*/ 150028 h 177790"/>
                    <a:gd name="connsiteX7" fmla="*/ 153460 w 177787"/>
                    <a:gd name="connsiteY7" fmla="*/ 150028 h 177790"/>
                    <a:gd name="connsiteX8" fmla="*/ 158422 w 177787"/>
                    <a:gd name="connsiteY8" fmla="*/ 33424 h 177790"/>
                    <a:gd name="connsiteX9" fmla="*/ 158422 w 177787"/>
                    <a:gd name="connsiteY9" fmla="*/ 2472 h 177790"/>
                    <a:gd name="connsiteX10" fmla="*/ 149975 w 177787"/>
                    <a:gd name="connsiteY10" fmla="*/ 10918 h 177790"/>
                    <a:gd name="connsiteX11" fmla="*/ 149975 w 177787"/>
                    <a:gd name="connsiteY11" fmla="*/ 24327 h 177790"/>
                    <a:gd name="connsiteX12" fmla="*/ 33371 w 177787"/>
                    <a:gd name="connsiteY12" fmla="*/ 19365 h 177790"/>
                    <a:gd name="connsiteX13" fmla="*/ 2419 w 177787"/>
                    <a:gd name="connsiteY13" fmla="*/ 19365 h 177790"/>
                    <a:gd name="connsiteX14" fmla="*/ 10866 w 177787"/>
                    <a:gd name="connsiteY14" fmla="*/ 27812 h 177790"/>
                    <a:gd name="connsiteX15" fmla="*/ 24275 w 177787"/>
                    <a:gd name="connsiteY15" fmla="*/ 27812 h 177790"/>
                    <a:gd name="connsiteX16" fmla="*/ 19372 w 177787"/>
                    <a:gd name="connsiteY16" fmla="*/ 144357 h 177790"/>
                    <a:gd name="connsiteX17" fmla="*/ 27760 w 177787"/>
                    <a:gd name="connsiteY17" fmla="*/ 30411 h 177790"/>
                    <a:gd name="connsiteX18" fmla="*/ 27760 w 177787"/>
                    <a:gd name="connsiteY18" fmla="*/ 44588 h 177790"/>
                    <a:gd name="connsiteX19" fmla="*/ 36207 w 177787"/>
                    <a:gd name="connsiteY19" fmla="*/ 53035 h 177790"/>
                    <a:gd name="connsiteX20" fmla="*/ 36207 w 177787"/>
                    <a:gd name="connsiteY20" fmla="*/ 22673 h 177790"/>
                    <a:gd name="connsiteX21" fmla="*/ 147376 w 177787"/>
                    <a:gd name="connsiteY21" fmla="*/ 27754 h 177790"/>
                    <a:gd name="connsiteX22" fmla="*/ 133199 w 177787"/>
                    <a:gd name="connsiteY22" fmla="*/ 27754 h 177790"/>
                    <a:gd name="connsiteX23" fmla="*/ 124752 w 177787"/>
                    <a:gd name="connsiteY23" fmla="*/ 36201 h 177790"/>
                    <a:gd name="connsiteX24" fmla="*/ 155114 w 177787"/>
                    <a:gd name="connsiteY24" fmla="*/ 36201 h 177790"/>
                    <a:gd name="connsiteX25" fmla="*/ 150034 w 177787"/>
                    <a:gd name="connsiteY25" fmla="*/ 147370 h 177790"/>
                    <a:gd name="connsiteX26" fmla="*/ 150034 w 177787"/>
                    <a:gd name="connsiteY26" fmla="*/ 133193 h 177790"/>
                    <a:gd name="connsiteX27" fmla="*/ 141587 w 177787"/>
                    <a:gd name="connsiteY27" fmla="*/ 124746 h 177790"/>
                    <a:gd name="connsiteX28" fmla="*/ 141587 w 177787"/>
                    <a:gd name="connsiteY28" fmla="*/ 155108 h 177790"/>
                    <a:gd name="connsiteX29" fmla="*/ 30418 w 177787"/>
                    <a:gd name="connsiteY29" fmla="*/ 150028 h 177790"/>
                    <a:gd name="connsiteX30" fmla="*/ 44595 w 177787"/>
                    <a:gd name="connsiteY30" fmla="*/ 150028 h 177790"/>
                    <a:gd name="connsiteX31" fmla="*/ 53041 w 177787"/>
                    <a:gd name="connsiteY31" fmla="*/ 141581 h 177790"/>
                    <a:gd name="connsiteX32" fmla="*/ 22680 w 177787"/>
                    <a:gd name="connsiteY32" fmla="*/ 141581 h 177790"/>
                    <a:gd name="connsiteX33" fmla="*/ 27760 w 177787"/>
                    <a:gd name="connsiteY33" fmla="*/ 30411 h 177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87" h="177790">
                      <a:moveTo>
                        <a:pt x="19372" y="144357"/>
                      </a:moveTo>
                      <a:lnTo>
                        <a:pt x="19372" y="175310"/>
                      </a:lnTo>
                      <a:lnTo>
                        <a:pt x="27760" y="166863"/>
                      </a:lnTo>
                      <a:lnTo>
                        <a:pt x="27760" y="153454"/>
                      </a:lnTo>
                      <a:cubicBezTo>
                        <a:pt x="60130" y="184111"/>
                        <a:pt x="110103" y="185824"/>
                        <a:pt x="144363" y="158475"/>
                      </a:cubicBezTo>
                      <a:lnTo>
                        <a:pt x="175316" y="158475"/>
                      </a:lnTo>
                      <a:lnTo>
                        <a:pt x="166869" y="150028"/>
                      </a:lnTo>
                      <a:lnTo>
                        <a:pt x="153460" y="150028"/>
                      </a:lnTo>
                      <a:cubicBezTo>
                        <a:pt x="184117" y="117598"/>
                        <a:pt x="185830" y="67684"/>
                        <a:pt x="158422" y="33424"/>
                      </a:cubicBezTo>
                      <a:lnTo>
                        <a:pt x="158422" y="2472"/>
                      </a:lnTo>
                      <a:lnTo>
                        <a:pt x="149975" y="10918"/>
                      </a:lnTo>
                      <a:lnTo>
                        <a:pt x="149975" y="24327"/>
                      </a:lnTo>
                      <a:cubicBezTo>
                        <a:pt x="117605" y="-6330"/>
                        <a:pt x="67632" y="-8043"/>
                        <a:pt x="33371" y="19365"/>
                      </a:cubicBezTo>
                      <a:lnTo>
                        <a:pt x="2419" y="19365"/>
                      </a:lnTo>
                      <a:lnTo>
                        <a:pt x="10866" y="27812"/>
                      </a:lnTo>
                      <a:lnTo>
                        <a:pt x="24275" y="27812"/>
                      </a:lnTo>
                      <a:cubicBezTo>
                        <a:pt x="-6324" y="60124"/>
                        <a:pt x="-8036" y="110038"/>
                        <a:pt x="19372" y="144357"/>
                      </a:cubicBezTo>
                      <a:close/>
                      <a:moveTo>
                        <a:pt x="27760" y="30411"/>
                      </a:moveTo>
                      <a:lnTo>
                        <a:pt x="27760" y="44588"/>
                      </a:lnTo>
                      <a:lnTo>
                        <a:pt x="36207" y="53035"/>
                      </a:lnTo>
                      <a:lnTo>
                        <a:pt x="36207" y="22673"/>
                      </a:lnTo>
                      <a:cubicBezTo>
                        <a:pt x="68931" y="-3435"/>
                        <a:pt x="116601" y="-1723"/>
                        <a:pt x="147376" y="27754"/>
                      </a:cubicBezTo>
                      <a:lnTo>
                        <a:pt x="133199" y="27754"/>
                      </a:lnTo>
                      <a:lnTo>
                        <a:pt x="124752" y="36201"/>
                      </a:lnTo>
                      <a:lnTo>
                        <a:pt x="155114" y="36201"/>
                      </a:lnTo>
                      <a:cubicBezTo>
                        <a:pt x="181223" y="68925"/>
                        <a:pt x="179510" y="116594"/>
                        <a:pt x="150034" y="147370"/>
                      </a:cubicBezTo>
                      <a:lnTo>
                        <a:pt x="150034" y="133193"/>
                      </a:lnTo>
                      <a:lnTo>
                        <a:pt x="141587" y="124746"/>
                      </a:lnTo>
                      <a:lnTo>
                        <a:pt x="141587" y="155108"/>
                      </a:lnTo>
                      <a:cubicBezTo>
                        <a:pt x="108862" y="181158"/>
                        <a:pt x="61193" y="179504"/>
                        <a:pt x="30418" y="150028"/>
                      </a:cubicBezTo>
                      <a:lnTo>
                        <a:pt x="44595" y="150028"/>
                      </a:lnTo>
                      <a:lnTo>
                        <a:pt x="53041" y="141581"/>
                      </a:lnTo>
                      <a:lnTo>
                        <a:pt x="22680" y="141581"/>
                      </a:lnTo>
                      <a:cubicBezTo>
                        <a:pt x="-3370" y="108856"/>
                        <a:pt x="-1657" y="61187"/>
                        <a:pt x="27760" y="30411"/>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57" name="Freeform: Shape 1256">
                  <a:extLst>
                    <a:ext uri="{FF2B5EF4-FFF2-40B4-BE49-F238E27FC236}">
                      <a16:creationId xmlns:a16="http://schemas.microsoft.com/office/drawing/2014/main" id="{C2DC0C99-0738-2F31-B2B6-66809055386F}"/>
                    </a:ext>
                  </a:extLst>
                </p:cNvPr>
                <p:cNvSpPr/>
                <p:nvPr/>
              </p:nvSpPr>
              <p:spPr>
                <a:xfrm>
                  <a:off x="808927" y="2454830"/>
                  <a:ext cx="177764" cy="177731"/>
                </a:xfrm>
                <a:custGeom>
                  <a:avLst/>
                  <a:gdLst>
                    <a:gd name="connsiteX0" fmla="*/ 19348 w 177764"/>
                    <a:gd name="connsiteY0" fmla="*/ 144239 h 177731"/>
                    <a:gd name="connsiteX1" fmla="*/ 19348 w 177764"/>
                    <a:gd name="connsiteY1" fmla="*/ 175192 h 177731"/>
                    <a:gd name="connsiteX2" fmla="*/ 27736 w 177764"/>
                    <a:gd name="connsiteY2" fmla="*/ 166804 h 177731"/>
                    <a:gd name="connsiteX3" fmla="*/ 27736 w 177764"/>
                    <a:gd name="connsiteY3" fmla="*/ 153395 h 177731"/>
                    <a:gd name="connsiteX4" fmla="*/ 144340 w 177764"/>
                    <a:gd name="connsiteY4" fmla="*/ 158416 h 177731"/>
                    <a:gd name="connsiteX5" fmla="*/ 175293 w 177764"/>
                    <a:gd name="connsiteY5" fmla="*/ 158416 h 177731"/>
                    <a:gd name="connsiteX6" fmla="*/ 166846 w 177764"/>
                    <a:gd name="connsiteY6" fmla="*/ 150028 h 177731"/>
                    <a:gd name="connsiteX7" fmla="*/ 153437 w 177764"/>
                    <a:gd name="connsiteY7" fmla="*/ 150028 h 177731"/>
                    <a:gd name="connsiteX8" fmla="*/ 158399 w 177764"/>
                    <a:gd name="connsiteY8" fmla="*/ 33424 h 177731"/>
                    <a:gd name="connsiteX9" fmla="*/ 158399 w 177764"/>
                    <a:gd name="connsiteY9" fmla="*/ 2472 h 177731"/>
                    <a:gd name="connsiteX10" fmla="*/ 149952 w 177764"/>
                    <a:gd name="connsiteY10" fmla="*/ 10919 h 177731"/>
                    <a:gd name="connsiteX11" fmla="*/ 149952 w 177764"/>
                    <a:gd name="connsiteY11" fmla="*/ 24328 h 177731"/>
                    <a:gd name="connsiteX12" fmla="*/ 33348 w 177764"/>
                    <a:gd name="connsiteY12" fmla="*/ 19365 h 177731"/>
                    <a:gd name="connsiteX13" fmla="*/ 2395 w 177764"/>
                    <a:gd name="connsiteY13" fmla="*/ 19365 h 177731"/>
                    <a:gd name="connsiteX14" fmla="*/ 10842 w 177764"/>
                    <a:gd name="connsiteY14" fmla="*/ 27813 h 177731"/>
                    <a:gd name="connsiteX15" fmla="*/ 24251 w 177764"/>
                    <a:gd name="connsiteY15" fmla="*/ 27813 h 177731"/>
                    <a:gd name="connsiteX16" fmla="*/ 19348 w 177764"/>
                    <a:gd name="connsiteY16" fmla="*/ 144239 h 177731"/>
                    <a:gd name="connsiteX17" fmla="*/ 27795 w 177764"/>
                    <a:gd name="connsiteY17" fmla="*/ 30293 h 177731"/>
                    <a:gd name="connsiteX18" fmla="*/ 27795 w 177764"/>
                    <a:gd name="connsiteY18" fmla="*/ 44470 h 177731"/>
                    <a:gd name="connsiteX19" fmla="*/ 36242 w 177764"/>
                    <a:gd name="connsiteY19" fmla="*/ 52917 h 177731"/>
                    <a:gd name="connsiteX20" fmla="*/ 36242 w 177764"/>
                    <a:gd name="connsiteY20" fmla="*/ 22555 h 177731"/>
                    <a:gd name="connsiteX21" fmla="*/ 147412 w 177764"/>
                    <a:gd name="connsiteY21" fmla="*/ 27635 h 177731"/>
                    <a:gd name="connsiteX22" fmla="*/ 133235 w 177764"/>
                    <a:gd name="connsiteY22" fmla="*/ 27635 h 177731"/>
                    <a:gd name="connsiteX23" fmla="*/ 124788 w 177764"/>
                    <a:gd name="connsiteY23" fmla="*/ 36082 h 177731"/>
                    <a:gd name="connsiteX24" fmla="*/ 155150 w 177764"/>
                    <a:gd name="connsiteY24" fmla="*/ 36082 h 177731"/>
                    <a:gd name="connsiteX25" fmla="*/ 150070 w 177764"/>
                    <a:gd name="connsiteY25" fmla="*/ 147252 h 177731"/>
                    <a:gd name="connsiteX26" fmla="*/ 150070 w 177764"/>
                    <a:gd name="connsiteY26" fmla="*/ 133075 h 177731"/>
                    <a:gd name="connsiteX27" fmla="*/ 141623 w 177764"/>
                    <a:gd name="connsiteY27" fmla="*/ 124628 h 177731"/>
                    <a:gd name="connsiteX28" fmla="*/ 141623 w 177764"/>
                    <a:gd name="connsiteY28" fmla="*/ 154990 h 177731"/>
                    <a:gd name="connsiteX29" fmla="*/ 30454 w 177764"/>
                    <a:gd name="connsiteY29" fmla="*/ 149910 h 177731"/>
                    <a:gd name="connsiteX30" fmla="*/ 44630 w 177764"/>
                    <a:gd name="connsiteY30" fmla="*/ 149910 h 177731"/>
                    <a:gd name="connsiteX31" fmla="*/ 53077 w 177764"/>
                    <a:gd name="connsiteY31" fmla="*/ 141463 h 177731"/>
                    <a:gd name="connsiteX32" fmla="*/ 22715 w 177764"/>
                    <a:gd name="connsiteY32" fmla="*/ 141463 h 177731"/>
                    <a:gd name="connsiteX33" fmla="*/ 27795 w 177764"/>
                    <a:gd name="connsiteY33" fmla="*/ 30293 h 177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731">
                      <a:moveTo>
                        <a:pt x="19348" y="144239"/>
                      </a:moveTo>
                      <a:lnTo>
                        <a:pt x="19348" y="175192"/>
                      </a:lnTo>
                      <a:lnTo>
                        <a:pt x="27736" y="166804"/>
                      </a:lnTo>
                      <a:lnTo>
                        <a:pt x="27736" y="153395"/>
                      </a:lnTo>
                      <a:cubicBezTo>
                        <a:pt x="60107" y="184052"/>
                        <a:pt x="110080" y="185765"/>
                        <a:pt x="144340" y="158416"/>
                      </a:cubicBezTo>
                      <a:lnTo>
                        <a:pt x="175293" y="158416"/>
                      </a:lnTo>
                      <a:lnTo>
                        <a:pt x="166846" y="150028"/>
                      </a:lnTo>
                      <a:lnTo>
                        <a:pt x="153437" y="150028"/>
                      </a:lnTo>
                      <a:cubicBezTo>
                        <a:pt x="184094" y="117599"/>
                        <a:pt x="185807" y="67685"/>
                        <a:pt x="158399" y="33424"/>
                      </a:cubicBezTo>
                      <a:lnTo>
                        <a:pt x="158399" y="2472"/>
                      </a:lnTo>
                      <a:lnTo>
                        <a:pt x="149952" y="10919"/>
                      </a:lnTo>
                      <a:lnTo>
                        <a:pt x="149952" y="24328"/>
                      </a:lnTo>
                      <a:cubicBezTo>
                        <a:pt x="117582" y="-6330"/>
                        <a:pt x="67608" y="-8043"/>
                        <a:pt x="33348" y="19365"/>
                      </a:cubicBezTo>
                      <a:lnTo>
                        <a:pt x="2395" y="19365"/>
                      </a:lnTo>
                      <a:lnTo>
                        <a:pt x="10842" y="27813"/>
                      </a:lnTo>
                      <a:lnTo>
                        <a:pt x="24251" y="27813"/>
                      </a:lnTo>
                      <a:cubicBezTo>
                        <a:pt x="-6347" y="60006"/>
                        <a:pt x="-8001" y="109920"/>
                        <a:pt x="19348" y="144239"/>
                      </a:cubicBezTo>
                      <a:close/>
                      <a:moveTo>
                        <a:pt x="27795" y="30293"/>
                      </a:moveTo>
                      <a:lnTo>
                        <a:pt x="27795" y="44470"/>
                      </a:lnTo>
                      <a:lnTo>
                        <a:pt x="36242" y="52917"/>
                      </a:lnTo>
                      <a:lnTo>
                        <a:pt x="36242" y="22555"/>
                      </a:lnTo>
                      <a:cubicBezTo>
                        <a:pt x="68967" y="-3553"/>
                        <a:pt x="116636" y="-1841"/>
                        <a:pt x="147412" y="27635"/>
                      </a:cubicBezTo>
                      <a:lnTo>
                        <a:pt x="133235" y="27635"/>
                      </a:lnTo>
                      <a:lnTo>
                        <a:pt x="124788" y="36082"/>
                      </a:lnTo>
                      <a:lnTo>
                        <a:pt x="155150" y="36082"/>
                      </a:lnTo>
                      <a:cubicBezTo>
                        <a:pt x="181259" y="68807"/>
                        <a:pt x="179546" y="116476"/>
                        <a:pt x="150070" y="147252"/>
                      </a:cubicBezTo>
                      <a:lnTo>
                        <a:pt x="150070" y="133075"/>
                      </a:lnTo>
                      <a:lnTo>
                        <a:pt x="141623" y="124628"/>
                      </a:lnTo>
                      <a:lnTo>
                        <a:pt x="141623" y="154990"/>
                      </a:lnTo>
                      <a:cubicBezTo>
                        <a:pt x="108898" y="181040"/>
                        <a:pt x="61229" y="179386"/>
                        <a:pt x="30454" y="149910"/>
                      </a:cubicBezTo>
                      <a:lnTo>
                        <a:pt x="44630" y="149910"/>
                      </a:lnTo>
                      <a:lnTo>
                        <a:pt x="53077" y="141463"/>
                      </a:lnTo>
                      <a:lnTo>
                        <a:pt x="22715" y="141463"/>
                      </a:lnTo>
                      <a:cubicBezTo>
                        <a:pt x="-3334" y="108738"/>
                        <a:pt x="-1680" y="61069"/>
                        <a:pt x="27795" y="3029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1258" name="Graphic 4773">
                  <a:extLst>
                    <a:ext uri="{FF2B5EF4-FFF2-40B4-BE49-F238E27FC236}">
                      <a16:creationId xmlns:a16="http://schemas.microsoft.com/office/drawing/2014/main" id="{93C63538-FA8F-6A81-6502-D442C54207A9}"/>
                    </a:ext>
                  </a:extLst>
                </p:cNvPr>
                <p:cNvGrpSpPr/>
                <p:nvPr/>
              </p:nvGrpSpPr>
              <p:grpSpPr>
                <a:xfrm>
                  <a:off x="1739250" y="2188416"/>
                  <a:ext cx="502742" cy="119025"/>
                  <a:chOff x="1739250" y="2188416"/>
                  <a:chExt cx="502742" cy="119025"/>
                </a:xfrm>
                <a:grpFill/>
              </p:grpSpPr>
              <p:sp>
                <p:nvSpPr>
                  <p:cNvPr id="1379" name="Freeform: Shape 1378">
                    <a:extLst>
                      <a:ext uri="{FF2B5EF4-FFF2-40B4-BE49-F238E27FC236}">
                        <a16:creationId xmlns:a16="http://schemas.microsoft.com/office/drawing/2014/main" id="{209472B7-006F-49BD-0180-74346AB406F1}"/>
                      </a:ext>
                    </a:extLst>
                  </p:cNvPr>
                  <p:cNvSpPr/>
                  <p:nvPr/>
                </p:nvSpPr>
                <p:spPr>
                  <a:xfrm>
                    <a:off x="2096208" y="2188475"/>
                    <a:ext cx="145784" cy="118966"/>
                  </a:xfrm>
                  <a:custGeom>
                    <a:avLst/>
                    <a:gdLst>
                      <a:gd name="connsiteX0" fmla="*/ 0 w 145784"/>
                      <a:gd name="connsiteY0" fmla="*/ 35678 h 118966"/>
                      <a:gd name="connsiteX1" fmla="*/ 0 w 145784"/>
                      <a:gd name="connsiteY1" fmla="*/ 83289 h 118966"/>
                      <a:gd name="connsiteX2" fmla="*/ 35678 w 145784"/>
                      <a:gd name="connsiteY2" fmla="*/ 118967 h 118966"/>
                      <a:gd name="connsiteX3" fmla="*/ 83288 w 145784"/>
                      <a:gd name="connsiteY3" fmla="*/ 118967 h 118966"/>
                      <a:gd name="connsiteX4" fmla="*/ 118494 w 145784"/>
                      <a:gd name="connsiteY4" fmla="*/ 88959 h 118966"/>
                      <a:gd name="connsiteX5" fmla="*/ 145784 w 145784"/>
                      <a:gd name="connsiteY5" fmla="*/ 59483 h 118966"/>
                      <a:gd name="connsiteX6" fmla="*/ 118494 w 145784"/>
                      <a:gd name="connsiteY6" fmla="*/ 30008 h 118966"/>
                      <a:gd name="connsiteX7" fmla="*/ 83288 w 145784"/>
                      <a:gd name="connsiteY7" fmla="*/ 0 h 118966"/>
                      <a:gd name="connsiteX8" fmla="*/ 35678 w 145784"/>
                      <a:gd name="connsiteY8" fmla="*/ 0 h 118966"/>
                      <a:gd name="connsiteX9" fmla="*/ 0 w 145784"/>
                      <a:gd name="connsiteY9" fmla="*/ 35678 h 118966"/>
                      <a:gd name="connsiteX10" fmla="*/ 5966 w 145784"/>
                      <a:gd name="connsiteY10" fmla="*/ 35678 h 118966"/>
                      <a:gd name="connsiteX11" fmla="*/ 35678 w 145784"/>
                      <a:gd name="connsiteY11" fmla="*/ 5907 h 118966"/>
                      <a:gd name="connsiteX12" fmla="*/ 83288 w 145784"/>
                      <a:gd name="connsiteY12" fmla="*/ 5907 h 118966"/>
                      <a:gd name="connsiteX13" fmla="*/ 112469 w 145784"/>
                      <a:gd name="connsiteY13" fmla="*/ 30067 h 118966"/>
                      <a:gd name="connsiteX14" fmla="*/ 86242 w 145784"/>
                      <a:gd name="connsiteY14" fmla="*/ 59424 h 118966"/>
                      <a:gd name="connsiteX15" fmla="*/ 112469 w 145784"/>
                      <a:gd name="connsiteY15" fmla="*/ 88782 h 118966"/>
                      <a:gd name="connsiteX16" fmla="*/ 83288 w 145784"/>
                      <a:gd name="connsiteY16" fmla="*/ 112942 h 118966"/>
                      <a:gd name="connsiteX17" fmla="*/ 35678 w 145784"/>
                      <a:gd name="connsiteY17" fmla="*/ 112942 h 118966"/>
                      <a:gd name="connsiteX18" fmla="*/ 5966 w 145784"/>
                      <a:gd name="connsiteY18" fmla="*/ 83171 h 118966"/>
                      <a:gd name="connsiteX19" fmla="*/ 5966 w 145784"/>
                      <a:gd name="connsiteY19" fmla="*/ 3567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0" y="35678"/>
                        </a:moveTo>
                        <a:lnTo>
                          <a:pt x="0" y="83289"/>
                        </a:lnTo>
                        <a:cubicBezTo>
                          <a:pt x="0" y="103018"/>
                          <a:pt x="16008" y="118967"/>
                          <a:pt x="35678" y="118967"/>
                        </a:cubicBezTo>
                        <a:lnTo>
                          <a:pt x="83288" y="118967"/>
                        </a:lnTo>
                        <a:cubicBezTo>
                          <a:pt x="101068" y="118967"/>
                          <a:pt x="115777" y="105971"/>
                          <a:pt x="118494" y="88959"/>
                        </a:cubicBezTo>
                        <a:cubicBezTo>
                          <a:pt x="133734" y="87660"/>
                          <a:pt x="145784" y="75019"/>
                          <a:pt x="145784" y="59483"/>
                        </a:cubicBezTo>
                        <a:cubicBezTo>
                          <a:pt x="145784" y="43948"/>
                          <a:pt x="133734" y="31248"/>
                          <a:pt x="118494" y="30008"/>
                        </a:cubicBezTo>
                        <a:cubicBezTo>
                          <a:pt x="115777" y="12996"/>
                          <a:pt x="101068" y="0"/>
                          <a:pt x="83288" y="0"/>
                        </a:cubicBezTo>
                        <a:lnTo>
                          <a:pt x="35678" y="0"/>
                        </a:lnTo>
                        <a:cubicBezTo>
                          <a:pt x="16008" y="-59"/>
                          <a:pt x="0" y="15949"/>
                          <a:pt x="0" y="35678"/>
                        </a:cubicBezTo>
                        <a:close/>
                        <a:moveTo>
                          <a:pt x="5966" y="35678"/>
                        </a:moveTo>
                        <a:cubicBezTo>
                          <a:pt x="5966" y="19257"/>
                          <a:pt x="19316" y="5907"/>
                          <a:pt x="35678" y="5907"/>
                        </a:cubicBezTo>
                        <a:lnTo>
                          <a:pt x="83288" y="5907"/>
                        </a:lnTo>
                        <a:cubicBezTo>
                          <a:pt x="97761" y="5907"/>
                          <a:pt x="109870" y="16303"/>
                          <a:pt x="112469" y="30067"/>
                        </a:cubicBezTo>
                        <a:cubicBezTo>
                          <a:pt x="97761" y="31839"/>
                          <a:pt x="86242" y="44244"/>
                          <a:pt x="86242" y="59424"/>
                        </a:cubicBezTo>
                        <a:cubicBezTo>
                          <a:pt x="86242" y="74664"/>
                          <a:pt x="97701" y="87010"/>
                          <a:pt x="112469" y="88782"/>
                        </a:cubicBezTo>
                        <a:cubicBezTo>
                          <a:pt x="109870" y="102545"/>
                          <a:pt x="97761" y="112942"/>
                          <a:pt x="83288" y="112942"/>
                        </a:cubicBezTo>
                        <a:lnTo>
                          <a:pt x="35678" y="112942"/>
                        </a:lnTo>
                        <a:cubicBezTo>
                          <a:pt x="19257" y="112942"/>
                          <a:pt x="5966" y="99592"/>
                          <a:pt x="5966" y="83171"/>
                        </a:cubicBezTo>
                        <a:lnTo>
                          <a:pt x="5966" y="35678"/>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80" name="Freeform: Shape 1379">
                    <a:extLst>
                      <a:ext uri="{FF2B5EF4-FFF2-40B4-BE49-F238E27FC236}">
                        <a16:creationId xmlns:a16="http://schemas.microsoft.com/office/drawing/2014/main" id="{F2A19966-2336-4107-C1C6-04EDA5260FEF}"/>
                      </a:ext>
                    </a:extLst>
                  </p:cNvPr>
                  <p:cNvSpPr/>
                  <p:nvPr/>
                </p:nvSpPr>
                <p:spPr>
                  <a:xfrm>
                    <a:off x="1739250" y="2188416"/>
                    <a:ext cx="145784" cy="118966"/>
                  </a:xfrm>
                  <a:custGeom>
                    <a:avLst/>
                    <a:gdLst>
                      <a:gd name="connsiteX0" fmla="*/ 145784 w 145784"/>
                      <a:gd name="connsiteY0" fmla="*/ 83288 h 118966"/>
                      <a:gd name="connsiteX1" fmla="*/ 145784 w 145784"/>
                      <a:gd name="connsiteY1" fmla="*/ 35678 h 118966"/>
                      <a:gd name="connsiteX2" fmla="*/ 110106 w 145784"/>
                      <a:gd name="connsiteY2" fmla="*/ 0 h 118966"/>
                      <a:gd name="connsiteX3" fmla="*/ 62496 w 145784"/>
                      <a:gd name="connsiteY3" fmla="*/ 0 h 118966"/>
                      <a:gd name="connsiteX4" fmla="*/ 27290 w 145784"/>
                      <a:gd name="connsiteY4" fmla="*/ 30007 h 118966"/>
                      <a:gd name="connsiteX5" fmla="*/ 0 w 145784"/>
                      <a:gd name="connsiteY5" fmla="*/ 59483 h 118966"/>
                      <a:gd name="connsiteX6" fmla="*/ 27290 w 145784"/>
                      <a:gd name="connsiteY6" fmla="*/ 88959 h 118966"/>
                      <a:gd name="connsiteX7" fmla="*/ 62496 w 145784"/>
                      <a:gd name="connsiteY7" fmla="*/ 118966 h 118966"/>
                      <a:gd name="connsiteX8" fmla="*/ 110106 w 145784"/>
                      <a:gd name="connsiteY8" fmla="*/ 118966 h 118966"/>
                      <a:gd name="connsiteX9" fmla="*/ 145784 w 145784"/>
                      <a:gd name="connsiteY9" fmla="*/ 83288 h 118966"/>
                      <a:gd name="connsiteX10" fmla="*/ 139877 w 145784"/>
                      <a:gd name="connsiteY10" fmla="*/ 83288 h 118966"/>
                      <a:gd name="connsiteX11" fmla="*/ 110106 w 145784"/>
                      <a:gd name="connsiteY11" fmla="*/ 113059 h 118966"/>
                      <a:gd name="connsiteX12" fmla="*/ 62496 w 145784"/>
                      <a:gd name="connsiteY12" fmla="*/ 113059 h 118966"/>
                      <a:gd name="connsiteX13" fmla="*/ 33315 w 145784"/>
                      <a:gd name="connsiteY13" fmla="*/ 88900 h 118966"/>
                      <a:gd name="connsiteX14" fmla="*/ 59542 w 145784"/>
                      <a:gd name="connsiteY14" fmla="*/ 59542 h 118966"/>
                      <a:gd name="connsiteX15" fmla="*/ 33315 w 145784"/>
                      <a:gd name="connsiteY15" fmla="*/ 30185 h 118966"/>
                      <a:gd name="connsiteX16" fmla="*/ 62496 w 145784"/>
                      <a:gd name="connsiteY16" fmla="*/ 6025 h 118966"/>
                      <a:gd name="connsiteX17" fmla="*/ 110106 w 145784"/>
                      <a:gd name="connsiteY17" fmla="*/ 6025 h 118966"/>
                      <a:gd name="connsiteX18" fmla="*/ 139877 w 145784"/>
                      <a:gd name="connsiteY18" fmla="*/ 35796 h 118966"/>
                      <a:gd name="connsiteX19" fmla="*/ 139877 w 145784"/>
                      <a:gd name="connsiteY19" fmla="*/ 8328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145784" y="83288"/>
                        </a:moveTo>
                        <a:lnTo>
                          <a:pt x="145784" y="35678"/>
                        </a:lnTo>
                        <a:cubicBezTo>
                          <a:pt x="145784" y="15949"/>
                          <a:pt x="129776" y="0"/>
                          <a:pt x="110106" y="0"/>
                        </a:cubicBezTo>
                        <a:lnTo>
                          <a:pt x="62496" y="0"/>
                        </a:lnTo>
                        <a:cubicBezTo>
                          <a:pt x="44716" y="0"/>
                          <a:pt x="30007" y="12995"/>
                          <a:pt x="27290" y="30007"/>
                        </a:cubicBezTo>
                        <a:cubicBezTo>
                          <a:pt x="12050" y="31307"/>
                          <a:pt x="0" y="43889"/>
                          <a:pt x="0" y="59483"/>
                        </a:cubicBezTo>
                        <a:cubicBezTo>
                          <a:pt x="0" y="75078"/>
                          <a:pt x="12050" y="87718"/>
                          <a:pt x="27290" y="88959"/>
                        </a:cubicBezTo>
                        <a:cubicBezTo>
                          <a:pt x="30007" y="105971"/>
                          <a:pt x="44716" y="118966"/>
                          <a:pt x="62496" y="118966"/>
                        </a:cubicBezTo>
                        <a:lnTo>
                          <a:pt x="110106" y="118966"/>
                        </a:lnTo>
                        <a:cubicBezTo>
                          <a:pt x="129835" y="118966"/>
                          <a:pt x="145784" y="103018"/>
                          <a:pt x="145784" y="83288"/>
                        </a:cubicBezTo>
                        <a:close/>
                        <a:moveTo>
                          <a:pt x="139877" y="83288"/>
                        </a:moveTo>
                        <a:cubicBezTo>
                          <a:pt x="139877" y="99710"/>
                          <a:pt x="126527" y="113059"/>
                          <a:pt x="110106" y="113059"/>
                        </a:cubicBezTo>
                        <a:lnTo>
                          <a:pt x="62496" y="113059"/>
                        </a:lnTo>
                        <a:cubicBezTo>
                          <a:pt x="48024" y="113059"/>
                          <a:pt x="35914" y="102663"/>
                          <a:pt x="33315" y="88900"/>
                        </a:cubicBezTo>
                        <a:cubicBezTo>
                          <a:pt x="48083" y="87128"/>
                          <a:pt x="59542" y="74723"/>
                          <a:pt x="59542" y="59542"/>
                        </a:cubicBezTo>
                        <a:cubicBezTo>
                          <a:pt x="59542" y="44361"/>
                          <a:pt x="48083" y="31957"/>
                          <a:pt x="33315" y="30185"/>
                        </a:cubicBezTo>
                        <a:cubicBezTo>
                          <a:pt x="35914" y="16421"/>
                          <a:pt x="48024" y="6025"/>
                          <a:pt x="62496" y="6025"/>
                        </a:cubicBezTo>
                        <a:lnTo>
                          <a:pt x="110106" y="6025"/>
                        </a:lnTo>
                        <a:cubicBezTo>
                          <a:pt x="126527" y="6025"/>
                          <a:pt x="139877" y="19375"/>
                          <a:pt x="139877" y="35796"/>
                        </a:cubicBezTo>
                        <a:lnTo>
                          <a:pt x="139877" y="83288"/>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81" name="Freeform: Shape 1380">
                    <a:extLst>
                      <a:ext uri="{FF2B5EF4-FFF2-40B4-BE49-F238E27FC236}">
                        <a16:creationId xmlns:a16="http://schemas.microsoft.com/office/drawing/2014/main" id="{7F1BDC6F-48EB-B23F-4B78-6D034D017781}"/>
                      </a:ext>
                    </a:extLst>
                  </p:cNvPr>
                  <p:cNvSpPr/>
                  <p:nvPr/>
                </p:nvSpPr>
                <p:spPr>
                  <a:xfrm>
                    <a:off x="1900510" y="2188475"/>
                    <a:ext cx="176559" cy="118907"/>
                  </a:xfrm>
                  <a:custGeom>
                    <a:avLst/>
                    <a:gdLst>
                      <a:gd name="connsiteX0" fmla="*/ 28354 w 176559"/>
                      <a:gd name="connsiteY0" fmla="*/ 89018 h 118907"/>
                      <a:gd name="connsiteX1" fmla="*/ 63559 w 176559"/>
                      <a:gd name="connsiteY1" fmla="*/ 118907 h 118907"/>
                      <a:gd name="connsiteX2" fmla="*/ 111170 w 176559"/>
                      <a:gd name="connsiteY2" fmla="*/ 118907 h 118907"/>
                      <a:gd name="connsiteX3" fmla="*/ 146316 w 176559"/>
                      <a:gd name="connsiteY3" fmla="*/ 89136 h 118907"/>
                      <a:gd name="connsiteX4" fmla="*/ 146848 w 176559"/>
                      <a:gd name="connsiteY4" fmla="*/ 89195 h 118907"/>
                      <a:gd name="connsiteX5" fmla="*/ 176560 w 176559"/>
                      <a:gd name="connsiteY5" fmla="*/ 59483 h 118907"/>
                      <a:gd name="connsiteX6" fmla="*/ 146848 w 176559"/>
                      <a:gd name="connsiteY6" fmla="*/ 29712 h 118907"/>
                      <a:gd name="connsiteX7" fmla="*/ 146316 w 176559"/>
                      <a:gd name="connsiteY7" fmla="*/ 29771 h 118907"/>
                      <a:gd name="connsiteX8" fmla="*/ 111170 w 176559"/>
                      <a:gd name="connsiteY8" fmla="*/ 0 h 118907"/>
                      <a:gd name="connsiteX9" fmla="*/ 63559 w 176559"/>
                      <a:gd name="connsiteY9" fmla="*/ 0 h 118907"/>
                      <a:gd name="connsiteX10" fmla="*/ 28354 w 176559"/>
                      <a:gd name="connsiteY10" fmla="*/ 29889 h 118907"/>
                      <a:gd name="connsiteX11" fmla="*/ 0 w 176559"/>
                      <a:gd name="connsiteY11" fmla="*/ 59483 h 118907"/>
                      <a:gd name="connsiteX12" fmla="*/ 28354 w 176559"/>
                      <a:gd name="connsiteY12" fmla="*/ 89018 h 118907"/>
                      <a:gd name="connsiteX13" fmla="*/ 34320 w 176559"/>
                      <a:gd name="connsiteY13" fmla="*/ 88723 h 118907"/>
                      <a:gd name="connsiteX14" fmla="*/ 59424 w 176559"/>
                      <a:gd name="connsiteY14" fmla="*/ 59424 h 118907"/>
                      <a:gd name="connsiteX15" fmla="*/ 34320 w 176559"/>
                      <a:gd name="connsiteY15" fmla="*/ 30126 h 118907"/>
                      <a:gd name="connsiteX16" fmla="*/ 63500 w 176559"/>
                      <a:gd name="connsiteY16" fmla="*/ 5848 h 118907"/>
                      <a:gd name="connsiteX17" fmla="*/ 111110 w 176559"/>
                      <a:gd name="connsiteY17" fmla="*/ 5848 h 118907"/>
                      <a:gd name="connsiteX18" fmla="*/ 140350 w 176559"/>
                      <a:gd name="connsiteY18" fmla="*/ 30421 h 118907"/>
                      <a:gd name="connsiteX19" fmla="*/ 117077 w 176559"/>
                      <a:gd name="connsiteY19" fmla="*/ 59424 h 118907"/>
                      <a:gd name="connsiteX20" fmla="*/ 140350 w 176559"/>
                      <a:gd name="connsiteY20" fmla="*/ 88427 h 118907"/>
                      <a:gd name="connsiteX21" fmla="*/ 111110 w 176559"/>
                      <a:gd name="connsiteY21" fmla="*/ 113001 h 118907"/>
                      <a:gd name="connsiteX22" fmla="*/ 63500 w 176559"/>
                      <a:gd name="connsiteY22" fmla="*/ 113001 h 118907"/>
                      <a:gd name="connsiteX23" fmla="*/ 34320 w 176559"/>
                      <a:gd name="connsiteY23" fmla="*/ 88723 h 118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559" h="118907">
                        <a:moveTo>
                          <a:pt x="28354" y="89018"/>
                        </a:moveTo>
                        <a:cubicBezTo>
                          <a:pt x="31130" y="105971"/>
                          <a:pt x="45779" y="118907"/>
                          <a:pt x="63559" y="118907"/>
                        </a:cubicBezTo>
                        <a:lnTo>
                          <a:pt x="111170" y="118907"/>
                        </a:lnTo>
                        <a:cubicBezTo>
                          <a:pt x="128890" y="118907"/>
                          <a:pt x="143540" y="106030"/>
                          <a:pt x="146316" y="89136"/>
                        </a:cubicBezTo>
                        <a:cubicBezTo>
                          <a:pt x="146493" y="89136"/>
                          <a:pt x="146671" y="89195"/>
                          <a:pt x="146848" y="89195"/>
                        </a:cubicBezTo>
                        <a:cubicBezTo>
                          <a:pt x="163269" y="89195"/>
                          <a:pt x="176560" y="75905"/>
                          <a:pt x="176560" y="59483"/>
                        </a:cubicBezTo>
                        <a:cubicBezTo>
                          <a:pt x="176560" y="43062"/>
                          <a:pt x="163269" y="29712"/>
                          <a:pt x="146848" y="29712"/>
                        </a:cubicBezTo>
                        <a:cubicBezTo>
                          <a:pt x="146671" y="29712"/>
                          <a:pt x="146493" y="29771"/>
                          <a:pt x="146316" y="29771"/>
                        </a:cubicBezTo>
                        <a:cubicBezTo>
                          <a:pt x="143481" y="12877"/>
                          <a:pt x="128831" y="0"/>
                          <a:pt x="111170" y="0"/>
                        </a:cubicBezTo>
                        <a:lnTo>
                          <a:pt x="63559" y="0"/>
                        </a:lnTo>
                        <a:cubicBezTo>
                          <a:pt x="45838" y="0"/>
                          <a:pt x="31189" y="12936"/>
                          <a:pt x="28354" y="29889"/>
                        </a:cubicBezTo>
                        <a:cubicBezTo>
                          <a:pt x="12582" y="30598"/>
                          <a:pt x="0" y="43534"/>
                          <a:pt x="0" y="59483"/>
                        </a:cubicBezTo>
                        <a:cubicBezTo>
                          <a:pt x="-59" y="75432"/>
                          <a:pt x="12582" y="88309"/>
                          <a:pt x="28354" y="89018"/>
                        </a:cubicBezTo>
                        <a:close/>
                        <a:moveTo>
                          <a:pt x="34320" y="88723"/>
                        </a:moveTo>
                        <a:cubicBezTo>
                          <a:pt x="48556" y="86478"/>
                          <a:pt x="59424" y="74310"/>
                          <a:pt x="59424" y="59424"/>
                        </a:cubicBezTo>
                        <a:cubicBezTo>
                          <a:pt x="59424" y="44598"/>
                          <a:pt x="48497" y="32370"/>
                          <a:pt x="34320" y="30126"/>
                        </a:cubicBezTo>
                        <a:cubicBezTo>
                          <a:pt x="36919" y="16362"/>
                          <a:pt x="48969" y="5848"/>
                          <a:pt x="63500" y="5848"/>
                        </a:cubicBezTo>
                        <a:lnTo>
                          <a:pt x="111110" y="5848"/>
                        </a:lnTo>
                        <a:cubicBezTo>
                          <a:pt x="125760" y="5848"/>
                          <a:pt x="137869" y="16481"/>
                          <a:pt x="140350" y="30421"/>
                        </a:cubicBezTo>
                        <a:cubicBezTo>
                          <a:pt x="127059" y="33375"/>
                          <a:pt x="117077" y="45189"/>
                          <a:pt x="117077" y="59424"/>
                        </a:cubicBezTo>
                        <a:cubicBezTo>
                          <a:pt x="117077" y="73601"/>
                          <a:pt x="127059" y="85474"/>
                          <a:pt x="140350" y="88427"/>
                        </a:cubicBezTo>
                        <a:cubicBezTo>
                          <a:pt x="137869" y="102368"/>
                          <a:pt x="125760" y="113001"/>
                          <a:pt x="111110" y="113001"/>
                        </a:cubicBezTo>
                        <a:lnTo>
                          <a:pt x="63500" y="113001"/>
                        </a:lnTo>
                        <a:cubicBezTo>
                          <a:pt x="48969" y="113001"/>
                          <a:pt x="36919" y="102486"/>
                          <a:pt x="34320" y="8872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259" name="Graphic 4773">
                  <a:extLst>
                    <a:ext uri="{FF2B5EF4-FFF2-40B4-BE49-F238E27FC236}">
                      <a16:creationId xmlns:a16="http://schemas.microsoft.com/office/drawing/2014/main" id="{0DF72719-74F1-C1E3-A6D3-41D375805B1E}"/>
                    </a:ext>
                  </a:extLst>
                </p:cNvPr>
                <p:cNvGrpSpPr/>
                <p:nvPr/>
              </p:nvGrpSpPr>
              <p:grpSpPr>
                <a:xfrm>
                  <a:off x="2558193" y="4022355"/>
                  <a:ext cx="400670" cy="114063"/>
                  <a:chOff x="2558193" y="4022355"/>
                  <a:chExt cx="400670" cy="114063"/>
                </a:xfrm>
                <a:grpFill/>
              </p:grpSpPr>
              <p:grpSp>
                <p:nvGrpSpPr>
                  <p:cNvPr id="1369" name="Graphic 4773">
                    <a:extLst>
                      <a:ext uri="{FF2B5EF4-FFF2-40B4-BE49-F238E27FC236}">
                        <a16:creationId xmlns:a16="http://schemas.microsoft.com/office/drawing/2014/main" id="{87EF95BF-105D-4402-0A3A-12E3F6771B18}"/>
                      </a:ext>
                    </a:extLst>
                  </p:cNvPr>
                  <p:cNvGrpSpPr/>
                  <p:nvPr/>
                </p:nvGrpSpPr>
                <p:grpSpPr>
                  <a:xfrm>
                    <a:off x="2558193" y="4022355"/>
                    <a:ext cx="114004" cy="114004"/>
                    <a:chOff x="2558193" y="4022355"/>
                    <a:chExt cx="114004" cy="114004"/>
                  </a:xfrm>
                  <a:grpFill/>
                </p:grpSpPr>
                <p:sp>
                  <p:nvSpPr>
                    <p:cNvPr id="1377" name="Freeform: Shape 1376">
                      <a:extLst>
                        <a:ext uri="{FF2B5EF4-FFF2-40B4-BE49-F238E27FC236}">
                          <a16:creationId xmlns:a16="http://schemas.microsoft.com/office/drawing/2014/main" id="{00510CB5-18A9-7406-6747-C8FFFC982EFF}"/>
                        </a:ext>
                      </a:extLst>
                    </p:cNvPr>
                    <p:cNvSpPr/>
                    <p:nvPr/>
                  </p:nvSpPr>
                  <p:spPr>
                    <a:xfrm>
                      <a:off x="2558193" y="4022355"/>
                      <a:ext cx="114004" cy="114004"/>
                    </a:xfrm>
                    <a:custGeom>
                      <a:avLst/>
                      <a:gdLst>
                        <a:gd name="connsiteX0" fmla="*/ 34201 w 114004"/>
                        <a:gd name="connsiteY0" fmla="*/ 114005 h 114004"/>
                        <a:gd name="connsiteX1" fmla="*/ 79803 w 114004"/>
                        <a:gd name="connsiteY1" fmla="*/ 114005 h 114004"/>
                        <a:gd name="connsiteX2" fmla="*/ 114005 w 114004"/>
                        <a:gd name="connsiteY2" fmla="*/ 79803 h 114004"/>
                        <a:gd name="connsiteX3" fmla="*/ 114005 w 114004"/>
                        <a:gd name="connsiteY3" fmla="*/ 34201 h 114004"/>
                        <a:gd name="connsiteX4" fmla="*/ 79803 w 114004"/>
                        <a:gd name="connsiteY4" fmla="*/ 0 h 114004"/>
                        <a:gd name="connsiteX5" fmla="*/ 34201 w 114004"/>
                        <a:gd name="connsiteY5" fmla="*/ 0 h 114004"/>
                        <a:gd name="connsiteX6" fmla="*/ 0 w 114004"/>
                        <a:gd name="connsiteY6" fmla="*/ 34201 h 114004"/>
                        <a:gd name="connsiteX7" fmla="*/ 0 w 114004"/>
                        <a:gd name="connsiteY7" fmla="*/ 79803 h 114004"/>
                        <a:gd name="connsiteX8" fmla="*/ 34201 w 114004"/>
                        <a:gd name="connsiteY8" fmla="*/ 114005 h 114004"/>
                        <a:gd name="connsiteX9" fmla="*/ 34201 w 114004"/>
                        <a:gd name="connsiteY9" fmla="*/ 108334 h 114004"/>
                        <a:gd name="connsiteX10" fmla="*/ 5730 w 114004"/>
                        <a:gd name="connsiteY10" fmla="*/ 79862 h 114004"/>
                        <a:gd name="connsiteX11" fmla="*/ 5730 w 114004"/>
                        <a:gd name="connsiteY11" fmla="*/ 34260 h 114004"/>
                        <a:gd name="connsiteX12" fmla="*/ 34201 w 114004"/>
                        <a:gd name="connsiteY12" fmla="*/ 5789 h 114004"/>
                        <a:gd name="connsiteX13" fmla="*/ 79803 w 114004"/>
                        <a:gd name="connsiteY13" fmla="*/ 5789 h 114004"/>
                        <a:gd name="connsiteX14" fmla="*/ 108275 w 114004"/>
                        <a:gd name="connsiteY14" fmla="*/ 34260 h 114004"/>
                        <a:gd name="connsiteX15" fmla="*/ 108275 w 114004"/>
                        <a:gd name="connsiteY15" fmla="*/ 79862 h 114004"/>
                        <a:gd name="connsiteX16" fmla="*/ 79803 w 114004"/>
                        <a:gd name="connsiteY16" fmla="*/ 108334 h 114004"/>
                        <a:gd name="connsiteX17" fmla="*/ 34201 w 114004"/>
                        <a:gd name="connsiteY17" fmla="*/ 108334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34201" y="114005"/>
                          </a:moveTo>
                          <a:lnTo>
                            <a:pt x="79803" y="114005"/>
                          </a:lnTo>
                          <a:cubicBezTo>
                            <a:pt x="98706" y="114005"/>
                            <a:pt x="114005" y="98705"/>
                            <a:pt x="114005" y="79803"/>
                          </a:cubicBezTo>
                          <a:lnTo>
                            <a:pt x="114005" y="34201"/>
                          </a:lnTo>
                          <a:cubicBezTo>
                            <a:pt x="114005" y="15299"/>
                            <a:pt x="98706" y="0"/>
                            <a:pt x="79803" y="0"/>
                          </a:cubicBezTo>
                          <a:lnTo>
                            <a:pt x="34201" y="0"/>
                          </a:lnTo>
                          <a:cubicBezTo>
                            <a:pt x="15299" y="0"/>
                            <a:pt x="0" y="15299"/>
                            <a:pt x="0" y="34201"/>
                          </a:cubicBezTo>
                          <a:lnTo>
                            <a:pt x="0" y="79803"/>
                          </a:lnTo>
                          <a:cubicBezTo>
                            <a:pt x="0" y="98705"/>
                            <a:pt x="15358" y="114005"/>
                            <a:pt x="34201" y="114005"/>
                          </a:cubicBezTo>
                          <a:close/>
                          <a:moveTo>
                            <a:pt x="34201" y="108334"/>
                          </a:moveTo>
                          <a:cubicBezTo>
                            <a:pt x="18489" y="108334"/>
                            <a:pt x="5730" y="95575"/>
                            <a:pt x="5730" y="79862"/>
                          </a:cubicBezTo>
                          <a:lnTo>
                            <a:pt x="5730" y="34260"/>
                          </a:lnTo>
                          <a:cubicBezTo>
                            <a:pt x="5730" y="18548"/>
                            <a:pt x="18489" y="5789"/>
                            <a:pt x="34201" y="5789"/>
                          </a:cubicBezTo>
                          <a:lnTo>
                            <a:pt x="79803" y="5789"/>
                          </a:lnTo>
                          <a:cubicBezTo>
                            <a:pt x="95516" y="5789"/>
                            <a:pt x="108275" y="18548"/>
                            <a:pt x="108275" y="34260"/>
                          </a:cubicBezTo>
                          <a:lnTo>
                            <a:pt x="108275" y="79862"/>
                          </a:lnTo>
                          <a:cubicBezTo>
                            <a:pt x="108275" y="95575"/>
                            <a:pt x="95516" y="108334"/>
                            <a:pt x="79803" y="108334"/>
                          </a:cubicBezTo>
                          <a:lnTo>
                            <a:pt x="34201" y="108334"/>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78" name="Freeform: Shape 1377">
                      <a:extLst>
                        <a:ext uri="{FF2B5EF4-FFF2-40B4-BE49-F238E27FC236}">
                          <a16:creationId xmlns:a16="http://schemas.microsoft.com/office/drawing/2014/main" id="{7D352FCC-3D2A-CAB1-5EDA-8F8A895C6E58}"/>
                        </a:ext>
                      </a:extLst>
                    </p:cNvPr>
                    <p:cNvSpPr/>
                    <p:nvPr/>
                  </p:nvSpPr>
                  <p:spPr>
                    <a:xfrm>
                      <a:off x="2593812" y="4054725"/>
                      <a:ext cx="42766" cy="49323"/>
                    </a:xfrm>
                    <a:custGeom>
                      <a:avLst/>
                      <a:gdLst>
                        <a:gd name="connsiteX0" fmla="*/ 42767 w 42766"/>
                        <a:gd name="connsiteY0" fmla="*/ 0 h 49323"/>
                        <a:gd name="connsiteX1" fmla="*/ 42767 w 42766"/>
                        <a:gd name="connsiteY1" fmla="*/ 49323 h 49323"/>
                        <a:gd name="connsiteX2" fmla="*/ 0 w 42766"/>
                        <a:gd name="connsiteY2" fmla="*/ 24691 h 49323"/>
                      </a:gdLst>
                      <a:ahLst/>
                      <a:cxnLst>
                        <a:cxn ang="0">
                          <a:pos x="connsiteX0" y="connsiteY0"/>
                        </a:cxn>
                        <a:cxn ang="0">
                          <a:pos x="connsiteX1" y="connsiteY1"/>
                        </a:cxn>
                        <a:cxn ang="0">
                          <a:pos x="connsiteX2" y="connsiteY2"/>
                        </a:cxn>
                      </a:cxnLst>
                      <a:rect l="l" t="t" r="r" b="b"/>
                      <a:pathLst>
                        <a:path w="42766" h="49323">
                          <a:moveTo>
                            <a:pt x="42767" y="0"/>
                          </a:moveTo>
                          <a:lnTo>
                            <a:pt x="42767" y="49323"/>
                          </a:lnTo>
                          <a:lnTo>
                            <a:pt x="0" y="24691"/>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370" name="Graphic 4773">
                    <a:extLst>
                      <a:ext uri="{FF2B5EF4-FFF2-40B4-BE49-F238E27FC236}">
                        <a16:creationId xmlns:a16="http://schemas.microsoft.com/office/drawing/2014/main" id="{25A1B8E4-E664-E380-BEEE-1D53CDF2AE83}"/>
                      </a:ext>
                    </a:extLst>
                  </p:cNvPr>
                  <p:cNvGrpSpPr/>
                  <p:nvPr/>
                </p:nvGrpSpPr>
                <p:grpSpPr>
                  <a:xfrm>
                    <a:off x="2844858" y="4022414"/>
                    <a:ext cx="114004" cy="114004"/>
                    <a:chOff x="2844858" y="4022414"/>
                    <a:chExt cx="114004" cy="114004"/>
                  </a:xfrm>
                  <a:grpFill/>
                </p:grpSpPr>
                <p:sp>
                  <p:nvSpPr>
                    <p:cNvPr id="1375" name="Freeform: Shape 1374">
                      <a:extLst>
                        <a:ext uri="{FF2B5EF4-FFF2-40B4-BE49-F238E27FC236}">
                          <a16:creationId xmlns:a16="http://schemas.microsoft.com/office/drawing/2014/main" id="{76FA7115-E9BD-5B9C-0503-749F6A28EE5D}"/>
                        </a:ext>
                      </a:extLst>
                    </p:cNvPr>
                    <p:cNvSpPr/>
                    <p:nvPr/>
                  </p:nvSpPr>
                  <p:spPr>
                    <a:xfrm>
                      <a:off x="2844858" y="4022414"/>
                      <a:ext cx="114004" cy="114004"/>
                    </a:xfrm>
                    <a:custGeom>
                      <a:avLst/>
                      <a:gdLst>
                        <a:gd name="connsiteX0" fmla="*/ 79803 w 114004"/>
                        <a:gd name="connsiteY0" fmla="*/ 0 h 114004"/>
                        <a:gd name="connsiteX1" fmla="*/ 34201 w 114004"/>
                        <a:gd name="connsiteY1" fmla="*/ 0 h 114004"/>
                        <a:gd name="connsiteX2" fmla="*/ 0 w 114004"/>
                        <a:gd name="connsiteY2" fmla="*/ 34201 h 114004"/>
                        <a:gd name="connsiteX3" fmla="*/ 0 w 114004"/>
                        <a:gd name="connsiteY3" fmla="*/ 79803 h 114004"/>
                        <a:gd name="connsiteX4" fmla="*/ 34201 w 114004"/>
                        <a:gd name="connsiteY4" fmla="*/ 114005 h 114004"/>
                        <a:gd name="connsiteX5" fmla="*/ 79803 w 114004"/>
                        <a:gd name="connsiteY5" fmla="*/ 114005 h 114004"/>
                        <a:gd name="connsiteX6" fmla="*/ 114005 w 114004"/>
                        <a:gd name="connsiteY6" fmla="*/ 79803 h 114004"/>
                        <a:gd name="connsiteX7" fmla="*/ 114005 w 114004"/>
                        <a:gd name="connsiteY7" fmla="*/ 34201 h 114004"/>
                        <a:gd name="connsiteX8" fmla="*/ 79803 w 114004"/>
                        <a:gd name="connsiteY8" fmla="*/ 0 h 114004"/>
                        <a:gd name="connsiteX9" fmla="*/ 79803 w 114004"/>
                        <a:gd name="connsiteY9" fmla="*/ 5670 h 114004"/>
                        <a:gd name="connsiteX10" fmla="*/ 108275 w 114004"/>
                        <a:gd name="connsiteY10" fmla="*/ 34142 h 114004"/>
                        <a:gd name="connsiteX11" fmla="*/ 108275 w 114004"/>
                        <a:gd name="connsiteY11" fmla="*/ 79744 h 114004"/>
                        <a:gd name="connsiteX12" fmla="*/ 79803 w 114004"/>
                        <a:gd name="connsiteY12" fmla="*/ 108216 h 114004"/>
                        <a:gd name="connsiteX13" fmla="*/ 34201 w 114004"/>
                        <a:gd name="connsiteY13" fmla="*/ 108216 h 114004"/>
                        <a:gd name="connsiteX14" fmla="*/ 5730 w 114004"/>
                        <a:gd name="connsiteY14" fmla="*/ 79744 h 114004"/>
                        <a:gd name="connsiteX15" fmla="*/ 5730 w 114004"/>
                        <a:gd name="connsiteY15" fmla="*/ 34142 h 114004"/>
                        <a:gd name="connsiteX16" fmla="*/ 34201 w 114004"/>
                        <a:gd name="connsiteY16" fmla="*/ 5670 h 114004"/>
                        <a:gd name="connsiteX17" fmla="*/ 79803 w 114004"/>
                        <a:gd name="connsiteY17" fmla="*/ 5670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79803" y="0"/>
                          </a:moveTo>
                          <a:lnTo>
                            <a:pt x="34201" y="0"/>
                          </a:lnTo>
                          <a:cubicBezTo>
                            <a:pt x="15299" y="0"/>
                            <a:pt x="0" y="15299"/>
                            <a:pt x="0" y="34201"/>
                          </a:cubicBez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close/>
                          <a:moveTo>
                            <a:pt x="79803" y="5670"/>
                          </a:moveTo>
                          <a:cubicBezTo>
                            <a:pt x="95516" y="5670"/>
                            <a:pt x="108275" y="18489"/>
                            <a:pt x="108275" y="34142"/>
                          </a:cubicBezTo>
                          <a:lnTo>
                            <a:pt x="108275" y="79744"/>
                          </a:lnTo>
                          <a:cubicBezTo>
                            <a:pt x="108275" y="95457"/>
                            <a:pt x="95516" y="108216"/>
                            <a:pt x="79803" y="108216"/>
                          </a:cubicBezTo>
                          <a:lnTo>
                            <a:pt x="34201" y="108216"/>
                          </a:lnTo>
                          <a:cubicBezTo>
                            <a:pt x="18489" y="108216"/>
                            <a:pt x="5730" y="95457"/>
                            <a:pt x="5730" y="79744"/>
                          </a:cubicBezTo>
                          <a:lnTo>
                            <a:pt x="5730" y="34142"/>
                          </a:lnTo>
                          <a:cubicBezTo>
                            <a:pt x="5730" y="18430"/>
                            <a:pt x="18489" y="5670"/>
                            <a:pt x="34201" y="5670"/>
                          </a:cubicBezTo>
                          <a:lnTo>
                            <a:pt x="79803" y="56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76" name="Freeform: Shape 1375">
                      <a:extLst>
                        <a:ext uri="{FF2B5EF4-FFF2-40B4-BE49-F238E27FC236}">
                          <a16:creationId xmlns:a16="http://schemas.microsoft.com/office/drawing/2014/main" id="{2B992FDA-8376-7285-64F8-7C8EE45AD2E9}"/>
                        </a:ext>
                      </a:extLst>
                    </p:cNvPr>
                    <p:cNvSpPr/>
                    <p:nvPr/>
                  </p:nvSpPr>
                  <p:spPr>
                    <a:xfrm>
                      <a:off x="2880537" y="4054725"/>
                      <a:ext cx="42707" cy="49323"/>
                    </a:xfrm>
                    <a:custGeom>
                      <a:avLst/>
                      <a:gdLst>
                        <a:gd name="connsiteX0" fmla="*/ 0 w 42707"/>
                        <a:gd name="connsiteY0" fmla="*/ 49323 h 49323"/>
                        <a:gd name="connsiteX1" fmla="*/ 0 w 42707"/>
                        <a:gd name="connsiteY1" fmla="*/ 0 h 49323"/>
                        <a:gd name="connsiteX2" fmla="*/ 42708 w 42707"/>
                        <a:gd name="connsiteY2" fmla="*/ 24691 h 49323"/>
                      </a:gdLst>
                      <a:ahLst/>
                      <a:cxnLst>
                        <a:cxn ang="0">
                          <a:pos x="connsiteX0" y="connsiteY0"/>
                        </a:cxn>
                        <a:cxn ang="0">
                          <a:pos x="connsiteX1" y="connsiteY1"/>
                        </a:cxn>
                        <a:cxn ang="0">
                          <a:pos x="connsiteX2" y="connsiteY2"/>
                        </a:cxn>
                      </a:cxnLst>
                      <a:rect l="l" t="t" r="r" b="b"/>
                      <a:pathLst>
                        <a:path w="42707" h="49323">
                          <a:moveTo>
                            <a:pt x="0" y="49323"/>
                          </a:moveTo>
                          <a:lnTo>
                            <a:pt x="0" y="0"/>
                          </a:lnTo>
                          <a:lnTo>
                            <a:pt x="42708" y="24691"/>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371" name="Graphic 4773">
                    <a:extLst>
                      <a:ext uri="{FF2B5EF4-FFF2-40B4-BE49-F238E27FC236}">
                        <a16:creationId xmlns:a16="http://schemas.microsoft.com/office/drawing/2014/main" id="{B4AA5335-94EA-DF36-009D-D9A9AB1CAE4D}"/>
                      </a:ext>
                    </a:extLst>
                  </p:cNvPr>
                  <p:cNvGrpSpPr/>
                  <p:nvPr/>
                </p:nvGrpSpPr>
                <p:grpSpPr>
                  <a:xfrm>
                    <a:off x="2702441" y="4022414"/>
                    <a:ext cx="114004" cy="114004"/>
                    <a:chOff x="2702441" y="4022414"/>
                    <a:chExt cx="114004" cy="114004"/>
                  </a:xfrm>
                  <a:grpFill/>
                </p:grpSpPr>
                <p:sp>
                  <p:nvSpPr>
                    <p:cNvPr id="1372" name="Freeform: Shape 1371">
                      <a:extLst>
                        <a:ext uri="{FF2B5EF4-FFF2-40B4-BE49-F238E27FC236}">
                          <a16:creationId xmlns:a16="http://schemas.microsoft.com/office/drawing/2014/main" id="{0DAD8326-98B6-8133-667A-24568A8A0BB2}"/>
                        </a:ext>
                      </a:extLst>
                    </p:cNvPr>
                    <p:cNvSpPr/>
                    <p:nvPr/>
                  </p:nvSpPr>
                  <p:spPr>
                    <a:xfrm>
                      <a:off x="2702441" y="4022414"/>
                      <a:ext cx="114004" cy="114004"/>
                    </a:xfrm>
                    <a:custGeom>
                      <a:avLst/>
                      <a:gdLst>
                        <a:gd name="connsiteX0" fmla="*/ 0 w 114004"/>
                        <a:gd name="connsiteY0" fmla="*/ 34201 h 114004"/>
                        <a:gd name="connsiteX1" fmla="*/ 0 w 114004"/>
                        <a:gd name="connsiteY1" fmla="*/ 79803 h 114004"/>
                        <a:gd name="connsiteX2" fmla="*/ 34201 w 114004"/>
                        <a:gd name="connsiteY2" fmla="*/ 114005 h 114004"/>
                        <a:gd name="connsiteX3" fmla="*/ 79803 w 114004"/>
                        <a:gd name="connsiteY3" fmla="*/ 114005 h 114004"/>
                        <a:gd name="connsiteX4" fmla="*/ 114005 w 114004"/>
                        <a:gd name="connsiteY4" fmla="*/ 79803 h 114004"/>
                        <a:gd name="connsiteX5" fmla="*/ 114005 w 114004"/>
                        <a:gd name="connsiteY5" fmla="*/ 34201 h 114004"/>
                        <a:gd name="connsiteX6" fmla="*/ 79803 w 114004"/>
                        <a:gd name="connsiteY6" fmla="*/ 0 h 114004"/>
                        <a:gd name="connsiteX7" fmla="*/ 34201 w 114004"/>
                        <a:gd name="connsiteY7" fmla="*/ 0 h 114004"/>
                        <a:gd name="connsiteX8" fmla="*/ 0 w 114004"/>
                        <a:gd name="connsiteY8" fmla="*/ 34201 h 114004"/>
                        <a:gd name="connsiteX9" fmla="*/ 5730 w 114004"/>
                        <a:gd name="connsiteY9" fmla="*/ 34201 h 114004"/>
                        <a:gd name="connsiteX10" fmla="*/ 34201 w 114004"/>
                        <a:gd name="connsiteY10" fmla="*/ 5730 h 114004"/>
                        <a:gd name="connsiteX11" fmla="*/ 79803 w 114004"/>
                        <a:gd name="connsiteY11" fmla="*/ 5730 h 114004"/>
                        <a:gd name="connsiteX12" fmla="*/ 108275 w 114004"/>
                        <a:gd name="connsiteY12" fmla="*/ 34201 h 114004"/>
                        <a:gd name="connsiteX13" fmla="*/ 108275 w 114004"/>
                        <a:gd name="connsiteY13" fmla="*/ 79803 h 114004"/>
                        <a:gd name="connsiteX14" fmla="*/ 79803 w 114004"/>
                        <a:gd name="connsiteY14" fmla="*/ 108275 h 114004"/>
                        <a:gd name="connsiteX15" fmla="*/ 34201 w 114004"/>
                        <a:gd name="connsiteY15" fmla="*/ 108275 h 114004"/>
                        <a:gd name="connsiteX16" fmla="*/ 5730 w 114004"/>
                        <a:gd name="connsiteY16" fmla="*/ 79803 h 114004"/>
                        <a:gd name="connsiteX17" fmla="*/ 5730 w 114004"/>
                        <a:gd name="connsiteY17" fmla="*/ 34201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0" y="34201"/>
                          </a:move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lnTo>
                            <a:pt x="34201" y="0"/>
                          </a:lnTo>
                          <a:cubicBezTo>
                            <a:pt x="15358" y="0"/>
                            <a:pt x="0" y="15299"/>
                            <a:pt x="0" y="34201"/>
                          </a:cubicBezTo>
                          <a:close/>
                          <a:moveTo>
                            <a:pt x="5730" y="34201"/>
                          </a:moveTo>
                          <a:cubicBezTo>
                            <a:pt x="5730" y="18489"/>
                            <a:pt x="18489" y="5730"/>
                            <a:pt x="34201" y="5730"/>
                          </a:cubicBezTo>
                          <a:lnTo>
                            <a:pt x="79803" y="5730"/>
                          </a:lnTo>
                          <a:cubicBezTo>
                            <a:pt x="95516" y="5730"/>
                            <a:pt x="108275" y="18489"/>
                            <a:pt x="108275" y="34201"/>
                          </a:cubicBezTo>
                          <a:lnTo>
                            <a:pt x="108275" y="79803"/>
                          </a:lnTo>
                          <a:cubicBezTo>
                            <a:pt x="108275" y="95516"/>
                            <a:pt x="95516" y="108275"/>
                            <a:pt x="79803" y="108275"/>
                          </a:cubicBezTo>
                          <a:lnTo>
                            <a:pt x="34201" y="108275"/>
                          </a:lnTo>
                          <a:cubicBezTo>
                            <a:pt x="18489" y="108275"/>
                            <a:pt x="5730" y="95516"/>
                            <a:pt x="5730" y="79803"/>
                          </a:cubicBezTo>
                          <a:lnTo>
                            <a:pt x="5730" y="34201"/>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73" name="Freeform: Shape 1372">
                      <a:extLst>
                        <a:ext uri="{FF2B5EF4-FFF2-40B4-BE49-F238E27FC236}">
                          <a16:creationId xmlns:a16="http://schemas.microsoft.com/office/drawing/2014/main" id="{55861A91-FA6C-0593-9B93-4C394DBA57BC}"/>
                        </a:ext>
                      </a:extLst>
                    </p:cNvPr>
                    <p:cNvSpPr/>
                    <p:nvPr/>
                  </p:nvSpPr>
                  <p:spPr>
                    <a:xfrm>
                      <a:off x="2765114"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74" name="Freeform: Shape 1373">
                      <a:extLst>
                        <a:ext uri="{FF2B5EF4-FFF2-40B4-BE49-F238E27FC236}">
                          <a16:creationId xmlns:a16="http://schemas.microsoft.com/office/drawing/2014/main" id="{2971494F-6B02-DB01-5EE5-1096A9380805}"/>
                        </a:ext>
                      </a:extLst>
                    </p:cNvPr>
                    <p:cNvSpPr/>
                    <p:nvPr/>
                  </p:nvSpPr>
                  <p:spPr>
                    <a:xfrm>
                      <a:off x="2738533"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1260" name="Graphic 4773">
                  <a:extLst>
                    <a:ext uri="{FF2B5EF4-FFF2-40B4-BE49-F238E27FC236}">
                      <a16:creationId xmlns:a16="http://schemas.microsoft.com/office/drawing/2014/main" id="{EDE5506F-46F9-41AD-A9A3-C8357C81EE00}"/>
                    </a:ext>
                  </a:extLst>
                </p:cNvPr>
                <p:cNvGrpSpPr/>
                <p:nvPr/>
              </p:nvGrpSpPr>
              <p:grpSpPr>
                <a:xfrm>
                  <a:off x="4176882" y="1893185"/>
                  <a:ext cx="116840" cy="236869"/>
                  <a:chOff x="4176882" y="1893185"/>
                  <a:chExt cx="116840" cy="236869"/>
                </a:xfrm>
                <a:grpFill/>
              </p:grpSpPr>
              <p:sp>
                <p:nvSpPr>
                  <p:cNvPr id="1367" name="Freeform: Shape 1366">
                    <a:extLst>
                      <a:ext uri="{FF2B5EF4-FFF2-40B4-BE49-F238E27FC236}">
                        <a16:creationId xmlns:a16="http://schemas.microsoft.com/office/drawing/2014/main" id="{C96DDD9A-4104-48C6-7207-A9D32200E6F4}"/>
                      </a:ext>
                    </a:extLst>
                  </p:cNvPr>
                  <p:cNvSpPr/>
                  <p:nvPr/>
                </p:nvSpPr>
                <p:spPr>
                  <a:xfrm>
                    <a:off x="4176941" y="2013274"/>
                    <a:ext cx="116781" cy="116781"/>
                  </a:xfrm>
                  <a:custGeom>
                    <a:avLst/>
                    <a:gdLst>
                      <a:gd name="connsiteX0" fmla="*/ 116781 w 116781"/>
                      <a:gd name="connsiteY0" fmla="*/ 97524 h 116781"/>
                      <a:gd name="connsiteX1" fmla="*/ 39813 w 116781"/>
                      <a:gd name="connsiteY1" fmla="*/ 20556 h 116781"/>
                      <a:gd name="connsiteX2" fmla="*/ 102782 w 116781"/>
                      <a:gd name="connsiteY2" fmla="*/ 20556 h 116781"/>
                      <a:gd name="connsiteX3" fmla="*/ 82225 w 116781"/>
                      <a:gd name="connsiteY3" fmla="*/ 0 h 116781"/>
                      <a:gd name="connsiteX4" fmla="*/ 0 w 116781"/>
                      <a:gd name="connsiteY4" fmla="*/ 0 h 116781"/>
                      <a:gd name="connsiteX5" fmla="*/ 0 w 116781"/>
                      <a:gd name="connsiteY5" fmla="*/ 82225 h 116781"/>
                      <a:gd name="connsiteX6" fmla="*/ 20556 w 116781"/>
                      <a:gd name="connsiteY6" fmla="*/ 102782 h 116781"/>
                      <a:gd name="connsiteX7" fmla="*/ 20556 w 116781"/>
                      <a:gd name="connsiteY7" fmla="*/ 39813 h 116781"/>
                      <a:gd name="connsiteX8" fmla="*/ 97524 w 116781"/>
                      <a:gd name="connsiteY8" fmla="*/ 116781 h 116781"/>
                      <a:gd name="connsiteX9" fmla="*/ 116781 w 116781"/>
                      <a:gd name="connsiteY9" fmla="*/ 97524 h 116781"/>
                      <a:gd name="connsiteX10" fmla="*/ 37746 w 116781"/>
                      <a:gd name="connsiteY10" fmla="*/ 22624 h 116781"/>
                      <a:gd name="connsiteX11" fmla="*/ 112646 w 116781"/>
                      <a:gd name="connsiteY11" fmla="*/ 97524 h 116781"/>
                      <a:gd name="connsiteX12" fmla="*/ 97465 w 116781"/>
                      <a:gd name="connsiteY12" fmla="*/ 112705 h 116781"/>
                      <a:gd name="connsiteX13" fmla="*/ 22565 w 116781"/>
                      <a:gd name="connsiteY13" fmla="*/ 37805 h 116781"/>
                      <a:gd name="connsiteX14" fmla="*/ 17603 w 116781"/>
                      <a:gd name="connsiteY14" fmla="*/ 32843 h 116781"/>
                      <a:gd name="connsiteX15" fmla="*/ 17603 w 116781"/>
                      <a:gd name="connsiteY15" fmla="*/ 39872 h 116781"/>
                      <a:gd name="connsiteX16" fmla="*/ 17603 w 116781"/>
                      <a:gd name="connsiteY16" fmla="*/ 95870 h 116781"/>
                      <a:gd name="connsiteX17" fmla="*/ 2835 w 116781"/>
                      <a:gd name="connsiteY17" fmla="*/ 81103 h 116781"/>
                      <a:gd name="connsiteX18" fmla="*/ 2835 w 116781"/>
                      <a:gd name="connsiteY18" fmla="*/ 2953 h 116781"/>
                      <a:gd name="connsiteX19" fmla="*/ 80985 w 116781"/>
                      <a:gd name="connsiteY19" fmla="*/ 2953 h 116781"/>
                      <a:gd name="connsiteX20" fmla="*/ 95752 w 116781"/>
                      <a:gd name="connsiteY20" fmla="*/ 17721 h 116781"/>
                      <a:gd name="connsiteX21" fmla="*/ 39813 w 116781"/>
                      <a:gd name="connsiteY21" fmla="*/ 17721 h 116781"/>
                      <a:gd name="connsiteX22" fmla="*/ 32784 w 116781"/>
                      <a:gd name="connsiteY22" fmla="*/ 17721 h 116781"/>
                      <a:gd name="connsiteX23" fmla="*/ 37746 w 116781"/>
                      <a:gd name="connsiteY23" fmla="*/ 2262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1">
                        <a:moveTo>
                          <a:pt x="116781" y="97524"/>
                        </a:moveTo>
                        <a:lnTo>
                          <a:pt x="39813" y="20556"/>
                        </a:lnTo>
                        <a:lnTo>
                          <a:pt x="102782" y="20556"/>
                        </a:lnTo>
                        <a:lnTo>
                          <a:pt x="82225" y="0"/>
                        </a:lnTo>
                        <a:lnTo>
                          <a:pt x="0" y="0"/>
                        </a:lnTo>
                        <a:lnTo>
                          <a:pt x="0" y="82225"/>
                        </a:lnTo>
                        <a:lnTo>
                          <a:pt x="20556" y="102782"/>
                        </a:lnTo>
                        <a:lnTo>
                          <a:pt x="20556" y="39813"/>
                        </a:lnTo>
                        <a:lnTo>
                          <a:pt x="97524" y="116781"/>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68" name="Freeform: Shape 1367">
                    <a:extLst>
                      <a:ext uri="{FF2B5EF4-FFF2-40B4-BE49-F238E27FC236}">
                        <a16:creationId xmlns:a16="http://schemas.microsoft.com/office/drawing/2014/main" id="{955A13C3-2473-7159-A1EE-C626E02128A1}"/>
                      </a:ext>
                    </a:extLst>
                  </p:cNvPr>
                  <p:cNvSpPr/>
                  <p:nvPr/>
                </p:nvSpPr>
                <p:spPr>
                  <a:xfrm>
                    <a:off x="4176882" y="1893185"/>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7 w 116781"/>
                      <a:gd name="connsiteY5" fmla="*/ 76968 h 116780"/>
                      <a:gd name="connsiteX6" fmla="*/ 20557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7 h 116780"/>
                      <a:gd name="connsiteX11" fmla="*/ 2894 w 116781"/>
                      <a:gd name="connsiteY11" fmla="*/ 113887 h 116780"/>
                      <a:gd name="connsiteX12" fmla="*/ 2894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76 h 116780"/>
                      <a:gd name="connsiteX18" fmla="*/ 112705 w 116781"/>
                      <a:gd name="connsiteY18" fmla="*/ 19257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7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7" y="76968"/>
                        </a:lnTo>
                        <a:lnTo>
                          <a:pt x="20557" y="14000"/>
                        </a:lnTo>
                        <a:lnTo>
                          <a:pt x="0" y="34556"/>
                        </a:lnTo>
                        <a:lnTo>
                          <a:pt x="0" y="116781"/>
                        </a:lnTo>
                        <a:lnTo>
                          <a:pt x="82225" y="116781"/>
                        </a:lnTo>
                        <a:close/>
                        <a:moveTo>
                          <a:pt x="81044" y="113887"/>
                        </a:moveTo>
                        <a:lnTo>
                          <a:pt x="2894" y="113887"/>
                        </a:lnTo>
                        <a:lnTo>
                          <a:pt x="2894" y="35737"/>
                        </a:lnTo>
                        <a:lnTo>
                          <a:pt x="17662" y="20970"/>
                        </a:lnTo>
                        <a:lnTo>
                          <a:pt x="17662" y="76909"/>
                        </a:lnTo>
                        <a:lnTo>
                          <a:pt x="17662" y="83938"/>
                        </a:lnTo>
                        <a:lnTo>
                          <a:pt x="22624" y="78976"/>
                        </a:lnTo>
                        <a:lnTo>
                          <a:pt x="97524" y="4076"/>
                        </a:lnTo>
                        <a:lnTo>
                          <a:pt x="112705" y="19257"/>
                        </a:lnTo>
                        <a:lnTo>
                          <a:pt x="37805" y="94157"/>
                        </a:lnTo>
                        <a:lnTo>
                          <a:pt x="32843" y="99119"/>
                        </a:lnTo>
                        <a:lnTo>
                          <a:pt x="39872" y="99119"/>
                        </a:lnTo>
                        <a:lnTo>
                          <a:pt x="95811" y="99119"/>
                        </a:lnTo>
                        <a:lnTo>
                          <a:pt x="81044" y="11388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261" name="Graphic 4773">
                  <a:extLst>
                    <a:ext uri="{FF2B5EF4-FFF2-40B4-BE49-F238E27FC236}">
                      <a16:creationId xmlns:a16="http://schemas.microsoft.com/office/drawing/2014/main" id="{BF22CEBA-8B0E-EC3E-003F-69B14F51B831}"/>
                    </a:ext>
                  </a:extLst>
                </p:cNvPr>
                <p:cNvGrpSpPr/>
                <p:nvPr/>
              </p:nvGrpSpPr>
              <p:grpSpPr>
                <a:xfrm>
                  <a:off x="632696" y="2425108"/>
                  <a:ext cx="116780" cy="236869"/>
                  <a:chOff x="632696" y="2425108"/>
                  <a:chExt cx="116780" cy="236869"/>
                </a:xfrm>
                <a:grpFill/>
              </p:grpSpPr>
              <p:sp>
                <p:nvSpPr>
                  <p:cNvPr id="1365" name="Freeform: Shape 1364">
                    <a:extLst>
                      <a:ext uri="{FF2B5EF4-FFF2-40B4-BE49-F238E27FC236}">
                        <a16:creationId xmlns:a16="http://schemas.microsoft.com/office/drawing/2014/main" id="{047F7D0A-AB4F-C1A6-3DED-665D46C63D76}"/>
                      </a:ext>
                    </a:extLst>
                  </p:cNvPr>
                  <p:cNvSpPr/>
                  <p:nvPr/>
                </p:nvSpPr>
                <p:spPr>
                  <a:xfrm>
                    <a:off x="632696" y="2425108"/>
                    <a:ext cx="116780" cy="116781"/>
                  </a:xfrm>
                  <a:custGeom>
                    <a:avLst/>
                    <a:gdLst>
                      <a:gd name="connsiteX0" fmla="*/ 0 w 116780"/>
                      <a:gd name="connsiteY0" fmla="*/ 19257 h 116781"/>
                      <a:gd name="connsiteX1" fmla="*/ 76968 w 116780"/>
                      <a:gd name="connsiteY1" fmla="*/ 96225 h 116781"/>
                      <a:gd name="connsiteX2" fmla="*/ 14000 w 116780"/>
                      <a:gd name="connsiteY2" fmla="*/ 96225 h 116781"/>
                      <a:gd name="connsiteX3" fmla="*/ 34556 w 116780"/>
                      <a:gd name="connsiteY3" fmla="*/ 116781 h 116781"/>
                      <a:gd name="connsiteX4" fmla="*/ 116781 w 116780"/>
                      <a:gd name="connsiteY4" fmla="*/ 116781 h 116781"/>
                      <a:gd name="connsiteX5" fmla="*/ 116781 w 116780"/>
                      <a:gd name="connsiteY5" fmla="*/ 34556 h 116781"/>
                      <a:gd name="connsiteX6" fmla="*/ 96225 w 116780"/>
                      <a:gd name="connsiteY6" fmla="*/ 14000 h 116781"/>
                      <a:gd name="connsiteX7" fmla="*/ 96225 w 116780"/>
                      <a:gd name="connsiteY7" fmla="*/ 76968 h 116781"/>
                      <a:gd name="connsiteX8" fmla="*/ 19257 w 116780"/>
                      <a:gd name="connsiteY8" fmla="*/ 0 h 116781"/>
                      <a:gd name="connsiteX9" fmla="*/ 0 w 116780"/>
                      <a:gd name="connsiteY9" fmla="*/ 19257 h 116781"/>
                      <a:gd name="connsiteX10" fmla="*/ 79035 w 116780"/>
                      <a:gd name="connsiteY10" fmla="*/ 94216 h 116781"/>
                      <a:gd name="connsiteX11" fmla="*/ 4135 w 116780"/>
                      <a:gd name="connsiteY11" fmla="*/ 19316 h 116781"/>
                      <a:gd name="connsiteX12" fmla="*/ 19316 w 116780"/>
                      <a:gd name="connsiteY12" fmla="*/ 4135 h 116781"/>
                      <a:gd name="connsiteX13" fmla="*/ 94216 w 116780"/>
                      <a:gd name="connsiteY13" fmla="*/ 79035 h 116781"/>
                      <a:gd name="connsiteX14" fmla="*/ 99178 w 116780"/>
                      <a:gd name="connsiteY14" fmla="*/ 83997 h 116781"/>
                      <a:gd name="connsiteX15" fmla="*/ 99178 w 116780"/>
                      <a:gd name="connsiteY15" fmla="*/ 76968 h 116781"/>
                      <a:gd name="connsiteX16" fmla="*/ 99178 w 116780"/>
                      <a:gd name="connsiteY16" fmla="*/ 20970 h 116781"/>
                      <a:gd name="connsiteX17" fmla="*/ 113946 w 116780"/>
                      <a:gd name="connsiteY17" fmla="*/ 35737 h 116781"/>
                      <a:gd name="connsiteX18" fmla="*/ 113946 w 116780"/>
                      <a:gd name="connsiteY18" fmla="*/ 113887 h 116781"/>
                      <a:gd name="connsiteX19" fmla="*/ 35796 w 116780"/>
                      <a:gd name="connsiteY19" fmla="*/ 113887 h 116781"/>
                      <a:gd name="connsiteX20" fmla="*/ 21029 w 116780"/>
                      <a:gd name="connsiteY20" fmla="*/ 99119 h 116781"/>
                      <a:gd name="connsiteX21" fmla="*/ 76968 w 116780"/>
                      <a:gd name="connsiteY21" fmla="*/ 99119 h 116781"/>
                      <a:gd name="connsiteX22" fmla="*/ 83997 w 116780"/>
                      <a:gd name="connsiteY22" fmla="*/ 99119 h 116781"/>
                      <a:gd name="connsiteX23" fmla="*/ 79035 w 116780"/>
                      <a:gd name="connsiteY23" fmla="*/ 94216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0" y="19257"/>
                        </a:moveTo>
                        <a:lnTo>
                          <a:pt x="76968" y="96225"/>
                        </a:lnTo>
                        <a:lnTo>
                          <a:pt x="14000" y="96225"/>
                        </a:lnTo>
                        <a:lnTo>
                          <a:pt x="34556" y="116781"/>
                        </a:lnTo>
                        <a:lnTo>
                          <a:pt x="116781" y="116781"/>
                        </a:lnTo>
                        <a:lnTo>
                          <a:pt x="116781" y="34556"/>
                        </a:lnTo>
                        <a:lnTo>
                          <a:pt x="96225" y="14000"/>
                        </a:lnTo>
                        <a:lnTo>
                          <a:pt x="96225" y="76968"/>
                        </a:lnTo>
                        <a:lnTo>
                          <a:pt x="19257" y="0"/>
                        </a:lnTo>
                        <a:lnTo>
                          <a:pt x="0" y="19257"/>
                        </a:lnTo>
                        <a:close/>
                        <a:moveTo>
                          <a:pt x="79035" y="94216"/>
                        </a:moveTo>
                        <a:lnTo>
                          <a:pt x="4135" y="19316"/>
                        </a:lnTo>
                        <a:lnTo>
                          <a:pt x="19316" y="4135"/>
                        </a:lnTo>
                        <a:lnTo>
                          <a:pt x="94216" y="79035"/>
                        </a:lnTo>
                        <a:lnTo>
                          <a:pt x="99178" y="83997"/>
                        </a:lnTo>
                        <a:lnTo>
                          <a:pt x="99178" y="76968"/>
                        </a:lnTo>
                        <a:lnTo>
                          <a:pt x="99178" y="20970"/>
                        </a:lnTo>
                        <a:lnTo>
                          <a:pt x="113946" y="35737"/>
                        </a:lnTo>
                        <a:lnTo>
                          <a:pt x="113946" y="113887"/>
                        </a:lnTo>
                        <a:lnTo>
                          <a:pt x="35796" y="113887"/>
                        </a:lnTo>
                        <a:lnTo>
                          <a:pt x="21029" y="99119"/>
                        </a:lnTo>
                        <a:lnTo>
                          <a:pt x="76968" y="99119"/>
                        </a:lnTo>
                        <a:lnTo>
                          <a:pt x="83997" y="99119"/>
                        </a:lnTo>
                        <a:lnTo>
                          <a:pt x="79035" y="94216"/>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66" name="Freeform: Shape 1365">
                    <a:extLst>
                      <a:ext uri="{FF2B5EF4-FFF2-40B4-BE49-F238E27FC236}">
                        <a16:creationId xmlns:a16="http://schemas.microsoft.com/office/drawing/2014/main" id="{08EE4219-9D4A-8CAF-D6A8-73ACC62EB3F7}"/>
                      </a:ext>
                    </a:extLst>
                  </p:cNvPr>
                  <p:cNvSpPr/>
                  <p:nvPr/>
                </p:nvSpPr>
                <p:spPr>
                  <a:xfrm>
                    <a:off x="632696" y="2545197"/>
                    <a:ext cx="116780" cy="116780"/>
                  </a:xfrm>
                  <a:custGeom>
                    <a:avLst/>
                    <a:gdLst>
                      <a:gd name="connsiteX0" fmla="*/ 34556 w 116780"/>
                      <a:gd name="connsiteY0" fmla="*/ 0 h 116780"/>
                      <a:gd name="connsiteX1" fmla="*/ 14000 w 116780"/>
                      <a:gd name="connsiteY1" fmla="*/ 20556 h 116780"/>
                      <a:gd name="connsiteX2" fmla="*/ 76968 w 116780"/>
                      <a:gd name="connsiteY2" fmla="*/ 20556 h 116780"/>
                      <a:gd name="connsiteX3" fmla="*/ 0 w 116780"/>
                      <a:gd name="connsiteY3" fmla="*/ 97524 h 116780"/>
                      <a:gd name="connsiteX4" fmla="*/ 19257 w 116780"/>
                      <a:gd name="connsiteY4" fmla="*/ 116781 h 116780"/>
                      <a:gd name="connsiteX5" fmla="*/ 96225 w 116780"/>
                      <a:gd name="connsiteY5" fmla="*/ 39813 h 116780"/>
                      <a:gd name="connsiteX6" fmla="*/ 96225 w 116780"/>
                      <a:gd name="connsiteY6" fmla="*/ 102781 h 116780"/>
                      <a:gd name="connsiteX7" fmla="*/ 116781 w 116780"/>
                      <a:gd name="connsiteY7" fmla="*/ 82225 h 116780"/>
                      <a:gd name="connsiteX8" fmla="*/ 116781 w 116780"/>
                      <a:gd name="connsiteY8" fmla="*/ 0 h 116780"/>
                      <a:gd name="connsiteX9" fmla="*/ 34556 w 116780"/>
                      <a:gd name="connsiteY9" fmla="*/ 0 h 116780"/>
                      <a:gd name="connsiteX10" fmla="*/ 35796 w 116780"/>
                      <a:gd name="connsiteY10" fmla="*/ 2894 h 116780"/>
                      <a:gd name="connsiteX11" fmla="*/ 113946 w 116780"/>
                      <a:gd name="connsiteY11" fmla="*/ 2894 h 116780"/>
                      <a:gd name="connsiteX12" fmla="*/ 113946 w 116780"/>
                      <a:gd name="connsiteY12" fmla="*/ 81044 h 116780"/>
                      <a:gd name="connsiteX13" fmla="*/ 99178 w 116780"/>
                      <a:gd name="connsiteY13" fmla="*/ 95811 h 116780"/>
                      <a:gd name="connsiteX14" fmla="*/ 99178 w 116780"/>
                      <a:gd name="connsiteY14" fmla="*/ 39872 h 116780"/>
                      <a:gd name="connsiteX15" fmla="*/ 99178 w 116780"/>
                      <a:gd name="connsiteY15" fmla="*/ 32843 h 116780"/>
                      <a:gd name="connsiteX16" fmla="*/ 94216 w 116780"/>
                      <a:gd name="connsiteY16" fmla="*/ 37805 h 116780"/>
                      <a:gd name="connsiteX17" fmla="*/ 19316 w 116780"/>
                      <a:gd name="connsiteY17" fmla="*/ 112705 h 116780"/>
                      <a:gd name="connsiteX18" fmla="*/ 4135 w 116780"/>
                      <a:gd name="connsiteY18" fmla="*/ 97524 h 116780"/>
                      <a:gd name="connsiteX19" fmla="*/ 79035 w 116780"/>
                      <a:gd name="connsiteY19" fmla="*/ 22624 h 116780"/>
                      <a:gd name="connsiteX20" fmla="*/ 83997 w 116780"/>
                      <a:gd name="connsiteY20" fmla="*/ 17662 h 116780"/>
                      <a:gd name="connsiteX21" fmla="*/ 76968 w 116780"/>
                      <a:gd name="connsiteY21" fmla="*/ 17662 h 116780"/>
                      <a:gd name="connsiteX22" fmla="*/ 21029 w 116780"/>
                      <a:gd name="connsiteY22" fmla="*/ 17662 h 116780"/>
                      <a:gd name="connsiteX23" fmla="*/ 35796 w 116780"/>
                      <a:gd name="connsiteY23" fmla="*/ 2894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0">
                        <a:moveTo>
                          <a:pt x="34556" y="0"/>
                        </a:moveTo>
                        <a:lnTo>
                          <a:pt x="14000" y="20556"/>
                        </a:lnTo>
                        <a:lnTo>
                          <a:pt x="76968" y="20556"/>
                        </a:lnTo>
                        <a:lnTo>
                          <a:pt x="0" y="97524"/>
                        </a:lnTo>
                        <a:lnTo>
                          <a:pt x="19257" y="116781"/>
                        </a:lnTo>
                        <a:lnTo>
                          <a:pt x="96225" y="39813"/>
                        </a:lnTo>
                        <a:lnTo>
                          <a:pt x="96225" y="102781"/>
                        </a:lnTo>
                        <a:lnTo>
                          <a:pt x="116781" y="82225"/>
                        </a:lnTo>
                        <a:lnTo>
                          <a:pt x="116781" y="0"/>
                        </a:lnTo>
                        <a:lnTo>
                          <a:pt x="34556" y="0"/>
                        </a:lnTo>
                        <a:close/>
                        <a:moveTo>
                          <a:pt x="35796" y="2894"/>
                        </a:moveTo>
                        <a:lnTo>
                          <a:pt x="113946" y="2894"/>
                        </a:lnTo>
                        <a:lnTo>
                          <a:pt x="113946" y="81044"/>
                        </a:lnTo>
                        <a:lnTo>
                          <a:pt x="99178" y="95811"/>
                        </a:lnTo>
                        <a:lnTo>
                          <a:pt x="99178" y="39872"/>
                        </a:lnTo>
                        <a:lnTo>
                          <a:pt x="99178" y="32843"/>
                        </a:lnTo>
                        <a:lnTo>
                          <a:pt x="94216" y="37805"/>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262" name="Graphic 4773">
                  <a:extLst>
                    <a:ext uri="{FF2B5EF4-FFF2-40B4-BE49-F238E27FC236}">
                      <a16:creationId xmlns:a16="http://schemas.microsoft.com/office/drawing/2014/main" id="{E2BB84AD-FB93-C141-33AE-290B71E82BC6}"/>
                    </a:ext>
                  </a:extLst>
                </p:cNvPr>
                <p:cNvGrpSpPr/>
                <p:nvPr/>
              </p:nvGrpSpPr>
              <p:grpSpPr>
                <a:xfrm>
                  <a:off x="1371068" y="3902502"/>
                  <a:ext cx="116780" cy="236929"/>
                  <a:chOff x="1371068" y="3902502"/>
                  <a:chExt cx="116780" cy="236929"/>
                </a:xfrm>
                <a:grpFill/>
              </p:grpSpPr>
              <p:sp>
                <p:nvSpPr>
                  <p:cNvPr id="1363" name="Freeform: Shape 1362">
                    <a:extLst>
                      <a:ext uri="{FF2B5EF4-FFF2-40B4-BE49-F238E27FC236}">
                        <a16:creationId xmlns:a16="http://schemas.microsoft.com/office/drawing/2014/main" id="{5A87B16A-3D08-C42F-A1E2-D1A7239E1497}"/>
                      </a:ext>
                    </a:extLst>
                  </p:cNvPr>
                  <p:cNvSpPr/>
                  <p:nvPr/>
                </p:nvSpPr>
                <p:spPr>
                  <a:xfrm>
                    <a:off x="1371068" y="3902502"/>
                    <a:ext cx="116780" cy="116840"/>
                  </a:xfrm>
                  <a:custGeom>
                    <a:avLst/>
                    <a:gdLst>
                      <a:gd name="connsiteX0" fmla="*/ 0 w 116780"/>
                      <a:gd name="connsiteY0" fmla="*/ 19316 h 116840"/>
                      <a:gd name="connsiteX1" fmla="*/ 76968 w 116780"/>
                      <a:gd name="connsiteY1" fmla="*/ 96284 h 116840"/>
                      <a:gd name="connsiteX2" fmla="*/ 14000 w 116780"/>
                      <a:gd name="connsiteY2" fmla="*/ 96284 h 116840"/>
                      <a:gd name="connsiteX3" fmla="*/ 34556 w 116780"/>
                      <a:gd name="connsiteY3" fmla="*/ 116840 h 116840"/>
                      <a:gd name="connsiteX4" fmla="*/ 116781 w 116780"/>
                      <a:gd name="connsiteY4" fmla="*/ 116840 h 116840"/>
                      <a:gd name="connsiteX5" fmla="*/ 116781 w 116780"/>
                      <a:gd name="connsiteY5" fmla="*/ 34556 h 116840"/>
                      <a:gd name="connsiteX6" fmla="*/ 96225 w 116780"/>
                      <a:gd name="connsiteY6" fmla="*/ 14000 h 116840"/>
                      <a:gd name="connsiteX7" fmla="*/ 96225 w 116780"/>
                      <a:gd name="connsiteY7" fmla="*/ 76968 h 116840"/>
                      <a:gd name="connsiteX8" fmla="*/ 19257 w 116780"/>
                      <a:gd name="connsiteY8" fmla="*/ 0 h 116840"/>
                      <a:gd name="connsiteX9" fmla="*/ 0 w 116780"/>
                      <a:gd name="connsiteY9" fmla="*/ 19316 h 116840"/>
                      <a:gd name="connsiteX10" fmla="*/ 79035 w 116780"/>
                      <a:gd name="connsiteY10" fmla="*/ 94216 h 116840"/>
                      <a:gd name="connsiteX11" fmla="*/ 4135 w 116780"/>
                      <a:gd name="connsiteY11" fmla="*/ 19316 h 116840"/>
                      <a:gd name="connsiteX12" fmla="*/ 19316 w 116780"/>
                      <a:gd name="connsiteY12" fmla="*/ 4135 h 116840"/>
                      <a:gd name="connsiteX13" fmla="*/ 94216 w 116780"/>
                      <a:gd name="connsiteY13" fmla="*/ 79035 h 116840"/>
                      <a:gd name="connsiteX14" fmla="*/ 99178 w 116780"/>
                      <a:gd name="connsiteY14" fmla="*/ 83997 h 116840"/>
                      <a:gd name="connsiteX15" fmla="*/ 99178 w 116780"/>
                      <a:gd name="connsiteY15" fmla="*/ 76968 h 116840"/>
                      <a:gd name="connsiteX16" fmla="*/ 99178 w 116780"/>
                      <a:gd name="connsiteY16" fmla="*/ 21029 h 116840"/>
                      <a:gd name="connsiteX17" fmla="*/ 113946 w 116780"/>
                      <a:gd name="connsiteY17" fmla="*/ 35796 h 116840"/>
                      <a:gd name="connsiteX18" fmla="*/ 113946 w 116780"/>
                      <a:gd name="connsiteY18" fmla="*/ 113946 h 116840"/>
                      <a:gd name="connsiteX19" fmla="*/ 35796 w 116780"/>
                      <a:gd name="connsiteY19" fmla="*/ 113946 h 116840"/>
                      <a:gd name="connsiteX20" fmla="*/ 21029 w 116780"/>
                      <a:gd name="connsiteY20" fmla="*/ 99178 h 116840"/>
                      <a:gd name="connsiteX21" fmla="*/ 76968 w 116780"/>
                      <a:gd name="connsiteY21" fmla="*/ 99178 h 116840"/>
                      <a:gd name="connsiteX22" fmla="*/ 83997 w 116780"/>
                      <a:gd name="connsiteY22" fmla="*/ 99178 h 116840"/>
                      <a:gd name="connsiteX23" fmla="*/ 79035 w 116780"/>
                      <a:gd name="connsiteY23" fmla="*/ 94216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840">
                        <a:moveTo>
                          <a:pt x="0" y="19316"/>
                        </a:moveTo>
                        <a:lnTo>
                          <a:pt x="76968" y="96284"/>
                        </a:lnTo>
                        <a:lnTo>
                          <a:pt x="14000" y="96284"/>
                        </a:lnTo>
                        <a:lnTo>
                          <a:pt x="34556" y="116840"/>
                        </a:lnTo>
                        <a:lnTo>
                          <a:pt x="116781" y="116840"/>
                        </a:lnTo>
                        <a:lnTo>
                          <a:pt x="116781" y="34556"/>
                        </a:lnTo>
                        <a:lnTo>
                          <a:pt x="96225" y="14000"/>
                        </a:lnTo>
                        <a:lnTo>
                          <a:pt x="96225" y="76968"/>
                        </a:lnTo>
                        <a:lnTo>
                          <a:pt x="19257" y="0"/>
                        </a:lnTo>
                        <a:lnTo>
                          <a:pt x="0" y="19316"/>
                        </a:lnTo>
                        <a:close/>
                        <a:moveTo>
                          <a:pt x="79035" y="94216"/>
                        </a:moveTo>
                        <a:lnTo>
                          <a:pt x="4135" y="19316"/>
                        </a:lnTo>
                        <a:lnTo>
                          <a:pt x="19316" y="4135"/>
                        </a:lnTo>
                        <a:lnTo>
                          <a:pt x="94216" y="79035"/>
                        </a:lnTo>
                        <a:lnTo>
                          <a:pt x="99178" y="83997"/>
                        </a:lnTo>
                        <a:lnTo>
                          <a:pt x="99178" y="76968"/>
                        </a:lnTo>
                        <a:lnTo>
                          <a:pt x="99178" y="21029"/>
                        </a:lnTo>
                        <a:lnTo>
                          <a:pt x="113946" y="35796"/>
                        </a:lnTo>
                        <a:lnTo>
                          <a:pt x="113946" y="113946"/>
                        </a:lnTo>
                        <a:lnTo>
                          <a:pt x="35796" y="113946"/>
                        </a:lnTo>
                        <a:lnTo>
                          <a:pt x="21029" y="99178"/>
                        </a:lnTo>
                        <a:lnTo>
                          <a:pt x="76968" y="99178"/>
                        </a:lnTo>
                        <a:lnTo>
                          <a:pt x="83997" y="99178"/>
                        </a:lnTo>
                        <a:lnTo>
                          <a:pt x="79035" y="94216"/>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64" name="Freeform: Shape 1363">
                    <a:extLst>
                      <a:ext uri="{FF2B5EF4-FFF2-40B4-BE49-F238E27FC236}">
                        <a16:creationId xmlns:a16="http://schemas.microsoft.com/office/drawing/2014/main" id="{4C77D1FB-30E9-1460-B899-D3019DA47E9B}"/>
                      </a:ext>
                    </a:extLst>
                  </p:cNvPr>
                  <p:cNvSpPr/>
                  <p:nvPr/>
                </p:nvSpPr>
                <p:spPr>
                  <a:xfrm>
                    <a:off x="1371068" y="4022650"/>
                    <a:ext cx="116780" cy="116781"/>
                  </a:xfrm>
                  <a:custGeom>
                    <a:avLst/>
                    <a:gdLst>
                      <a:gd name="connsiteX0" fmla="*/ 34556 w 116780"/>
                      <a:gd name="connsiteY0" fmla="*/ 0 h 116781"/>
                      <a:gd name="connsiteX1" fmla="*/ 14000 w 116780"/>
                      <a:gd name="connsiteY1" fmla="*/ 20556 h 116781"/>
                      <a:gd name="connsiteX2" fmla="*/ 76968 w 116780"/>
                      <a:gd name="connsiteY2" fmla="*/ 20556 h 116781"/>
                      <a:gd name="connsiteX3" fmla="*/ 0 w 116780"/>
                      <a:gd name="connsiteY3" fmla="*/ 97524 h 116781"/>
                      <a:gd name="connsiteX4" fmla="*/ 19257 w 116780"/>
                      <a:gd name="connsiteY4" fmla="*/ 116781 h 116781"/>
                      <a:gd name="connsiteX5" fmla="*/ 96225 w 116780"/>
                      <a:gd name="connsiteY5" fmla="*/ 39813 h 116781"/>
                      <a:gd name="connsiteX6" fmla="*/ 96225 w 116780"/>
                      <a:gd name="connsiteY6" fmla="*/ 102782 h 116781"/>
                      <a:gd name="connsiteX7" fmla="*/ 116781 w 116780"/>
                      <a:gd name="connsiteY7" fmla="*/ 82225 h 116781"/>
                      <a:gd name="connsiteX8" fmla="*/ 116781 w 116780"/>
                      <a:gd name="connsiteY8" fmla="*/ 0 h 116781"/>
                      <a:gd name="connsiteX9" fmla="*/ 34556 w 116780"/>
                      <a:gd name="connsiteY9" fmla="*/ 0 h 116781"/>
                      <a:gd name="connsiteX10" fmla="*/ 35796 w 116780"/>
                      <a:gd name="connsiteY10" fmla="*/ 2894 h 116781"/>
                      <a:gd name="connsiteX11" fmla="*/ 113946 w 116780"/>
                      <a:gd name="connsiteY11" fmla="*/ 2894 h 116781"/>
                      <a:gd name="connsiteX12" fmla="*/ 113946 w 116780"/>
                      <a:gd name="connsiteY12" fmla="*/ 80985 h 116781"/>
                      <a:gd name="connsiteX13" fmla="*/ 99178 w 116780"/>
                      <a:gd name="connsiteY13" fmla="*/ 95752 h 116781"/>
                      <a:gd name="connsiteX14" fmla="*/ 99178 w 116780"/>
                      <a:gd name="connsiteY14" fmla="*/ 39813 h 116781"/>
                      <a:gd name="connsiteX15" fmla="*/ 99178 w 116780"/>
                      <a:gd name="connsiteY15" fmla="*/ 32784 h 116781"/>
                      <a:gd name="connsiteX16" fmla="*/ 94216 w 116780"/>
                      <a:gd name="connsiteY16" fmla="*/ 37746 h 116781"/>
                      <a:gd name="connsiteX17" fmla="*/ 19316 w 116780"/>
                      <a:gd name="connsiteY17" fmla="*/ 112705 h 116781"/>
                      <a:gd name="connsiteX18" fmla="*/ 4135 w 116780"/>
                      <a:gd name="connsiteY18" fmla="*/ 97524 h 116781"/>
                      <a:gd name="connsiteX19" fmla="*/ 79035 w 116780"/>
                      <a:gd name="connsiteY19" fmla="*/ 22624 h 116781"/>
                      <a:gd name="connsiteX20" fmla="*/ 83997 w 116780"/>
                      <a:gd name="connsiteY20" fmla="*/ 17662 h 116781"/>
                      <a:gd name="connsiteX21" fmla="*/ 76968 w 116780"/>
                      <a:gd name="connsiteY21" fmla="*/ 17662 h 116781"/>
                      <a:gd name="connsiteX22" fmla="*/ 21029 w 116780"/>
                      <a:gd name="connsiteY22" fmla="*/ 17662 h 116781"/>
                      <a:gd name="connsiteX23" fmla="*/ 35796 w 116780"/>
                      <a:gd name="connsiteY23" fmla="*/ 289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34556" y="0"/>
                        </a:moveTo>
                        <a:lnTo>
                          <a:pt x="14000" y="20556"/>
                        </a:lnTo>
                        <a:lnTo>
                          <a:pt x="76968" y="20556"/>
                        </a:lnTo>
                        <a:lnTo>
                          <a:pt x="0" y="97524"/>
                        </a:lnTo>
                        <a:lnTo>
                          <a:pt x="19257" y="116781"/>
                        </a:lnTo>
                        <a:lnTo>
                          <a:pt x="96225" y="39813"/>
                        </a:lnTo>
                        <a:lnTo>
                          <a:pt x="96225" y="102782"/>
                        </a:lnTo>
                        <a:lnTo>
                          <a:pt x="116781" y="82225"/>
                        </a:lnTo>
                        <a:lnTo>
                          <a:pt x="116781" y="0"/>
                        </a:lnTo>
                        <a:lnTo>
                          <a:pt x="34556" y="0"/>
                        </a:lnTo>
                        <a:close/>
                        <a:moveTo>
                          <a:pt x="35796" y="2894"/>
                        </a:moveTo>
                        <a:lnTo>
                          <a:pt x="113946" y="2894"/>
                        </a:lnTo>
                        <a:lnTo>
                          <a:pt x="113946" y="80985"/>
                        </a:lnTo>
                        <a:lnTo>
                          <a:pt x="99178" y="95752"/>
                        </a:lnTo>
                        <a:lnTo>
                          <a:pt x="99178" y="39813"/>
                        </a:lnTo>
                        <a:lnTo>
                          <a:pt x="99178" y="32784"/>
                        </a:lnTo>
                        <a:lnTo>
                          <a:pt x="94216" y="37746"/>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263" name="Graphic 4773">
                  <a:extLst>
                    <a:ext uri="{FF2B5EF4-FFF2-40B4-BE49-F238E27FC236}">
                      <a16:creationId xmlns:a16="http://schemas.microsoft.com/office/drawing/2014/main" id="{B6D5513B-DE5B-255B-B517-A533B4EE6226}"/>
                    </a:ext>
                  </a:extLst>
                </p:cNvPr>
                <p:cNvGrpSpPr/>
                <p:nvPr/>
              </p:nvGrpSpPr>
              <p:grpSpPr>
                <a:xfrm>
                  <a:off x="2079905" y="3900907"/>
                  <a:ext cx="116840" cy="236928"/>
                  <a:chOff x="2079905" y="3900907"/>
                  <a:chExt cx="116840" cy="236928"/>
                </a:xfrm>
                <a:grpFill/>
              </p:grpSpPr>
              <p:sp>
                <p:nvSpPr>
                  <p:cNvPr id="1361" name="Freeform: Shape 1360">
                    <a:extLst>
                      <a:ext uri="{FF2B5EF4-FFF2-40B4-BE49-F238E27FC236}">
                        <a16:creationId xmlns:a16="http://schemas.microsoft.com/office/drawing/2014/main" id="{E846E088-5CDE-A355-C7B5-2117FFC42508}"/>
                      </a:ext>
                    </a:extLst>
                  </p:cNvPr>
                  <p:cNvSpPr/>
                  <p:nvPr/>
                </p:nvSpPr>
                <p:spPr>
                  <a:xfrm>
                    <a:off x="2079964" y="4020996"/>
                    <a:ext cx="116781" cy="116840"/>
                  </a:xfrm>
                  <a:custGeom>
                    <a:avLst/>
                    <a:gdLst>
                      <a:gd name="connsiteX0" fmla="*/ 116781 w 116781"/>
                      <a:gd name="connsiteY0" fmla="*/ 97524 h 116840"/>
                      <a:gd name="connsiteX1" fmla="*/ 39813 w 116781"/>
                      <a:gd name="connsiteY1" fmla="*/ 20557 h 116840"/>
                      <a:gd name="connsiteX2" fmla="*/ 102781 w 116781"/>
                      <a:gd name="connsiteY2" fmla="*/ 20557 h 116840"/>
                      <a:gd name="connsiteX3" fmla="*/ 82225 w 116781"/>
                      <a:gd name="connsiteY3" fmla="*/ 0 h 116840"/>
                      <a:gd name="connsiteX4" fmla="*/ 0 w 116781"/>
                      <a:gd name="connsiteY4" fmla="*/ 0 h 116840"/>
                      <a:gd name="connsiteX5" fmla="*/ 0 w 116781"/>
                      <a:gd name="connsiteY5" fmla="*/ 82225 h 116840"/>
                      <a:gd name="connsiteX6" fmla="*/ 20556 w 116781"/>
                      <a:gd name="connsiteY6" fmla="*/ 102782 h 116840"/>
                      <a:gd name="connsiteX7" fmla="*/ 20556 w 116781"/>
                      <a:gd name="connsiteY7" fmla="*/ 39813 h 116840"/>
                      <a:gd name="connsiteX8" fmla="*/ 97465 w 116781"/>
                      <a:gd name="connsiteY8" fmla="*/ 116840 h 116840"/>
                      <a:gd name="connsiteX9" fmla="*/ 116781 w 116781"/>
                      <a:gd name="connsiteY9" fmla="*/ 97524 h 116840"/>
                      <a:gd name="connsiteX10" fmla="*/ 37746 w 116781"/>
                      <a:gd name="connsiteY10" fmla="*/ 22624 h 116840"/>
                      <a:gd name="connsiteX11" fmla="*/ 112646 w 116781"/>
                      <a:gd name="connsiteY11" fmla="*/ 97524 h 116840"/>
                      <a:gd name="connsiteX12" fmla="*/ 97465 w 116781"/>
                      <a:gd name="connsiteY12" fmla="*/ 112705 h 116840"/>
                      <a:gd name="connsiteX13" fmla="*/ 22565 w 116781"/>
                      <a:gd name="connsiteY13" fmla="*/ 37805 h 116840"/>
                      <a:gd name="connsiteX14" fmla="*/ 17603 w 116781"/>
                      <a:gd name="connsiteY14" fmla="*/ 32843 h 116840"/>
                      <a:gd name="connsiteX15" fmla="*/ 17603 w 116781"/>
                      <a:gd name="connsiteY15" fmla="*/ 39872 h 116840"/>
                      <a:gd name="connsiteX16" fmla="*/ 17603 w 116781"/>
                      <a:gd name="connsiteY16" fmla="*/ 95870 h 116840"/>
                      <a:gd name="connsiteX17" fmla="*/ 2835 w 116781"/>
                      <a:gd name="connsiteY17" fmla="*/ 81103 h 116840"/>
                      <a:gd name="connsiteX18" fmla="*/ 2835 w 116781"/>
                      <a:gd name="connsiteY18" fmla="*/ 2953 h 116840"/>
                      <a:gd name="connsiteX19" fmla="*/ 80985 w 116781"/>
                      <a:gd name="connsiteY19" fmla="*/ 2953 h 116840"/>
                      <a:gd name="connsiteX20" fmla="*/ 95752 w 116781"/>
                      <a:gd name="connsiteY20" fmla="*/ 17721 h 116840"/>
                      <a:gd name="connsiteX21" fmla="*/ 39813 w 116781"/>
                      <a:gd name="connsiteY21" fmla="*/ 17721 h 116840"/>
                      <a:gd name="connsiteX22" fmla="*/ 32784 w 116781"/>
                      <a:gd name="connsiteY22" fmla="*/ 17721 h 116840"/>
                      <a:gd name="connsiteX23" fmla="*/ 37746 w 116781"/>
                      <a:gd name="connsiteY23" fmla="*/ 22624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840">
                        <a:moveTo>
                          <a:pt x="116781" y="97524"/>
                        </a:moveTo>
                        <a:lnTo>
                          <a:pt x="39813" y="20557"/>
                        </a:lnTo>
                        <a:lnTo>
                          <a:pt x="102781" y="20557"/>
                        </a:lnTo>
                        <a:lnTo>
                          <a:pt x="82225" y="0"/>
                        </a:lnTo>
                        <a:lnTo>
                          <a:pt x="0" y="0"/>
                        </a:lnTo>
                        <a:lnTo>
                          <a:pt x="0" y="82225"/>
                        </a:lnTo>
                        <a:lnTo>
                          <a:pt x="20556" y="102782"/>
                        </a:lnTo>
                        <a:lnTo>
                          <a:pt x="20556" y="39813"/>
                        </a:lnTo>
                        <a:lnTo>
                          <a:pt x="97465" y="116840"/>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62" name="Freeform: Shape 1361">
                    <a:extLst>
                      <a:ext uri="{FF2B5EF4-FFF2-40B4-BE49-F238E27FC236}">
                        <a16:creationId xmlns:a16="http://schemas.microsoft.com/office/drawing/2014/main" id="{3C33390C-9922-D996-83A3-7188288965F2}"/>
                      </a:ext>
                    </a:extLst>
                  </p:cNvPr>
                  <p:cNvSpPr/>
                  <p:nvPr/>
                </p:nvSpPr>
                <p:spPr>
                  <a:xfrm>
                    <a:off x="2079905" y="3900907"/>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6 w 116781"/>
                      <a:gd name="connsiteY5" fmla="*/ 76968 h 116780"/>
                      <a:gd name="connsiteX6" fmla="*/ 20556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6 h 116780"/>
                      <a:gd name="connsiteX11" fmla="*/ 2895 w 116781"/>
                      <a:gd name="connsiteY11" fmla="*/ 113886 h 116780"/>
                      <a:gd name="connsiteX12" fmla="*/ 2895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17 h 116780"/>
                      <a:gd name="connsiteX18" fmla="*/ 112705 w 116781"/>
                      <a:gd name="connsiteY18" fmla="*/ 19198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6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6" y="76968"/>
                        </a:lnTo>
                        <a:lnTo>
                          <a:pt x="20556" y="14000"/>
                        </a:lnTo>
                        <a:lnTo>
                          <a:pt x="0" y="34556"/>
                        </a:lnTo>
                        <a:lnTo>
                          <a:pt x="0" y="116781"/>
                        </a:lnTo>
                        <a:lnTo>
                          <a:pt x="82225" y="116781"/>
                        </a:lnTo>
                        <a:close/>
                        <a:moveTo>
                          <a:pt x="81044" y="113886"/>
                        </a:moveTo>
                        <a:lnTo>
                          <a:pt x="2895" y="113886"/>
                        </a:lnTo>
                        <a:lnTo>
                          <a:pt x="2895" y="35737"/>
                        </a:lnTo>
                        <a:lnTo>
                          <a:pt x="17662" y="20970"/>
                        </a:lnTo>
                        <a:lnTo>
                          <a:pt x="17662" y="76909"/>
                        </a:lnTo>
                        <a:lnTo>
                          <a:pt x="17662" y="83938"/>
                        </a:lnTo>
                        <a:lnTo>
                          <a:pt x="22624" y="78976"/>
                        </a:lnTo>
                        <a:lnTo>
                          <a:pt x="97524" y="4017"/>
                        </a:lnTo>
                        <a:lnTo>
                          <a:pt x="112705" y="19198"/>
                        </a:lnTo>
                        <a:lnTo>
                          <a:pt x="37805" y="94157"/>
                        </a:lnTo>
                        <a:lnTo>
                          <a:pt x="32843" y="99119"/>
                        </a:lnTo>
                        <a:lnTo>
                          <a:pt x="39872" y="99119"/>
                        </a:lnTo>
                        <a:lnTo>
                          <a:pt x="95811" y="99119"/>
                        </a:lnTo>
                        <a:lnTo>
                          <a:pt x="81044" y="113886"/>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264" name="Graphic 4773">
                  <a:extLst>
                    <a:ext uri="{FF2B5EF4-FFF2-40B4-BE49-F238E27FC236}">
                      <a16:creationId xmlns:a16="http://schemas.microsoft.com/office/drawing/2014/main" id="{89B71DE4-D1A2-1808-5150-383778789224}"/>
                    </a:ext>
                  </a:extLst>
                </p:cNvPr>
                <p:cNvGrpSpPr/>
                <p:nvPr/>
              </p:nvGrpSpPr>
              <p:grpSpPr>
                <a:xfrm>
                  <a:off x="1932349" y="1658589"/>
                  <a:ext cx="648231" cy="115451"/>
                  <a:chOff x="1932349" y="1658589"/>
                  <a:chExt cx="648231" cy="115451"/>
                </a:xfrm>
                <a:grpFill/>
              </p:grpSpPr>
              <p:sp>
                <p:nvSpPr>
                  <p:cNvPr id="1345" name="Freeform: Shape 1344">
                    <a:extLst>
                      <a:ext uri="{FF2B5EF4-FFF2-40B4-BE49-F238E27FC236}">
                        <a16:creationId xmlns:a16="http://schemas.microsoft.com/office/drawing/2014/main" id="{451D5D70-F05C-A52E-1E23-A10539210BC2}"/>
                      </a:ext>
                    </a:extLst>
                  </p:cNvPr>
                  <p:cNvSpPr/>
                  <p:nvPr/>
                </p:nvSpPr>
                <p:spPr>
                  <a:xfrm>
                    <a:off x="2171286" y="170398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70" y="22210"/>
                          <a:pt x="2540" y="17839"/>
                          <a:pt x="2540" y="12405"/>
                        </a:cubicBezTo>
                        <a:cubicBezTo>
                          <a:pt x="2540" y="6970"/>
                          <a:pt x="6911" y="2599"/>
                          <a:pt x="12346" y="2599"/>
                        </a:cubicBezTo>
                        <a:lnTo>
                          <a:pt x="12346" y="2599"/>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553"/>
                          <a:pt x="19198"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46" name="Freeform: Shape 1345">
                    <a:extLst>
                      <a:ext uri="{FF2B5EF4-FFF2-40B4-BE49-F238E27FC236}">
                        <a16:creationId xmlns:a16="http://schemas.microsoft.com/office/drawing/2014/main" id="{E51452A6-F2CC-E88C-2770-922D6C9A5C11}"/>
                      </a:ext>
                    </a:extLst>
                  </p:cNvPr>
                  <p:cNvSpPr/>
                  <p:nvPr/>
                </p:nvSpPr>
                <p:spPr>
                  <a:xfrm>
                    <a:off x="222255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55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47" name="Freeform: Shape 1346">
                    <a:extLst>
                      <a:ext uri="{FF2B5EF4-FFF2-40B4-BE49-F238E27FC236}">
                        <a16:creationId xmlns:a16="http://schemas.microsoft.com/office/drawing/2014/main" id="{0B6572C7-AD0C-9C23-2ED4-86AA8A5E5273}"/>
                      </a:ext>
                    </a:extLst>
                  </p:cNvPr>
                  <p:cNvSpPr/>
                  <p:nvPr/>
                </p:nvSpPr>
                <p:spPr>
                  <a:xfrm>
                    <a:off x="2248254"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48" name="Freeform: Shape 1347">
                    <a:extLst>
                      <a:ext uri="{FF2B5EF4-FFF2-40B4-BE49-F238E27FC236}">
                        <a16:creationId xmlns:a16="http://schemas.microsoft.com/office/drawing/2014/main" id="{BCF6DC52-17F7-C174-AFA9-60D3A7C8839B}"/>
                      </a:ext>
                    </a:extLst>
                  </p:cNvPr>
                  <p:cNvSpPr/>
                  <p:nvPr/>
                </p:nvSpPr>
                <p:spPr>
                  <a:xfrm>
                    <a:off x="2299467"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750" y="5553"/>
                          <a:pt x="19198"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49" name="Freeform: Shape 1348">
                    <a:extLst>
                      <a:ext uri="{FF2B5EF4-FFF2-40B4-BE49-F238E27FC236}">
                        <a16:creationId xmlns:a16="http://schemas.microsoft.com/office/drawing/2014/main" id="{CA077993-CE25-97B0-210C-503F95DF8D26}"/>
                      </a:ext>
                    </a:extLst>
                  </p:cNvPr>
                  <p:cNvSpPr/>
                  <p:nvPr/>
                </p:nvSpPr>
                <p:spPr>
                  <a:xfrm>
                    <a:off x="235079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50" name="Freeform: Shape 1349">
                    <a:extLst>
                      <a:ext uri="{FF2B5EF4-FFF2-40B4-BE49-F238E27FC236}">
                        <a16:creationId xmlns:a16="http://schemas.microsoft.com/office/drawing/2014/main" id="{77178CEC-6268-FC93-3DA1-268666505FE8}"/>
                      </a:ext>
                    </a:extLst>
                  </p:cNvPr>
                  <p:cNvSpPr/>
                  <p:nvPr/>
                </p:nvSpPr>
                <p:spPr>
                  <a:xfrm>
                    <a:off x="2376435"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80"/>
                          <a:pt x="17780" y="22151"/>
                          <a:pt x="12346" y="22151"/>
                        </a:cubicBezTo>
                        <a:cubicBezTo>
                          <a:pt x="6970" y="22151"/>
                          <a:pt x="2540" y="17721"/>
                          <a:pt x="2540" y="12346"/>
                        </a:cubicBezTo>
                        <a:cubicBezTo>
                          <a:pt x="2540" y="6970"/>
                          <a:pt x="6911"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51" name="Freeform: Shape 1350">
                    <a:extLst>
                      <a:ext uri="{FF2B5EF4-FFF2-40B4-BE49-F238E27FC236}">
                        <a16:creationId xmlns:a16="http://schemas.microsoft.com/office/drawing/2014/main" id="{6E7489DC-405D-C3EF-C753-B4DFBEB7E819}"/>
                      </a:ext>
                    </a:extLst>
                  </p:cNvPr>
                  <p:cNvSpPr/>
                  <p:nvPr/>
                </p:nvSpPr>
                <p:spPr>
                  <a:xfrm>
                    <a:off x="2402072"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49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52" name="Freeform: Shape 1351">
                    <a:extLst>
                      <a:ext uri="{FF2B5EF4-FFF2-40B4-BE49-F238E27FC236}">
                        <a16:creationId xmlns:a16="http://schemas.microsoft.com/office/drawing/2014/main" id="{03AA48AC-EAE4-4302-B3F7-395F2DE5A3A5}"/>
                      </a:ext>
                    </a:extLst>
                  </p:cNvPr>
                  <p:cNvSpPr/>
                  <p:nvPr/>
                </p:nvSpPr>
                <p:spPr>
                  <a:xfrm>
                    <a:off x="2453344"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21"/>
                          <a:pt x="2540" y="12346"/>
                        </a:cubicBezTo>
                        <a:cubicBezTo>
                          <a:pt x="2540" y="6970"/>
                          <a:pt x="6911" y="2540"/>
                          <a:pt x="12346" y="2540"/>
                        </a:cubicBezTo>
                        <a:lnTo>
                          <a:pt x="12346" y="2540"/>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493"/>
                          <a:pt x="19139"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53" name="Freeform: Shape 1352">
                    <a:extLst>
                      <a:ext uri="{FF2B5EF4-FFF2-40B4-BE49-F238E27FC236}">
                        <a16:creationId xmlns:a16="http://schemas.microsoft.com/office/drawing/2014/main" id="{DFFCCE23-7691-F7CF-6BC5-7AE179021DAD}"/>
                      </a:ext>
                    </a:extLst>
                  </p:cNvPr>
                  <p:cNvSpPr/>
                  <p:nvPr/>
                </p:nvSpPr>
                <p:spPr>
                  <a:xfrm>
                    <a:off x="2504617"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54" name="Freeform: Shape 1353">
                    <a:extLst>
                      <a:ext uri="{FF2B5EF4-FFF2-40B4-BE49-F238E27FC236}">
                        <a16:creationId xmlns:a16="http://schemas.microsoft.com/office/drawing/2014/main" id="{764E2794-8A98-40F7-EFC3-30AF3A393629}"/>
                      </a:ext>
                    </a:extLst>
                  </p:cNvPr>
                  <p:cNvSpPr/>
                  <p:nvPr/>
                </p:nvSpPr>
                <p:spPr>
                  <a:xfrm>
                    <a:off x="2530253"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55" name="Freeform: Shape 1354">
                    <a:extLst>
                      <a:ext uri="{FF2B5EF4-FFF2-40B4-BE49-F238E27FC236}">
                        <a16:creationId xmlns:a16="http://schemas.microsoft.com/office/drawing/2014/main" id="{CFBCEA38-F07C-28C7-B35D-3C638A89A7A6}"/>
                      </a:ext>
                    </a:extLst>
                  </p:cNvPr>
                  <p:cNvSpPr/>
                  <p:nvPr/>
                </p:nvSpPr>
                <p:spPr>
                  <a:xfrm>
                    <a:off x="2555889"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70"/>
                          <a:pt x="22151" y="12346"/>
                        </a:cubicBezTo>
                        <a:cubicBezTo>
                          <a:pt x="22151" y="17780"/>
                          <a:pt x="17780" y="22151"/>
                          <a:pt x="12346" y="22151"/>
                        </a:cubicBezTo>
                        <a:cubicBezTo>
                          <a:pt x="6911" y="22151"/>
                          <a:pt x="2540" y="17721"/>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493"/>
                          <a:pt x="19198"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56" name="Freeform: Shape 1355">
                    <a:extLst>
                      <a:ext uri="{FF2B5EF4-FFF2-40B4-BE49-F238E27FC236}">
                        <a16:creationId xmlns:a16="http://schemas.microsoft.com/office/drawing/2014/main" id="{E6988FAF-CA3B-D966-EF4B-F48E03454677}"/>
                      </a:ext>
                    </a:extLst>
                  </p:cNvPr>
                  <p:cNvSpPr/>
                  <p:nvPr/>
                </p:nvSpPr>
                <p:spPr>
                  <a:xfrm>
                    <a:off x="2137498" y="1658767"/>
                    <a:ext cx="66719" cy="115274"/>
                  </a:xfrm>
                  <a:custGeom>
                    <a:avLst/>
                    <a:gdLst>
                      <a:gd name="connsiteX0" fmla="*/ 60310 w 66719"/>
                      <a:gd name="connsiteY0" fmla="*/ 115275 h 115274"/>
                      <a:gd name="connsiteX1" fmla="*/ 64859 w 66719"/>
                      <a:gd name="connsiteY1" fmla="*/ 113384 h 115274"/>
                      <a:gd name="connsiteX2" fmla="*/ 64859 w 66719"/>
                      <a:gd name="connsiteY2" fmla="*/ 104347 h 115274"/>
                      <a:gd name="connsiteX3" fmla="*/ 18134 w 66719"/>
                      <a:gd name="connsiteY3" fmla="*/ 57623 h 115274"/>
                      <a:gd name="connsiteX4" fmla="*/ 64859 w 66719"/>
                      <a:gd name="connsiteY4" fmla="*/ 10898 h 115274"/>
                      <a:gd name="connsiteX5" fmla="*/ 64859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9" y="113384"/>
                        </a:cubicBezTo>
                        <a:cubicBezTo>
                          <a:pt x="67340" y="110903"/>
                          <a:pt x="67340" y="106828"/>
                          <a:pt x="64859" y="104347"/>
                        </a:cubicBezTo>
                        <a:lnTo>
                          <a:pt x="18134" y="57623"/>
                        </a:lnTo>
                        <a:lnTo>
                          <a:pt x="64859" y="10898"/>
                        </a:lnTo>
                        <a:cubicBezTo>
                          <a:pt x="67340" y="8417"/>
                          <a:pt x="67340" y="4342"/>
                          <a:pt x="64859" y="1861"/>
                        </a:cubicBezTo>
                        <a:cubicBezTo>
                          <a:pt x="62378" y="-620"/>
                          <a:pt x="58302" y="-620"/>
                          <a:pt x="55821" y="1861"/>
                        </a:cubicBezTo>
                        <a:lnTo>
                          <a:pt x="0" y="57682"/>
                        </a:lnTo>
                        <a:lnTo>
                          <a:pt x="55821" y="113503"/>
                        </a:lnTo>
                        <a:cubicBezTo>
                          <a:pt x="57002" y="114684"/>
                          <a:pt x="58656" y="115275"/>
                          <a:pt x="60310" y="115275"/>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57" name="Freeform: Shape 1356">
                    <a:extLst>
                      <a:ext uri="{FF2B5EF4-FFF2-40B4-BE49-F238E27FC236}">
                        <a16:creationId xmlns:a16="http://schemas.microsoft.com/office/drawing/2014/main" id="{E1615480-2525-D742-01BB-8612C923851B}"/>
                      </a:ext>
                    </a:extLst>
                  </p:cNvPr>
                  <p:cNvSpPr/>
                  <p:nvPr/>
                </p:nvSpPr>
                <p:spPr>
                  <a:xfrm>
                    <a:off x="2086107" y="1658708"/>
                    <a:ext cx="66778" cy="115333"/>
                  </a:xfrm>
                  <a:custGeom>
                    <a:avLst/>
                    <a:gdLst>
                      <a:gd name="connsiteX0" fmla="*/ 60369 w 66778"/>
                      <a:gd name="connsiteY0" fmla="*/ 115334 h 115333"/>
                      <a:gd name="connsiteX1" fmla="*/ 64918 w 66778"/>
                      <a:gd name="connsiteY1" fmla="*/ 113443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3"/>
                        </a:cubicBezTo>
                        <a:cubicBezTo>
                          <a:pt x="67399" y="110963"/>
                          <a:pt x="67399" y="106887"/>
                          <a:pt x="64918" y="104347"/>
                        </a:cubicBezTo>
                        <a:lnTo>
                          <a:pt x="18134" y="57623"/>
                        </a:lnTo>
                        <a:lnTo>
                          <a:pt x="64918" y="10898"/>
                        </a:lnTo>
                        <a:cubicBezTo>
                          <a:pt x="67399" y="8417"/>
                          <a:pt x="67399" y="4342"/>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58" name="Freeform: Shape 1357">
                    <a:extLst>
                      <a:ext uri="{FF2B5EF4-FFF2-40B4-BE49-F238E27FC236}">
                        <a16:creationId xmlns:a16="http://schemas.microsoft.com/office/drawing/2014/main" id="{60F9F0C9-8DDD-5072-75F5-219CF5CA80AB}"/>
                      </a:ext>
                    </a:extLst>
                  </p:cNvPr>
                  <p:cNvSpPr/>
                  <p:nvPr/>
                </p:nvSpPr>
                <p:spPr>
                  <a:xfrm>
                    <a:off x="2034894" y="165858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7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59" name="Freeform: Shape 1358">
                    <a:extLst>
                      <a:ext uri="{FF2B5EF4-FFF2-40B4-BE49-F238E27FC236}">
                        <a16:creationId xmlns:a16="http://schemas.microsoft.com/office/drawing/2014/main" id="{6F76D147-0868-7D84-FBD8-71D15B2236C1}"/>
                      </a:ext>
                    </a:extLst>
                  </p:cNvPr>
                  <p:cNvSpPr/>
                  <p:nvPr/>
                </p:nvSpPr>
                <p:spPr>
                  <a:xfrm>
                    <a:off x="1983621" y="165858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618" y="114684"/>
                          <a:pt x="64859" y="113444"/>
                        </a:cubicBezTo>
                        <a:cubicBezTo>
                          <a:pt x="67340" y="110963"/>
                          <a:pt x="67340" y="106887"/>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60" name="Freeform: Shape 1359">
                    <a:extLst>
                      <a:ext uri="{FF2B5EF4-FFF2-40B4-BE49-F238E27FC236}">
                        <a16:creationId xmlns:a16="http://schemas.microsoft.com/office/drawing/2014/main" id="{F5A80409-318A-A1BD-BDFD-E33EDF1F148A}"/>
                      </a:ext>
                    </a:extLst>
                  </p:cNvPr>
                  <p:cNvSpPr/>
                  <p:nvPr/>
                </p:nvSpPr>
                <p:spPr>
                  <a:xfrm>
                    <a:off x="1932349" y="1658648"/>
                    <a:ext cx="66719" cy="115274"/>
                  </a:xfrm>
                  <a:custGeom>
                    <a:avLst/>
                    <a:gdLst>
                      <a:gd name="connsiteX0" fmla="*/ 60310 w 66719"/>
                      <a:gd name="connsiteY0" fmla="*/ 115275 h 115274"/>
                      <a:gd name="connsiteX1" fmla="*/ 64858 w 66719"/>
                      <a:gd name="connsiteY1" fmla="*/ 113384 h 115274"/>
                      <a:gd name="connsiteX2" fmla="*/ 64858 w 66719"/>
                      <a:gd name="connsiteY2" fmla="*/ 104347 h 115274"/>
                      <a:gd name="connsiteX3" fmla="*/ 18134 w 66719"/>
                      <a:gd name="connsiteY3" fmla="*/ 57623 h 115274"/>
                      <a:gd name="connsiteX4" fmla="*/ 64858 w 66719"/>
                      <a:gd name="connsiteY4" fmla="*/ 10898 h 115274"/>
                      <a:gd name="connsiteX5" fmla="*/ 64858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8" y="113384"/>
                        </a:cubicBezTo>
                        <a:cubicBezTo>
                          <a:pt x="67340" y="110904"/>
                          <a:pt x="67340" y="106828"/>
                          <a:pt x="64858" y="104347"/>
                        </a:cubicBezTo>
                        <a:lnTo>
                          <a:pt x="18134" y="57623"/>
                        </a:lnTo>
                        <a:lnTo>
                          <a:pt x="64858" y="10898"/>
                        </a:lnTo>
                        <a:cubicBezTo>
                          <a:pt x="67340" y="8417"/>
                          <a:pt x="67340" y="4342"/>
                          <a:pt x="64858" y="1861"/>
                        </a:cubicBezTo>
                        <a:cubicBezTo>
                          <a:pt x="62378" y="-620"/>
                          <a:pt x="58302" y="-620"/>
                          <a:pt x="55821" y="1861"/>
                        </a:cubicBezTo>
                        <a:lnTo>
                          <a:pt x="0" y="57682"/>
                        </a:lnTo>
                        <a:lnTo>
                          <a:pt x="55821" y="113503"/>
                        </a:lnTo>
                        <a:cubicBezTo>
                          <a:pt x="57002" y="114625"/>
                          <a:pt x="58656" y="115275"/>
                          <a:pt x="60310" y="115275"/>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265" name="Graphic 4773">
                  <a:extLst>
                    <a:ext uri="{FF2B5EF4-FFF2-40B4-BE49-F238E27FC236}">
                      <a16:creationId xmlns:a16="http://schemas.microsoft.com/office/drawing/2014/main" id="{20911519-F141-D37C-C76A-9013810CE348}"/>
                    </a:ext>
                  </a:extLst>
                </p:cNvPr>
                <p:cNvGrpSpPr/>
                <p:nvPr/>
              </p:nvGrpSpPr>
              <p:grpSpPr>
                <a:xfrm>
                  <a:off x="455605" y="4257600"/>
                  <a:ext cx="648231" cy="115511"/>
                  <a:chOff x="455605" y="4257600"/>
                  <a:chExt cx="648231" cy="115511"/>
                </a:xfrm>
                <a:grpFill/>
              </p:grpSpPr>
              <p:sp>
                <p:nvSpPr>
                  <p:cNvPr id="1329" name="Freeform: Shape 1328">
                    <a:extLst>
                      <a:ext uri="{FF2B5EF4-FFF2-40B4-BE49-F238E27FC236}">
                        <a16:creationId xmlns:a16="http://schemas.microsoft.com/office/drawing/2014/main" id="{60AFB23F-6AB9-EF67-82C2-39B3CE5096B6}"/>
                      </a:ext>
                    </a:extLst>
                  </p:cNvPr>
                  <p:cNvSpPr/>
                  <p:nvPr/>
                </p:nvSpPr>
                <p:spPr>
                  <a:xfrm>
                    <a:off x="694542" y="4303054"/>
                    <a:ext cx="24691" cy="24750"/>
                  </a:xfrm>
                  <a:custGeom>
                    <a:avLst/>
                    <a:gdLst>
                      <a:gd name="connsiteX0" fmla="*/ 12346 w 24691"/>
                      <a:gd name="connsiteY0" fmla="*/ 2599 h 24750"/>
                      <a:gd name="connsiteX1" fmla="*/ 22151 w 24691"/>
                      <a:gd name="connsiteY1" fmla="*/ 12405 h 24750"/>
                      <a:gd name="connsiteX2" fmla="*/ 12346 w 24691"/>
                      <a:gd name="connsiteY2" fmla="*/ 22210 h 24750"/>
                      <a:gd name="connsiteX3" fmla="*/ 2540 w 24691"/>
                      <a:gd name="connsiteY3" fmla="*/ 12405 h 24750"/>
                      <a:gd name="connsiteX4" fmla="*/ 12346 w 24691"/>
                      <a:gd name="connsiteY4" fmla="*/ 2599 h 24750"/>
                      <a:gd name="connsiteX5" fmla="*/ 12346 w 24691"/>
                      <a:gd name="connsiteY5" fmla="*/ 2599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99"/>
                        </a:moveTo>
                        <a:cubicBezTo>
                          <a:pt x="17780" y="2599"/>
                          <a:pt x="22151" y="6971"/>
                          <a:pt x="22151" y="12405"/>
                        </a:cubicBezTo>
                        <a:cubicBezTo>
                          <a:pt x="22151" y="17839"/>
                          <a:pt x="17780" y="22210"/>
                          <a:pt x="12346" y="22210"/>
                        </a:cubicBezTo>
                        <a:cubicBezTo>
                          <a:pt x="6911" y="22210"/>
                          <a:pt x="2540" y="17839"/>
                          <a:pt x="2540" y="12405"/>
                        </a:cubicBezTo>
                        <a:cubicBezTo>
                          <a:pt x="2540" y="6971"/>
                          <a:pt x="6911" y="2599"/>
                          <a:pt x="12346" y="2599"/>
                        </a:cubicBezTo>
                        <a:lnTo>
                          <a:pt x="12346" y="2599"/>
                        </a:lnTo>
                        <a:close/>
                        <a:moveTo>
                          <a:pt x="12346" y="0"/>
                        </a:moveTo>
                        <a:cubicBezTo>
                          <a:pt x="5493" y="0"/>
                          <a:pt x="0" y="5553"/>
                          <a:pt x="0" y="12346"/>
                        </a:cubicBezTo>
                        <a:cubicBezTo>
                          <a:pt x="0" y="19198"/>
                          <a:pt x="5553" y="24750"/>
                          <a:pt x="12346" y="24750"/>
                        </a:cubicBezTo>
                        <a:cubicBezTo>
                          <a:pt x="19198" y="24750"/>
                          <a:pt x="24691" y="19198"/>
                          <a:pt x="24691" y="12346"/>
                        </a:cubicBezTo>
                        <a:cubicBezTo>
                          <a:pt x="24691" y="5553"/>
                          <a:pt x="19198"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30" name="Freeform: Shape 1329">
                    <a:extLst>
                      <a:ext uri="{FF2B5EF4-FFF2-40B4-BE49-F238E27FC236}">
                        <a16:creationId xmlns:a16="http://schemas.microsoft.com/office/drawing/2014/main" id="{5392C1B9-A4FF-10AA-2000-0CE1640A1E2C}"/>
                      </a:ext>
                    </a:extLst>
                  </p:cNvPr>
                  <p:cNvSpPr/>
                  <p:nvPr/>
                </p:nvSpPr>
                <p:spPr>
                  <a:xfrm>
                    <a:off x="745814"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98" y="0"/>
                          <a:pt x="24691" y="555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31" name="Freeform: Shape 1330">
                    <a:extLst>
                      <a:ext uri="{FF2B5EF4-FFF2-40B4-BE49-F238E27FC236}">
                        <a16:creationId xmlns:a16="http://schemas.microsoft.com/office/drawing/2014/main" id="{B909FC98-3CDE-FF62-2702-CED4ADFE5676}"/>
                      </a:ext>
                    </a:extLst>
                  </p:cNvPr>
                  <p:cNvSpPr/>
                  <p:nvPr/>
                </p:nvSpPr>
                <p:spPr>
                  <a:xfrm>
                    <a:off x="771510"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32" name="Freeform: Shape 1331">
                    <a:extLst>
                      <a:ext uri="{FF2B5EF4-FFF2-40B4-BE49-F238E27FC236}">
                        <a16:creationId xmlns:a16="http://schemas.microsoft.com/office/drawing/2014/main" id="{4E49E64F-0FD1-E05F-408C-886B36808759}"/>
                      </a:ext>
                    </a:extLst>
                  </p:cNvPr>
                  <p:cNvSpPr/>
                  <p:nvPr/>
                </p:nvSpPr>
                <p:spPr>
                  <a:xfrm>
                    <a:off x="822723" y="4303054"/>
                    <a:ext cx="24691" cy="24750"/>
                  </a:xfrm>
                  <a:custGeom>
                    <a:avLst/>
                    <a:gdLst>
                      <a:gd name="connsiteX0" fmla="*/ 12346 w 24691"/>
                      <a:gd name="connsiteY0" fmla="*/ 2540 h 24750"/>
                      <a:gd name="connsiteX1" fmla="*/ 22151 w 24691"/>
                      <a:gd name="connsiteY1" fmla="*/ 12346 h 24750"/>
                      <a:gd name="connsiteX2" fmla="*/ 12346 w 24691"/>
                      <a:gd name="connsiteY2" fmla="*/ 22151 h 24750"/>
                      <a:gd name="connsiteX3" fmla="*/ 2540 w 24691"/>
                      <a:gd name="connsiteY3" fmla="*/ 12346 h 24750"/>
                      <a:gd name="connsiteX4" fmla="*/ 12346 w 24691"/>
                      <a:gd name="connsiteY4" fmla="*/ 2540 h 24750"/>
                      <a:gd name="connsiteX5" fmla="*/ 12346 w 24691"/>
                      <a:gd name="connsiteY5" fmla="*/ 2540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1"/>
                          <a:pt x="6970" y="2540"/>
                          <a:pt x="12346" y="2540"/>
                        </a:cubicBezTo>
                        <a:lnTo>
                          <a:pt x="12346" y="2540"/>
                        </a:lnTo>
                        <a:close/>
                        <a:moveTo>
                          <a:pt x="12346" y="0"/>
                        </a:moveTo>
                        <a:cubicBezTo>
                          <a:pt x="5494" y="0"/>
                          <a:pt x="0" y="5553"/>
                          <a:pt x="0" y="12346"/>
                        </a:cubicBezTo>
                        <a:cubicBezTo>
                          <a:pt x="0" y="19198"/>
                          <a:pt x="5553" y="24750"/>
                          <a:pt x="12346" y="24750"/>
                        </a:cubicBezTo>
                        <a:cubicBezTo>
                          <a:pt x="19198" y="24750"/>
                          <a:pt x="24691" y="19198"/>
                          <a:pt x="24691" y="12346"/>
                        </a:cubicBezTo>
                        <a:cubicBezTo>
                          <a:pt x="24750" y="5553"/>
                          <a:pt x="19198"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33" name="Freeform: Shape 1332">
                    <a:extLst>
                      <a:ext uri="{FF2B5EF4-FFF2-40B4-BE49-F238E27FC236}">
                        <a16:creationId xmlns:a16="http://schemas.microsoft.com/office/drawing/2014/main" id="{83A31F40-F43B-B68C-9E01-A562B51611EA}"/>
                      </a:ext>
                    </a:extLst>
                  </p:cNvPr>
                  <p:cNvSpPr/>
                  <p:nvPr/>
                </p:nvSpPr>
                <p:spPr>
                  <a:xfrm>
                    <a:off x="874055"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34" name="Freeform: Shape 1333">
                    <a:extLst>
                      <a:ext uri="{FF2B5EF4-FFF2-40B4-BE49-F238E27FC236}">
                        <a16:creationId xmlns:a16="http://schemas.microsoft.com/office/drawing/2014/main" id="{6F2FBDD3-3F56-95C0-977F-9104E0E46A19}"/>
                      </a:ext>
                    </a:extLst>
                  </p:cNvPr>
                  <p:cNvSpPr/>
                  <p:nvPr/>
                </p:nvSpPr>
                <p:spPr>
                  <a:xfrm>
                    <a:off x="899691"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21"/>
                          <a:pt x="17780" y="22151"/>
                          <a:pt x="12346" y="22151"/>
                        </a:cubicBezTo>
                        <a:cubicBezTo>
                          <a:pt x="6970" y="22151"/>
                          <a:pt x="2540" y="17721"/>
                          <a:pt x="2540" y="12346"/>
                        </a:cubicBezTo>
                        <a:cubicBezTo>
                          <a:pt x="2540" y="6971"/>
                          <a:pt x="6911" y="2540"/>
                          <a:pt x="12346" y="2540"/>
                        </a:cubicBezTo>
                        <a:lnTo>
                          <a:pt x="12346" y="2540"/>
                        </a:lnTo>
                        <a:close/>
                        <a:moveTo>
                          <a:pt x="12346" y="0"/>
                        </a:moveTo>
                        <a:cubicBezTo>
                          <a:pt x="5494"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35" name="Freeform: Shape 1334">
                    <a:extLst>
                      <a:ext uri="{FF2B5EF4-FFF2-40B4-BE49-F238E27FC236}">
                        <a16:creationId xmlns:a16="http://schemas.microsoft.com/office/drawing/2014/main" id="{B0E47CB4-4162-41C9-6EE9-DF2C8E3C6F5D}"/>
                      </a:ext>
                    </a:extLst>
                  </p:cNvPr>
                  <p:cNvSpPr/>
                  <p:nvPr/>
                </p:nvSpPr>
                <p:spPr>
                  <a:xfrm>
                    <a:off x="925327"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4" y="24750"/>
                          <a:pt x="0" y="19198"/>
                          <a:pt x="0" y="12346"/>
                        </a:cubicBezTo>
                        <a:cubicBezTo>
                          <a:pt x="0" y="5494"/>
                          <a:pt x="5553" y="0"/>
                          <a:pt x="12346" y="0"/>
                        </a:cubicBezTo>
                        <a:cubicBezTo>
                          <a:pt x="19139" y="0"/>
                          <a:pt x="24691" y="5494"/>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36" name="Freeform: Shape 1335">
                    <a:extLst>
                      <a:ext uri="{FF2B5EF4-FFF2-40B4-BE49-F238E27FC236}">
                        <a16:creationId xmlns:a16="http://schemas.microsoft.com/office/drawing/2014/main" id="{5A1B9811-3E87-18B1-FD25-2773931C8209}"/>
                      </a:ext>
                    </a:extLst>
                  </p:cNvPr>
                  <p:cNvSpPr/>
                  <p:nvPr/>
                </p:nvSpPr>
                <p:spPr>
                  <a:xfrm>
                    <a:off x="976600"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80"/>
                          <a:pt x="2540" y="12346"/>
                        </a:cubicBezTo>
                        <a:cubicBezTo>
                          <a:pt x="2540" y="6971"/>
                          <a:pt x="6911" y="2540"/>
                          <a:pt x="12346" y="2540"/>
                        </a:cubicBezTo>
                        <a:lnTo>
                          <a:pt x="12346" y="2540"/>
                        </a:lnTo>
                        <a:close/>
                        <a:moveTo>
                          <a:pt x="12346" y="0"/>
                        </a:moveTo>
                        <a:cubicBezTo>
                          <a:pt x="5493"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37" name="Freeform: Shape 1336">
                    <a:extLst>
                      <a:ext uri="{FF2B5EF4-FFF2-40B4-BE49-F238E27FC236}">
                        <a16:creationId xmlns:a16="http://schemas.microsoft.com/office/drawing/2014/main" id="{C28089A2-399F-8AE9-5920-C7CF70914AA9}"/>
                      </a:ext>
                    </a:extLst>
                  </p:cNvPr>
                  <p:cNvSpPr/>
                  <p:nvPr/>
                </p:nvSpPr>
                <p:spPr>
                  <a:xfrm>
                    <a:off x="1027872"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553"/>
                          <a:pt x="5553" y="0"/>
                          <a:pt x="12346" y="0"/>
                        </a:cubicBezTo>
                        <a:cubicBezTo>
                          <a:pt x="19198" y="0"/>
                          <a:pt x="24691" y="5494"/>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38" name="Freeform: Shape 1337">
                    <a:extLst>
                      <a:ext uri="{FF2B5EF4-FFF2-40B4-BE49-F238E27FC236}">
                        <a16:creationId xmlns:a16="http://schemas.microsoft.com/office/drawing/2014/main" id="{EFDE695B-BB04-050B-9A92-DC4F30FDFF10}"/>
                      </a:ext>
                    </a:extLst>
                  </p:cNvPr>
                  <p:cNvSpPr/>
                  <p:nvPr/>
                </p:nvSpPr>
                <p:spPr>
                  <a:xfrm>
                    <a:off x="1053509"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3" y="24750"/>
                          <a:pt x="0" y="19198"/>
                          <a:pt x="0" y="12346"/>
                        </a:cubicBezTo>
                        <a:cubicBezTo>
                          <a:pt x="0" y="5494"/>
                          <a:pt x="5552" y="0"/>
                          <a:pt x="12346" y="0"/>
                        </a:cubicBezTo>
                        <a:cubicBezTo>
                          <a:pt x="19198" y="0"/>
                          <a:pt x="24691" y="5494"/>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39" name="Freeform: Shape 1338">
                    <a:extLst>
                      <a:ext uri="{FF2B5EF4-FFF2-40B4-BE49-F238E27FC236}">
                        <a16:creationId xmlns:a16="http://schemas.microsoft.com/office/drawing/2014/main" id="{493C6CE6-1BB7-637D-1F6F-8D7BB351A739}"/>
                      </a:ext>
                    </a:extLst>
                  </p:cNvPr>
                  <p:cNvSpPr/>
                  <p:nvPr/>
                </p:nvSpPr>
                <p:spPr>
                  <a:xfrm>
                    <a:off x="1079145" y="430299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5 h 24691"/>
                      <a:gd name="connsiteX8" fmla="*/ 12346 w 24691"/>
                      <a:gd name="connsiteY8" fmla="*/ 24691 h 24691"/>
                      <a:gd name="connsiteX9" fmla="*/ 24691 w 24691"/>
                      <a:gd name="connsiteY9" fmla="*/ 12345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11" y="22210"/>
                          <a:pt x="2540" y="17839"/>
                          <a:pt x="2540" y="12405"/>
                        </a:cubicBezTo>
                        <a:cubicBezTo>
                          <a:pt x="2540" y="6970"/>
                          <a:pt x="6970" y="2599"/>
                          <a:pt x="12346" y="2599"/>
                        </a:cubicBezTo>
                        <a:lnTo>
                          <a:pt x="12346" y="2599"/>
                        </a:lnTo>
                        <a:close/>
                        <a:moveTo>
                          <a:pt x="12346" y="0"/>
                        </a:moveTo>
                        <a:cubicBezTo>
                          <a:pt x="5493" y="0"/>
                          <a:pt x="0" y="5553"/>
                          <a:pt x="0" y="12345"/>
                        </a:cubicBezTo>
                        <a:cubicBezTo>
                          <a:pt x="0" y="19198"/>
                          <a:pt x="5553" y="24691"/>
                          <a:pt x="12346" y="24691"/>
                        </a:cubicBezTo>
                        <a:cubicBezTo>
                          <a:pt x="19198" y="24691"/>
                          <a:pt x="24691" y="19139"/>
                          <a:pt x="24691" y="12345"/>
                        </a:cubicBezTo>
                        <a:cubicBezTo>
                          <a:pt x="24691" y="5553"/>
                          <a:pt x="19198"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40" name="Freeform: Shape 1339">
                    <a:extLst>
                      <a:ext uri="{FF2B5EF4-FFF2-40B4-BE49-F238E27FC236}">
                        <a16:creationId xmlns:a16="http://schemas.microsoft.com/office/drawing/2014/main" id="{A04005EA-ADE6-6FFC-8F2C-C2FA08E54892}"/>
                      </a:ext>
                    </a:extLst>
                  </p:cNvPr>
                  <p:cNvSpPr/>
                  <p:nvPr/>
                </p:nvSpPr>
                <p:spPr>
                  <a:xfrm>
                    <a:off x="660754" y="4257777"/>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7"/>
                        </a:lnTo>
                        <a:cubicBezTo>
                          <a:pt x="67340" y="8476"/>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41" name="Freeform: Shape 1340">
                    <a:extLst>
                      <a:ext uri="{FF2B5EF4-FFF2-40B4-BE49-F238E27FC236}">
                        <a16:creationId xmlns:a16="http://schemas.microsoft.com/office/drawing/2014/main" id="{DA3EE816-C960-BAE7-7CD4-981E5DB59F3B}"/>
                      </a:ext>
                    </a:extLst>
                  </p:cNvPr>
                  <p:cNvSpPr/>
                  <p:nvPr/>
                </p:nvSpPr>
                <p:spPr>
                  <a:xfrm>
                    <a:off x="609363" y="4257777"/>
                    <a:ext cx="66778" cy="115333"/>
                  </a:xfrm>
                  <a:custGeom>
                    <a:avLst/>
                    <a:gdLst>
                      <a:gd name="connsiteX0" fmla="*/ 60369 w 66778"/>
                      <a:gd name="connsiteY0" fmla="*/ 115334 h 115333"/>
                      <a:gd name="connsiteX1" fmla="*/ 64918 w 66778"/>
                      <a:gd name="connsiteY1" fmla="*/ 113444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4"/>
                        </a:cubicBezTo>
                        <a:cubicBezTo>
                          <a:pt x="67399" y="110963"/>
                          <a:pt x="67399" y="106887"/>
                          <a:pt x="64918" y="104347"/>
                        </a:cubicBezTo>
                        <a:lnTo>
                          <a:pt x="18134" y="57623"/>
                        </a:lnTo>
                        <a:lnTo>
                          <a:pt x="64918" y="10898"/>
                        </a:lnTo>
                        <a:cubicBezTo>
                          <a:pt x="67399" y="8417"/>
                          <a:pt x="67399" y="4341"/>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42" name="Freeform: Shape 1341">
                    <a:extLst>
                      <a:ext uri="{FF2B5EF4-FFF2-40B4-BE49-F238E27FC236}">
                        <a16:creationId xmlns:a16="http://schemas.microsoft.com/office/drawing/2014/main" id="{0DC71674-8145-08F4-06C1-A3664D71DE3C}"/>
                      </a:ext>
                    </a:extLst>
                  </p:cNvPr>
                  <p:cNvSpPr/>
                  <p:nvPr/>
                </p:nvSpPr>
                <p:spPr>
                  <a:xfrm>
                    <a:off x="558150" y="425765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43" name="Freeform: Shape 1342">
                    <a:extLst>
                      <a:ext uri="{FF2B5EF4-FFF2-40B4-BE49-F238E27FC236}">
                        <a16:creationId xmlns:a16="http://schemas.microsoft.com/office/drawing/2014/main" id="{8AB62B8F-441E-73C2-DADD-6D45DDBF4E01}"/>
                      </a:ext>
                    </a:extLst>
                  </p:cNvPr>
                  <p:cNvSpPr/>
                  <p:nvPr/>
                </p:nvSpPr>
                <p:spPr>
                  <a:xfrm>
                    <a:off x="506877" y="4257600"/>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7"/>
                          <a:pt x="67340" y="4401"/>
                          <a:pt x="64859" y="1861"/>
                        </a:cubicBezTo>
                        <a:cubicBezTo>
                          <a:pt x="62378" y="-620"/>
                          <a:pt x="58302" y="-620"/>
                          <a:pt x="55821" y="1861"/>
                        </a:cubicBezTo>
                        <a:lnTo>
                          <a:pt x="0" y="57682"/>
                        </a:lnTo>
                        <a:lnTo>
                          <a:pt x="55821" y="113503"/>
                        </a:lnTo>
                        <a:cubicBezTo>
                          <a:pt x="57002" y="114802"/>
                          <a:pt x="58656" y="115393"/>
                          <a:pt x="60310" y="11539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44" name="Freeform: Shape 1343">
                    <a:extLst>
                      <a:ext uri="{FF2B5EF4-FFF2-40B4-BE49-F238E27FC236}">
                        <a16:creationId xmlns:a16="http://schemas.microsoft.com/office/drawing/2014/main" id="{4D9A521A-C1DD-0657-F8F6-3015FE536D3A}"/>
                      </a:ext>
                    </a:extLst>
                  </p:cNvPr>
                  <p:cNvSpPr/>
                  <p:nvPr/>
                </p:nvSpPr>
                <p:spPr>
                  <a:xfrm>
                    <a:off x="455605" y="425765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8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02" y="114684"/>
                          <a:pt x="58656" y="115334"/>
                          <a:pt x="60310" y="115334"/>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266" name="Graphic 4773">
                  <a:extLst>
                    <a:ext uri="{FF2B5EF4-FFF2-40B4-BE49-F238E27FC236}">
                      <a16:creationId xmlns:a16="http://schemas.microsoft.com/office/drawing/2014/main" id="{7C344A30-912E-2597-0112-E1134D6D8998}"/>
                    </a:ext>
                  </a:extLst>
                </p:cNvPr>
                <p:cNvGrpSpPr/>
                <p:nvPr/>
              </p:nvGrpSpPr>
              <p:grpSpPr>
                <a:xfrm>
                  <a:off x="3234542" y="2956736"/>
                  <a:ext cx="583845" cy="119557"/>
                  <a:chOff x="3234542" y="2956736"/>
                  <a:chExt cx="583845" cy="119557"/>
                </a:xfrm>
                <a:grpFill/>
              </p:grpSpPr>
              <p:grpSp>
                <p:nvGrpSpPr>
                  <p:cNvPr id="1318" name="Graphic 4773">
                    <a:extLst>
                      <a:ext uri="{FF2B5EF4-FFF2-40B4-BE49-F238E27FC236}">
                        <a16:creationId xmlns:a16="http://schemas.microsoft.com/office/drawing/2014/main" id="{C235F523-F8B6-DDE9-7900-95CFE7FC13B8}"/>
                      </a:ext>
                    </a:extLst>
                  </p:cNvPr>
                  <p:cNvGrpSpPr/>
                  <p:nvPr/>
                </p:nvGrpSpPr>
                <p:grpSpPr>
                  <a:xfrm>
                    <a:off x="3234542" y="2956736"/>
                    <a:ext cx="119557" cy="119557"/>
                    <a:chOff x="3234542" y="2956736"/>
                    <a:chExt cx="119557" cy="119557"/>
                  </a:xfrm>
                  <a:grpFill/>
                </p:grpSpPr>
                <p:sp>
                  <p:nvSpPr>
                    <p:cNvPr id="1327" name="Freeform: Shape 1326">
                      <a:extLst>
                        <a:ext uri="{FF2B5EF4-FFF2-40B4-BE49-F238E27FC236}">
                          <a16:creationId xmlns:a16="http://schemas.microsoft.com/office/drawing/2014/main" id="{C087D25C-5ADC-9026-8FA6-B2CA5E68BD2C}"/>
                        </a:ext>
                      </a:extLst>
                    </p:cNvPr>
                    <p:cNvSpPr/>
                    <p:nvPr/>
                  </p:nvSpPr>
                  <p:spPr>
                    <a:xfrm>
                      <a:off x="3273941" y="2978474"/>
                      <a:ext cx="40698" cy="76199"/>
                    </a:xfrm>
                    <a:custGeom>
                      <a:avLst/>
                      <a:gdLst>
                        <a:gd name="connsiteX0" fmla="*/ 38868 w 40698"/>
                        <a:gd name="connsiteY0" fmla="*/ 76200 h 76199"/>
                        <a:gd name="connsiteX1" fmla="*/ 40167 w 40698"/>
                        <a:gd name="connsiteY1" fmla="*/ 75668 h 76199"/>
                        <a:gd name="connsiteX2" fmla="*/ 40167 w 40698"/>
                        <a:gd name="connsiteY2" fmla="*/ 73128 h 76199"/>
                        <a:gd name="connsiteX3" fmla="*/ 5139 w 40698"/>
                        <a:gd name="connsiteY3" fmla="*/ 38100 h 76199"/>
                        <a:gd name="connsiteX4" fmla="*/ 40167 w 40698"/>
                        <a:gd name="connsiteY4" fmla="*/ 3072 h 76199"/>
                        <a:gd name="connsiteX5" fmla="*/ 40167 w 40698"/>
                        <a:gd name="connsiteY5" fmla="*/ 532 h 76199"/>
                        <a:gd name="connsiteX6" fmla="*/ 37627 w 40698"/>
                        <a:gd name="connsiteY6" fmla="*/ 532 h 76199"/>
                        <a:gd name="connsiteX7" fmla="*/ 0 w 40698"/>
                        <a:gd name="connsiteY7" fmla="*/ 38159 h 76199"/>
                        <a:gd name="connsiteX8" fmla="*/ 37627 w 40698"/>
                        <a:gd name="connsiteY8" fmla="*/ 75786 h 76199"/>
                        <a:gd name="connsiteX9" fmla="*/ 38868 w 40698"/>
                        <a:gd name="connsiteY9" fmla="*/ 76200 h 76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8" h="76199">
                          <a:moveTo>
                            <a:pt x="38868" y="76200"/>
                          </a:moveTo>
                          <a:cubicBezTo>
                            <a:pt x="39340" y="76200"/>
                            <a:pt x="39813" y="76023"/>
                            <a:pt x="40167" y="75668"/>
                          </a:cubicBezTo>
                          <a:cubicBezTo>
                            <a:pt x="40876" y="74960"/>
                            <a:pt x="40876" y="73837"/>
                            <a:pt x="40167" y="73128"/>
                          </a:cubicBezTo>
                          <a:lnTo>
                            <a:pt x="5139" y="38100"/>
                          </a:lnTo>
                          <a:lnTo>
                            <a:pt x="40167" y="3072"/>
                          </a:lnTo>
                          <a:cubicBezTo>
                            <a:pt x="40876" y="2363"/>
                            <a:pt x="40876" y="1240"/>
                            <a:pt x="40167" y="532"/>
                          </a:cubicBezTo>
                          <a:cubicBezTo>
                            <a:pt x="39459" y="-177"/>
                            <a:pt x="38336" y="-177"/>
                            <a:pt x="37627" y="532"/>
                          </a:cubicBezTo>
                          <a:lnTo>
                            <a:pt x="0" y="38159"/>
                          </a:lnTo>
                          <a:lnTo>
                            <a:pt x="37627" y="75786"/>
                          </a:lnTo>
                          <a:cubicBezTo>
                            <a:pt x="37982" y="76023"/>
                            <a:pt x="38454" y="76200"/>
                            <a:pt x="38868" y="76200"/>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28" name="Freeform: Shape 1327">
                      <a:extLst>
                        <a:ext uri="{FF2B5EF4-FFF2-40B4-BE49-F238E27FC236}">
                          <a16:creationId xmlns:a16="http://schemas.microsoft.com/office/drawing/2014/main" id="{76F3F6E2-7109-D17A-A00D-D3E649B4FF50}"/>
                        </a:ext>
                      </a:extLst>
                    </p:cNvPr>
                    <p:cNvSpPr/>
                    <p:nvPr/>
                  </p:nvSpPr>
                  <p:spPr>
                    <a:xfrm>
                      <a:off x="3234542" y="2956736"/>
                      <a:ext cx="119557" cy="119557"/>
                    </a:xfrm>
                    <a:custGeom>
                      <a:avLst/>
                      <a:gdLst>
                        <a:gd name="connsiteX0" fmla="*/ 59779 w 119557"/>
                        <a:gd name="connsiteY0" fmla="*/ 6025 h 119557"/>
                        <a:gd name="connsiteX1" fmla="*/ 113532 w 119557"/>
                        <a:gd name="connsiteY1" fmla="*/ 59779 h 119557"/>
                        <a:gd name="connsiteX2" fmla="*/ 59779 w 119557"/>
                        <a:gd name="connsiteY2" fmla="*/ 113532 h 119557"/>
                        <a:gd name="connsiteX3" fmla="*/ 6025 w 119557"/>
                        <a:gd name="connsiteY3" fmla="*/ 59779 h 119557"/>
                        <a:gd name="connsiteX4" fmla="*/ 59779 w 119557"/>
                        <a:gd name="connsiteY4" fmla="*/ 6025 h 119557"/>
                        <a:gd name="connsiteX5" fmla="*/ 59779 w 119557"/>
                        <a:gd name="connsiteY5" fmla="*/ 6025 h 119557"/>
                        <a:gd name="connsiteX6" fmla="*/ 59779 w 119557"/>
                        <a:gd name="connsiteY6" fmla="*/ 0 h 119557"/>
                        <a:gd name="connsiteX7" fmla="*/ 0 w 119557"/>
                        <a:gd name="connsiteY7" fmla="*/ 59779 h 119557"/>
                        <a:gd name="connsiteX8" fmla="*/ 59779 w 119557"/>
                        <a:gd name="connsiteY8" fmla="*/ 119557 h 119557"/>
                        <a:gd name="connsiteX9" fmla="*/ 119557 w 119557"/>
                        <a:gd name="connsiteY9" fmla="*/ 59779 h 119557"/>
                        <a:gd name="connsiteX10" fmla="*/ 59779 w 119557"/>
                        <a:gd name="connsiteY10" fmla="*/ 0 h 119557"/>
                        <a:gd name="connsiteX11" fmla="*/ 59779 w 119557"/>
                        <a:gd name="connsiteY11" fmla="*/ 0 h 119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9557" h="119557">
                          <a:moveTo>
                            <a:pt x="59779" y="6025"/>
                          </a:moveTo>
                          <a:cubicBezTo>
                            <a:pt x="89431" y="6025"/>
                            <a:pt x="113532" y="30126"/>
                            <a:pt x="113532" y="59779"/>
                          </a:cubicBezTo>
                          <a:cubicBezTo>
                            <a:pt x="113532" y="89432"/>
                            <a:pt x="89431" y="113532"/>
                            <a:pt x="59779" y="113532"/>
                          </a:cubicBezTo>
                          <a:cubicBezTo>
                            <a:pt x="30125" y="113532"/>
                            <a:pt x="6025" y="89432"/>
                            <a:pt x="6025" y="59779"/>
                          </a:cubicBezTo>
                          <a:cubicBezTo>
                            <a:pt x="6025" y="30126"/>
                            <a:pt x="30125" y="6025"/>
                            <a:pt x="59779" y="6025"/>
                          </a:cubicBezTo>
                          <a:lnTo>
                            <a:pt x="59779" y="6025"/>
                          </a:lnTo>
                          <a:close/>
                          <a:moveTo>
                            <a:pt x="59779" y="0"/>
                          </a:moveTo>
                          <a:cubicBezTo>
                            <a:pt x="26758" y="0"/>
                            <a:pt x="0" y="26759"/>
                            <a:pt x="0" y="59779"/>
                          </a:cubicBezTo>
                          <a:cubicBezTo>
                            <a:pt x="0" y="92799"/>
                            <a:pt x="26758" y="119557"/>
                            <a:pt x="59779" y="119557"/>
                          </a:cubicBezTo>
                          <a:cubicBezTo>
                            <a:pt x="92798" y="119557"/>
                            <a:pt x="119557" y="92799"/>
                            <a:pt x="119557" y="59779"/>
                          </a:cubicBezTo>
                          <a:cubicBezTo>
                            <a:pt x="119498" y="26759"/>
                            <a:pt x="92740" y="0"/>
                            <a:pt x="59779" y="0"/>
                          </a:cubicBezTo>
                          <a:lnTo>
                            <a:pt x="59779"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1319" name="Freeform: Shape 1318">
                    <a:extLst>
                      <a:ext uri="{FF2B5EF4-FFF2-40B4-BE49-F238E27FC236}">
                        <a16:creationId xmlns:a16="http://schemas.microsoft.com/office/drawing/2014/main" id="{7AA48887-1887-1166-6B30-B2E41E3D99B8}"/>
                      </a:ext>
                    </a:extLst>
                  </p:cNvPr>
                  <p:cNvSpPr/>
                  <p:nvPr/>
                </p:nvSpPr>
                <p:spPr>
                  <a:xfrm>
                    <a:off x="3376250"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20" name="Freeform: Shape 1319">
                    <a:extLst>
                      <a:ext uri="{FF2B5EF4-FFF2-40B4-BE49-F238E27FC236}">
                        <a16:creationId xmlns:a16="http://schemas.microsoft.com/office/drawing/2014/main" id="{038DEC25-750D-066F-E82A-855DB91F2867}"/>
                      </a:ext>
                    </a:extLst>
                  </p:cNvPr>
                  <p:cNvSpPr/>
                  <p:nvPr/>
                </p:nvSpPr>
                <p:spPr>
                  <a:xfrm>
                    <a:off x="345729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51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21" name="Freeform: Shape 1320">
                    <a:extLst>
                      <a:ext uri="{FF2B5EF4-FFF2-40B4-BE49-F238E27FC236}">
                        <a16:creationId xmlns:a16="http://schemas.microsoft.com/office/drawing/2014/main" id="{9A0691A6-1BE7-79FB-1AFA-38A67598F3C1}"/>
                      </a:ext>
                    </a:extLst>
                  </p:cNvPr>
                  <p:cNvSpPr/>
                  <p:nvPr/>
                </p:nvSpPr>
                <p:spPr>
                  <a:xfrm>
                    <a:off x="3497816"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514"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649" y="0"/>
                          <a:pt x="18430" y="0"/>
                        </a:cubicBezTo>
                        <a:lnTo>
                          <a:pt x="1843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22" name="Freeform: Shape 1321">
                    <a:extLst>
                      <a:ext uri="{FF2B5EF4-FFF2-40B4-BE49-F238E27FC236}">
                        <a16:creationId xmlns:a16="http://schemas.microsoft.com/office/drawing/2014/main" id="{285B0857-E38F-FAF6-C8AA-684CB08D35E9}"/>
                      </a:ext>
                    </a:extLst>
                  </p:cNvPr>
                  <p:cNvSpPr/>
                  <p:nvPr/>
                </p:nvSpPr>
                <p:spPr>
                  <a:xfrm>
                    <a:off x="353833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23" name="Freeform: Shape 1322">
                    <a:extLst>
                      <a:ext uri="{FF2B5EF4-FFF2-40B4-BE49-F238E27FC236}">
                        <a16:creationId xmlns:a16="http://schemas.microsoft.com/office/drawing/2014/main" id="{AC65F176-958A-A424-E394-6EDC70916677}"/>
                      </a:ext>
                    </a:extLst>
                  </p:cNvPr>
                  <p:cNvSpPr/>
                  <p:nvPr/>
                </p:nvSpPr>
                <p:spPr>
                  <a:xfrm>
                    <a:off x="3619381"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649" y="0"/>
                          <a:pt x="36859" y="8270"/>
                          <a:pt x="36859" y="18430"/>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24" name="Freeform: Shape 1323">
                    <a:extLst>
                      <a:ext uri="{FF2B5EF4-FFF2-40B4-BE49-F238E27FC236}">
                        <a16:creationId xmlns:a16="http://schemas.microsoft.com/office/drawing/2014/main" id="{565D6BFF-A051-7461-5A06-A85B48FCCF59}"/>
                      </a:ext>
                    </a:extLst>
                  </p:cNvPr>
                  <p:cNvSpPr/>
                  <p:nvPr/>
                </p:nvSpPr>
                <p:spPr>
                  <a:xfrm>
                    <a:off x="3659962"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25" name="Freeform: Shape 1324">
                    <a:extLst>
                      <a:ext uri="{FF2B5EF4-FFF2-40B4-BE49-F238E27FC236}">
                        <a16:creationId xmlns:a16="http://schemas.microsoft.com/office/drawing/2014/main" id="{0AB4C9EE-8B0B-1D06-3B6A-3CEBD4D1BE91}"/>
                      </a:ext>
                    </a:extLst>
                  </p:cNvPr>
                  <p:cNvSpPr/>
                  <p:nvPr/>
                </p:nvSpPr>
                <p:spPr>
                  <a:xfrm>
                    <a:off x="370048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590" y="0"/>
                          <a:pt x="18430" y="0"/>
                        </a:cubicBezTo>
                        <a:lnTo>
                          <a:pt x="1843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26" name="Freeform: Shape 1325">
                    <a:extLst>
                      <a:ext uri="{FF2B5EF4-FFF2-40B4-BE49-F238E27FC236}">
                        <a16:creationId xmlns:a16="http://schemas.microsoft.com/office/drawing/2014/main" id="{1F741F63-5D25-16D3-81F2-271B8480ED2C}"/>
                      </a:ext>
                    </a:extLst>
                  </p:cNvPr>
                  <p:cNvSpPr/>
                  <p:nvPr/>
                </p:nvSpPr>
                <p:spPr>
                  <a:xfrm>
                    <a:off x="378152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267" name="Graphic 4773">
                  <a:extLst>
                    <a:ext uri="{FF2B5EF4-FFF2-40B4-BE49-F238E27FC236}">
                      <a16:creationId xmlns:a16="http://schemas.microsoft.com/office/drawing/2014/main" id="{38064620-B5AE-A4A5-6008-D8E0586BBC7B}"/>
                    </a:ext>
                  </a:extLst>
                </p:cNvPr>
                <p:cNvGrpSpPr/>
                <p:nvPr/>
              </p:nvGrpSpPr>
              <p:grpSpPr>
                <a:xfrm>
                  <a:off x="2640418" y="2129759"/>
                  <a:ext cx="886046" cy="59069"/>
                  <a:chOff x="2640418" y="2129759"/>
                  <a:chExt cx="886046" cy="59069"/>
                </a:xfrm>
                <a:grpFill/>
              </p:grpSpPr>
              <p:sp>
                <p:nvSpPr>
                  <p:cNvPr id="1310" name="Freeform: Shape 1309">
                    <a:extLst>
                      <a:ext uri="{FF2B5EF4-FFF2-40B4-BE49-F238E27FC236}">
                        <a16:creationId xmlns:a16="http://schemas.microsoft.com/office/drawing/2014/main" id="{3C368907-CB5E-8A0F-A9F9-13AEC4C7274D}"/>
                      </a:ext>
                    </a:extLst>
                  </p:cNvPr>
                  <p:cNvSpPr/>
                  <p:nvPr/>
                </p:nvSpPr>
                <p:spPr>
                  <a:xfrm>
                    <a:off x="3467395"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11" name="Freeform: Shape 1310">
                    <a:extLst>
                      <a:ext uri="{FF2B5EF4-FFF2-40B4-BE49-F238E27FC236}">
                        <a16:creationId xmlns:a16="http://schemas.microsoft.com/office/drawing/2014/main" id="{7462DCB4-0F00-2889-D08B-322982CBF7D3}"/>
                      </a:ext>
                    </a:extLst>
                  </p:cNvPr>
                  <p:cNvSpPr/>
                  <p:nvPr/>
                </p:nvSpPr>
                <p:spPr>
                  <a:xfrm>
                    <a:off x="3349255"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12" name="Freeform: Shape 1311">
                    <a:extLst>
                      <a:ext uri="{FF2B5EF4-FFF2-40B4-BE49-F238E27FC236}">
                        <a16:creationId xmlns:a16="http://schemas.microsoft.com/office/drawing/2014/main" id="{36EB701E-82C0-F656-CDE0-DEA86B00C10F}"/>
                      </a:ext>
                    </a:extLst>
                  </p:cNvPr>
                  <p:cNvSpPr/>
                  <p:nvPr/>
                </p:nvSpPr>
                <p:spPr>
                  <a:xfrm>
                    <a:off x="3231116"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13" name="Freeform: Shape 1312">
                    <a:extLst>
                      <a:ext uri="{FF2B5EF4-FFF2-40B4-BE49-F238E27FC236}">
                        <a16:creationId xmlns:a16="http://schemas.microsoft.com/office/drawing/2014/main" id="{A79196AA-FAA8-3141-5282-C1EC39C6FBFF}"/>
                      </a:ext>
                    </a:extLst>
                  </p:cNvPr>
                  <p:cNvSpPr/>
                  <p:nvPr/>
                </p:nvSpPr>
                <p:spPr>
                  <a:xfrm>
                    <a:off x="3112976"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14" name="Freeform: Shape 1313">
                    <a:extLst>
                      <a:ext uri="{FF2B5EF4-FFF2-40B4-BE49-F238E27FC236}">
                        <a16:creationId xmlns:a16="http://schemas.microsoft.com/office/drawing/2014/main" id="{87C4F129-C2BE-CA42-B7E7-7EAC467D506C}"/>
                      </a:ext>
                    </a:extLst>
                  </p:cNvPr>
                  <p:cNvSpPr/>
                  <p:nvPr/>
                </p:nvSpPr>
                <p:spPr>
                  <a:xfrm>
                    <a:off x="2994837"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15" name="Freeform: Shape 1314">
                    <a:extLst>
                      <a:ext uri="{FF2B5EF4-FFF2-40B4-BE49-F238E27FC236}">
                        <a16:creationId xmlns:a16="http://schemas.microsoft.com/office/drawing/2014/main" id="{EF68DD89-7C17-C5C6-4311-F1424A4E014B}"/>
                      </a:ext>
                    </a:extLst>
                  </p:cNvPr>
                  <p:cNvSpPr/>
                  <p:nvPr/>
                </p:nvSpPr>
                <p:spPr>
                  <a:xfrm>
                    <a:off x="2876697"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16" name="Freeform: Shape 1315">
                    <a:extLst>
                      <a:ext uri="{FF2B5EF4-FFF2-40B4-BE49-F238E27FC236}">
                        <a16:creationId xmlns:a16="http://schemas.microsoft.com/office/drawing/2014/main" id="{93F11FD4-05D9-77E5-8D74-B62A62BB5F48}"/>
                      </a:ext>
                    </a:extLst>
                  </p:cNvPr>
                  <p:cNvSpPr/>
                  <p:nvPr/>
                </p:nvSpPr>
                <p:spPr>
                  <a:xfrm>
                    <a:off x="2758558"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17" name="Freeform: Shape 1316">
                    <a:extLst>
                      <a:ext uri="{FF2B5EF4-FFF2-40B4-BE49-F238E27FC236}">
                        <a16:creationId xmlns:a16="http://schemas.microsoft.com/office/drawing/2014/main" id="{E2133426-4246-B66C-D63E-870D94412E3A}"/>
                      </a:ext>
                    </a:extLst>
                  </p:cNvPr>
                  <p:cNvSpPr/>
                  <p:nvPr/>
                </p:nvSpPr>
                <p:spPr>
                  <a:xfrm>
                    <a:off x="2640418"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268" name="Graphic 4773">
                  <a:extLst>
                    <a:ext uri="{FF2B5EF4-FFF2-40B4-BE49-F238E27FC236}">
                      <a16:creationId xmlns:a16="http://schemas.microsoft.com/office/drawing/2014/main" id="{0AA44719-7F26-6692-9235-4D5770CF9344}"/>
                    </a:ext>
                  </a:extLst>
                </p:cNvPr>
                <p:cNvGrpSpPr/>
                <p:nvPr/>
              </p:nvGrpSpPr>
              <p:grpSpPr>
                <a:xfrm>
                  <a:off x="1990651" y="4610690"/>
                  <a:ext cx="886046" cy="59069"/>
                  <a:chOff x="1990651" y="4610690"/>
                  <a:chExt cx="886046" cy="59069"/>
                </a:xfrm>
                <a:grpFill/>
              </p:grpSpPr>
              <p:sp>
                <p:nvSpPr>
                  <p:cNvPr id="1302" name="Freeform: Shape 1301">
                    <a:extLst>
                      <a:ext uri="{FF2B5EF4-FFF2-40B4-BE49-F238E27FC236}">
                        <a16:creationId xmlns:a16="http://schemas.microsoft.com/office/drawing/2014/main" id="{EC342566-A8F2-1DB5-8B8E-373F8D412988}"/>
                      </a:ext>
                    </a:extLst>
                  </p:cNvPr>
                  <p:cNvSpPr/>
                  <p:nvPr/>
                </p:nvSpPr>
                <p:spPr>
                  <a:xfrm>
                    <a:off x="2817627"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03" name="Freeform: Shape 1302">
                    <a:extLst>
                      <a:ext uri="{FF2B5EF4-FFF2-40B4-BE49-F238E27FC236}">
                        <a16:creationId xmlns:a16="http://schemas.microsoft.com/office/drawing/2014/main" id="{1835B69A-19B3-12C0-68CF-7BD29DBF9EA3}"/>
                      </a:ext>
                    </a:extLst>
                  </p:cNvPr>
                  <p:cNvSpPr/>
                  <p:nvPr/>
                </p:nvSpPr>
                <p:spPr>
                  <a:xfrm>
                    <a:off x="2699488"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04" name="Freeform: Shape 1303">
                    <a:extLst>
                      <a:ext uri="{FF2B5EF4-FFF2-40B4-BE49-F238E27FC236}">
                        <a16:creationId xmlns:a16="http://schemas.microsoft.com/office/drawing/2014/main" id="{7828B408-12DB-CD86-A8A3-53D1AAC96F96}"/>
                      </a:ext>
                    </a:extLst>
                  </p:cNvPr>
                  <p:cNvSpPr/>
                  <p:nvPr/>
                </p:nvSpPr>
                <p:spPr>
                  <a:xfrm>
                    <a:off x="2581348"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05" name="Freeform: Shape 1304">
                    <a:extLst>
                      <a:ext uri="{FF2B5EF4-FFF2-40B4-BE49-F238E27FC236}">
                        <a16:creationId xmlns:a16="http://schemas.microsoft.com/office/drawing/2014/main" id="{7A6B12F5-9670-976E-ECC8-D04FFBC57D67}"/>
                      </a:ext>
                    </a:extLst>
                  </p:cNvPr>
                  <p:cNvSpPr/>
                  <p:nvPr/>
                </p:nvSpPr>
                <p:spPr>
                  <a:xfrm>
                    <a:off x="246320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06" name="Freeform: Shape 1305">
                    <a:extLst>
                      <a:ext uri="{FF2B5EF4-FFF2-40B4-BE49-F238E27FC236}">
                        <a16:creationId xmlns:a16="http://schemas.microsoft.com/office/drawing/2014/main" id="{9CC197A6-D73B-E74D-216B-A9AA7F0F102C}"/>
                      </a:ext>
                    </a:extLst>
                  </p:cNvPr>
                  <p:cNvSpPr/>
                  <p:nvPr/>
                </p:nvSpPr>
                <p:spPr>
                  <a:xfrm>
                    <a:off x="234506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07" name="Freeform: Shape 1306">
                    <a:extLst>
                      <a:ext uri="{FF2B5EF4-FFF2-40B4-BE49-F238E27FC236}">
                        <a16:creationId xmlns:a16="http://schemas.microsoft.com/office/drawing/2014/main" id="{24B4D4C8-1C15-C528-3AE4-5548A9D6D677}"/>
                      </a:ext>
                    </a:extLst>
                  </p:cNvPr>
                  <p:cNvSpPr/>
                  <p:nvPr/>
                </p:nvSpPr>
                <p:spPr>
                  <a:xfrm>
                    <a:off x="2226930"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08" name="Freeform: Shape 1307">
                    <a:extLst>
                      <a:ext uri="{FF2B5EF4-FFF2-40B4-BE49-F238E27FC236}">
                        <a16:creationId xmlns:a16="http://schemas.microsoft.com/office/drawing/2014/main" id="{5F20812D-0813-0758-40C5-5D16DF8F7292}"/>
                      </a:ext>
                    </a:extLst>
                  </p:cNvPr>
                  <p:cNvSpPr/>
                  <p:nvPr/>
                </p:nvSpPr>
                <p:spPr>
                  <a:xfrm>
                    <a:off x="2108790"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09" name="Freeform: Shape 1308">
                    <a:extLst>
                      <a:ext uri="{FF2B5EF4-FFF2-40B4-BE49-F238E27FC236}">
                        <a16:creationId xmlns:a16="http://schemas.microsoft.com/office/drawing/2014/main" id="{5F3DCA8D-CBF7-649A-315E-54D0C8D91979}"/>
                      </a:ext>
                    </a:extLst>
                  </p:cNvPr>
                  <p:cNvSpPr/>
                  <p:nvPr/>
                </p:nvSpPr>
                <p:spPr>
                  <a:xfrm>
                    <a:off x="1990651"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1269" name="Freeform: Shape 1268">
                  <a:extLst>
                    <a:ext uri="{FF2B5EF4-FFF2-40B4-BE49-F238E27FC236}">
                      <a16:creationId xmlns:a16="http://schemas.microsoft.com/office/drawing/2014/main" id="{4782175C-0AA6-52D6-024A-3D4BE5ECA5C0}"/>
                    </a:ext>
                  </a:extLst>
                </p:cNvPr>
                <p:cNvSpPr/>
                <p:nvPr/>
              </p:nvSpPr>
              <p:spPr>
                <a:xfrm rot="-2700000">
                  <a:off x="3497758" y="3223441"/>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70" name="Freeform: Shape 1269">
                  <a:extLst>
                    <a:ext uri="{FF2B5EF4-FFF2-40B4-BE49-F238E27FC236}">
                      <a16:creationId xmlns:a16="http://schemas.microsoft.com/office/drawing/2014/main" id="{5165D2D8-C6A8-408F-827E-93830675B8CC}"/>
                    </a:ext>
                  </a:extLst>
                </p:cNvPr>
                <p:cNvSpPr/>
                <p:nvPr/>
              </p:nvSpPr>
              <p:spPr>
                <a:xfrm>
                  <a:off x="3350142"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71" name="Freeform: Shape 1270">
                  <a:extLst>
                    <a:ext uri="{FF2B5EF4-FFF2-40B4-BE49-F238E27FC236}">
                      <a16:creationId xmlns:a16="http://schemas.microsoft.com/office/drawing/2014/main" id="{6D6EA42F-A518-E335-7942-09C6FFD2CEC4}"/>
                    </a:ext>
                  </a:extLst>
                </p:cNvPr>
                <p:cNvSpPr/>
                <p:nvPr/>
              </p:nvSpPr>
              <p:spPr>
                <a:xfrm>
                  <a:off x="3202467"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72" name="Freeform: Shape 1271">
                  <a:extLst>
                    <a:ext uri="{FF2B5EF4-FFF2-40B4-BE49-F238E27FC236}">
                      <a16:creationId xmlns:a16="http://schemas.microsoft.com/office/drawing/2014/main" id="{AD4C7F64-D7CC-89DA-6C1D-8602342608ED}"/>
                    </a:ext>
                  </a:extLst>
                </p:cNvPr>
                <p:cNvSpPr/>
                <p:nvPr/>
              </p:nvSpPr>
              <p:spPr>
                <a:xfrm rot="-2700000">
                  <a:off x="3054737" y="3223438"/>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73" name="Freeform: Shape 1272">
                  <a:extLst>
                    <a:ext uri="{FF2B5EF4-FFF2-40B4-BE49-F238E27FC236}">
                      <a16:creationId xmlns:a16="http://schemas.microsoft.com/office/drawing/2014/main" id="{0303E119-9CA1-9017-4344-82E29C6BF652}"/>
                    </a:ext>
                  </a:extLst>
                </p:cNvPr>
                <p:cNvSpPr/>
                <p:nvPr/>
              </p:nvSpPr>
              <p:spPr>
                <a:xfrm rot="-2700000">
                  <a:off x="2907066" y="3223435"/>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74" name="Freeform: Shape 1273">
                  <a:extLst>
                    <a:ext uri="{FF2B5EF4-FFF2-40B4-BE49-F238E27FC236}">
                      <a16:creationId xmlns:a16="http://schemas.microsoft.com/office/drawing/2014/main" id="{5F6BBFCB-1872-A2DF-FA72-9BAB8F35E5ED}"/>
                    </a:ext>
                  </a:extLst>
                </p:cNvPr>
                <p:cNvSpPr/>
                <p:nvPr/>
              </p:nvSpPr>
              <p:spPr>
                <a:xfrm>
                  <a:off x="2759444"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75" name="Freeform: Shape 1274">
                  <a:extLst>
                    <a:ext uri="{FF2B5EF4-FFF2-40B4-BE49-F238E27FC236}">
                      <a16:creationId xmlns:a16="http://schemas.microsoft.com/office/drawing/2014/main" id="{BA496362-AFAD-3530-B34B-2FCE7255336B}"/>
                    </a:ext>
                  </a:extLst>
                </p:cNvPr>
                <p:cNvSpPr/>
                <p:nvPr/>
              </p:nvSpPr>
              <p:spPr>
                <a:xfrm>
                  <a:off x="2611769"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76" name="Freeform: Shape 1275">
                  <a:extLst>
                    <a:ext uri="{FF2B5EF4-FFF2-40B4-BE49-F238E27FC236}">
                      <a16:creationId xmlns:a16="http://schemas.microsoft.com/office/drawing/2014/main" id="{2095C754-0549-0200-8D2F-AEBD9C4F0B85}"/>
                    </a:ext>
                  </a:extLst>
                </p:cNvPr>
                <p:cNvSpPr/>
                <p:nvPr/>
              </p:nvSpPr>
              <p:spPr>
                <a:xfrm rot="-2700000">
                  <a:off x="2464040" y="3223432"/>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77" name="Freeform: Shape 1276">
                  <a:extLst>
                    <a:ext uri="{FF2B5EF4-FFF2-40B4-BE49-F238E27FC236}">
                      <a16:creationId xmlns:a16="http://schemas.microsoft.com/office/drawing/2014/main" id="{7DD7CC21-5960-B1C3-ECE9-713C36FFE1FC}"/>
                    </a:ext>
                  </a:extLst>
                </p:cNvPr>
                <p:cNvSpPr/>
                <p:nvPr/>
              </p:nvSpPr>
              <p:spPr>
                <a:xfrm>
                  <a:off x="1038446" y="3340749"/>
                  <a:ext cx="191326" cy="177091"/>
                </a:xfrm>
                <a:custGeom>
                  <a:avLst/>
                  <a:gdLst>
                    <a:gd name="connsiteX0" fmla="*/ 88546 w 191326"/>
                    <a:gd name="connsiteY0" fmla="*/ 0 h 177091"/>
                    <a:gd name="connsiteX1" fmla="*/ 113887 w 191326"/>
                    <a:gd name="connsiteY1" fmla="*/ 25341 h 177091"/>
                    <a:gd name="connsiteX2" fmla="*/ 71474 w 191326"/>
                    <a:gd name="connsiteY2" fmla="*/ 67694 h 177091"/>
                    <a:gd name="connsiteX3" fmla="*/ 191327 w 191326"/>
                    <a:gd name="connsiteY3" fmla="*/ 67694 h 177091"/>
                    <a:gd name="connsiteX4" fmla="*/ 191327 w 191326"/>
                    <a:gd name="connsiteY4" fmla="*/ 106916 h 177091"/>
                    <a:gd name="connsiteX5" fmla="*/ 68934 w 191326"/>
                    <a:gd name="connsiteY5" fmla="*/ 106916 h 177091"/>
                    <a:gd name="connsiteX6" fmla="*/ 113887 w 191326"/>
                    <a:gd name="connsiteY6" fmla="*/ 151809 h 177091"/>
                    <a:gd name="connsiteX7" fmla="*/ 88546 w 191326"/>
                    <a:gd name="connsiteY7" fmla="*/ 177091 h 177091"/>
                    <a:gd name="connsiteX8" fmla="*/ 0 w 191326"/>
                    <a:gd name="connsiteY8" fmla="*/ 88546 h 177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326" h="177091">
                      <a:moveTo>
                        <a:pt x="88546" y="0"/>
                      </a:moveTo>
                      <a:lnTo>
                        <a:pt x="113887" y="25341"/>
                      </a:lnTo>
                      <a:lnTo>
                        <a:pt x="71474" y="67694"/>
                      </a:lnTo>
                      <a:lnTo>
                        <a:pt x="191327" y="67694"/>
                      </a:lnTo>
                      <a:lnTo>
                        <a:pt x="191327" y="106916"/>
                      </a:lnTo>
                      <a:lnTo>
                        <a:pt x="68934" y="106916"/>
                      </a:lnTo>
                      <a:lnTo>
                        <a:pt x="113887" y="151809"/>
                      </a:lnTo>
                      <a:lnTo>
                        <a:pt x="88546" y="177091"/>
                      </a:lnTo>
                      <a:lnTo>
                        <a:pt x="0" y="88546"/>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78" name="Freeform: Shape 1277">
                  <a:extLst>
                    <a:ext uri="{FF2B5EF4-FFF2-40B4-BE49-F238E27FC236}">
                      <a16:creationId xmlns:a16="http://schemas.microsoft.com/office/drawing/2014/main" id="{FA487352-F974-B8AA-B872-D8581DAAA12A}"/>
                    </a:ext>
                  </a:extLst>
                </p:cNvPr>
                <p:cNvSpPr/>
                <p:nvPr/>
              </p:nvSpPr>
              <p:spPr>
                <a:xfrm>
                  <a:off x="5004626" y="1576512"/>
                  <a:ext cx="174374" cy="161437"/>
                </a:xfrm>
                <a:custGeom>
                  <a:avLst/>
                  <a:gdLst>
                    <a:gd name="connsiteX0" fmla="*/ 80690 w 174374"/>
                    <a:gd name="connsiteY0" fmla="*/ 0 h 161437"/>
                    <a:gd name="connsiteX1" fmla="*/ 103727 w 174374"/>
                    <a:gd name="connsiteY1" fmla="*/ 23037 h 161437"/>
                    <a:gd name="connsiteX2" fmla="*/ 65154 w 174374"/>
                    <a:gd name="connsiteY2" fmla="*/ 61669 h 161437"/>
                    <a:gd name="connsiteX3" fmla="*/ 174374 w 174374"/>
                    <a:gd name="connsiteY3" fmla="*/ 61669 h 161437"/>
                    <a:gd name="connsiteX4" fmla="*/ 174374 w 174374"/>
                    <a:gd name="connsiteY4" fmla="*/ 97406 h 161437"/>
                    <a:gd name="connsiteX5" fmla="*/ 62850 w 174374"/>
                    <a:gd name="connsiteY5" fmla="*/ 97406 h 161437"/>
                    <a:gd name="connsiteX6" fmla="*/ 103727 w 174374"/>
                    <a:gd name="connsiteY6" fmla="*/ 138341 h 161437"/>
                    <a:gd name="connsiteX7" fmla="*/ 80690 w 174374"/>
                    <a:gd name="connsiteY7" fmla="*/ 161438 h 161437"/>
                    <a:gd name="connsiteX8" fmla="*/ 0 w 174374"/>
                    <a:gd name="connsiteY8" fmla="*/ 80689 h 16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4374" h="161437">
                      <a:moveTo>
                        <a:pt x="80690" y="0"/>
                      </a:moveTo>
                      <a:lnTo>
                        <a:pt x="103727" y="23037"/>
                      </a:lnTo>
                      <a:lnTo>
                        <a:pt x="65154" y="61669"/>
                      </a:lnTo>
                      <a:lnTo>
                        <a:pt x="174374" y="61669"/>
                      </a:lnTo>
                      <a:lnTo>
                        <a:pt x="174374" y="97406"/>
                      </a:lnTo>
                      <a:lnTo>
                        <a:pt x="62850" y="97406"/>
                      </a:lnTo>
                      <a:lnTo>
                        <a:pt x="103727" y="138341"/>
                      </a:lnTo>
                      <a:lnTo>
                        <a:pt x="80690" y="161438"/>
                      </a:lnTo>
                      <a:lnTo>
                        <a:pt x="0" y="80689"/>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1279" name="Graphic 4773">
                  <a:extLst>
                    <a:ext uri="{FF2B5EF4-FFF2-40B4-BE49-F238E27FC236}">
                      <a16:creationId xmlns:a16="http://schemas.microsoft.com/office/drawing/2014/main" id="{9A15B83A-5140-2E35-95B1-6A37B5687258}"/>
                    </a:ext>
                  </a:extLst>
                </p:cNvPr>
                <p:cNvGrpSpPr/>
                <p:nvPr/>
              </p:nvGrpSpPr>
              <p:grpSpPr>
                <a:xfrm>
                  <a:off x="457259" y="2897903"/>
                  <a:ext cx="526784" cy="117726"/>
                  <a:chOff x="457259" y="2897903"/>
                  <a:chExt cx="526784" cy="117726"/>
                </a:xfrm>
                <a:grpFill/>
              </p:grpSpPr>
              <p:sp>
                <p:nvSpPr>
                  <p:cNvPr id="1280" name="Freeform: Shape 1279">
                    <a:extLst>
                      <a:ext uri="{FF2B5EF4-FFF2-40B4-BE49-F238E27FC236}">
                        <a16:creationId xmlns:a16="http://schemas.microsoft.com/office/drawing/2014/main" id="{445770F3-2BC5-2EFA-C856-16FBAA2B5C36}"/>
                      </a:ext>
                    </a:extLst>
                  </p:cNvPr>
                  <p:cNvSpPr/>
                  <p:nvPr/>
                </p:nvSpPr>
                <p:spPr>
                  <a:xfrm>
                    <a:off x="882147" y="2924248"/>
                    <a:ext cx="8269" cy="9214"/>
                  </a:xfrm>
                  <a:custGeom>
                    <a:avLst/>
                    <a:gdLst>
                      <a:gd name="connsiteX0" fmla="*/ 0 w 8269"/>
                      <a:gd name="connsiteY0" fmla="*/ 3131 h 9214"/>
                      <a:gd name="connsiteX1" fmla="*/ 5316 w 8269"/>
                      <a:gd name="connsiteY1" fmla="*/ 0 h 9214"/>
                      <a:gd name="connsiteX2" fmla="*/ 8270 w 8269"/>
                      <a:gd name="connsiteY2" fmla="*/ 5139 h 9214"/>
                      <a:gd name="connsiteX3" fmla="*/ 5907 w 8269"/>
                      <a:gd name="connsiteY3" fmla="*/ 6498 h 9214"/>
                      <a:gd name="connsiteX4" fmla="*/ 5907 w 8269"/>
                      <a:gd name="connsiteY4" fmla="*/ 9215 h 9214"/>
                      <a:gd name="connsiteX5" fmla="*/ 0 w 8269"/>
                      <a:gd name="connsiteY5" fmla="*/ 9215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0" y="3131"/>
                        </a:moveTo>
                        <a:lnTo>
                          <a:pt x="5316" y="0"/>
                        </a:lnTo>
                        <a:lnTo>
                          <a:pt x="8270" y="5139"/>
                        </a:lnTo>
                        <a:lnTo>
                          <a:pt x="5907" y="6498"/>
                        </a:lnTo>
                        <a:lnTo>
                          <a:pt x="5907" y="9215"/>
                        </a:lnTo>
                        <a:lnTo>
                          <a:pt x="0" y="9215"/>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81" name="Freeform: Shape 1280">
                    <a:extLst>
                      <a:ext uri="{FF2B5EF4-FFF2-40B4-BE49-F238E27FC236}">
                        <a16:creationId xmlns:a16="http://schemas.microsoft.com/office/drawing/2014/main" id="{11C3CDBE-4BDA-5CF4-4A4B-FE83C54F1B55}"/>
                      </a:ext>
                    </a:extLst>
                  </p:cNvPr>
                  <p:cNvSpPr/>
                  <p:nvPr/>
                </p:nvSpPr>
                <p:spPr>
                  <a:xfrm rot="-1800341">
                    <a:off x="896354" y="2917003"/>
                    <a:ext cx="9333" cy="5907"/>
                  </a:xfrm>
                  <a:custGeom>
                    <a:avLst/>
                    <a:gdLst>
                      <a:gd name="connsiteX0" fmla="*/ 0 w 9333"/>
                      <a:gd name="connsiteY0" fmla="*/ 0 h 5907"/>
                      <a:gd name="connsiteX1" fmla="*/ 9333 w 9333"/>
                      <a:gd name="connsiteY1" fmla="*/ 0 h 5907"/>
                      <a:gd name="connsiteX2" fmla="*/ 9333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3" y="0"/>
                        </a:lnTo>
                        <a:lnTo>
                          <a:pt x="9333" y="5907"/>
                        </a:lnTo>
                        <a:lnTo>
                          <a:pt x="0" y="590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82" name="Freeform: Shape 1281">
                    <a:extLst>
                      <a:ext uri="{FF2B5EF4-FFF2-40B4-BE49-F238E27FC236}">
                        <a16:creationId xmlns:a16="http://schemas.microsoft.com/office/drawing/2014/main" id="{C89C396E-5B79-B329-32FF-9FA1FB141923}"/>
                      </a:ext>
                    </a:extLst>
                  </p:cNvPr>
                  <p:cNvSpPr/>
                  <p:nvPr/>
                </p:nvSpPr>
                <p:spPr>
                  <a:xfrm>
                    <a:off x="911682" y="2905641"/>
                    <a:ext cx="10986" cy="9805"/>
                  </a:xfrm>
                  <a:custGeom>
                    <a:avLst/>
                    <a:gdLst>
                      <a:gd name="connsiteX0" fmla="*/ 8033 w 10986"/>
                      <a:gd name="connsiteY0" fmla="*/ 0 h 9805"/>
                      <a:gd name="connsiteX1" fmla="*/ 10987 w 10986"/>
                      <a:gd name="connsiteY1" fmla="*/ 5139 h 9805"/>
                      <a:gd name="connsiteX2" fmla="*/ 2953 w 10986"/>
                      <a:gd name="connsiteY2" fmla="*/ 9806 h 9805"/>
                      <a:gd name="connsiteX3" fmla="*/ 0 w 10986"/>
                      <a:gd name="connsiteY3" fmla="*/ 4667 h 9805"/>
                    </a:gdLst>
                    <a:ahLst/>
                    <a:cxnLst>
                      <a:cxn ang="0">
                        <a:pos x="connsiteX0" y="connsiteY0"/>
                      </a:cxn>
                      <a:cxn ang="0">
                        <a:pos x="connsiteX1" y="connsiteY1"/>
                      </a:cxn>
                      <a:cxn ang="0">
                        <a:pos x="connsiteX2" y="connsiteY2"/>
                      </a:cxn>
                      <a:cxn ang="0">
                        <a:pos x="connsiteX3" y="connsiteY3"/>
                      </a:cxn>
                    </a:cxnLst>
                    <a:rect l="l" t="t" r="r" b="b"/>
                    <a:pathLst>
                      <a:path w="10986" h="9805">
                        <a:moveTo>
                          <a:pt x="8033" y="0"/>
                        </a:moveTo>
                        <a:lnTo>
                          <a:pt x="10987" y="5139"/>
                        </a:lnTo>
                        <a:lnTo>
                          <a:pt x="2953" y="9806"/>
                        </a:lnTo>
                        <a:lnTo>
                          <a:pt x="0" y="466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83" name="Freeform: Shape 1282">
                    <a:extLst>
                      <a:ext uri="{FF2B5EF4-FFF2-40B4-BE49-F238E27FC236}">
                        <a16:creationId xmlns:a16="http://schemas.microsoft.com/office/drawing/2014/main" id="{4890584A-9FE9-5480-AE2B-CBDF031BD3C8}"/>
                      </a:ext>
                    </a:extLst>
                  </p:cNvPr>
                  <p:cNvSpPr/>
                  <p:nvPr/>
                </p:nvSpPr>
                <p:spPr>
                  <a:xfrm>
                    <a:off x="927808" y="2897903"/>
                    <a:ext cx="10632" cy="8210"/>
                  </a:xfrm>
                  <a:custGeom>
                    <a:avLst/>
                    <a:gdLst>
                      <a:gd name="connsiteX0" fmla="*/ 5257 w 10632"/>
                      <a:gd name="connsiteY0" fmla="*/ 0 h 8210"/>
                      <a:gd name="connsiteX1" fmla="*/ 10632 w 10632"/>
                      <a:gd name="connsiteY1" fmla="*/ 3072 h 8210"/>
                      <a:gd name="connsiteX2" fmla="*/ 7679 w 10632"/>
                      <a:gd name="connsiteY2" fmla="*/ 8211 h 8210"/>
                      <a:gd name="connsiteX3" fmla="*/ 5257 w 10632"/>
                      <a:gd name="connsiteY3" fmla="*/ 6852 h 8210"/>
                      <a:gd name="connsiteX4" fmla="*/ 2953 w 10632"/>
                      <a:gd name="connsiteY4" fmla="*/ 8211 h 8210"/>
                      <a:gd name="connsiteX5" fmla="*/ 0 w 10632"/>
                      <a:gd name="connsiteY5" fmla="*/ 3072 h 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10">
                        <a:moveTo>
                          <a:pt x="5257" y="0"/>
                        </a:moveTo>
                        <a:lnTo>
                          <a:pt x="10632" y="3072"/>
                        </a:lnTo>
                        <a:lnTo>
                          <a:pt x="7679" y="8211"/>
                        </a:lnTo>
                        <a:lnTo>
                          <a:pt x="5257" y="6852"/>
                        </a:lnTo>
                        <a:lnTo>
                          <a:pt x="2953" y="8211"/>
                        </a:lnTo>
                        <a:lnTo>
                          <a:pt x="0" y="3072"/>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84" name="Freeform: Shape 1283">
                    <a:extLst>
                      <a:ext uri="{FF2B5EF4-FFF2-40B4-BE49-F238E27FC236}">
                        <a16:creationId xmlns:a16="http://schemas.microsoft.com/office/drawing/2014/main" id="{792FD059-9829-D927-1038-C9C3FB5551B1}"/>
                      </a:ext>
                    </a:extLst>
                  </p:cNvPr>
                  <p:cNvSpPr/>
                  <p:nvPr/>
                </p:nvSpPr>
                <p:spPr>
                  <a:xfrm>
                    <a:off x="959647" y="2914915"/>
                    <a:ext cx="11046" cy="9805"/>
                  </a:xfrm>
                  <a:custGeom>
                    <a:avLst/>
                    <a:gdLst>
                      <a:gd name="connsiteX0" fmla="*/ 2953 w 11046"/>
                      <a:gd name="connsiteY0" fmla="*/ 0 h 9805"/>
                      <a:gd name="connsiteX1" fmla="*/ 11046 w 11046"/>
                      <a:gd name="connsiteY1" fmla="*/ 4726 h 9805"/>
                      <a:gd name="connsiteX2" fmla="*/ 8033 w 11046"/>
                      <a:gd name="connsiteY2" fmla="*/ 9806 h 9805"/>
                      <a:gd name="connsiteX3" fmla="*/ 0 w 11046"/>
                      <a:gd name="connsiteY3" fmla="*/ 5139 h 9805"/>
                    </a:gdLst>
                    <a:ahLst/>
                    <a:cxnLst>
                      <a:cxn ang="0">
                        <a:pos x="connsiteX0" y="connsiteY0"/>
                      </a:cxn>
                      <a:cxn ang="0">
                        <a:pos x="connsiteX1" y="connsiteY1"/>
                      </a:cxn>
                      <a:cxn ang="0">
                        <a:pos x="connsiteX2" y="connsiteY2"/>
                      </a:cxn>
                      <a:cxn ang="0">
                        <a:pos x="connsiteX3" y="connsiteY3"/>
                      </a:cxn>
                    </a:cxnLst>
                    <a:rect l="l" t="t" r="r" b="b"/>
                    <a:pathLst>
                      <a:path w="11046" h="9805">
                        <a:moveTo>
                          <a:pt x="2953" y="0"/>
                        </a:moveTo>
                        <a:lnTo>
                          <a:pt x="11046" y="4726"/>
                        </a:lnTo>
                        <a:lnTo>
                          <a:pt x="8033" y="9806"/>
                        </a:lnTo>
                        <a:lnTo>
                          <a:pt x="0" y="5139"/>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85" name="Freeform: Shape 1284">
                    <a:extLst>
                      <a:ext uri="{FF2B5EF4-FFF2-40B4-BE49-F238E27FC236}">
                        <a16:creationId xmlns:a16="http://schemas.microsoft.com/office/drawing/2014/main" id="{E03F31F2-DE57-7F88-FF38-25BDE3D3BA14}"/>
                      </a:ext>
                    </a:extLst>
                  </p:cNvPr>
                  <p:cNvSpPr/>
                  <p:nvPr/>
                </p:nvSpPr>
                <p:spPr>
                  <a:xfrm rot="-3600896">
                    <a:off x="946174" y="2906009"/>
                    <a:ext cx="5907" cy="9274"/>
                  </a:xfrm>
                  <a:custGeom>
                    <a:avLst/>
                    <a:gdLst>
                      <a:gd name="connsiteX0" fmla="*/ 0 w 5907"/>
                      <a:gd name="connsiteY0" fmla="*/ 0 h 9274"/>
                      <a:gd name="connsiteX1" fmla="*/ 5907 w 5907"/>
                      <a:gd name="connsiteY1" fmla="*/ 0 h 9274"/>
                      <a:gd name="connsiteX2" fmla="*/ 5907 w 5907"/>
                      <a:gd name="connsiteY2" fmla="*/ 9275 h 9274"/>
                      <a:gd name="connsiteX3" fmla="*/ 0 w 5907"/>
                      <a:gd name="connsiteY3" fmla="*/ 9275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5"/>
                        </a:lnTo>
                        <a:lnTo>
                          <a:pt x="0" y="9275"/>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86" name="Freeform: Shape 1285">
                    <a:extLst>
                      <a:ext uri="{FF2B5EF4-FFF2-40B4-BE49-F238E27FC236}">
                        <a16:creationId xmlns:a16="http://schemas.microsoft.com/office/drawing/2014/main" id="{CE6F3479-F360-8966-BF0D-59376AFA9BB5}"/>
                      </a:ext>
                    </a:extLst>
                  </p:cNvPr>
                  <p:cNvSpPr/>
                  <p:nvPr/>
                </p:nvSpPr>
                <p:spPr>
                  <a:xfrm>
                    <a:off x="975773" y="2924248"/>
                    <a:ext cx="8269" cy="9214"/>
                  </a:xfrm>
                  <a:custGeom>
                    <a:avLst/>
                    <a:gdLst>
                      <a:gd name="connsiteX0" fmla="*/ 2953 w 8269"/>
                      <a:gd name="connsiteY0" fmla="*/ 0 h 9214"/>
                      <a:gd name="connsiteX1" fmla="*/ 8270 w 8269"/>
                      <a:gd name="connsiteY1" fmla="*/ 3131 h 9214"/>
                      <a:gd name="connsiteX2" fmla="*/ 8270 w 8269"/>
                      <a:gd name="connsiteY2" fmla="*/ 9215 h 9214"/>
                      <a:gd name="connsiteX3" fmla="*/ 2304 w 8269"/>
                      <a:gd name="connsiteY3" fmla="*/ 9215 h 9214"/>
                      <a:gd name="connsiteX4" fmla="*/ 2304 w 8269"/>
                      <a:gd name="connsiteY4" fmla="*/ 6498 h 9214"/>
                      <a:gd name="connsiteX5" fmla="*/ 0 w 8269"/>
                      <a:gd name="connsiteY5" fmla="*/ 5139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2953" y="0"/>
                        </a:moveTo>
                        <a:lnTo>
                          <a:pt x="8270" y="3131"/>
                        </a:lnTo>
                        <a:lnTo>
                          <a:pt x="8270" y="9215"/>
                        </a:lnTo>
                        <a:lnTo>
                          <a:pt x="2304" y="9215"/>
                        </a:lnTo>
                        <a:lnTo>
                          <a:pt x="2304" y="6498"/>
                        </a:lnTo>
                        <a:lnTo>
                          <a:pt x="0" y="5139"/>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87" name="Freeform: Shape 1286">
                    <a:extLst>
                      <a:ext uri="{FF2B5EF4-FFF2-40B4-BE49-F238E27FC236}">
                        <a16:creationId xmlns:a16="http://schemas.microsoft.com/office/drawing/2014/main" id="{B653F62C-FDD1-0DFB-1BFB-20341E76CE6E}"/>
                      </a:ext>
                    </a:extLst>
                  </p:cNvPr>
                  <p:cNvSpPr/>
                  <p:nvPr/>
                </p:nvSpPr>
                <p:spPr>
                  <a:xfrm>
                    <a:off x="978077" y="2961403"/>
                    <a:ext cx="5966" cy="9273"/>
                  </a:xfrm>
                  <a:custGeom>
                    <a:avLst/>
                    <a:gdLst>
                      <a:gd name="connsiteX0" fmla="*/ 0 w 5966"/>
                      <a:gd name="connsiteY0" fmla="*/ 0 h 9273"/>
                      <a:gd name="connsiteX1" fmla="*/ 5966 w 5966"/>
                      <a:gd name="connsiteY1" fmla="*/ 0 h 9273"/>
                      <a:gd name="connsiteX2" fmla="*/ 5966 w 5966"/>
                      <a:gd name="connsiteY2" fmla="*/ 9274 h 9273"/>
                      <a:gd name="connsiteX3" fmla="*/ 0 w 5966"/>
                      <a:gd name="connsiteY3" fmla="*/ 9274 h 9273"/>
                    </a:gdLst>
                    <a:ahLst/>
                    <a:cxnLst>
                      <a:cxn ang="0">
                        <a:pos x="connsiteX0" y="connsiteY0"/>
                      </a:cxn>
                      <a:cxn ang="0">
                        <a:pos x="connsiteX1" y="connsiteY1"/>
                      </a:cxn>
                      <a:cxn ang="0">
                        <a:pos x="connsiteX2" y="connsiteY2"/>
                      </a:cxn>
                      <a:cxn ang="0">
                        <a:pos x="connsiteX3" y="connsiteY3"/>
                      </a:cxn>
                    </a:cxnLst>
                    <a:rect l="l" t="t" r="r" b="b"/>
                    <a:pathLst>
                      <a:path w="5966" h="9273">
                        <a:moveTo>
                          <a:pt x="0" y="0"/>
                        </a:moveTo>
                        <a:lnTo>
                          <a:pt x="5966" y="0"/>
                        </a:lnTo>
                        <a:lnTo>
                          <a:pt x="5966" y="9274"/>
                        </a:lnTo>
                        <a:lnTo>
                          <a:pt x="0" y="9274"/>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88" name="Freeform: Shape 1287">
                    <a:extLst>
                      <a:ext uri="{FF2B5EF4-FFF2-40B4-BE49-F238E27FC236}">
                        <a16:creationId xmlns:a16="http://schemas.microsoft.com/office/drawing/2014/main" id="{581D0503-3884-03DC-76B0-B19860331600}"/>
                      </a:ext>
                    </a:extLst>
                  </p:cNvPr>
                  <p:cNvSpPr/>
                  <p:nvPr/>
                </p:nvSpPr>
                <p:spPr>
                  <a:xfrm>
                    <a:off x="978077" y="2942796"/>
                    <a:ext cx="5966" cy="9333"/>
                  </a:xfrm>
                  <a:custGeom>
                    <a:avLst/>
                    <a:gdLst>
                      <a:gd name="connsiteX0" fmla="*/ 0 w 5966"/>
                      <a:gd name="connsiteY0" fmla="*/ 0 h 9333"/>
                      <a:gd name="connsiteX1" fmla="*/ 5966 w 5966"/>
                      <a:gd name="connsiteY1" fmla="*/ 0 h 9333"/>
                      <a:gd name="connsiteX2" fmla="*/ 5966 w 5966"/>
                      <a:gd name="connsiteY2" fmla="*/ 9333 h 9333"/>
                      <a:gd name="connsiteX3" fmla="*/ 0 w 5966"/>
                      <a:gd name="connsiteY3" fmla="*/ 9333 h 9333"/>
                    </a:gdLst>
                    <a:ahLst/>
                    <a:cxnLst>
                      <a:cxn ang="0">
                        <a:pos x="connsiteX0" y="connsiteY0"/>
                      </a:cxn>
                      <a:cxn ang="0">
                        <a:pos x="connsiteX1" y="connsiteY1"/>
                      </a:cxn>
                      <a:cxn ang="0">
                        <a:pos x="connsiteX2" y="connsiteY2"/>
                      </a:cxn>
                      <a:cxn ang="0">
                        <a:pos x="connsiteX3" y="connsiteY3"/>
                      </a:cxn>
                    </a:cxnLst>
                    <a:rect l="l" t="t" r="r" b="b"/>
                    <a:pathLst>
                      <a:path w="5966" h="9333">
                        <a:moveTo>
                          <a:pt x="0" y="0"/>
                        </a:moveTo>
                        <a:lnTo>
                          <a:pt x="5966" y="0"/>
                        </a:lnTo>
                        <a:lnTo>
                          <a:pt x="5966" y="9333"/>
                        </a:lnTo>
                        <a:lnTo>
                          <a:pt x="0" y="9333"/>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89" name="Freeform: Shape 1288">
                    <a:extLst>
                      <a:ext uri="{FF2B5EF4-FFF2-40B4-BE49-F238E27FC236}">
                        <a16:creationId xmlns:a16="http://schemas.microsoft.com/office/drawing/2014/main" id="{3394483E-D736-7094-E17C-4CA6C5FB7B63}"/>
                      </a:ext>
                    </a:extLst>
                  </p:cNvPr>
                  <p:cNvSpPr/>
                  <p:nvPr/>
                </p:nvSpPr>
                <p:spPr>
                  <a:xfrm>
                    <a:off x="975773" y="2980010"/>
                    <a:ext cx="8269" cy="9214"/>
                  </a:xfrm>
                  <a:custGeom>
                    <a:avLst/>
                    <a:gdLst>
                      <a:gd name="connsiteX0" fmla="*/ 8270 w 8269"/>
                      <a:gd name="connsiteY0" fmla="*/ 6143 h 9214"/>
                      <a:gd name="connsiteX1" fmla="*/ 2953 w 8269"/>
                      <a:gd name="connsiteY1" fmla="*/ 9215 h 9214"/>
                      <a:gd name="connsiteX2" fmla="*/ 0 w 8269"/>
                      <a:gd name="connsiteY2" fmla="*/ 4135 h 9214"/>
                      <a:gd name="connsiteX3" fmla="*/ 2304 w 8269"/>
                      <a:gd name="connsiteY3" fmla="*/ 2776 h 9214"/>
                      <a:gd name="connsiteX4" fmla="*/ 2304 w 8269"/>
                      <a:gd name="connsiteY4" fmla="*/ 0 h 9214"/>
                      <a:gd name="connsiteX5" fmla="*/ 8270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8270" y="6143"/>
                        </a:moveTo>
                        <a:lnTo>
                          <a:pt x="2953" y="9215"/>
                        </a:lnTo>
                        <a:lnTo>
                          <a:pt x="0" y="4135"/>
                        </a:lnTo>
                        <a:lnTo>
                          <a:pt x="2304" y="2776"/>
                        </a:lnTo>
                        <a:lnTo>
                          <a:pt x="2304" y="0"/>
                        </a:lnTo>
                        <a:lnTo>
                          <a:pt x="827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90" name="Freeform: Shape 1289">
                    <a:extLst>
                      <a:ext uri="{FF2B5EF4-FFF2-40B4-BE49-F238E27FC236}">
                        <a16:creationId xmlns:a16="http://schemas.microsoft.com/office/drawing/2014/main" id="{C188E968-1B39-25C7-D269-DF2EF790FC71}"/>
                      </a:ext>
                    </a:extLst>
                  </p:cNvPr>
                  <p:cNvSpPr/>
                  <p:nvPr/>
                </p:nvSpPr>
                <p:spPr>
                  <a:xfrm rot="-1801109">
                    <a:off x="960619" y="2990764"/>
                    <a:ext cx="9274" cy="5907"/>
                  </a:xfrm>
                  <a:custGeom>
                    <a:avLst/>
                    <a:gdLst>
                      <a:gd name="connsiteX0" fmla="*/ 0 w 9274"/>
                      <a:gd name="connsiteY0" fmla="*/ 0 h 5907"/>
                      <a:gd name="connsiteX1" fmla="*/ 9274 w 9274"/>
                      <a:gd name="connsiteY1" fmla="*/ 0 h 5907"/>
                      <a:gd name="connsiteX2" fmla="*/ 9274 w 9274"/>
                      <a:gd name="connsiteY2" fmla="*/ 5907 h 5907"/>
                      <a:gd name="connsiteX3" fmla="*/ 0 w 9274"/>
                      <a:gd name="connsiteY3" fmla="*/ 5907 h 5907"/>
                    </a:gdLst>
                    <a:ahLst/>
                    <a:cxnLst>
                      <a:cxn ang="0">
                        <a:pos x="connsiteX0" y="connsiteY0"/>
                      </a:cxn>
                      <a:cxn ang="0">
                        <a:pos x="connsiteX1" y="connsiteY1"/>
                      </a:cxn>
                      <a:cxn ang="0">
                        <a:pos x="connsiteX2" y="connsiteY2"/>
                      </a:cxn>
                      <a:cxn ang="0">
                        <a:pos x="connsiteX3" y="connsiteY3"/>
                      </a:cxn>
                    </a:cxnLst>
                    <a:rect l="l" t="t" r="r" b="b"/>
                    <a:pathLst>
                      <a:path w="9274" h="5907">
                        <a:moveTo>
                          <a:pt x="0" y="0"/>
                        </a:moveTo>
                        <a:lnTo>
                          <a:pt x="9274" y="0"/>
                        </a:lnTo>
                        <a:lnTo>
                          <a:pt x="9274" y="5907"/>
                        </a:lnTo>
                        <a:lnTo>
                          <a:pt x="0" y="590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91" name="Freeform: Shape 1290">
                    <a:extLst>
                      <a:ext uri="{FF2B5EF4-FFF2-40B4-BE49-F238E27FC236}">
                        <a16:creationId xmlns:a16="http://schemas.microsoft.com/office/drawing/2014/main" id="{6624802F-7253-79D1-4FF6-D3A0C1F77F3D}"/>
                      </a:ext>
                    </a:extLst>
                  </p:cNvPr>
                  <p:cNvSpPr/>
                  <p:nvPr/>
                </p:nvSpPr>
                <p:spPr>
                  <a:xfrm rot="-1806651">
                    <a:off x="944560" y="3000057"/>
                    <a:ext cx="9333" cy="5907"/>
                  </a:xfrm>
                  <a:custGeom>
                    <a:avLst/>
                    <a:gdLst>
                      <a:gd name="connsiteX0" fmla="*/ 0 w 9333"/>
                      <a:gd name="connsiteY0" fmla="*/ 0 h 5907"/>
                      <a:gd name="connsiteX1" fmla="*/ 9334 w 9333"/>
                      <a:gd name="connsiteY1" fmla="*/ 0 h 5907"/>
                      <a:gd name="connsiteX2" fmla="*/ 9334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4" y="0"/>
                        </a:lnTo>
                        <a:lnTo>
                          <a:pt x="9334" y="5907"/>
                        </a:lnTo>
                        <a:lnTo>
                          <a:pt x="0" y="590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92" name="Freeform: Shape 1291">
                    <a:extLst>
                      <a:ext uri="{FF2B5EF4-FFF2-40B4-BE49-F238E27FC236}">
                        <a16:creationId xmlns:a16="http://schemas.microsoft.com/office/drawing/2014/main" id="{87B060D5-A27A-2153-9F9A-4CACB6DD727E}"/>
                      </a:ext>
                    </a:extLst>
                  </p:cNvPr>
                  <p:cNvSpPr/>
                  <p:nvPr/>
                </p:nvSpPr>
                <p:spPr>
                  <a:xfrm>
                    <a:off x="927808" y="3007359"/>
                    <a:ext cx="10632" cy="8269"/>
                  </a:xfrm>
                  <a:custGeom>
                    <a:avLst/>
                    <a:gdLst>
                      <a:gd name="connsiteX0" fmla="*/ 5257 w 10632"/>
                      <a:gd name="connsiteY0" fmla="*/ 1418 h 8269"/>
                      <a:gd name="connsiteX1" fmla="*/ 7679 w 10632"/>
                      <a:gd name="connsiteY1" fmla="*/ 0 h 8269"/>
                      <a:gd name="connsiteX2" fmla="*/ 10632 w 10632"/>
                      <a:gd name="connsiteY2" fmla="*/ 5139 h 8269"/>
                      <a:gd name="connsiteX3" fmla="*/ 5257 w 10632"/>
                      <a:gd name="connsiteY3" fmla="*/ 8270 h 8269"/>
                      <a:gd name="connsiteX4" fmla="*/ 0 w 10632"/>
                      <a:gd name="connsiteY4" fmla="*/ 5139 h 8269"/>
                      <a:gd name="connsiteX5" fmla="*/ 2953 w 10632"/>
                      <a:gd name="connsiteY5" fmla="*/ 0 h 8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69">
                        <a:moveTo>
                          <a:pt x="5257" y="1418"/>
                        </a:moveTo>
                        <a:lnTo>
                          <a:pt x="7679" y="0"/>
                        </a:lnTo>
                        <a:lnTo>
                          <a:pt x="10632" y="5139"/>
                        </a:lnTo>
                        <a:lnTo>
                          <a:pt x="5257" y="8270"/>
                        </a:lnTo>
                        <a:lnTo>
                          <a:pt x="0" y="5139"/>
                        </a:lnTo>
                        <a:lnTo>
                          <a:pt x="2953"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93" name="Freeform: Shape 1292">
                    <a:extLst>
                      <a:ext uri="{FF2B5EF4-FFF2-40B4-BE49-F238E27FC236}">
                        <a16:creationId xmlns:a16="http://schemas.microsoft.com/office/drawing/2014/main" id="{4DDD18D7-C123-B22C-A9B6-9BF2853B11D1}"/>
                      </a:ext>
                    </a:extLst>
                  </p:cNvPr>
                  <p:cNvSpPr/>
                  <p:nvPr/>
                </p:nvSpPr>
                <p:spPr>
                  <a:xfrm rot="-3604434">
                    <a:off x="898141" y="2989017"/>
                    <a:ext cx="5966" cy="9274"/>
                  </a:xfrm>
                  <a:custGeom>
                    <a:avLst/>
                    <a:gdLst>
                      <a:gd name="connsiteX0" fmla="*/ 0 w 5966"/>
                      <a:gd name="connsiteY0" fmla="*/ 0 h 9274"/>
                      <a:gd name="connsiteX1" fmla="*/ 5966 w 5966"/>
                      <a:gd name="connsiteY1" fmla="*/ 0 h 9274"/>
                      <a:gd name="connsiteX2" fmla="*/ 5966 w 5966"/>
                      <a:gd name="connsiteY2" fmla="*/ 9274 h 9274"/>
                      <a:gd name="connsiteX3" fmla="*/ 0 w 5966"/>
                      <a:gd name="connsiteY3" fmla="*/ 9274 h 9274"/>
                    </a:gdLst>
                    <a:ahLst/>
                    <a:cxnLst>
                      <a:cxn ang="0">
                        <a:pos x="connsiteX0" y="connsiteY0"/>
                      </a:cxn>
                      <a:cxn ang="0">
                        <a:pos x="connsiteX1" y="connsiteY1"/>
                      </a:cxn>
                      <a:cxn ang="0">
                        <a:pos x="connsiteX2" y="connsiteY2"/>
                      </a:cxn>
                      <a:cxn ang="0">
                        <a:pos x="connsiteX3" y="connsiteY3"/>
                      </a:cxn>
                    </a:cxnLst>
                    <a:rect l="l" t="t" r="r" b="b"/>
                    <a:pathLst>
                      <a:path w="5966" h="9274">
                        <a:moveTo>
                          <a:pt x="0" y="0"/>
                        </a:moveTo>
                        <a:lnTo>
                          <a:pt x="5966" y="0"/>
                        </a:lnTo>
                        <a:lnTo>
                          <a:pt x="5966" y="9274"/>
                        </a:lnTo>
                        <a:lnTo>
                          <a:pt x="0" y="9274"/>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94" name="Freeform: Shape 1293">
                    <a:extLst>
                      <a:ext uri="{FF2B5EF4-FFF2-40B4-BE49-F238E27FC236}">
                        <a16:creationId xmlns:a16="http://schemas.microsoft.com/office/drawing/2014/main" id="{312F8629-21D8-D5A3-1729-F90CBC22E166}"/>
                      </a:ext>
                    </a:extLst>
                  </p:cNvPr>
                  <p:cNvSpPr/>
                  <p:nvPr/>
                </p:nvSpPr>
                <p:spPr>
                  <a:xfrm rot="-3587633">
                    <a:off x="914188" y="2998227"/>
                    <a:ext cx="5906" cy="9332"/>
                  </a:xfrm>
                  <a:custGeom>
                    <a:avLst/>
                    <a:gdLst>
                      <a:gd name="connsiteX0" fmla="*/ 0 w 5906"/>
                      <a:gd name="connsiteY0" fmla="*/ 0 h 9332"/>
                      <a:gd name="connsiteX1" fmla="*/ 5907 w 5906"/>
                      <a:gd name="connsiteY1" fmla="*/ 0 h 9332"/>
                      <a:gd name="connsiteX2" fmla="*/ 5907 w 5906"/>
                      <a:gd name="connsiteY2" fmla="*/ 9333 h 9332"/>
                      <a:gd name="connsiteX3" fmla="*/ 0 w 5906"/>
                      <a:gd name="connsiteY3" fmla="*/ 9333 h 9332"/>
                    </a:gdLst>
                    <a:ahLst/>
                    <a:cxnLst>
                      <a:cxn ang="0">
                        <a:pos x="connsiteX0" y="connsiteY0"/>
                      </a:cxn>
                      <a:cxn ang="0">
                        <a:pos x="connsiteX1" y="connsiteY1"/>
                      </a:cxn>
                      <a:cxn ang="0">
                        <a:pos x="connsiteX2" y="connsiteY2"/>
                      </a:cxn>
                      <a:cxn ang="0">
                        <a:pos x="connsiteX3" y="connsiteY3"/>
                      </a:cxn>
                    </a:cxnLst>
                    <a:rect l="l" t="t" r="r" b="b"/>
                    <a:pathLst>
                      <a:path w="5906" h="9332">
                        <a:moveTo>
                          <a:pt x="0" y="0"/>
                        </a:moveTo>
                        <a:lnTo>
                          <a:pt x="5907" y="0"/>
                        </a:lnTo>
                        <a:lnTo>
                          <a:pt x="5907" y="9333"/>
                        </a:lnTo>
                        <a:lnTo>
                          <a:pt x="0" y="9333"/>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95" name="Freeform: Shape 1294">
                    <a:extLst>
                      <a:ext uri="{FF2B5EF4-FFF2-40B4-BE49-F238E27FC236}">
                        <a16:creationId xmlns:a16="http://schemas.microsoft.com/office/drawing/2014/main" id="{DB824172-D5BC-D890-CF2E-589C6600AA92}"/>
                      </a:ext>
                    </a:extLst>
                  </p:cNvPr>
                  <p:cNvSpPr/>
                  <p:nvPr/>
                </p:nvSpPr>
                <p:spPr>
                  <a:xfrm>
                    <a:off x="882147" y="2980010"/>
                    <a:ext cx="8269" cy="9214"/>
                  </a:xfrm>
                  <a:custGeom>
                    <a:avLst/>
                    <a:gdLst>
                      <a:gd name="connsiteX0" fmla="*/ 5907 w 8269"/>
                      <a:gd name="connsiteY0" fmla="*/ 2776 h 9214"/>
                      <a:gd name="connsiteX1" fmla="*/ 8270 w 8269"/>
                      <a:gd name="connsiteY1" fmla="*/ 4135 h 9214"/>
                      <a:gd name="connsiteX2" fmla="*/ 5316 w 8269"/>
                      <a:gd name="connsiteY2" fmla="*/ 9215 h 9214"/>
                      <a:gd name="connsiteX3" fmla="*/ 0 w 8269"/>
                      <a:gd name="connsiteY3" fmla="*/ 6143 h 9214"/>
                      <a:gd name="connsiteX4" fmla="*/ 0 w 8269"/>
                      <a:gd name="connsiteY4" fmla="*/ 0 h 9214"/>
                      <a:gd name="connsiteX5" fmla="*/ 5907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5907" y="2776"/>
                        </a:moveTo>
                        <a:lnTo>
                          <a:pt x="8270" y="4135"/>
                        </a:lnTo>
                        <a:lnTo>
                          <a:pt x="5316" y="9215"/>
                        </a:lnTo>
                        <a:lnTo>
                          <a:pt x="0" y="6143"/>
                        </a:lnTo>
                        <a:lnTo>
                          <a:pt x="0" y="0"/>
                        </a:lnTo>
                        <a:lnTo>
                          <a:pt x="5907"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96" name="Freeform: Shape 1295">
                    <a:extLst>
                      <a:ext uri="{FF2B5EF4-FFF2-40B4-BE49-F238E27FC236}">
                        <a16:creationId xmlns:a16="http://schemas.microsoft.com/office/drawing/2014/main" id="{90D325B7-EEDC-5DC5-EE8B-A8D5AC011E0F}"/>
                      </a:ext>
                    </a:extLst>
                  </p:cNvPr>
                  <p:cNvSpPr/>
                  <p:nvPr/>
                </p:nvSpPr>
                <p:spPr>
                  <a:xfrm rot="-23376">
                    <a:off x="882168" y="2961460"/>
                    <a:ext cx="5907" cy="9274"/>
                  </a:xfrm>
                  <a:custGeom>
                    <a:avLst/>
                    <a:gdLst>
                      <a:gd name="connsiteX0" fmla="*/ 0 w 5907"/>
                      <a:gd name="connsiteY0" fmla="*/ 0 h 9274"/>
                      <a:gd name="connsiteX1" fmla="*/ 5907 w 5907"/>
                      <a:gd name="connsiteY1" fmla="*/ 0 h 9274"/>
                      <a:gd name="connsiteX2" fmla="*/ 5907 w 5907"/>
                      <a:gd name="connsiteY2" fmla="*/ 9274 h 9274"/>
                      <a:gd name="connsiteX3" fmla="*/ 0 w 5907"/>
                      <a:gd name="connsiteY3" fmla="*/ 9274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4"/>
                        </a:lnTo>
                        <a:lnTo>
                          <a:pt x="0" y="9274"/>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97" name="Freeform: Shape 1296">
                    <a:extLst>
                      <a:ext uri="{FF2B5EF4-FFF2-40B4-BE49-F238E27FC236}">
                        <a16:creationId xmlns:a16="http://schemas.microsoft.com/office/drawing/2014/main" id="{CACB689F-240C-5DD2-63A2-AF1B4F933FA6}"/>
                      </a:ext>
                    </a:extLst>
                  </p:cNvPr>
                  <p:cNvSpPr/>
                  <p:nvPr/>
                </p:nvSpPr>
                <p:spPr>
                  <a:xfrm rot="-5391765">
                    <a:off x="880458" y="2944505"/>
                    <a:ext cx="9333" cy="5906"/>
                  </a:xfrm>
                  <a:custGeom>
                    <a:avLst/>
                    <a:gdLst>
                      <a:gd name="connsiteX0" fmla="*/ 0 w 9333"/>
                      <a:gd name="connsiteY0" fmla="*/ 0 h 5906"/>
                      <a:gd name="connsiteX1" fmla="*/ 9333 w 9333"/>
                      <a:gd name="connsiteY1" fmla="*/ 0 h 5906"/>
                      <a:gd name="connsiteX2" fmla="*/ 9333 w 9333"/>
                      <a:gd name="connsiteY2" fmla="*/ 5907 h 5906"/>
                      <a:gd name="connsiteX3" fmla="*/ 0 w 9333"/>
                      <a:gd name="connsiteY3" fmla="*/ 5907 h 5906"/>
                    </a:gdLst>
                    <a:ahLst/>
                    <a:cxnLst>
                      <a:cxn ang="0">
                        <a:pos x="connsiteX0" y="connsiteY0"/>
                      </a:cxn>
                      <a:cxn ang="0">
                        <a:pos x="connsiteX1" y="connsiteY1"/>
                      </a:cxn>
                      <a:cxn ang="0">
                        <a:pos x="connsiteX2" y="connsiteY2"/>
                      </a:cxn>
                      <a:cxn ang="0">
                        <a:pos x="connsiteX3" y="connsiteY3"/>
                      </a:cxn>
                    </a:cxnLst>
                    <a:rect l="l" t="t" r="r" b="b"/>
                    <a:pathLst>
                      <a:path w="9333" h="5906">
                        <a:moveTo>
                          <a:pt x="0" y="0"/>
                        </a:moveTo>
                        <a:lnTo>
                          <a:pt x="9333" y="0"/>
                        </a:lnTo>
                        <a:lnTo>
                          <a:pt x="9333" y="5907"/>
                        </a:lnTo>
                        <a:lnTo>
                          <a:pt x="0" y="590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98" name="Freeform: Shape 1297">
                    <a:extLst>
                      <a:ext uri="{FF2B5EF4-FFF2-40B4-BE49-F238E27FC236}">
                        <a16:creationId xmlns:a16="http://schemas.microsoft.com/office/drawing/2014/main" id="{ED90F3E2-B986-FF44-1B5F-459A2A102663}"/>
                      </a:ext>
                    </a:extLst>
                  </p:cNvPr>
                  <p:cNvSpPr/>
                  <p:nvPr/>
                </p:nvSpPr>
                <p:spPr>
                  <a:xfrm>
                    <a:off x="564234" y="2900915"/>
                    <a:ext cx="96047" cy="110873"/>
                  </a:xfrm>
                  <a:custGeom>
                    <a:avLst/>
                    <a:gdLst>
                      <a:gd name="connsiteX0" fmla="*/ 96047 w 96047"/>
                      <a:gd name="connsiteY0" fmla="*/ 83111 h 110873"/>
                      <a:gd name="connsiteX1" fmla="*/ 48024 w 96047"/>
                      <a:gd name="connsiteY1" fmla="*/ 110874 h 110873"/>
                      <a:gd name="connsiteX2" fmla="*/ 0 w 96047"/>
                      <a:gd name="connsiteY2" fmla="*/ 83111 h 110873"/>
                      <a:gd name="connsiteX3" fmla="*/ 0 w 96047"/>
                      <a:gd name="connsiteY3" fmla="*/ 27763 h 110873"/>
                      <a:gd name="connsiteX4" fmla="*/ 48024 w 96047"/>
                      <a:gd name="connsiteY4" fmla="*/ 0 h 110873"/>
                      <a:gd name="connsiteX5" fmla="*/ 96047 w 96047"/>
                      <a:gd name="connsiteY5" fmla="*/ 27763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47" h="110873">
                        <a:moveTo>
                          <a:pt x="96047" y="83111"/>
                        </a:moveTo>
                        <a:lnTo>
                          <a:pt x="48024" y="110874"/>
                        </a:lnTo>
                        <a:lnTo>
                          <a:pt x="0" y="83111"/>
                        </a:lnTo>
                        <a:lnTo>
                          <a:pt x="0" y="27763"/>
                        </a:lnTo>
                        <a:lnTo>
                          <a:pt x="48024" y="0"/>
                        </a:lnTo>
                        <a:lnTo>
                          <a:pt x="96047" y="27763"/>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99" name="Freeform: Shape 1298">
                    <a:extLst>
                      <a:ext uri="{FF2B5EF4-FFF2-40B4-BE49-F238E27FC236}">
                        <a16:creationId xmlns:a16="http://schemas.microsoft.com/office/drawing/2014/main" id="{AB3A019E-B2E4-F248-0C88-5C367673677F}"/>
                      </a:ext>
                    </a:extLst>
                  </p:cNvPr>
                  <p:cNvSpPr/>
                  <p:nvPr/>
                </p:nvSpPr>
                <p:spPr>
                  <a:xfrm>
                    <a:off x="669437" y="2901329"/>
                    <a:ext cx="95988" cy="110873"/>
                  </a:xfrm>
                  <a:custGeom>
                    <a:avLst/>
                    <a:gdLst>
                      <a:gd name="connsiteX0" fmla="*/ 47965 w 95988"/>
                      <a:gd name="connsiteY0" fmla="*/ 0 h 110873"/>
                      <a:gd name="connsiteX1" fmla="*/ 0 w 95988"/>
                      <a:gd name="connsiteY1" fmla="*/ 27763 h 110873"/>
                      <a:gd name="connsiteX2" fmla="*/ 0 w 95988"/>
                      <a:gd name="connsiteY2" fmla="*/ 83170 h 110873"/>
                      <a:gd name="connsiteX3" fmla="*/ 47965 w 95988"/>
                      <a:gd name="connsiteY3" fmla="*/ 110874 h 110873"/>
                      <a:gd name="connsiteX4" fmla="*/ 95988 w 95988"/>
                      <a:gd name="connsiteY4" fmla="*/ 83170 h 110873"/>
                      <a:gd name="connsiteX5" fmla="*/ 95988 w 95988"/>
                      <a:gd name="connsiteY5" fmla="*/ 27763 h 110873"/>
                      <a:gd name="connsiteX6" fmla="*/ 47965 w 95988"/>
                      <a:gd name="connsiteY6" fmla="*/ 0 h 110873"/>
                      <a:gd name="connsiteX7" fmla="*/ 70707 w 95988"/>
                      <a:gd name="connsiteY7" fmla="*/ 46074 h 110873"/>
                      <a:gd name="connsiteX8" fmla="*/ 60842 w 95988"/>
                      <a:gd name="connsiteY8" fmla="*/ 40404 h 110873"/>
                      <a:gd name="connsiteX9" fmla="*/ 60842 w 95988"/>
                      <a:gd name="connsiteY9" fmla="*/ 29003 h 110873"/>
                      <a:gd name="connsiteX10" fmla="*/ 70707 w 95988"/>
                      <a:gd name="connsiteY10" fmla="*/ 23332 h 110873"/>
                      <a:gd name="connsiteX11" fmla="*/ 80571 w 95988"/>
                      <a:gd name="connsiteY11" fmla="*/ 29003 h 110873"/>
                      <a:gd name="connsiteX12" fmla="*/ 80571 w 95988"/>
                      <a:gd name="connsiteY12" fmla="*/ 40404 h 110873"/>
                      <a:gd name="connsiteX13" fmla="*/ 70707 w 95988"/>
                      <a:gd name="connsiteY13" fmla="*/ 46074 h 110873"/>
                      <a:gd name="connsiteX14" fmla="*/ 47965 w 95988"/>
                      <a:gd name="connsiteY14" fmla="*/ 77086 h 110873"/>
                      <a:gd name="connsiteX15" fmla="*/ 57829 w 95988"/>
                      <a:gd name="connsiteY15" fmla="*/ 71415 h 110873"/>
                      <a:gd name="connsiteX16" fmla="*/ 67694 w 95988"/>
                      <a:gd name="connsiteY16" fmla="*/ 77086 h 110873"/>
                      <a:gd name="connsiteX17" fmla="*/ 67694 w 95988"/>
                      <a:gd name="connsiteY17" fmla="*/ 88427 h 110873"/>
                      <a:gd name="connsiteX18" fmla="*/ 57829 w 95988"/>
                      <a:gd name="connsiteY18" fmla="*/ 94098 h 110873"/>
                      <a:gd name="connsiteX19" fmla="*/ 47965 w 95988"/>
                      <a:gd name="connsiteY19" fmla="*/ 88427 h 110873"/>
                      <a:gd name="connsiteX20" fmla="*/ 47965 w 95988"/>
                      <a:gd name="connsiteY20" fmla="*/ 77086 h 110873"/>
                      <a:gd name="connsiteX21" fmla="*/ 35206 w 95988"/>
                      <a:gd name="connsiteY21" fmla="*/ 61137 h 110873"/>
                      <a:gd name="connsiteX22" fmla="*/ 25341 w 95988"/>
                      <a:gd name="connsiteY22" fmla="*/ 66808 h 110873"/>
                      <a:gd name="connsiteX23" fmla="*/ 15476 w 95988"/>
                      <a:gd name="connsiteY23" fmla="*/ 61137 h 110873"/>
                      <a:gd name="connsiteX24" fmla="*/ 15476 w 95988"/>
                      <a:gd name="connsiteY24" fmla="*/ 49737 h 110873"/>
                      <a:gd name="connsiteX25" fmla="*/ 25341 w 95988"/>
                      <a:gd name="connsiteY25" fmla="*/ 44066 h 110873"/>
                      <a:gd name="connsiteX26" fmla="*/ 35206 w 95988"/>
                      <a:gd name="connsiteY26" fmla="*/ 49737 h 110873"/>
                      <a:gd name="connsiteX27" fmla="*/ 35206 w 95988"/>
                      <a:gd name="connsiteY27" fmla="*/ 61137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5988" h="110873">
                        <a:moveTo>
                          <a:pt x="47965" y="0"/>
                        </a:moveTo>
                        <a:lnTo>
                          <a:pt x="0" y="27763"/>
                        </a:lnTo>
                        <a:lnTo>
                          <a:pt x="0" y="83170"/>
                        </a:lnTo>
                        <a:lnTo>
                          <a:pt x="47965" y="110874"/>
                        </a:lnTo>
                        <a:lnTo>
                          <a:pt x="95988" y="83170"/>
                        </a:lnTo>
                        <a:lnTo>
                          <a:pt x="95988" y="27763"/>
                        </a:lnTo>
                        <a:lnTo>
                          <a:pt x="47965" y="0"/>
                        </a:lnTo>
                        <a:close/>
                        <a:moveTo>
                          <a:pt x="70707" y="46074"/>
                        </a:moveTo>
                        <a:lnTo>
                          <a:pt x="60842" y="40404"/>
                        </a:lnTo>
                        <a:lnTo>
                          <a:pt x="60842" y="29003"/>
                        </a:lnTo>
                        <a:lnTo>
                          <a:pt x="70707" y="23332"/>
                        </a:lnTo>
                        <a:lnTo>
                          <a:pt x="80571" y="29003"/>
                        </a:lnTo>
                        <a:lnTo>
                          <a:pt x="80571" y="40404"/>
                        </a:lnTo>
                        <a:lnTo>
                          <a:pt x="70707" y="46074"/>
                        </a:lnTo>
                        <a:close/>
                        <a:moveTo>
                          <a:pt x="47965" y="77086"/>
                        </a:moveTo>
                        <a:lnTo>
                          <a:pt x="57829" y="71415"/>
                        </a:lnTo>
                        <a:lnTo>
                          <a:pt x="67694" y="77086"/>
                        </a:lnTo>
                        <a:lnTo>
                          <a:pt x="67694" y="88427"/>
                        </a:lnTo>
                        <a:lnTo>
                          <a:pt x="57829" y="94098"/>
                        </a:lnTo>
                        <a:lnTo>
                          <a:pt x="47965" y="88427"/>
                        </a:lnTo>
                        <a:lnTo>
                          <a:pt x="47965" y="77086"/>
                        </a:lnTo>
                        <a:close/>
                        <a:moveTo>
                          <a:pt x="35206" y="61137"/>
                        </a:moveTo>
                        <a:lnTo>
                          <a:pt x="25341" y="66808"/>
                        </a:lnTo>
                        <a:lnTo>
                          <a:pt x="15476" y="61137"/>
                        </a:lnTo>
                        <a:lnTo>
                          <a:pt x="15476" y="49737"/>
                        </a:lnTo>
                        <a:lnTo>
                          <a:pt x="25341" y="44066"/>
                        </a:lnTo>
                        <a:lnTo>
                          <a:pt x="35206" y="49737"/>
                        </a:lnTo>
                        <a:lnTo>
                          <a:pt x="35206" y="6113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00" name="Freeform: Shape 1299">
                    <a:extLst>
                      <a:ext uri="{FF2B5EF4-FFF2-40B4-BE49-F238E27FC236}">
                        <a16:creationId xmlns:a16="http://schemas.microsoft.com/office/drawing/2014/main" id="{E01937D3-72FA-26CA-93E5-C4AD70AE382C}"/>
                      </a:ext>
                    </a:extLst>
                  </p:cNvPr>
                  <p:cNvSpPr/>
                  <p:nvPr/>
                </p:nvSpPr>
                <p:spPr>
                  <a:xfrm>
                    <a:off x="775172" y="2900974"/>
                    <a:ext cx="95988" cy="110874"/>
                  </a:xfrm>
                  <a:custGeom>
                    <a:avLst/>
                    <a:gdLst>
                      <a:gd name="connsiteX0" fmla="*/ 95988 w 95988"/>
                      <a:gd name="connsiteY0" fmla="*/ 27704 h 110874"/>
                      <a:gd name="connsiteX1" fmla="*/ 47965 w 95988"/>
                      <a:gd name="connsiteY1" fmla="*/ 0 h 110874"/>
                      <a:gd name="connsiteX2" fmla="*/ 0 w 95988"/>
                      <a:gd name="connsiteY2" fmla="*/ 27704 h 110874"/>
                      <a:gd name="connsiteX3" fmla="*/ 0 w 95988"/>
                      <a:gd name="connsiteY3" fmla="*/ 83111 h 110874"/>
                      <a:gd name="connsiteX4" fmla="*/ 47965 w 95988"/>
                      <a:gd name="connsiteY4" fmla="*/ 110874 h 110874"/>
                      <a:gd name="connsiteX5" fmla="*/ 95988 w 95988"/>
                      <a:gd name="connsiteY5" fmla="*/ 83111 h 110874"/>
                      <a:gd name="connsiteX6" fmla="*/ 95988 w 95988"/>
                      <a:gd name="connsiteY6" fmla="*/ 27704 h 110874"/>
                      <a:gd name="connsiteX7" fmla="*/ 65390 w 95988"/>
                      <a:gd name="connsiteY7" fmla="*/ 45307 h 110874"/>
                      <a:gd name="connsiteX8" fmla="*/ 65390 w 95988"/>
                      <a:gd name="connsiteY8" fmla="*/ 65449 h 110874"/>
                      <a:gd name="connsiteX9" fmla="*/ 48024 w 95988"/>
                      <a:gd name="connsiteY9" fmla="*/ 75491 h 110874"/>
                      <a:gd name="connsiteX10" fmla="*/ 30598 w 95988"/>
                      <a:gd name="connsiteY10" fmla="*/ 65449 h 110874"/>
                      <a:gd name="connsiteX11" fmla="*/ 30598 w 95988"/>
                      <a:gd name="connsiteY11" fmla="*/ 45307 h 110874"/>
                      <a:gd name="connsiteX12" fmla="*/ 48024 w 95988"/>
                      <a:gd name="connsiteY12" fmla="*/ 35265 h 110874"/>
                      <a:gd name="connsiteX13" fmla="*/ 65390 w 95988"/>
                      <a:gd name="connsiteY13" fmla="*/ 45307 h 11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88" h="110874">
                        <a:moveTo>
                          <a:pt x="95988" y="27704"/>
                        </a:moveTo>
                        <a:lnTo>
                          <a:pt x="47965" y="0"/>
                        </a:lnTo>
                        <a:lnTo>
                          <a:pt x="0" y="27704"/>
                        </a:lnTo>
                        <a:lnTo>
                          <a:pt x="0" y="83111"/>
                        </a:lnTo>
                        <a:lnTo>
                          <a:pt x="47965" y="110874"/>
                        </a:lnTo>
                        <a:lnTo>
                          <a:pt x="95988" y="83111"/>
                        </a:lnTo>
                        <a:lnTo>
                          <a:pt x="95988" y="27704"/>
                        </a:lnTo>
                        <a:close/>
                        <a:moveTo>
                          <a:pt x="65390" y="45307"/>
                        </a:moveTo>
                        <a:lnTo>
                          <a:pt x="65390" y="65449"/>
                        </a:lnTo>
                        <a:lnTo>
                          <a:pt x="48024" y="75491"/>
                        </a:lnTo>
                        <a:lnTo>
                          <a:pt x="30598" y="65449"/>
                        </a:lnTo>
                        <a:lnTo>
                          <a:pt x="30598" y="45307"/>
                        </a:lnTo>
                        <a:lnTo>
                          <a:pt x="48024" y="35265"/>
                        </a:lnTo>
                        <a:lnTo>
                          <a:pt x="65390" y="4530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01" name="Freeform: Shape 1300">
                    <a:extLst>
                      <a:ext uri="{FF2B5EF4-FFF2-40B4-BE49-F238E27FC236}">
                        <a16:creationId xmlns:a16="http://schemas.microsoft.com/office/drawing/2014/main" id="{C43D78E1-4CA2-1950-CA49-E8EF20A61ED3}"/>
                      </a:ext>
                    </a:extLst>
                  </p:cNvPr>
                  <p:cNvSpPr/>
                  <p:nvPr/>
                </p:nvSpPr>
                <p:spPr>
                  <a:xfrm>
                    <a:off x="457259" y="2900974"/>
                    <a:ext cx="95929" cy="110814"/>
                  </a:xfrm>
                  <a:custGeom>
                    <a:avLst/>
                    <a:gdLst>
                      <a:gd name="connsiteX0" fmla="*/ 47965 w 95929"/>
                      <a:gd name="connsiteY0" fmla="*/ 110815 h 110814"/>
                      <a:gd name="connsiteX1" fmla="*/ 95929 w 95929"/>
                      <a:gd name="connsiteY1" fmla="*/ 83052 h 110814"/>
                      <a:gd name="connsiteX2" fmla="*/ 95929 w 95929"/>
                      <a:gd name="connsiteY2" fmla="*/ 27704 h 110814"/>
                      <a:gd name="connsiteX3" fmla="*/ 47965 w 95929"/>
                      <a:gd name="connsiteY3" fmla="*/ 0 h 110814"/>
                      <a:gd name="connsiteX4" fmla="*/ 0 w 95929"/>
                      <a:gd name="connsiteY4" fmla="*/ 27704 h 110814"/>
                      <a:gd name="connsiteX5" fmla="*/ 0 w 95929"/>
                      <a:gd name="connsiteY5" fmla="*/ 83052 h 110814"/>
                      <a:gd name="connsiteX6" fmla="*/ 47965 w 95929"/>
                      <a:gd name="connsiteY6" fmla="*/ 110815 h 110814"/>
                      <a:gd name="connsiteX7" fmla="*/ 61373 w 95929"/>
                      <a:gd name="connsiteY7" fmla="*/ 78681 h 110814"/>
                      <a:gd name="connsiteX8" fmla="*/ 34497 w 95929"/>
                      <a:gd name="connsiteY8" fmla="*/ 78681 h 110814"/>
                      <a:gd name="connsiteX9" fmla="*/ 21029 w 95929"/>
                      <a:gd name="connsiteY9" fmla="*/ 55349 h 110814"/>
                      <a:gd name="connsiteX10" fmla="*/ 34497 w 95929"/>
                      <a:gd name="connsiteY10" fmla="*/ 32016 h 110814"/>
                      <a:gd name="connsiteX11" fmla="*/ 61373 w 95929"/>
                      <a:gd name="connsiteY11" fmla="*/ 32016 h 110814"/>
                      <a:gd name="connsiteX12" fmla="*/ 74841 w 95929"/>
                      <a:gd name="connsiteY12" fmla="*/ 55349 h 110814"/>
                      <a:gd name="connsiteX13" fmla="*/ 61373 w 95929"/>
                      <a:gd name="connsiteY13" fmla="*/ 78681 h 110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29" h="110814">
                        <a:moveTo>
                          <a:pt x="47965" y="110815"/>
                        </a:moveTo>
                        <a:lnTo>
                          <a:pt x="95929" y="83052"/>
                        </a:lnTo>
                        <a:lnTo>
                          <a:pt x="95929" y="27704"/>
                        </a:lnTo>
                        <a:lnTo>
                          <a:pt x="47965" y="0"/>
                        </a:lnTo>
                        <a:lnTo>
                          <a:pt x="0" y="27704"/>
                        </a:lnTo>
                        <a:lnTo>
                          <a:pt x="0" y="83052"/>
                        </a:lnTo>
                        <a:lnTo>
                          <a:pt x="47965" y="110815"/>
                        </a:lnTo>
                        <a:close/>
                        <a:moveTo>
                          <a:pt x="61373" y="78681"/>
                        </a:moveTo>
                        <a:lnTo>
                          <a:pt x="34497" y="78681"/>
                        </a:lnTo>
                        <a:lnTo>
                          <a:pt x="21029" y="55349"/>
                        </a:lnTo>
                        <a:lnTo>
                          <a:pt x="34497" y="32016"/>
                        </a:lnTo>
                        <a:lnTo>
                          <a:pt x="61373" y="32016"/>
                        </a:lnTo>
                        <a:lnTo>
                          <a:pt x="74841" y="55349"/>
                        </a:lnTo>
                        <a:lnTo>
                          <a:pt x="61373" y="78681"/>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1247" name="Graphic 4773">
                <a:extLst>
                  <a:ext uri="{FF2B5EF4-FFF2-40B4-BE49-F238E27FC236}">
                    <a16:creationId xmlns:a16="http://schemas.microsoft.com/office/drawing/2014/main" id="{ABB3D18E-F386-3F97-D4D3-B674C64DBBC2}"/>
                  </a:ext>
                </a:extLst>
              </p:cNvPr>
              <p:cNvGrpSpPr/>
              <p:nvPr/>
            </p:nvGrpSpPr>
            <p:grpSpPr>
              <a:xfrm>
                <a:off x="3924418" y="4634731"/>
                <a:ext cx="680365" cy="187664"/>
                <a:chOff x="3924418" y="4634731"/>
                <a:chExt cx="680365" cy="187664"/>
              </a:xfrm>
              <a:grpFill/>
            </p:grpSpPr>
            <p:sp>
              <p:nvSpPr>
                <p:cNvPr id="1248" name="Freeform: Shape 1247">
                  <a:extLst>
                    <a:ext uri="{FF2B5EF4-FFF2-40B4-BE49-F238E27FC236}">
                      <a16:creationId xmlns:a16="http://schemas.microsoft.com/office/drawing/2014/main" id="{517BD617-56BC-5813-3E26-C850B78BF9CE}"/>
                    </a:ext>
                  </a:extLst>
                </p:cNvPr>
                <p:cNvSpPr/>
                <p:nvPr/>
              </p:nvSpPr>
              <p:spPr>
                <a:xfrm>
                  <a:off x="3924418" y="4634731"/>
                  <a:ext cx="680365" cy="187664"/>
                </a:xfrm>
                <a:custGeom>
                  <a:avLst/>
                  <a:gdLst>
                    <a:gd name="connsiteX0" fmla="*/ 89491 w 680365"/>
                    <a:gd name="connsiteY0" fmla="*/ 122452 h 187664"/>
                    <a:gd name="connsiteX1" fmla="*/ 497545 w 680365"/>
                    <a:gd name="connsiteY1" fmla="*/ 122452 h 187664"/>
                    <a:gd name="connsiteX2" fmla="*/ 586445 w 680365"/>
                    <a:gd name="connsiteY2" fmla="*/ 187665 h 187664"/>
                    <a:gd name="connsiteX3" fmla="*/ 680366 w 680365"/>
                    <a:gd name="connsiteY3" fmla="*/ 93862 h 187664"/>
                    <a:gd name="connsiteX4" fmla="*/ 586445 w 680365"/>
                    <a:gd name="connsiteY4" fmla="*/ 0 h 187664"/>
                    <a:gd name="connsiteX5" fmla="*/ 497308 w 680365"/>
                    <a:gd name="connsiteY5" fmla="*/ 66099 h 187664"/>
                    <a:gd name="connsiteX6" fmla="*/ 89491 w 680365"/>
                    <a:gd name="connsiteY6" fmla="*/ 66099 h 187664"/>
                    <a:gd name="connsiteX7" fmla="*/ 89491 w 680365"/>
                    <a:gd name="connsiteY7" fmla="*/ 71711 h 187664"/>
                    <a:gd name="connsiteX8" fmla="*/ 495536 w 680365"/>
                    <a:gd name="connsiteY8" fmla="*/ 71711 h 187664"/>
                    <a:gd name="connsiteX9" fmla="*/ 492878 w 680365"/>
                    <a:gd name="connsiteY9" fmla="*/ 91085 h 187664"/>
                    <a:gd name="connsiteX10" fmla="*/ 0 w 680365"/>
                    <a:gd name="connsiteY10" fmla="*/ 91085 h 187664"/>
                    <a:gd name="connsiteX11" fmla="*/ 0 w 680365"/>
                    <a:gd name="connsiteY11" fmla="*/ 96638 h 187664"/>
                    <a:gd name="connsiteX12" fmla="*/ 492878 w 680365"/>
                    <a:gd name="connsiteY12" fmla="*/ 96638 h 187664"/>
                    <a:gd name="connsiteX13" fmla="*/ 495773 w 680365"/>
                    <a:gd name="connsiteY13" fmla="*/ 116899 h 187664"/>
                    <a:gd name="connsiteX14" fmla="*/ 89432 w 680365"/>
                    <a:gd name="connsiteY14" fmla="*/ 116840 h 187664"/>
                    <a:gd name="connsiteX15" fmla="*/ 89432 w 680365"/>
                    <a:gd name="connsiteY15" fmla="*/ 122452 h 187664"/>
                    <a:gd name="connsiteX16" fmla="*/ 586504 w 680365"/>
                    <a:gd name="connsiteY16" fmla="*/ 19729 h 187664"/>
                    <a:gd name="connsiteX17" fmla="*/ 660577 w 680365"/>
                    <a:gd name="connsiteY17" fmla="*/ 93803 h 187664"/>
                    <a:gd name="connsiteX18" fmla="*/ 586445 w 680365"/>
                    <a:gd name="connsiteY18" fmla="*/ 167876 h 187664"/>
                    <a:gd name="connsiteX19" fmla="*/ 512371 w 680365"/>
                    <a:gd name="connsiteY19" fmla="*/ 93803 h 187664"/>
                    <a:gd name="connsiteX20" fmla="*/ 586504 w 680365"/>
                    <a:gd name="connsiteY20" fmla="*/ 19729 h 187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80365" h="187664">
                      <a:moveTo>
                        <a:pt x="89491" y="122452"/>
                      </a:moveTo>
                      <a:lnTo>
                        <a:pt x="497545" y="122452"/>
                      </a:lnTo>
                      <a:cubicBezTo>
                        <a:pt x="509713" y="160197"/>
                        <a:pt x="544682" y="187665"/>
                        <a:pt x="586445" y="187665"/>
                      </a:cubicBezTo>
                      <a:cubicBezTo>
                        <a:pt x="638308" y="187665"/>
                        <a:pt x="680366" y="145666"/>
                        <a:pt x="680366" y="93862"/>
                      </a:cubicBezTo>
                      <a:cubicBezTo>
                        <a:pt x="680366" y="41999"/>
                        <a:pt x="638367" y="0"/>
                        <a:pt x="586445" y="0"/>
                      </a:cubicBezTo>
                      <a:cubicBezTo>
                        <a:pt x="544387" y="0"/>
                        <a:pt x="509181" y="27940"/>
                        <a:pt x="497308" y="66099"/>
                      </a:cubicBezTo>
                      <a:lnTo>
                        <a:pt x="89491" y="66099"/>
                      </a:lnTo>
                      <a:lnTo>
                        <a:pt x="89491" y="71711"/>
                      </a:lnTo>
                      <a:lnTo>
                        <a:pt x="495536" y="71711"/>
                      </a:lnTo>
                      <a:cubicBezTo>
                        <a:pt x="494060" y="77972"/>
                        <a:pt x="493114" y="84411"/>
                        <a:pt x="492878" y="91085"/>
                      </a:cubicBezTo>
                      <a:lnTo>
                        <a:pt x="0" y="91085"/>
                      </a:lnTo>
                      <a:lnTo>
                        <a:pt x="0" y="96638"/>
                      </a:lnTo>
                      <a:lnTo>
                        <a:pt x="492878" y="96638"/>
                      </a:lnTo>
                      <a:cubicBezTo>
                        <a:pt x="493056" y="103608"/>
                        <a:pt x="494119" y="110401"/>
                        <a:pt x="495773" y="116899"/>
                      </a:cubicBezTo>
                      <a:lnTo>
                        <a:pt x="89432" y="116840"/>
                      </a:lnTo>
                      <a:lnTo>
                        <a:pt x="89432" y="122452"/>
                      </a:lnTo>
                      <a:close/>
                      <a:moveTo>
                        <a:pt x="586504" y="19729"/>
                      </a:moveTo>
                      <a:cubicBezTo>
                        <a:pt x="627439" y="19729"/>
                        <a:pt x="660636" y="52927"/>
                        <a:pt x="660577" y="93803"/>
                      </a:cubicBezTo>
                      <a:cubicBezTo>
                        <a:pt x="660577" y="134738"/>
                        <a:pt x="627439" y="167876"/>
                        <a:pt x="586445" y="167876"/>
                      </a:cubicBezTo>
                      <a:cubicBezTo>
                        <a:pt x="545509" y="167876"/>
                        <a:pt x="512371" y="134679"/>
                        <a:pt x="512371" y="93803"/>
                      </a:cubicBezTo>
                      <a:cubicBezTo>
                        <a:pt x="512430" y="52868"/>
                        <a:pt x="545568" y="19729"/>
                        <a:pt x="586504" y="19729"/>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49" name="Freeform: Shape 1248">
                  <a:extLst>
                    <a:ext uri="{FF2B5EF4-FFF2-40B4-BE49-F238E27FC236}">
                      <a16:creationId xmlns:a16="http://schemas.microsoft.com/office/drawing/2014/main" id="{6288158F-0B73-ABD0-DF2D-10A828C05A3A}"/>
                    </a:ext>
                  </a:extLst>
                </p:cNvPr>
                <p:cNvSpPr/>
                <p:nvPr/>
              </p:nvSpPr>
              <p:spPr>
                <a:xfrm>
                  <a:off x="4453269" y="4670941"/>
                  <a:ext cx="115186" cy="115186"/>
                </a:xfrm>
                <a:custGeom>
                  <a:avLst/>
                  <a:gdLst>
                    <a:gd name="connsiteX0" fmla="*/ 57593 w 115186"/>
                    <a:gd name="connsiteY0" fmla="*/ 115186 h 115186"/>
                    <a:gd name="connsiteX1" fmla="*/ 115186 w 115186"/>
                    <a:gd name="connsiteY1" fmla="*/ 57593 h 115186"/>
                    <a:gd name="connsiteX2" fmla="*/ 57593 w 115186"/>
                    <a:gd name="connsiteY2" fmla="*/ 0 h 115186"/>
                    <a:gd name="connsiteX3" fmla="*/ 0 w 115186"/>
                    <a:gd name="connsiteY3" fmla="*/ 57593 h 115186"/>
                    <a:gd name="connsiteX4" fmla="*/ 57593 w 115186"/>
                    <a:gd name="connsiteY4" fmla="*/ 115186 h 115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86" h="115186">
                      <a:moveTo>
                        <a:pt x="57593" y="115186"/>
                      </a:moveTo>
                      <a:cubicBezTo>
                        <a:pt x="89490" y="115186"/>
                        <a:pt x="115186" y="89432"/>
                        <a:pt x="115186" y="57593"/>
                      </a:cubicBezTo>
                      <a:cubicBezTo>
                        <a:pt x="115186" y="25813"/>
                        <a:pt x="89490" y="0"/>
                        <a:pt x="57593" y="0"/>
                      </a:cubicBezTo>
                      <a:cubicBezTo>
                        <a:pt x="25813" y="0"/>
                        <a:pt x="0" y="25813"/>
                        <a:pt x="0" y="57593"/>
                      </a:cubicBezTo>
                      <a:cubicBezTo>
                        <a:pt x="59" y="89432"/>
                        <a:pt x="25813" y="115186"/>
                        <a:pt x="57593" y="11518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1109" name="Graphic 4773">
              <a:extLst>
                <a:ext uri="{FF2B5EF4-FFF2-40B4-BE49-F238E27FC236}">
                  <a16:creationId xmlns:a16="http://schemas.microsoft.com/office/drawing/2014/main" id="{9F818575-D546-DEB1-2EB0-AD00DB2F0C21}"/>
                </a:ext>
              </a:extLst>
            </p:cNvPr>
            <p:cNvGrpSpPr/>
            <p:nvPr userDrawn="1"/>
          </p:nvGrpSpPr>
          <p:grpSpPr>
            <a:xfrm>
              <a:off x="6760317" y="7216576"/>
              <a:ext cx="4296304" cy="3636623"/>
              <a:chOff x="8624" y="1576512"/>
              <a:chExt cx="5170376" cy="3982601"/>
            </a:xfrm>
            <a:solidFill>
              <a:schemeClr val="bg1">
                <a:lumMod val="95000"/>
                <a:alpha val="76000"/>
              </a:schemeClr>
            </a:solidFill>
          </p:grpSpPr>
          <p:grpSp>
            <p:nvGrpSpPr>
              <p:cNvPr id="1110" name="Graphic 4773">
                <a:extLst>
                  <a:ext uri="{FF2B5EF4-FFF2-40B4-BE49-F238E27FC236}">
                    <a16:creationId xmlns:a16="http://schemas.microsoft.com/office/drawing/2014/main" id="{A028C72C-C41B-6D96-B356-77346679B2D2}"/>
                  </a:ext>
                </a:extLst>
              </p:cNvPr>
              <p:cNvGrpSpPr/>
              <p:nvPr/>
            </p:nvGrpSpPr>
            <p:grpSpPr>
              <a:xfrm>
                <a:off x="8624" y="1576512"/>
                <a:ext cx="5170376" cy="3982601"/>
                <a:chOff x="8624" y="1576512"/>
                <a:chExt cx="5170376" cy="3982601"/>
              </a:xfrm>
              <a:grpFill/>
            </p:grpSpPr>
            <p:sp>
              <p:nvSpPr>
                <p:cNvPr id="1114" name="Freeform: Shape 1113">
                  <a:extLst>
                    <a:ext uri="{FF2B5EF4-FFF2-40B4-BE49-F238E27FC236}">
                      <a16:creationId xmlns:a16="http://schemas.microsoft.com/office/drawing/2014/main" id="{C881ED59-7B51-5B70-5326-7B638E0D72AD}"/>
                    </a:ext>
                  </a:extLst>
                </p:cNvPr>
                <p:cNvSpPr/>
                <p:nvPr/>
              </p:nvSpPr>
              <p:spPr>
                <a:xfrm>
                  <a:off x="1467647" y="2244945"/>
                  <a:ext cx="3526878" cy="437352"/>
                </a:xfrm>
                <a:custGeom>
                  <a:avLst/>
                  <a:gdLst>
                    <a:gd name="connsiteX0" fmla="*/ 2146182 w 3526878"/>
                    <a:gd name="connsiteY0" fmla="*/ 5907 h 437352"/>
                    <a:gd name="connsiteX1" fmla="*/ 1085407 w 3526878"/>
                    <a:gd name="connsiteY1" fmla="*/ 5907 h 437352"/>
                    <a:gd name="connsiteX2" fmla="*/ 967267 w 3526878"/>
                    <a:gd name="connsiteY2" fmla="*/ 124047 h 437352"/>
                    <a:gd name="connsiteX3" fmla="*/ 41467 w 3526878"/>
                    <a:gd name="connsiteY3" fmla="*/ 124047 h 437352"/>
                    <a:gd name="connsiteX4" fmla="*/ 20911 w 3526878"/>
                    <a:gd name="connsiteY4" fmla="*/ 142004 h 437352"/>
                    <a:gd name="connsiteX5" fmla="*/ 0 w 3526878"/>
                    <a:gd name="connsiteY5" fmla="*/ 121093 h 437352"/>
                    <a:gd name="connsiteX6" fmla="*/ 20911 w 3526878"/>
                    <a:gd name="connsiteY6" fmla="*/ 100182 h 437352"/>
                    <a:gd name="connsiteX7" fmla="*/ 41467 w 3526878"/>
                    <a:gd name="connsiteY7" fmla="*/ 118140 h 437352"/>
                    <a:gd name="connsiteX8" fmla="*/ 964787 w 3526878"/>
                    <a:gd name="connsiteY8" fmla="*/ 118140 h 437352"/>
                    <a:gd name="connsiteX9" fmla="*/ 1082926 w 3526878"/>
                    <a:gd name="connsiteY9" fmla="*/ 0 h 437352"/>
                    <a:gd name="connsiteX10" fmla="*/ 2148604 w 3526878"/>
                    <a:gd name="connsiteY10" fmla="*/ 0 h 437352"/>
                    <a:gd name="connsiteX11" fmla="*/ 2562092 w 3526878"/>
                    <a:gd name="connsiteY11" fmla="*/ 413488 h 437352"/>
                    <a:gd name="connsiteX12" fmla="*/ 3485412 w 3526878"/>
                    <a:gd name="connsiteY12" fmla="*/ 413488 h 437352"/>
                    <a:gd name="connsiteX13" fmla="*/ 3505968 w 3526878"/>
                    <a:gd name="connsiteY13" fmla="*/ 395531 h 437352"/>
                    <a:gd name="connsiteX14" fmla="*/ 3526879 w 3526878"/>
                    <a:gd name="connsiteY14" fmla="*/ 416442 h 437352"/>
                    <a:gd name="connsiteX15" fmla="*/ 3505968 w 3526878"/>
                    <a:gd name="connsiteY15" fmla="*/ 437353 h 437352"/>
                    <a:gd name="connsiteX16" fmla="*/ 3485412 w 3526878"/>
                    <a:gd name="connsiteY16" fmla="*/ 419395 h 437352"/>
                    <a:gd name="connsiteX17" fmla="*/ 2559670 w 3526878"/>
                    <a:gd name="connsiteY17" fmla="*/ 419395 h 437352"/>
                    <a:gd name="connsiteX18" fmla="*/ 2146182 w 3526878"/>
                    <a:gd name="connsiteY18" fmla="*/ 5907 h 437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526878" h="437352">
                      <a:moveTo>
                        <a:pt x="2146182" y="5907"/>
                      </a:moveTo>
                      <a:lnTo>
                        <a:pt x="1085407" y="5907"/>
                      </a:lnTo>
                      <a:lnTo>
                        <a:pt x="967267" y="124047"/>
                      </a:lnTo>
                      <a:lnTo>
                        <a:pt x="41467" y="124047"/>
                      </a:lnTo>
                      <a:cubicBezTo>
                        <a:pt x="40049" y="134148"/>
                        <a:pt x="31425" y="142004"/>
                        <a:pt x="20911" y="142004"/>
                      </a:cubicBezTo>
                      <a:cubicBezTo>
                        <a:pt x="9392" y="142004"/>
                        <a:pt x="0" y="132671"/>
                        <a:pt x="0" y="121093"/>
                      </a:cubicBezTo>
                      <a:cubicBezTo>
                        <a:pt x="0" y="109515"/>
                        <a:pt x="9333" y="100182"/>
                        <a:pt x="20911" y="100182"/>
                      </a:cubicBezTo>
                      <a:cubicBezTo>
                        <a:pt x="31425" y="100182"/>
                        <a:pt x="40049" y="107980"/>
                        <a:pt x="41467" y="118140"/>
                      </a:cubicBezTo>
                      <a:lnTo>
                        <a:pt x="964787" y="118140"/>
                      </a:lnTo>
                      <a:lnTo>
                        <a:pt x="1082926" y="0"/>
                      </a:lnTo>
                      <a:lnTo>
                        <a:pt x="2148604" y="0"/>
                      </a:lnTo>
                      <a:lnTo>
                        <a:pt x="2562092" y="413488"/>
                      </a:lnTo>
                      <a:lnTo>
                        <a:pt x="3485412" y="413488"/>
                      </a:lnTo>
                      <a:cubicBezTo>
                        <a:pt x="3486829" y="403388"/>
                        <a:pt x="3495454" y="395531"/>
                        <a:pt x="3505968" y="395531"/>
                      </a:cubicBezTo>
                      <a:cubicBezTo>
                        <a:pt x="3517487" y="395531"/>
                        <a:pt x="3526879" y="404864"/>
                        <a:pt x="3526879" y="416442"/>
                      </a:cubicBezTo>
                      <a:cubicBezTo>
                        <a:pt x="3526879" y="427961"/>
                        <a:pt x="3517546" y="437353"/>
                        <a:pt x="3505968" y="437353"/>
                      </a:cubicBezTo>
                      <a:cubicBezTo>
                        <a:pt x="3495454" y="437353"/>
                        <a:pt x="3486829" y="429555"/>
                        <a:pt x="3485412" y="419395"/>
                      </a:cubicBezTo>
                      <a:lnTo>
                        <a:pt x="2559670" y="419395"/>
                      </a:lnTo>
                      <a:lnTo>
                        <a:pt x="2146182" y="590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15" name="Freeform: Shape 1114">
                  <a:extLst>
                    <a:ext uri="{FF2B5EF4-FFF2-40B4-BE49-F238E27FC236}">
                      <a16:creationId xmlns:a16="http://schemas.microsoft.com/office/drawing/2014/main" id="{885B4522-9D27-C6CE-47F2-5AA28FB6FF20}"/>
                    </a:ext>
                  </a:extLst>
                </p:cNvPr>
                <p:cNvSpPr/>
                <p:nvPr/>
              </p:nvSpPr>
              <p:spPr>
                <a:xfrm>
                  <a:off x="1762996" y="3880942"/>
                  <a:ext cx="2640891" cy="1678172"/>
                </a:xfrm>
                <a:custGeom>
                  <a:avLst/>
                  <a:gdLst>
                    <a:gd name="connsiteX0" fmla="*/ 0 w 2640891"/>
                    <a:gd name="connsiteY0" fmla="*/ 670678 h 1678172"/>
                    <a:gd name="connsiteX1" fmla="*/ 20911 w 2640891"/>
                    <a:gd name="connsiteY1" fmla="*/ 691589 h 1678172"/>
                    <a:gd name="connsiteX2" fmla="*/ 41467 w 2640891"/>
                    <a:gd name="connsiteY2" fmla="*/ 673632 h 1678172"/>
                    <a:gd name="connsiteX3" fmla="*/ 1260136 w 2640891"/>
                    <a:gd name="connsiteY3" fmla="*/ 673632 h 1678172"/>
                    <a:gd name="connsiteX4" fmla="*/ 1857921 w 2640891"/>
                    <a:gd name="connsiteY4" fmla="*/ 1271418 h 1678172"/>
                    <a:gd name="connsiteX5" fmla="*/ 1789696 w 2640891"/>
                    <a:gd name="connsiteY5" fmla="*/ 1438585 h 1678172"/>
                    <a:gd name="connsiteX6" fmla="*/ 2029283 w 2640891"/>
                    <a:gd name="connsiteY6" fmla="*/ 1678172 h 1678172"/>
                    <a:gd name="connsiteX7" fmla="*/ 2268870 w 2640891"/>
                    <a:gd name="connsiteY7" fmla="*/ 1438585 h 1678172"/>
                    <a:gd name="connsiteX8" fmla="*/ 2032236 w 2640891"/>
                    <a:gd name="connsiteY8" fmla="*/ 1199116 h 1678172"/>
                    <a:gd name="connsiteX9" fmla="*/ 2032236 w 2640891"/>
                    <a:gd name="connsiteY9" fmla="*/ 23864 h 1678172"/>
                    <a:gd name="connsiteX10" fmla="*/ 2599424 w 2640891"/>
                    <a:gd name="connsiteY10" fmla="*/ 23864 h 1678172"/>
                    <a:gd name="connsiteX11" fmla="*/ 2619981 w 2640891"/>
                    <a:gd name="connsiteY11" fmla="*/ 41822 h 1678172"/>
                    <a:gd name="connsiteX12" fmla="*/ 2640891 w 2640891"/>
                    <a:gd name="connsiteY12" fmla="*/ 20911 h 1678172"/>
                    <a:gd name="connsiteX13" fmla="*/ 2619981 w 2640891"/>
                    <a:gd name="connsiteY13" fmla="*/ 0 h 1678172"/>
                    <a:gd name="connsiteX14" fmla="*/ 2599424 w 2640891"/>
                    <a:gd name="connsiteY14" fmla="*/ 17957 h 1678172"/>
                    <a:gd name="connsiteX15" fmla="*/ 2026329 w 2640891"/>
                    <a:gd name="connsiteY15" fmla="*/ 17957 h 1678172"/>
                    <a:gd name="connsiteX16" fmla="*/ 2026329 w 2640891"/>
                    <a:gd name="connsiteY16" fmla="*/ 1199116 h 1678172"/>
                    <a:gd name="connsiteX17" fmla="*/ 1862116 w 2640891"/>
                    <a:gd name="connsiteY17" fmla="*/ 1267283 h 1678172"/>
                    <a:gd name="connsiteX18" fmla="*/ 1262617 w 2640891"/>
                    <a:gd name="connsiteY18" fmla="*/ 667725 h 1678172"/>
                    <a:gd name="connsiteX19" fmla="*/ 41467 w 2640891"/>
                    <a:gd name="connsiteY19" fmla="*/ 667725 h 1678172"/>
                    <a:gd name="connsiteX20" fmla="*/ 20911 w 2640891"/>
                    <a:gd name="connsiteY20" fmla="*/ 649768 h 1678172"/>
                    <a:gd name="connsiteX21" fmla="*/ 0 w 2640891"/>
                    <a:gd name="connsiteY21" fmla="*/ 670678 h 1678172"/>
                    <a:gd name="connsiteX22" fmla="*/ 2026329 w 2640891"/>
                    <a:gd name="connsiteY22" fmla="*/ 1379456 h 1678172"/>
                    <a:gd name="connsiteX23" fmla="*/ 1989529 w 2640891"/>
                    <a:gd name="connsiteY23" fmla="*/ 1394696 h 1678172"/>
                    <a:gd name="connsiteX24" fmla="*/ 1866250 w 2640891"/>
                    <a:gd name="connsiteY24" fmla="*/ 1271418 h 1678172"/>
                    <a:gd name="connsiteX25" fmla="*/ 2026329 w 2640891"/>
                    <a:gd name="connsiteY25" fmla="*/ 1205023 h 1678172"/>
                    <a:gd name="connsiteX26" fmla="*/ 2026329 w 2640891"/>
                    <a:gd name="connsiteY26" fmla="*/ 1379456 h 1678172"/>
                    <a:gd name="connsiteX27" fmla="*/ 1862116 w 2640891"/>
                    <a:gd name="connsiteY27" fmla="*/ 1275612 h 1678172"/>
                    <a:gd name="connsiteX28" fmla="*/ 1985394 w 2640891"/>
                    <a:gd name="connsiteY28" fmla="*/ 1398890 h 1678172"/>
                    <a:gd name="connsiteX29" fmla="*/ 1970036 w 2640891"/>
                    <a:gd name="connsiteY29" fmla="*/ 1438644 h 1678172"/>
                    <a:gd name="connsiteX30" fmla="*/ 2029283 w 2640891"/>
                    <a:gd name="connsiteY30" fmla="*/ 1497891 h 1678172"/>
                    <a:gd name="connsiteX31" fmla="*/ 2088530 w 2640891"/>
                    <a:gd name="connsiteY31" fmla="*/ 1438644 h 1678172"/>
                    <a:gd name="connsiteX32" fmla="*/ 2032236 w 2640891"/>
                    <a:gd name="connsiteY32" fmla="*/ 1379515 h 1678172"/>
                    <a:gd name="connsiteX33" fmla="*/ 2032236 w 2640891"/>
                    <a:gd name="connsiteY33" fmla="*/ 1205023 h 1678172"/>
                    <a:gd name="connsiteX34" fmla="*/ 2262963 w 2640891"/>
                    <a:gd name="connsiteY34" fmla="*/ 1438585 h 1678172"/>
                    <a:gd name="connsiteX35" fmla="*/ 2029283 w 2640891"/>
                    <a:gd name="connsiteY35" fmla="*/ 1672265 h 1678172"/>
                    <a:gd name="connsiteX36" fmla="*/ 1795603 w 2640891"/>
                    <a:gd name="connsiteY36" fmla="*/ 1438585 h 1678172"/>
                    <a:gd name="connsiteX37" fmla="*/ 1862116 w 2640891"/>
                    <a:gd name="connsiteY37" fmla="*/ 1275612 h 16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640891" h="1678172">
                      <a:moveTo>
                        <a:pt x="0" y="670678"/>
                      </a:moveTo>
                      <a:cubicBezTo>
                        <a:pt x="0" y="682197"/>
                        <a:pt x="9333" y="691589"/>
                        <a:pt x="20911" y="691589"/>
                      </a:cubicBezTo>
                      <a:cubicBezTo>
                        <a:pt x="31425" y="691589"/>
                        <a:pt x="40049" y="683792"/>
                        <a:pt x="41467" y="673632"/>
                      </a:cubicBezTo>
                      <a:lnTo>
                        <a:pt x="1260136" y="673632"/>
                      </a:lnTo>
                      <a:lnTo>
                        <a:pt x="1857921" y="1271418"/>
                      </a:lnTo>
                      <a:cubicBezTo>
                        <a:pt x="1815746" y="1314598"/>
                        <a:pt x="1789696" y="1373608"/>
                        <a:pt x="1789696" y="1438585"/>
                      </a:cubicBezTo>
                      <a:cubicBezTo>
                        <a:pt x="1789696" y="1570665"/>
                        <a:pt x="1897144" y="1678172"/>
                        <a:pt x="2029283" y="1678172"/>
                      </a:cubicBezTo>
                      <a:cubicBezTo>
                        <a:pt x="2161363" y="1678172"/>
                        <a:pt x="2268870" y="1570724"/>
                        <a:pt x="2268870" y="1438585"/>
                      </a:cubicBezTo>
                      <a:cubicBezTo>
                        <a:pt x="2268870" y="1307450"/>
                        <a:pt x="2163017" y="1200711"/>
                        <a:pt x="2032236" y="1199116"/>
                      </a:cubicBezTo>
                      <a:lnTo>
                        <a:pt x="2032236" y="23864"/>
                      </a:lnTo>
                      <a:lnTo>
                        <a:pt x="2599424" y="23864"/>
                      </a:lnTo>
                      <a:cubicBezTo>
                        <a:pt x="2600842" y="33965"/>
                        <a:pt x="2609466" y="41822"/>
                        <a:pt x="2619981" y="41822"/>
                      </a:cubicBezTo>
                      <a:cubicBezTo>
                        <a:pt x="2631499" y="41822"/>
                        <a:pt x="2640891" y="32488"/>
                        <a:pt x="2640891" y="20911"/>
                      </a:cubicBezTo>
                      <a:cubicBezTo>
                        <a:pt x="2640891" y="9392"/>
                        <a:pt x="2631558" y="0"/>
                        <a:pt x="2619981" y="0"/>
                      </a:cubicBezTo>
                      <a:cubicBezTo>
                        <a:pt x="2609466" y="0"/>
                        <a:pt x="2600842" y="7797"/>
                        <a:pt x="2599424" y="17957"/>
                      </a:cubicBezTo>
                      <a:lnTo>
                        <a:pt x="2026329" y="17957"/>
                      </a:lnTo>
                      <a:lnTo>
                        <a:pt x="2026329" y="1199116"/>
                      </a:lnTo>
                      <a:cubicBezTo>
                        <a:pt x="1962534" y="1199884"/>
                        <a:pt x="1904646" y="1225757"/>
                        <a:pt x="1862116" y="1267283"/>
                      </a:cubicBezTo>
                      <a:lnTo>
                        <a:pt x="1262617" y="667725"/>
                      </a:lnTo>
                      <a:lnTo>
                        <a:pt x="41467" y="667725"/>
                      </a:lnTo>
                      <a:cubicBezTo>
                        <a:pt x="40049" y="657624"/>
                        <a:pt x="31425" y="649768"/>
                        <a:pt x="20911" y="649768"/>
                      </a:cubicBezTo>
                      <a:cubicBezTo>
                        <a:pt x="9333" y="649827"/>
                        <a:pt x="0" y="659159"/>
                        <a:pt x="0" y="670678"/>
                      </a:cubicBezTo>
                      <a:close/>
                      <a:moveTo>
                        <a:pt x="2026329" y="1379456"/>
                      </a:moveTo>
                      <a:cubicBezTo>
                        <a:pt x="2012212" y="1380165"/>
                        <a:pt x="1999394" y="1385777"/>
                        <a:pt x="1989529" y="1394696"/>
                      </a:cubicBezTo>
                      <a:lnTo>
                        <a:pt x="1866250" y="1271418"/>
                      </a:lnTo>
                      <a:cubicBezTo>
                        <a:pt x="1907717" y="1230955"/>
                        <a:pt x="1964129" y="1205791"/>
                        <a:pt x="2026329" y="1205023"/>
                      </a:cubicBezTo>
                      <a:lnTo>
                        <a:pt x="2026329" y="1379456"/>
                      </a:lnTo>
                      <a:close/>
                      <a:moveTo>
                        <a:pt x="1862116" y="1275612"/>
                      </a:moveTo>
                      <a:lnTo>
                        <a:pt x="1985394" y="1398890"/>
                      </a:lnTo>
                      <a:cubicBezTo>
                        <a:pt x="1975884" y="1409405"/>
                        <a:pt x="1970036" y="1423286"/>
                        <a:pt x="1970036" y="1438644"/>
                      </a:cubicBezTo>
                      <a:cubicBezTo>
                        <a:pt x="1970036" y="1471369"/>
                        <a:pt x="1996558" y="1497891"/>
                        <a:pt x="2029283" y="1497891"/>
                      </a:cubicBezTo>
                      <a:cubicBezTo>
                        <a:pt x="2062007" y="1497891"/>
                        <a:pt x="2088530" y="1471369"/>
                        <a:pt x="2088530" y="1438644"/>
                      </a:cubicBezTo>
                      <a:cubicBezTo>
                        <a:pt x="2088530" y="1406865"/>
                        <a:pt x="2063602" y="1381051"/>
                        <a:pt x="2032236" y="1379515"/>
                      </a:cubicBezTo>
                      <a:lnTo>
                        <a:pt x="2032236" y="1205023"/>
                      </a:lnTo>
                      <a:cubicBezTo>
                        <a:pt x="2159709" y="1206618"/>
                        <a:pt x="2262963" y="1310758"/>
                        <a:pt x="2262963" y="1438585"/>
                      </a:cubicBezTo>
                      <a:cubicBezTo>
                        <a:pt x="2262963" y="1567416"/>
                        <a:pt x="2158114" y="1672265"/>
                        <a:pt x="2029283" y="1672265"/>
                      </a:cubicBezTo>
                      <a:cubicBezTo>
                        <a:pt x="1900452" y="1672265"/>
                        <a:pt x="1795603" y="1567416"/>
                        <a:pt x="1795603" y="1438585"/>
                      </a:cubicBezTo>
                      <a:cubicBezTo>
                        <a:pt x="1795603" y="1375262"/>
                        <a:pt x="1821003" y="1317729"/>
                        <a:pt x="1862116" y="1275612"/>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16" name="Freeform: Shape 1115">
                  <a:extLst>
                    <a:ext uri="{FF2B5EF4-FFF2-40B4-BE49-F238E27FC236}">
                      <a16:creationId xmlns:a16="http://schemas.microsoft.com/office/drawing/2014/main" id="{C07C5020-4A40-17D7-CA72-764E7D6BE88F}"/>
                    </a:ext>
                  </a:extLst>
                </p:cNvPr>
                <p:cNvSpPr/>
                <p:nvPr/>
              </p:nvSpPr>
              <p:spPr>
                <a:xfrm>
                  <a:off x="345321" y="4176350"/>
                  <a:ext cx="2877111" cy="201073"/>
                </a:xfrm>
                <a:custGeom>
                  <a:avLst/>
                  <a:gdLst>
                    <a:gd name="connsiteX0" fmla="*/ 20911 w 2877111"/>
                    <a:gd name="connsiteY0" fmla="*/ 0 h 201073"/>
                    <a:gd name="connsiteX1" fmla="*/ 41467 w 2877111"/>
                    <a:gd name="connsiteY1" fmla="*/ 17957 h 201073"/>
                    <a:gd name="connsiteX2" fmla="*/ 849069 w 2877111"/>
                    <a:gd name="connsiteY2" fmla="*/ 17957 h 201073"/>
                    <a:gd name="connsiteX3" fmla="*/ 1026278 w 2877111"/>
                    <a:gd name="connsiteY3" fmla="*/ 195166 h 201073"/>
                    <a:gd name="connsiteX4" fmla="*/ 1438585 w 2877111"/>
                    <a:gd name="connsiteY4" fmla="*/ 195166 h 201073"/>
                    <a:gd name="connsiteX5" fmla="*/ 1850833 w 2877111"/>
                    <a:gd name="connsiteY5" fmla="*/ 195166 h 201073"/>
                    <a:gd name="connsiteX6" fmla="*/ 2028042 w 2877111"/>
                    <a:gd name="connsiteY6" fmla="*/ 17957 h 201073"/>
                    <a:gd name="connsiteX7" fmla="*/ 2835644 w 2877111"/>
                    <a:gd name="connsiteY7" fmla="*/ 17957 h 201073"/>
                    <a:gd name="connsiteX8" fmla="*/ 2856201 w 2877111"/>
                    <a:gd name="connsiteY8" fmla="*/ 0 h 201073"/>
                    <a:gd name="connsiteX9" fmla="*/ 2877111 w 2877111"/>
                    <a:gd name="connsiteY9" fmla="*/ 20911 h 201073"/>
                    <a:gd name="connsiteX10" fmla="*/ 2856201 w 2877111"/>
                    <a:gd name="connsiteY10" fmla="*/ 41821 h 201073"/>
                    <a:gd name="connsiteX11" fmla="*/ 2835644 w 2877111"/>
                    <a:gd name="connsiteY11" fmla="*/ 23864 h 201073"/>
                    <a:gd name="connsiteX12" fmla="*/ 2030523 w 2877111"/>
                    <a:gd name="connsiteY12" fmla="*/ 23864 h 201073"/>
                    <a:gd name="connsiteX13" fmla="*/ 1853314 w 2877111"/>
                    <a:gd name="connsiteY13" fmla="*/ 201073 h 201073"/>
                    <a:gd name="connsiteX14" fmla="*/ 1438585 w 2877111"/>
                    <a:gd name="connsiteY14" fmla="*/ 201073 h 201073"/>
                    <a:gd name="connsiteX15" fmla="*/ 1023856 w 2877111"/>
                    <a:gd name="connsiteY15" fmla="*/ 201073 h 201073"/>
                    <a:gd name="connsiteX16" fmla="*/ 846647 w 2877111"/>
                    <a:gd name="connsiteY16" fmla="*/ 23864 h 201073"/>
                    <a:gd name="connsiteX17" fmla="*/ 41467 w 2877111"/>
                    <a:gd name="connsiteY17" fmla="*/ 23864 h 201073"/>
                    <a:gd name="connsiteX18" fmla="*/ 20911 w 2877111"/>
                    <a:gd name="connsiteY18" fmla="*/ 41821 h 201073"/>
                    <a:gd name="connsiteX19" fmla="*/ 0 w 2877111"/>
                    <a:gd name="connsiteY19" fmla="*/ 20911 h 201073"/>
                    <a:gd name="connsiteX20" fmla="*/ 20911 w 2877111"/>
                    <a:gd name="connsiteY20" fmla="*/ 0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877111" h="201073">
                      <a:moveTo>
                        <a:pt x="20911" y="0"/>
                      </a:moveTo>
                      <a:cubicBezTo>
                        <a:pt x="31425" y="0"/>
                        <a:pt x="40049" y="7797"/>
                        <a:pt x="41467" y="17957"/>
                      </a:cubicBezTo>
                      <a:lnTo>
                        <a:pt x="849069" y="17957"/>
                      </a:lnTo>
                      <a:lnTo>
                        <a:pt x="1026278" y="195166"/>
                      </a:lnTo>
                      <a:lnTo>
                        <a:pt x="1438585" y="195166"/>
                      </a:lnTo>
                      <a:lnTo>
                        <a:pt x="1850833" y="195166"/>
                      </a:lnTo>
                      <a:lnTo>
                        <a:pt x="2028042" y="17957"/>
                      </a:lnTo>
                      <a:lnTo>
                        <a:pt x="2835644" y="17957"/>
                      </a:lnTo>
                      <a:cubicBezTo>
                        <a:pt x="2837062" y="7856"/>
                        <a:pt x="2845686" y="0"/>
                        <a:pt x="2856201" y="0"/>
                      </a:cubicBezTo>
                      <a:cubicBezTo>
                        <a:pt x="2867719" y="0"/>
                        <a:pt x="2877111" y="9333"/>
                        <a:pt x="2877111" y="20911"/>
                      </a:cubicBezTo>
                      <a:cubicBezTo>
                        <a:pt x="2877111" y="32429"/>
                        <a:pt x="2867778" y="41821"/>
                        <a:pt x="2856201" y="41821"/>
                      </a:cubicBezTo>
                      <a:cubicBezTo>
                        <a:pt x="2845686" y="41821"/>
                        <a:pt x="2837062" y="34024"/>
                        <a:pt x="2835644" y="23864"/>
                      </a:cubicBezTo>
                      <a:lnTo>
                        <a:pt x="2030523" y="23864"/>
                      </a:lnTo>
                      <a:lnTo>
                        <a:pt x="1853314" y="201073"/>
                      </a:lnTo>
                      <a:lnTo>
                        <a:pt x="1438585" y="201073"/>
                      </a:lnTo>
                      <a:lnTo>
                        <a:pt x="1023856" y="201073"/>
                      </a:lnTo>
                      <a:lnTo>
                        <a:pt x="846647" y="23864"/>
                      </a:lnTo>
                      <a:lnTo>
                        <a:pt x="41467" y="23864"/>
                      </a:lnTo>
                      <a:cubicBezTo>
                        <a:pt x="40049" y="33965"/>
                        <a:pt x="31425" y="41821"/>
                        <a:pt x="20911" y="41821"/>
                      </a:cubicBezTo>
                      <a:cubicBezTo>
                        <a:pt x="9392" y="41821"/>
                        <a:pt x="0" y="32488"/>
                        <a:pt x="0" y="20911"/>
                      </a:cubicBezTo>
                      <a:cubicBezTo>
                        <a:pt x="0" y="9333"/>
                        <a:pt x="9333" y="0"/>
                        <a:pt x="20911" y="0"/>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17" name="Freeform: Shape 1116">
                  <a:extLst>
                    <a:ext uri="{FF2B5EF4-FFF2-40B4-BE49-F238E27FC236}">
                      <a16:creationId xmlns:a16="http://schemas.microsoft.com/office/drawing/2014/main" id="{A4DB6FDB-02D4-C1E9-34D2-DE4FECEFC8E4}"/>
                    </a:ext>
                  </a:extLst>
                </p:cNvPr>
                <p:cNvSpPr/>
                <p:nvPr/>
              </p:nvSpPr>
              <p:spPr>
                <a:xfrm>
                  <a:off x="8624" y="2522337"/>
                  <a:ext cx="4749622" cy="1737182"/>
                </a:xfrm>
                <a:custGeom>
                  <a:avLst/>
                  <a:gdLst>
                    <a:gd name="connsiteX0" fmla="*/ 0 w 4749622"/>
                    <a:gd name="connsiteY0" fmla="*/ 552539 h 1737182"/>
                    <a:gd name="connsiteX1" fmla="*/ 20911 w 4749622"/>
                    <a:gd name="connsiteY1" fmla="*/ 573449 h 1737182"/>
                    <a:gd name="connsiteX2" fmla="*/ 41467 w 4749622"/>
                    <a:gd name="connsiteY2" fmla="*/ 555492 h 1737182"/>
                    <a:gd name="connsiteX3" fmla="*/ 1185767 w 4749622"/>
                    <a:gd name="connsiteY3" fmla="*/ 555492 h 1737182"/>
                    <a:gd name="connsiteX4" fmla="*/ 1362976 w 4749622"/>
                    <a:gd name="connsiteY4" fmla="*/ 378283 h 1737182"/>
                    <a:gd name="connsiteX5" fmla="*/ 1716863 w 4749622"/>
                    <a:gd name="connsiteY5" fmla="*/ 378283 h 1737182"/>
                    <a:gd name="connsiteX6" fmla="*/ 1772270 w 4749622"/>
                    <a:gd name="connsiteY6" fmla="*/ 433690 h 1737182"/>
                    <a:gd name="connsiteX7" fmla="*/ 1772270 w 4749622"/>
                    <a:gd name="connsiteY7" fmla="*/ 1258127 h 1737182"/>
                    <a:gd name="connsiteX8" fmla="*/ 1535637 w 4749622"/>
                    <a:gd name="connsiteY8" fmla="*/ 1497596 h 1737182"/>
                    <a:gd name="connsiteX9" fmla="*/ 1775224 w 4749622"/>
                    <a:gd name="connsiteY9" fmla="*/ 1737183 h 1737182"/>
                    <a:gd name="connsiteX10" fmla="*/ 2014811 w 4749622"/>
                    <a:gd name="connsiteY10" fmla="*/ 1497596 h 1737182"/>
                    <a:gd name="connsiteX11" fmla="*/ 1946585 w 4749622"/>
                    <a:gd name="connsiteY11" fmla="*/ 1330428 h 1737182"/>
                    <a:gd name="connsiteX12" fmla="*/ 2367162 w 4749622"/>
                    <a:gd name="connsiteY12" fmla="*/ 909852 h 1737182"/>
                    <a:gd name="connsiteX13" fmla="*/ 3664275 w 4749622"/>
                    <a:gd name="connsiteY13" fmla="*/ 909852 h 1737182"/>
                    <a:gd name="connsiteX14" fmla="*/ 3959624 w 4749622"/>
                    <a:gd name="connsiteY14" fmla="*/ 1205200 h 1737182"/>
                    <a:gd name="connsiteX15" fmla="*/ 4708156 w 4749622"/>
                    <a:gd name="connsiteY15" fmla="*/ 1205200 h 1737182"/>
                    <a:gd name="connsiteX16" fmla="*/ 4728712 w 4749622"/>
                    <a:gd name="connsiteY16" fmla="*/ 1223158 h 1737182"/>
                    <a:gd name="connsiteX17" fmla="*/ 4749623 w 4749622"/>
                    <a:gd name="connsiteY17" fmla="*/ 1202247 h 1737182"/>
                    <a:gd name="connsiteX18" fmla="*/ 4728712 w 4749622"/>
                    <a:gd name="connsiteY18" fmla="*/ 1181336 h 1737182"/>
                    <a:gd name="connsiteX19" fmla="*/ 4708156 w 4749622"/>
                    <a:gd name="connsiteY19" fmla="*/ 1199293 h 1737182"/>
                    <a:gd name="connsiteX20" fmla="*/ 3962105 w 4749622"/>
                    <a:gd name="connsiteY20" fmla="*/ 1199293 h 1737182"/>
                    <a:gd name="connsiteX21" fmla="*/ 3666756 w 4749622"/>
                    <a:gd name="connsiteY21" fmla="*/ 903945 h 1737182"/>
                    <a:gd name="connsiteX22" fmla="*/ 2364740 w 4749622"/>
                    <a:gd name="connsiteY22" fmla="*/ 903945 h 1737182"/>
                    <a:gd name="connsiteX23" fmla="*/ 1942450 w 4749622"/>
                    <a:gd name="connsiteY23" fmla="*/ 1326235 h 1737182"/>
                    <a:gd name="connsiteX24" fmla="*/ 1778236 w 4749622"/>
                    <a:gd name="connsiteY24" fmla="*/ 1258068 h 1737182"/>
                    <a:gd name="connsiteX25" fmla="*/ 1778236 w 4749622"/>
                    <a:gd name="connsiteY25" fmla="*/ 433690 h 1737182"/>
                    <a:gd name="connsiteX26" fmla="*/ 1833644 w 4749622"/>
                    <a:gd name="connsiteY26" fmla="*/ 378283 h 1737182"/>
                    <a:gd name="connsiteX27" fmla="*/ 2719159 w 4749622"/>
                    <a:gd name="connsiteY27" fmla="*/ 378283 h 1737182"/>
                    <a:gd name="connsiteX28" fmla="*/ 2955438 w 4749622"/>
                    <a:gd name="connsiteY28" fmla="*/ 614562 h 1737182"/>
                    <a:gd name="connsiteX29" fmla="*/ 4058389 w 4749622"/>
                    <a:gd name="connsiteY29" fmla="*/ 614562 h 1737182"/>
                    <a:gd name="connsiteX30" fmla="*/ 4078945 w 4749622"/>
                    <a:gd name="connsiteY30" fmla="*/ 632519 h 1737182"/>
                    <a:gd name="connsiteX31" fmla="*/ 4099856 w 4749622"/>
                    <a:gd name="connsiteY31" fmla="*/ 611608 h 1737182"/>
                    <a:gd name="connsiteX32" fmla="*/ 4078945 w 4749622"/>
                    <a:gd name="connsiteY32" fmla="*/ 590698 h 1737182"/>
                    <a:gd name="connsiteX33" fmla="*/ 4058389 w 4749622"/>
                    <a:gd name="connsiteY33" fmla="*/ 608655 h 1737182"/>
                    <a:gd name="connsiteX34" fmla="*/ 2957919 w 4749622"/>
                    <a:gd name="connsiteY34" fmla="*/ 608655 h 1737182"/>
                    <a:gd name="connsiteX35" fmla="*/ 2721640 w 4749622"/>
                    <a:gd name="connsiteY35" fmla="*/ 372376 h 1737182"/>
                    <a:gd name="connsiteX36" fmla="*/ 1833644 w 4749622"/>
                    <a:gd name="connsiteY36" fmla="*/ 372376 h 1737182"/>
                    <a:gd name="connsiteX37" fmla="*/ 1778236 w 4749622"/>
                    <a:gd name="connsiteY37" fmla="*/ 316968 h 1737182"/>
                    <a:gd name="connsiteX38" fmla="*/ 1778236 w 4749622"/>
                    <a:gd name="connsiteY38" fmla="*/ 17957 h 1737182"/>
                    <a:gd name="connsiteX39" fmla="*/ 909793 w 4749622"/>
                    <a:gd name="connsiteY39" fmla="*/ 17957 h 1737182"/>
                    <a:gd name="connsiteX40" fmla="*/ 889236 w 4749622"/>
                    <a:gd name="connsiteY40" fmla="*/ 0 h 1737182"/>
                    <a:gd name="connsiteX41" fmla="*/ 868326 w 4749622"/>
                    <a:gd name="connsiteY41" fmla="*/ 20911 h 1737182"/>
                    <a:gd name="connsiteX42" fmla="*/ 889236 w 4749622"/>
                    <a:gd name="connsiteY42" fmla="*/ 41821 h 1737182"/>
                    <a:gd name="connsiteX43" fmla="*/ 909793 w 4749622"/>
                    <a:gd name="connsiteY43" fmla="*/ 23864 h 1737182"/>
                    <a:gd name="connsiteX44" fmla="*/ 1772329 w 4749622"/>
                    <a:gd name="connsiteY44" fmla="*/ 23864 h 1737182"/>
                    <a:gd name="connsiteX45" fmla="*/ 1772329 w 4749622"/>
                    <a:gd name="connsiteY45" fmla="*/ 316968 h 1737182"/>
                    <a:gd name="connsiteX46" fmla="*/ 1716922 w 4749622"/>
                    <a:gd name="connsiteY46" fmla="*/ 372376 h 1737182"/>
                    <a:gd name="connsiteX47" fmla="*/ 1360613 w 4749622"/>
                    <a:gd name="connsiteY47" fmla="*/ 372376 h 1737182"/>
                    <a:gd name="connsiteX48" fmla="*/ 1183404 w 4749622"/>
                    <a:gd name="connsiteY48" fmla="*/ 549585 h 1737182"/>
                    <a:gd name="connsiteX49" fmla="*/ 41467 w 4749622"/>
                    <a:gd name="connsiteY49" fmla="*/ 549585 h 1737182"/>
                    <a:gd name="connsiteX50" fmla="*/ 20911 w 4749622"/>
                    <a:gd name="connsiteY50" fmla="*/ 531628 h 1737182"/>
                    <a:gd name="connsiteX51" fmla="*/ 0 w 4749622"/>
                    <a:gd name="connsiteY51" fmla="*/ 552539 h 1737182"/>
                    <a:gd name="connsiteX52" fmla="*/ 1938256 w 4749622"/>
                    <a:gd name="connsiteY52" fmla="*/ 1330488 h 1737182"/>
                    <a:gd name="connsiteX53" fmla="*/ 1814623 w 4749622"/>
                    <a:gd name="connsiteY53" fmla="*/ 1454120 h 1737182"/>
                    <a:gd name="connsiteX54" fmla="*/ 1778177 w 4749622"/>
                    <a:gd name="connsiteY54" fmla="*/ 1439058 h 1737182"/>
                    <a:gd name="connsiteX55" fmla="*/ 1778177 w 4749622"/>
                    <a:gd name="connsiteY55" fmla="*/ 1264093 h 1737182"/>
                    <a:gd name="connsiteX56" fmla="*/ 1938256 w 4749622"/>
                    <a:gd name="connsiteY56" fmla="*/ 1330488 h 1737182"/>
                    <a:gd name="connsiteX57" fmla="*/ 1772329 w 4749622"/>
                    <a:gd name="connsiteY57" fmla="*/ 1264093 h 1737182"/>
                    <a:gd name="connsiteX58" fmla="*/ 1772329 w 4749622"/>
                    <a:gd name="connsiteY58" fmla="*/ 1439058 h 1737182"/>
                    <a:gd name="connsiteX59" fmla="*/ 1716508 w 4749622"/>
                    <a:gd name="connsiteY59" fmla="*/ 1497714 h 1737182"/>
                    <a:gd name="connsiteX60" fmla="*/ 1775283 w 4749622"/>
                    <a:gd name="connsiteY60" fmla="*/ 1556489 h 1737182"/>
                    <a:gd name="connsiteX61" fmla="*/ 1834057 w 4749622"/>
                    <a:gd name="connsiteY61" fmla="*/ 1497714 h 1737182"/>
                    <a:gd name="connsiteX62" fmla="*/ 1818817 w 4749622"/>
                    <a:gd name="connsiteY62" fmla="*/ 1458315 h 1737182"/>
                    <a:gd name="connsiteX63" fmla="*/ 1942450 w 4749622"/>
                    <a:gd name="connsiteY63" fmla="*/ 1334682 h 1737182"/>
                    <a:gd name="connsiteX64" fmla="*/ 2008904 w 4749622"/>
                    <a:gd name="connsiteY64" fmla="*/ 1497714 h 1737182"/>
                    <a:gd name="connsiteX65" fmla="*/ 1775224 w 4749622"/>
                    <a:gd name="connsiteY65" fmla="*/ 1731394 h 1737182"/>
                    <a:gd name="connsiteX66" fmla="*/ 1541544 w 4749622"/>
                    <a:gd name="connsiteY66" fmla="*/ 1497714 h 1737182"/>
                    <a:gd name="connsiteX67" fmla="*/ 1772329 w 4749622"/>
                    <a:gd name="connsiteY67" fmla="*/ 1264093 h 173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4749622" h="1737182">
                      <a:moveTo>
                        <a:pt x="0" y="552539"/>
                      </a:moveTo>
                      <a:cubicBezTo>
                        <a:pt x="0" y="564057"/>
                        <a:pt x="9333" y="573449"/>
                        <a:pt x="20911" y="573449"/>
                      </a:cubicBezTo>
                      <a:cubicBezTo>
                        <a:pt x="31425" y="573449"/>
                        <a:pt x="40049" y="565652"/>
                        <a:pt x="41467" y="555492"/>
                      </a:cubicBezTo>
                      <a:lnTo>
                        <a:pt x="1185767" y="555492"/>
                      </a:lnTo>
                      <a:lnTo>
                        <a:pt x="1362976" y="378283"/>
                      </a:lnTo>
                      <a:lnTo>
                        <a:pt x="1716863" y="378283"/>
                      </a:lnTo>
                      <a:cubicBezTo>
                        <a:pt x="1718340" y="408231"/>
                        <a:pt x="1742322" y="432213"/>
                        <a:pt x="1772270" y="433690"/>
                      </a:cubicBezTo>
                      <a:lnTo>
                        <a:pt x="1772270" y="1258127"/>
                      </a:lnTo>
                      <a:cubicBezTo>
                        <a:pt x="1641549" y="1259722"/>
                        <a:pt x="1535637" y="1366520"/>
                        <a:pt x="1535637" y="1497596"/>
                      </a:cubicBezTo>
                      <a:cubicBezTo>
                        <a:pt x="1535637" y="1629676"/>
                        <a:pt x="1643085" y="1737183"/>
                        <a:pt x="1775224" y="1737183"/>
                      </a:cubicBezTo>
                      <a:cubicBezTo>
                        <a:pt x="1907304" y="1737183"/>
                        <a:pt x="2014811" y="1629735"/>
                        <a:pt x="2014811" y="1497596"/>
                      </a:cubicBezTo>
                      <a:cubicBezTo>
                        <a:pt x="2014811" y="1432619"/>
                        <a:pt x="1988761" y="1373608"/>
                        <a:pt x="1946585" y="1330428"/>
                      </a:cubicBezTo>
                      <a:lnTo>
                        <a:pt x="2367162" y="909852"/>
                      </a:lnTo>
                      <a:lnTo>
                        <a:pt x="3664275" y="909852"/>
                      </a:lnTo>
                      <a:lnTo>
                        <a:pt x="3959624" y="1205200"/>
                      </a:lnTo>
                      <a:lnTo>
                        <a:pt x="4708156" y="1205200"/>
                      </a:lnTo>
                      <a:cubicBezTo>
                        <a:pt x="4709574" y="1215301"/>
                        <a:pt x="4718198" y="1223158"/>
                        <a:pt x="4728712" y="1223158"/>
                      </a:cubicBezTo>
                      <a:cubicBezTo>
                        <a:pt x="4740231" y="1223158"/>
                        <a:pt x="4749623" y="1213825"/>
                        <a:pt x="4749623" y="1202247"/>
                      </a:cubicBezTo>
                      <a:cubicBezTo>
                        <a:pt x="4749623" y="1190729"/>
                        <a:pt x="4740290" y="1181336"/>
                        <a:pt x="4728712" y="1181336"/>
                      </a:cubicBezTo>
                      <a:cubicBezTo>
                        <a:pt x="4718198" y="1181336"/>
                        <a:pt x="4709574" y="1189134"/>
                        <a:pt x="4708156" y="1199293"/>
                      </a:cubicBezTo>
                      <a:lnTo>
                        <a:pt x="3962105" y="1199293"/>
                      </a:lnTo>
                      <a:lnTo>
                        <a:pt x="3666756" y="903945"/>
                      </a:lnTo>
                      <a:lnTo>
                        <a:pt x="2364740" y="903945"/>
                      </a:lnTo>
                      <a:lnTo>
                        <a:pt x="1942450" y="1326235"/>
                      </a:lnTo>
                      <a:cubicBezTo>
                        <a:pt x="1899920" y="1284708"/>
                        <a:pt x="1842032" y="1258895"/>
                        <a:pt x="1778236" y="1258068"/>
                      </a:cubicBezTo>
                      <a:lnTo>
                        <a:pt x="1778236" y="433690"/>
                      </a:lnTo>
                      <a:cubicBezTo>
                        <a:pt x="1808185" y="432213"/>
                        <a:pt x="1832167" y="408231"/>
                        <a:pt x="1833644" y="378283"/>
                      </a:cubicBezTo>
                      <a:lnTo>
                        <a:pt x="2719159" y="378283"/>
                      </a:lnTo>
                      <a:lnTo>
                        <a:pt x="2955438" y="614562"/>
                      </a:lnTo>
                      <a:lnTo>
                        <a:pt x="4058389" y="614562"/>
                      </a:lnTo>
                      <a:cubicBezTo>
                        <a:pt x="4059806" y="624663"/>
                        <a:pt x="4068430" y="632519"/>
                        <a:pt x="4078945" y="632519"/>
                      </a:cubicBezTo>
                      <a:cubicBezTo>
                        <a:pt x="4090463" y="632519"/>
                        <a:pt x="4099856" y="623186"/>
                        <a:pt x="4099856" y="611608"/>
                      </a:cubicBezTo>
                      <a:cubicBezTo>
                        <a:pt x="4099856" y="600031"/>
                        <a:pt x="4090523" y="590698"/>
                        <a:pt x="4078945" y="590698"/>
                      </a:cubicBezTo>
                      <a:cubicBezTo>
                        <a:pt x="4068430" y="590698"/>
                        <a:pt x="4059806" y="598495"/>
                        <a:pt x="4058389" y="608655"/>
                      </a:cubicBezTo>
                      <a:lnTo>
                        <a:pt x="2957919" y="608655"/>
                      </a:lnTo>
                      <a:lnTo>
                        <a:pt x="2721640" y="372376"/>
                      </a:lnTo>
                      <a:lnTo>
                        <a:pt x="1833644" y="372376"/>
                      </a:lnTo>
                      <a:cubicBezTo>
                        <a:pt x="1832167" y="342427"/>
                        <a:pt x="1808185" y="318445"/>
                        <a:pt x="1778236" y="316968"/>
                      </a:cubicBezTo>
                      <a:lnTo>
                        <a:pt x="1778236" y="17957"/>
                      </a:lnTo>
                      <a:lnTo>
                        <a:pt x="909793" y="17957"/>
                      </a:lnTo>
                      <a:cubicBezTo>
                        <a:pt x="908375" y="7856"/>
                        <a:pt x="899751" y="0"/>
                        <a:pt x="889236" y="0"/>
                      </a:cubicBezTo>
                      <a:cubicBezTo>
                        <a:pt x="877718" y="0"/>
                        <a:pt x="868326" y="9333"/>
                        <a:pt x="868326" y="20911"/>
                      </a:cubicBezTo>
                      <a:cubicBezTo>
                        <a:pt x="868326" y="32488"/>
                        <a:pt x="877659" y="41821"/>
                        <a:pt x="889236" y="41821"/>
                      </a:cubicBezTo>
                      <a:cubicBezTo>
                        <a:pt x="899751" y="41821"/>
                        <a:pt x="908375" y="34024"/>
                        <a:pt x="909793" y="23864"/>
                      </a:cubicBezTo>
                      <a:lnTo>
                        <a:pt x="1772329" y="23864"/>
                      </a:lnTo>
                      <a:lnTo>
                        <a:pt x="1772329" y="316968"/>
                      </a:lnTo>
                      <a:cubicBezTo>
                        <a:pt x="1742381" y="318445"/>
                        <a:pt x="1718399" y="342427"/>
                        <a:pt x="1716922" y="372376"/>
                      </a:cubicBezTo>
                      <a:lnTo>
                        <a:pt x="1360613" y="372376"/>
                      </a:lnTo>
                      <a:lnTo>
                        <a:pt x="1183404" y="549585"/>
                      </a:lnTo>
                      <a:lnTo>
                        <a:pt x="41467" y="549585"/>
                      </a:lnTo>
                      <a:cubicBezTo>
                        <a:pt x="40049" y="539484"/>
                        <a:pt x="31425" y="531628"/>
                        <a:pt x="20911" y="531628"/>
                      </a:cubicBezTo>
                      <a:cubicBezTo>
                        <a:pt x="9333" y="531687"/>
                        <a:pt x="0" y="541020"/>
                        <a:pt x="0" y="552539"/>
                      </a:cubicBezTo>
                      <a:close/>
                      <a:moveTo>
                        <a:pt x="1938256" y="1330488"/>
                      </a:moveTo>
                      <a:lnTo>
                        <a:pt x="1814623" y="1454120"/>
                      </a:lnTo>
                      <a:cubicBezTo>
                        <a:pt x="1804877" y="1445319"/>
                        <a:pt x="1792177" y="1439767"/>
                        <a:pt x="1778177" y="1439058"/>
                      </a:cubicBezTo>
                      <a:lnTo>
                        <a:pt x="1778177" y="1264093"/>
                      </a:lnTo>
                      <a:cubicBezTo>
                        <a:pt x="1840437" y="1264861"/>
                        <a:pt x="1896789" y="1290025"/>
                        <a:pt x="1938256" y="1330488"/>
                      </a:cubicBezTo>
                      <a:close/>
                      <a:moveTo>
                        <a:pt x="1772329" y="1264093"/>
                      </a:moveTo>
                      <a:lnTo>
                        <a:pt x="1772329" y="1439058"/>
                      </a:lnTo>
                      <a:cubicBezTo>
                        <a:pt x="1741259" y="1440594"/>
                        <a:pt x="1716508" y="1466230"/>
                        <a:pt x="1716508" y="1497714"/>
                      </a:cubicBezTo>
                      <a:cubicBezTo>
                        <a:pt x="1716508" y="1530202"/>
                        <a:pt x="1742794" y="1556489"/>
                        <a:pt x="1775283" y="1556489"/>
                      </a:cubicBezTo>
                      <a:cubicBezTo>
                        <a:pt x="1807771" y="1556489"/>
                        <a:pt x="1834057" y="1530202"/>
                        <a:pt x="1834057" y="1497714"/>
                      </a:cubicBezTo>
                      <a:cubicBezTo>
                        <a:pt x="1834057" y="1482533"/>
                        <a:pt x="1828268" y="1468770"/>
                        <a:pt x="1818817" y="1458315"/>
                      </a:cubicBezTo>
                      <a:lnTo>
                        <a:pt x="1942450" y="1334682"/>
                      </a:lnTo>
                      <a:cubicBezTo>
                        <a:pt x="1983563" y="1376798"/>
                        <a:pt x="2008904" y="1434332"/>
                        <a:pt x="2008904" y="1497714"/>
                      </a:cubicBezTo>
                      <a:cubicBezTo>
                        <a:pt x="2008904" y="1626545"/>
                        <a:pt x="1904055" y="1731394"/>
                        <a:pt x="1775224" y="1731394"/>
                      </a:cubicBezTo>
                      <a:cubicBezTo>
                        <a:pt x="1646393" y="1731394"/>
                        <a:pt x="1541544" y="1626545"/>
                        <a:pt x="1541544" y="1497714"/>
                      </a:cubicBezTo>
                      <a:cubicBezTo>
                        <a:pt x="1541603" y="1369828"/>
                        <a:pt x="1644857" y="1265688"/>
                        <a:pt x="1772329" y="126409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18" name="Freeform: Shape 1117">
                  <a:extLst>
                    <a:ext uri="{FF2B5EF4-FFF2-40B4-BE49-F238E27FC236}">
                      <a16:creationId xmlns:a16="http://schemas.microsoft.com/office/drawing/2014/main" id="{943F9C6E-98FD-3CEE-D7D4-812B2911D785}"/>
                    </a:ext>
                  </a:extLst>
                </p:cNvPr>
                <p:cNvSpPr/>
                <p:nvPr/>
              </p:nvSpPr>
              <p:spPr>
                <a:xfrm>
                  <a:off x="1113287" y="1831457"/>
                  <a:ext cx="2936180" cy="201073"/>
                </a:xfrm>
                <a:custGeom>
                  <a:avLst/>
                  <a:gdLst>
                    <a:gd name="connsiteX0" fmla="*/ 2915270 w 2936180"/>
                    <a:gd name="connsiteY0" fmla="*/ 201073 h 201073"/>
                    <a:gd name="connsiteX1" fmla="*/ 2894714 w 2936180"/>
                    <a:gd name="connsiteY1" fmla="*/ 183116 h 201073"/>
                    <a:gd name="connsiteX2" fmla="*/ 1791704 w 2936180"/>
                    <a:gd name="connsiteY2" fmla="*/ 183116 h 201073"/>
                    <a:gd name="connsiteX3" fmla="*/ 1614495 w 2936180"/>
                    <a:gd name="connsiteY3" fmla="*/ 5907 h 201073"/>
                    <a:gd name="connsiteX4" fmla="*/ 671860 w 2936180"/>
                    <a:gd name="connsiteY4" fmla="*/ 5907 h 201073"/>
                    <a:gd name="connsiteX5" fmla="*/ 553720 w 2936180"/>
                    <a:gd name="connsiteY5" fmla="*/ 124047 h 201073"/>
                    <a:gd name="connsiteX6" fmla="*/ 41467 w 2936180"/>
                    <a:gd name="connsiteY6" fmla="*/ 124047 h 201073"/>
                    <a:gd name="connsiteX7" fmla="*/ 20911 w 2936180"/>
                    <a:gd name="connsiteY7" fmla="*/ 142004 h 201073"/>
                    <a:gd name="connsiteX8" fmla="*/ 0 w 2936180"/>
                    <a:gd name="connsiteY8" fmla="*/ 121093 h 201073"/>
                    <a:gd name="connsiteX9" fmla="*/ 20911 w 2936180"/>
                    <a:gd name="connsiteY9" fmla="*/ 100182 h 201073"/>
                    <a:gd name="connsiteX10" fmla="*/ 41467 w 2936180"/>
                    <a:gd name="connsiteY10" fmla="*/ 118140 h 201073"/>
                    <a:gd name="connsiteX11" fmla="*/ 551298 w 2936180"/>
                    <a:gd name="connsiteY11" fmla="*/ 118140 h 201073"/>
                    <a:gd name="connsiteX12" fmla="*/ 669438 w 2936180"/>
                    <a:gd name="connsiteY12" fmla="*/ 0 h 201073"/>
                    <a:gd name="connsiteX13" fmla="*/ 1616976 w 2936180"/>
                    <a:gd name="connsiteY13" fmla="*/ 0 h 201073"/>
                    <a:gd name="connsiteX14" fmla="*/ 1794185 w 2936180"/>
                    <a:gd name="connsiteY14" fmla="*/ 177209 h 201073"/>
                    <a:gd name="connsiteX15" fmla="*/ 2894714 w 2936180"/>
                    <a:gd name="connsiteY15" fmla="*/ 177209 h 201073"/>
                    <a:gd name="connsiteX16" fmla="*/ 2915270 w 2936180"/>
                    <a:gd name="connsiteY16" fmla="*/ 159252 h 201073"/>
                    <a:gd name="connsiteX17" fmla="*/ 2936181 w 2936180"/>
                    <a:gd name="connsiteY17" fmla="*/ 180163 h 201073"/>
                    <a:gd name="connsiteX18" fmla="*/ 2915270 w 2936180"/>
                    <a:gd name="connsiteY18" fmla="*/ 201073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36180" h="201073">
                      <a:moveTo>
                        <a:pt x="2915270" y="201073"/>
                      </a:moveTo>
                      <a:cubicBezTo>
                        <a:pt x="2904756" y="201073"/>
                        <a:pt x="2896132" y="193276"/>
                        <a:pt x="2894714" y="183116"/>
                      </a:cubicBezTo>
                      <a:lnTo>
                        <a:pt x="1791704" y="183116"/>
                      </a:lnTo>
                      <a:lnTo>
                        <a:pt x="1614495" y="5907"/>
                      </a:lnTo>
                      <a:lnTo>
                        <a:pt x="671860" y="5907"/>
                      </a:lnTo>
                      <a:lnTo>
                        <a:pt x="553720" y="124047"/>
                      </a:lnTo>
                      <a:lnTo>
                        <a:pt x="41467" y="124047"/>
                      </a:lnTo>
                      <a:cubicBezTo>
                        <a:pt x="40049" y="134147"/>
                        <a:pt x="31425" y="142004"/>
                        <a:pt x="20911" y="142004"/>
                      </a:cubicBezTo>
                      <a:cubicBezTo>
                        <a:pt x="9392" y="142004"/>
                        <a:pt x="0" y="132671"/>
                        <a:pt x="0" y="121093"/>
                      </a:cubicBezTo>
                      <a:cubicBezTo>
                        <a:pt x="0" y="109574"/>
                        <a:pt x="9333" y="100182"/>
                        <a:pt x="20911" y="100182"/>
                      </a:cubicBezTo>
                      <a:cubicBezTo>
                        <a:pt x="31425" y="100182"/>
                        <a:pt x="40049" y="107980"/>
                        <a:pt x="41467" y="118140"/>
                      </a:cubicBezTo>
                      <a:lnTo>
                        <a:pt x="551298" y="118140"/>
                      </a:lnTo>
                      <a:lnTo>
                        <a:pt x="669438" y="0"/>
                      </a:lnTo>
                      <a:lnTo>
                        <a:pt x="1616976" y="0"/>
                      </a:lnTo>
                      <a:lnTo>
                        <a:pt x="1794185" y="177209"/>
                      </a:lnTo>
                      <a:lnTo>
                        <a:pt x="2894714" y="177209"/>
                      </a:lnTo>
                      <a:cubicBezTo>
                        <a:pt x="2896132" y="167108"/>
                        <a:pt x="2904756" y="159252"/>
                        <a:pt x="2915270" y="159252"/>
                      </a:cubicBezTo>
                      <a:cubicBezTo>
                        <a:pt x="2926789" y="159252"/>
                        <a:pt x="2936181" y="168585"/>
                        <a:pt x="2936181" y="180163"/>
                      </a:cubicBezTo>
                      <a:cubicBezTo>
                        <a:pt x="2936181" y="191741"/>
                        <a:pt x="2926789" y="201073"/>
                        <a:pt x="2915270" y="20107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19" name="Freeform: Shape 1118">
                  <a:extLst>
                    <a:ext uri="{FF2B5EF4-FFF2-40B4-BE49-F238E27FC236}">
                      <a16:creationId xmlns:a16="http://schemas.microsoft.com/office/drawing/2014/main" id="{BD84C189-2985-FA0F-51AA-BD6C6410A7F5}"/>
                    </a:ext>
                  </a:extLst>
                </p:cNvPr>
                <p:cNvSpPr/>
                <p:nvPr/>
              </p:nvSpPr>
              <p:spPr>
                <a:xfrm>
                  <a:off x="3939625" y="1922670"/>
                  <a:ext cx="177764" cy="177840"/>
                </a:xfrm>
                <a:custGeom>
                  <a:avLst/>
                  <a:gdLst>
                    <a:gd name="connsiteX0" fmla="*/ 19348 w 177764"/>
                    <a:gd name="connsiteY0" fmla="*/ 144416 h 177840"/>
                    <a:gd name="connsiteX1" fmla="*/ 19348 w 177764"/>
                    <a:gd name="connsiteY1" fmla="*/ 175369 h 177840"/>
                    <a:gd name="connsiteX2" fmla="*/ 27736 w 177764"/>
                    <a:gd name="connsiteY2" fmla="*/ 166922 h 177840"/>
                    <a:gd name="connsiteX3" fmla="*/ 27736 w 177764"/>
                    <a:gd name="connsiteY3" fmla="*/ 153513 h 177840"/>
                    <a:gd name="connsiteX4" fmla="*/ 144340 w 177764"/>
                    <a:gd name="connsiteY4" fmla="*/ 158475 h 177840"/>
                    <a:gd name="connsiteX5" fmla="*/ 175293 w 177764"/>
                    <a:gd name="connsiteY5" fmla="*/ 158475 h 177840"/>
                    <a:gd name="connsiteX6" fmla="*/ 166846 w 177764"/>
                    <a:gd name="connsiteY6" fmla="*/ 150028 h 177840"/>
                    <a:gd name="connsiteX7" fmla="*/ 153437 w 177764"/>
                    <a:gd name="connsiteY7" fmla="*/ 150028 h 177840"/>
                    <a:gd name="connsiteX8" fmla="*/ 158399 w 177764"/>
                    <a:gd name="connsiteY8" fmla="*/ 33424 h 177840"/>
                    <a:gd name="connsiteX9" fmla="*/ 158399 w 177764"/>
                    <a:gd name="connsiteY9" fmla="*/ 2472 h 177840"/>
                    <a:gd name="connsiteX10" fmla="*/ 149952 w 177764"/>
                    <a:gd name="connsiteY10" fmla="*/ 10919 h 177840"/>
                    <a:gd name="connsiteX11" fmla="*/ 149952 w 177764"/>
                    <a:gd name="connsiteY11" fmla="*/ 24327 h 177840"/>
                    <a:gd name="connsiteX12" fmla="*/ 33348 w 177764"/>
                    <a:gd name="connsiteY12" fmla="*/ 19366 h 177840"/>
                    <a:gd name="connsiteX13" fmla="*/ 2395 w 177764"/>
                    <a:gd name="connsiteY13" fmla="*/ 19366 h 177840"/>
                    <a:gd name="connsiteX14" fmla="*/ 10843 w 177764"/>
                    <a:gd name="connsiteY14" fmla="*/ 27813 h 177840"/>
                    <a:gd name="connsiteX15" fmla="*/ 24251 w 177764"/>
                    <a:gd name="connsiteY15" fmla="*/ 27813 h 177840"/>
                    <a:gd name="connsiteX16" fmla="*/ 19348 w 177764"/>
                    <a:gd name="connsiteY16" fmla="*/ 144416 h 177840"/>
                    <a:gd name="connsiteX17" fmla="*/ 27796 w 177764"/>
                    <a:gd name="connsiteY17" fmla="*/ 30530 h 177840"/>
                    <a:gd name="connsiteX18" fmla="*/ 27796 w 177764"/>
                    <a:gd name="connsiteY18" fmla="*/ 44707 h 177840"/>
                    <a:gd name="connsiteX19" fmla="*/ 36242 w 177764"/>
                    <a:gd name="connsiteY19" fmla="*/ 53154 h 177840"/>
                    <a:gd name="connsiteX20" fmla="*/ 36242 w 177764"/>
                    <a:gd name="connsiteY20" fmla="*/ 22792 h 177840"/>
                    <a:gd name="connsiteX21" fmla="*/ 147412 w 177764"/>
                    <a:gd name="connsiteY21" fmla="*/ 27872 h 177840"/>
                    <a:gd name="connsiteX22" fmla="*/ 133235 w 177764"/>
                    <a:gd name="connsiteY22" fmla="*/ 27872 h 177840"/>
                    <a:gd name="connsiteX23" fmla="*/ 124788 w 177764"/>
                    <a:gd name="connsiteY23" fmla="*/ 36319 h 177840"/>
                    <a:gd name="connsiteX24" fmla="*/ 155150 w 177764"/>
                    <a:gd name="connsiteY24" fmla="*/ 36319 h 177840"/>
                    <a:gd name="connsiteX25" fmla="*/ 150070 w 177764"/>
                    <a:gd name="connsiteY25" fmla="*/ 147488 h 177840"/>
                    <a:gd name="connsiteX26" fmla="*/ 150070 w 177764"/>
                    <a:gd name="connsiteY26" fmla="*/ 133311 h 177840"/>
                    <a:gd name="connsiteX27" fmla="*/ 141623 w 177764"/>
                    <a:gd name="connsiteY27" fmla="*/ 124864 h 177840"/>
                    <a:gd name="connsiteX28" fmla="*/ 141623 w 177764"/>
                    <a:gd name="connsiteY28" fmla="*/ 155226 h 177840"/>
                    <a:gd name="connsiteX29" fmla="*/ 30453 w 177764"/>
                    <a:gd name="connsiteY29" fmla="*/ 150146 h 177840"/>
                    <a:gd name="connsiteX30" fmla="*/ 44630 w 177764"/>
                    <a:gd name="connsiteY30" fmla="*/ 150146 h 177840"/>
                    <a:gd name="connsiteX31" fmla="*/ 53077 w 177764"/>
                    <a:gd name="connsiteY31" fmla="*/ 141699 h 177840"/>
                    <a:gd name="connsiteX32" fmla="*/ 22715 w 177764"/>
                    <a:gd name="connsiteY32" fmla="*/ 141699 h 177840"/>
                    <a:gd name="connsiteX33" fmla="*/ 27796 w 177764"/>
                    <a:gd name="connsiteY33" fmla="*/ 30530 h 177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840">
                      <a:moveTo>
                        <a:pt x="19348" y="144416"/>
                      </a:moveTo>
                      <a:lnTo>
                        <a:pt x="19348" y="175369"/>
                      </a:lnTo>
                      <a:lnTo>
                        <a:pt x="27736" y="166922"/>
                      </a:lnTo>
                      <a:lnTo>
                        <a:pt x="27736" y="153513"/>
                      </a:lnTo>
                      <a:cubicBezTo>
                        <a:pt x="60107" y="184170"/>
                        <a:pt x="110080" y="185883"/>
                        <a:pt x="144340" y="158475"/>
                      </a:cubicBezTo>
                      <a:lnTo>
                        <a:pt x="175293" y="158475"/>
                      </a:lnTo>
                      <a:lnTo>
                        <a:pt x="166846" y="150028"/>
                      </a:lnTo>
                      <a:lnTo>
                        <a:pt x="153437" y="150028"/>
                      </a:lnTo>
                      <a:cubicBezTo>
                        <a:pt x="184094" y="117599"/>
                        <a:pt x="185807" y="67685"/>
                        <a:pt x="158399" y="33424"/>
                      </a:cubicBezTo>
                      <a:lnTo>
                        <a:pt x="158399" y="2472"/>
                      </a:lnTo>
                      <a:lnTo>
                        <a:pt x="149952" y="10919"/>
                      </a:lnTo>
                      <a:lnTo>
                        <a:pt x="149952" y="24327"/>
                      </a:lnTo>
                      <a:cubicBezTo>
                        <a:pt x="117581" y="-6330"/>
                        <a:pt x="67609" y="-8043"/>
                        <a:pt x="33348" y="19366"/>
                      </a:cubicBezTo>
                      <a:lnTo>
                        <a:pt x="2395" y="19366"/>
                      </a:lnTo>
                      <a:lnTo>
                        <a:pt x="10843" y="27813"/>
                      </a:lnTo>
                      <a:lnTo>
                        <a:pt x="24251" y="27813"/>
                      </a:lnTo>
                      <a:cubicBezTo>
                        <a:pt x="-6347" y="60242"/>
                        <a:pt x="-8001" y="110156"/>
                        <a:pt x="19348" y="144416"/>
                      </a:cubicBezTo>
                      <a:close/>
                      <a:moveTo>
                        <a:pt x="27796" y="30530"/>
                      </a:moveTo>
                      <a:lnTo>
                        <a:pt x="27796" y="44707"/>
                      </a:lnTo>
                      <a:lnTo>
                        <a:pt x="36242" y="53154"/>
                      </a:lnTo>
                      <a:lnTo>
                        <a:pt x="36242" y="22792"/>
                      </a:lnTo>
                      <a:cubicBezTo>
                        <a:pt x="68967" y="-3317"/>
                        <a:pt x="116636" y="-1604"/>
                        <a:pt x="147412" y="27872"/>
                      </a:cubicBezTo>
                      <a:lnTo>
                        <a:pt x="133235" y="27872"/>
                      </a:lnTo>
                      <a:lnTo>
                        <a:pt x="124788" y="36319"/>
                      </a:lnTo>
                      <a:lnTo>
                        <a:pt x="155150" y="36319"/>
                      </a:lnTo>
                      <a:cubicBezTo>
                        <a:pt x="181259" y="69043"/>
                        <a:pt x="179546" y="116713"/>
                        <a:pt x="150070" y="147488"/>
                      </a:cubicBezTo>
                      <a:lnTo>
                        <a:pt x="150070" y="133311"/>
                      </a:lnTo>
                      <a:lnTo>
                        <a:pt x="141623" y="124864"/>
                      </a:lnTo>
                      <a:lnTo>
                        <a:pt x="141623" y="155226"/>
                      </a:lnTo>
                      <a:cubicBezTo>
                        <a:pt x="108898" y="181335"/>
                        <a:pt x="61229" y="179622"/>
                        <a:pt x="30453" y="150146"/>
                      </a:cubicBezTo>
                      <a:lnTo>
                        <a:pt x="44630" y="150146"/>
                      </a:lnTo>
                      <a:lnTo>
                        <a:pt x="53077" y="141699"/>
                      </a:lnTo>
                      <a:lnTo>
                        <a:pt x="22715" y="141699"/>
                      </a:lnTo>
                      <a:cubicBezTo>
                        <a:pt x="-3334" y="108974"/>
                        <a:pt x="-1681" y="61305"/>
                        <a:pt x="27796" y="30530"/>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20" name="Freeform: Shape 1119">
                  <a:extLst>
                    <a:ext uri="{FF2B5EF4-FFF2-40B4-BE49-F238E27FC236}">
                      <a16:creationId xmlns:a16="http://schemas.microsoft.com/office/drawing/2014/main" id="{8ABFE762-25C1-0B1E-64BA-725F6778FF3D}"/>
                    </a:ext>
                  </a:extLst>
                </p:cNvPr>
                <p:cNvSpPr/>
                <p:nvPr/>
              </p:nvSpPr>
              <p:spPr>
                <a:xfrm>
                  <a:off x="3112330" y="4108370"/>
                  <a:ext cx="177787" cy="177790"/>
                </a:xfrm>
                <a:custGeom>
                  <a:avLst/>
                  <a:gdLst>
                    <a:gd name="connsiteX0" fmla="*/ 19372 w 177787"/>
                    <a:gd name="connsiteY0" fmla="*/ 144357 h 177790"/>
                    <a:gd name="connsiteX1" fmla="*/ 19372 w 177787"/>
                    <a:gd name="connsiteY1" fmla="*/ 175310 h 177790"/>
                    <a:gd name="connsiteX2" fmla="*/ 27760 w 177787"/>
                    <a:gd name="connsiteY2" fmla="*/ 166863 h 177790"/>
                    <a:gd name="connsiteX3" fmla="*/ 27760 w 177787"/>
                    <a:gd name="connsiteY3" fmla="*/ 153454 h 177790"/>
                    <a:gd name="connsiteX4" fmla="*/ 144363 w 177787"/>
                    <a:gd name="connsiteY4" fmla="*/ 158475 h 177790"/>
                    <a:gd name="connsiteX5" fmla="*/ 175316 w 177787"/>
                    <a:gd name="connsiteY5" fmla="*/ 158475 h 177790"/>
                    <a:gd name="connsiteX6" fmla="*/ 166869 w 177787"/>
                    <a:gd name="connsiteY6" fmla="*/ 150028 h 177790"/>
                    <a:gd name="connsiteX7" fmla="*/ 153460 w 177787"/>
                    <a:gd name="connsiteY7" fmla="*/ 150028 h 177790"/>
                    <a:gd name="connsiteX8" fmla="*/ 158422 w 177787"/>
                    <a:gd name="connsiteY8" fmla="*/ 33424 h 177790"/>
                    <a:gd name="connsiteX9" fmla="*/ 158422 w 177787"/>
                    <a:gd name="connsiteY9" fmla="*/ 2472 h 177790"/>
                    <a:gd name="connsiteX10" fmla="*/ 149975 w 177787"/>
                    <a:gd name="connsiteY10" fmla="*/ 10918 h 177790"/>
                    <a:gd name="connsiteX11" fmla="*/ 149975 w 177787"/>
                    <a:gd name="connsiteY11" fmla="*/ 24327 h 177790"/>
                    <a:gd name="connsiteX12" fmla="*/ 33371 w 177787"/>
                    <a:gd name="connsiteY12" fmla="*/ 19365 h 177790"/>
                    <a:gd name="connsiteX13" fmla="*/ 2419 w 177787"/>
                    <a:gd name="connsiteY13" fmla="*/ 19365 h 177790"/>
                    <a:gd name="connsiteX14" fmla="*/ 10866 w 177787"/>
                    <a:gd name="connsiteY14" fmla="*/ 27812 h 177790"/>
                    <a:gd name="connsiteX15" fmla="*/ 24275 w 177787"/>
                    <a:gd name="connsiteY15" fmla="*/ 27812 h 177790"/>
                    <a:gd name="connsiteX16" fmla="*/ 19372 w 177787"/>
                    <a:gd name="connsiteY16" fmla="*/ 144357 h 177790"/>
                    <a:gd name="connsiteX17" fmla="*/ 27760 w 177787"/>
                    <a:gd name="connsiteY17" fmla="*/ 30411 h 177790"/>
                    <a:gd name="connsiteX18" fmla="*/ 27760 w 177787"/>
                    <a:gd name="connsiteY18" fmla="*/ 44588 h 177790"/>
                    <a:gd name="connsiteX19" fmla="*/ 36207 w 177787"/>
                    <a:gd name="connsiteY19" fmla="*/ 53035 h 177790"/>
                    <a:gd name="connsiteX20" fmla="*/ 36207 w 177787"/>
                    <a:gd name="connsiteY20" fmla="*/ 22673 h 177790"/>
                    <a:gd name="connsiteX21" fmla="*/ 147376 w 177787"/>
                    <a:gd name="connsiteY21" fmla="*/ 27754 h 177790"/>
                    <a:gd name="connsiteX22" fmla="*/ 133199 w 177787"/>
                    <a:gd name="connsiteY22" fmla="*/ 27754 h 177790"/>
                    <a:gd name="connsiteX23" fmla="*/ 124752 w 177787"/>
                    <a:gd name="connsiteY23" fmla="*/ 36201 h 177790"/>
                    <a:gd name="connsiteX24" fmla="*/ 155114 w 177787"/>
                    <a:gd name="connsiteY24" fmla="*/ 36201 h 177790"/>
                    <a:gd name="connsiteX25" fmla="*/ 150034 w 177787"/>
                    <a:gd name="connsiteY25" fmla="*/ 147370 h 177790"/>
                    <a:gd name="connsiteX26" fmla="*/ 150034 w 177787"/>
                    <a:gd name="connsiteY26" fmla="*/ 133193 h 177790"/>
                    <a:gd name="connsiteX27" fmla="*/ 141587 w 177787"/>
                    <a:gd name="connsiteY27" fmla="*/ 124746 h 177790"/>
                    <a:gd name="connsiteX28" fmla="*/ 141587 w 177787"/>
                    <a:gd name="connsiteY28" fmla="*/ 155108 h 177790"/>
                    <a:gd name="connsiteX29" fmla="*/ 30418 w 177787"/>
                    <a:gd name="connsiteY29" fmla="*/ 150028 h 177790"/>
                    <a:gd name="connsiteX30" fmla="*/ 44595 w 177787"/>
                    <a:gd name="connsiteY30" fmla="*/ 150028 h 177790"/>
                    <a:gd name="connsiteX31" fmla="*/ 53041 w 177787"/>
                    <a:gd name="connsiteY31" fmla="*/ 141581 h 177790"/>
                    <a:gd name="connsiteX32" fmla="*/ 22680 w 177787"/>
                    <a:gd name="connsiteY32" fmla="*/ 141581 h 177790"/>
                    <a:gd name="connsiteX33" fmla="*/ 27760 w 177787"/>
                    <a:gd name="connsiteY33" fmla="*/ 30411 h 177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87" h="177790">
                      <a:moveTo>
                        <a:pt x="19372" y="144357"/>
                      </a:moveTo>
                      <a:lnTo>
                        <a:pt x="19372" y="175310"/>
                      </a:lnTo>
                      <a:lnTo>
                        <a:pt x="27760" y="166863"/>
                      </a:lnTo>
                      <a:lnTo>
                        <a:pt x="27760" y="153454"/>
                      </a:lnTo>
                      <a:cubicBezTo>
                        <a:pt x="60130" y="184111"/>
                        <a:pt x="110103" y="185824"/>
                        <a:pt x="144363" y="158475"/>
                      </a:cubicBezTo>
                      <a:lnTo>
                        <a:pt x="175316" y="158475"/>
                      </a:lnTo>
                      <a:lnTo>
                        <a:pt x="166869" y="150028"/>
                      </a:lnTo>
                      <a:lnTo>
                        <a:pt x="153460" y="150028"/>
                      </a:lnTo>
                      <a:cubicBezTo>
                        <a:pt x="184117" y="117598"/>
                        <a:pt x="185830" y="67684"/>
                        <a:pt x="158422" y="33424"/>
                      </a:cubicBezTo>
                      <a:lnTo>
                        <a:pt x="158422" y="2472"/>
                      </a:lnTo>
                      <a:lnTo>
                        <a:pt x="149975" y="10918"/>
                      </a:lnTo>
                      <a:lnTo>
                        <a:pt x="149975" y="24327"/>
                      </a:lnTo>
                      <a:cubicBezTo>
                        <a:pt x="117605" y="-6330"/>
                        <a:pt x="67632" y="-8043"/>
                        <a:pt x="33371" y="19365"/>
                      </a:cubicBezTo>
                      <a:lnTo>
                        <a:pt x="2419" y="19365"/>
                      </a:lnTo>
                      <a:lnTo>
                        <a:pt x="10866" y="27812"/>
                      </a:lnTo>
                      <a:lnTo>
                        <a:pt x="24275" y="27812"/>
                      </a:lnTo>
                      <a:cubicBezTo>
                        <a:pt x="-6324" y="60124"/>
                        <a:pt x="-8036" y="110038"/>
                        <a:pt x="19372" y="144357"/>
                      </a:cubicBezTo>
                      <a:close/>
                      <a:moveTo>
                        <a:pt x="27760" y="30411"/>
                      </a:moveTo>
                      <a:lnTo>
                        <a:pt x="27760" y="44588"/>
                      </a:lnTo>
                      <a:lnTo>
                        <a:pt x="36207" y="53035"/>
                      </a:lnTo>
                      <a:lnTo>
                        <a:pt x="36207" y="22673"/>
                      </a:lnTo>
                      <a:cubicBezTo>
                        <a:pt x="68931" y="-3435"/>
                        <a:pt x="116601" y="-1723"/>
                        <a:pt x="147376" y="27754"/>
                      </a:cubicBezTo>
                      <a:lnTo>
                        <a:pt x="133199" y="27754"/>
                      </a:lnTo>
                      <a:lnTo>
                        <a:pt x="124752" y="36201"/>
                      </a:lnTo>
                      <a:lnTo>
                        <a:pt x="155114" y="36201"/>
                      </a:lnTo>
                      <a:cubicBezTo>
                        <a:pt x="181223" y="68925"/>
                        <a:pt x="179510" y="116594"/>
                        <a:pt x="150034" y="147370"/>
                      </a:cubicBezTo>
                      <a:lnTo>
                        <a:pt x="150034" y="133193"/>
                      </a:lnTo>
                      <a:lnTo>
                        <a:pt x="141587" y="124746"/>
                      </a:lnTo>
                      <a:lnTo>
                        <a:pt x="141587" y="155108"/>
                      </a:lnTo>
                      <a:cubicBezTo>
                        <a:pt x="108862" y="181158"/>
                        <a:pt x="61193" y="179504"/>
                        <a:pt x="30418" y="150028"/>
                      </a:cubicBezTo>
                      <a:lnTo>
                        <a:pt x="44595" y="150028"/>
                      </a:lnTo>
                      <a:lnTo>
                        <a:pt x="53041" y="141581"/>
                      </a:lnTo>
                      <a:lnTo>
                        <a:pt x="22680" y="141581"/>
                      </a:lnTo>
                      <a:cubicBezTo>
                        <a:pt x="-3370" y="108856"/>
                        <a:pt x="-1657" y="61187"/>
                        <a:pt x="27760" y="30411"/>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21" name="Freeform: Shape 1120">
                  <a:extLst>
                    <a:ext uri="{FF2B5EF4-FFF2-40B4-BE49-F238E27FC236}">
                      <a16:creationId xmlns:a16="http://schemas.microsoft.com/office/drawing/2014/main" id="{21CA8199-5F3E-35E6-9D55-E4AA3532E2B5}"/>
                    </a:ext>
                  </a:extLst>
                </p:cNvPr>
                <p:cNvSpPr/>
                <p:nvPr/>
              </p:nvSpPr>
              <p:spPr>
                <a:xfrm>
                  <a:off x="808927" y="2454830"/>
                  <a:ext cx="177764" cy="177731"/>
                </a:xfrm>
                <a:custGeom>
                  <a:avLst/>
                  <a:gdLst>
                    <a:gd name="connsiteX0" fmla="*/ 19348 w 177764"/>
                    <a:gd name="connsiteY0" fmla="*/ 144239 h 177731"/>
                    <a:gd name="connsiteX1" fmla="*/ 19348 w 177764"/>
                    <a:gd name="connsiteY1" fmla="*/ 175192 h 177731"/>
                    <a:gd name="connsiteX2" fmla="*/ 27736 w 177764"/>
                    <a:gd name="connsiteY2" fmla="*/ 166804 h 177731"/>
                    <a:gd name="connsiteX3" fmla="*/ 27736 w 177764"/>
                    <a:gd name="connsiteY3" fmla="*/ 153395 h 177731"/>
                    <a:gd name="connsiteX4" fmla="*/ 144340 w 177764"/>
                    <a:gd name="connsiteY4" fmla="*/ 158416 h 177731"/>
                    <a:gd name="connsiteX5" fmla="*/ 175293 w 177764"/>
                    <a:gd name="connsiteY5" fmla="*/ 158416 h 177731"/>
                    <a:gd name="connsiteX6" fmla="*/ 166846 w 177764"/>
                    <a:gd name="connsiteY6" fmla="*/ 150028 h 177731"/>
                    <a:gd name="connsiteX7" fmla="*/ 153437 w 177764"/>
                    <a:gd name="connsiteY7" fmla="*/ 150028 h 177731"/>
                    <a:gd name="connsiteX8" fmla="*/ 158399 w 177764"/>
                    <a:gd name="connsiteY8" fmla="*/ 33424 h 177731"/>
                    <a:gd name="connsiteX9" fmla="*/ 158399 w 177764"/>
                    <a:gd name="connsiteY9" fmla="*/ 2472 h 177731"/>
                    <a:gd name="connsiteX10" fmla="*/ 149952 w 177764"/>
                    <a:gd name="connsiteY10" fmla="*/ 10919 h 177731"/>
                    <a:gd name="connsiteX11" fmla="*/ 149952 w 177764"/>
                    <a:gd name="connsiteY11" fmla="*/ 24328 h 177731"/>
                    <a:gd name="connsiteX12" fmla="*/ 33348 w 177764"/>
                    <a:gd name="connsiteY12" fmla="*/ 19365 h 177731"/>
                    <a:gd name="connsiteX13" fmla="*/ 2395 w 177764"/>
                    <a:gd name="connsiteY13" fmla="*/ 19365 h 177731"/>
                    <a:gd name="connsiteX14" fmla="*/ 10842 w 177764"/>
                    <a:gd name="connsiteY14" fmla="*/ 27813 h 177731"/>
                    <a:gd name="connsiteX15" fmla="*/ 24251 w 177764"/>
                    <a:gd name="connsiteY15" fmla="*/ 27813 h 177731"/>
                    <a:gd name="connsiteX16" fmla="*/ 19348 w 177764"/>
                    <a:gd name="connsiteY16" fmla="*/ 144239 h 177731"/>
                    <a:gd name="connsiteX17" fmla="*/ 27795 w 177764"/>
                    <a:gd name="connsiteY17" fmla="*/ 30293 h 177731"/>
                    <a:gd name="connsiteX18" fmla="*/ 27795 w 177764"/>
                    <a:gd name="connsiteY18" fmla="*/ 44470 h 177731"/>
                    <a:gd name="connsiteX19" fmla="*/ 36242 w 177764"/>
                    <a:gd name="connsiteY19" fmla="*/ 52917 h 177731"/>
                    <a:gd name="connsiteX20" fmla="*/ 36242 w 177764"/>
                    <a:gd name="connsiteY20" fmla="*/ 22555 h 177731"/>
                    <a:gd name="connsiteX21" fmla="*/ 147412 w 177764"/>
                    <a:gd name="connsiteY21" fmla="*/ 27635 h 177731"/>
                    <a:gd name="connsiteX22" fmla="*/ 133235 w 177764"/>
                    <a:gd name="connsiteY22" fmla="*/ 27635 h 177731"/>
                    <a:gd name="connsiteX23" fmla="*/ 124788 w 177764"/>
                    <a:gd name="connsiteY23" fmla="*/ 36082 h 177731"/>
                    <a:gd name="connsiteX24" fmla="*/ 155150 w 177764"/>
                    <a:gd name="connsiteY24" fmla="*/ 36082 h 177731"/>
                    <a:gd name="connsiteX25" fmla="*/ 150070 w 177764"/>
                    <a:gd name="connsiteY25" fmla="*/ 147252 h 177731"/>
                    <a:gd name="connsiteX26" fmla="*/ 150070 w 177764"/>
                    <a:gd name="connsiteY26" fmla="*/ 133075 h 177731"/>
                    <a:gd name="connsiteX27" fmla="*/ 141623 w 177764"/>
                    <a:gd name="connsiteY27" fmla="*/ 124628 h 177731"/>
                    <a:gd name="connsiteX28" fmla="*/ 141623 w 177764"/>
                    <a:gd name="connsiteY28" fmla="*/ 154990 h 177731"/>
                    <a:gd name="connsiteX29" fmla="*/ 30454 w 177764"/>
                    <a:gd name="connsiteY29" fmla="*/ 149910 h 177731"/>
                    <a:gd name="connsiteX30" fmla="*/ 44630 w 177764"/>
                    <a:gd name="connsiteY30" fmla="*/ 149910 h 177731"/>
                    <a:gd name="connsiteX31" fmla="*/ 53077 w 177764"/>
                    <a:gd name="connsiteY31" fmla="*/ 141463 h 177731"/>
                    <a:gd name="connsiteX32" fmla="*/ 22715 w 177764"/>
                    <a:gd name="connsiteY32" fmla="*/ 141463 h 177731"/>
                    <a:gd name="connsiteX33" fmla="*/ 27795 w 177764"/>
                    <a:gd name="connsiteY33" fmla="*/ 30293 h 177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731">
                      <a:moveTo>
                        <a:pt x="19348" y="144239"/>
                      </a:moveTo>
                      <a:lnTo>
                        <a:pt x="19348" y="175192"/>
                      </a:lnTo>
                      <a:lnTo>
                        <a:pt x="27736" y="166804"/>
                      </a:lnTo>
                      <a:lnTo>
                        <a:pt x="27736" y="153395"/>
                      </a:lnTo>
                      <a:cubicBezTo>
                        <a:pt x="60107" y="184052"/>
                        <a:pt x="110080" y="185765"/>
                        <a:pt x="144340" y="158416"/>
                      </a:cubicBezTo>
                      <a:lnTo>
                        <a:pt x="175293" y="158416"/>
                      </a:lnTo>
                      <a:lnTo>
                        <a:pt x="166846" y="150028"/>
                      </a:lnTo>
                      <a:lnTo>
                        <a:pt x="153437" y="150028"/>
                      </a:lnTo>
                      <a:cubicBezTo>
                        <a:pt x="184094" y="117599"/>
                        <a:pt x="185807" y="67685"/>
                        <a:pt x="158399" y="33424"/>
                      </a:cubicBezTo>
                      <a:lnTo>
                        <a:pt x="158399" y="2472"/>
                      </a:lnTo>
                      <a:lnTo>
                        <a:pt x="149952" y="10919"/>
                      </a:lnTo>
                      <a:lnTo>
                        <a:pt x="149952" y="24328"/>
                      </a:lnTo>
                      <a:cubicBezTo>
                        <a:pt x="117582" y="-6330"/>
                        <a:pt x="67608" y="-8043"/>
                        <a:pt x="33348" y="19365"/>
                      </a:cubicBezTo>
                      <a:lnTo>
                        <a:pt x="2395" y="19365"/>
                      </a:lnTo>
                      <a:lnTo>
                        <a:pt x="10842" y="27813"/>
                      </a:lnTo>
                      <a:lnTo>
                        <a:pt x="24251" y="27813"/>
                      </a:lnTo>
                      <a:cubicBezTo>
                        <a:pt x="-6347" y="60006"/>
                        <a:pt x="-8001" y="109920"/>
                        <a:pt x="19348" y="144239"/>
                      </a:cubicBezTo>
                      <a:close/>
                      <a:moveTo>
                        <a:pt x="27795" y="30293"/>
                      </a:moveTo>
                      <a:lnTo>
                        <a:pt x="27795" y="44470"/>
                      </a:lnTo>
                      <a:lnTo>
                        <a:pt x="36242" y="52917"/>
                      </a:lnTo>
                      <a:lnTo>
                        <a:pt x="36242" y="22555"/>
                      </a:lnTo>
                      <a:cubicBezTo>
                        <a:pt x="68967" y="-3553"/>
                        <a:pt x="116636" y="-1841"/>
                        <a:pt x="147412" y="27635"/>
                      </a:cubicBezTo>
                      <a:lnTo>
                        <a:pt x="133235" y="27635"/>
                      </a:lnTo>
                      <a:lnTo>
                        <a:pt x="124788" y="36082"/>
                      </a:lnTo>
                      <a:lnTo>
                        <a:pt x="155150" y="36082"/>
                      </a:lnTo>
                      <a:cubicBezTo>
                        <a:pt x="181259" y="68807"/>
                        <a:pt x="179546" y="116476"/>
                        <a:pt x="150070" y="147252"/>
                      </a:cubicBezTo>
                      <a:lnTo>
                        <a:pt x="150070" y="133075"/>
                      </a:lnTo>
                      <a:lnTo>
                        <a:pt x="141623" y="124628"/>
                      </a:lnTo>
                      <a:lnTo>
                        <a:pt x="141623" y="154990"/>
                      </a:lnTo>
                      <a:cubicBezTo>
                        <a:pt x="108898" y="181040"/>
                        <a:pt x="61229" y="179386"/>
                        <a:pt x="30454" y="149910"/>
                      </a:cubicBezTo>
                      <a:lnTo>
                        <a:pt x="44630" y="149910"/>
                      </a:lnTo>
                      <a:lnTo>
                        <a:pt x="53077" y="141463"/>
                      </a:lnTo>
                      <a:lnTo>
                        <a:pt x="22715" y="141463"/>
                      </a:lnTo>
                      <a:cubicBezTo>
                        <a:pt x="-3334" y="108738"/>
                        <a:pt x="-1680" y="61069"/>
                        <a:pt x="27795" y="3029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1122" name="Graphic 4773">
                  <a:extLst>
                    <a:ext uri="{FF2B5EF4-FFF2-40B4-BE49-F238E27FC236}">
                      <a16:creationId xmlns:a16="http://schemas.microsoft.com/office/drawing/2014/main" id="{63893D0E-067F-D848-580D-CCE1979875BB}"/>
                    </a:ext>
                  </a:extLst>
                </p:cNvPr>
                <p:cNvGrpSpPr/>
                <p:nvPr/>
              </p:nvGrpSpPr>
              <p:grpSpPr>
                <a:xfrm>
                  <a:off x="1739250" y="2188416"/>
                  <a:ext cx="502742" cy="119025"/>
                  <a:chOff x="1739250" y="2188416"/>
                  <a:chExt cx="502742" cy="119025"/>
                </a:xfrm>
                <a:grpFill/>
              </p:grpSpPr>
              <p:sp>
                <p:nvSpPr>
                  <p:cNvPr id="1243" name="Freeform: Shape 1242">
                    <a:extLst>
                      <a:ext uri="{FF2B5EF4-FFF2-40B4-BE49-F238E27FC236}">
                        <a16:creationId xmlns:a16="http://schemas.microsoft.com/office/drawing/2014/main" id="{16AF0E5E-23B2-5B82-0065-773681888DB2}"/>
                      </a:ext>
                    </a:extLst>
                  </p:cNvPr>
                  <p:cNvSpPr/>
                  <p:nvPr/>
                </p:nvSpPr>
                <p:spPr>
                  <a:xfrm>
                    <a:off x="2096208" y="2188475"/>
                    <a:ext cx="145784" cy="118966"/>
                  </a:xfrm>
                  <a:custGeom>
                    <a:avLst/>
                    <a:gdLst>
                      <a:gd name="connsiteX0" fmla="*/ 0 w 145784"/>
                      <a:gd name="connsiteY0" fmla="*/ 35678 h 118966"/>
                      <a:gd name="connsiteX1" fmla="*/ 0 w 145784"/>
                      <a:gd name="connsiteY1" fmla="*/ 83289 h 118966"/>
                      <a:gd name="connsiteX2" fmla="*/ 35678 w 145784"/>
                      <a:gd name="connsiteY2" fmla="*/ 118967 h 118966"/>
                      <a:gd name="connsiteX3" fmla="*/ 83288 w 145784"/>
                      <a:gd name="connsiteY3" fmla="*/ 118967 h 118966"/>
                      <a:gd name="connsiteX4" fmla="*/ 118494 w 145784"/>
                      <a:gd name="connsiteY4" fmla="*/ 88959 h 118966"/>
                      <a:gd name="connsiteX5" fmla="*/ 145784 w 145784"/>
                      <a:gd name="connsiteY5" fmla="*/ 59483 h 118966"/>
                      <a:gd name="connsiteX6" fmla="*/ 118494 w 145784"/>
                      <a:gd name="connsiteY6" fmla="*/ 30008 h 118966"/>
                      <a:gd name="connsiteX7" fmla="*/ 83288 w 145784"/>
                      <a:gd name="connsiteY7" fmla="*/ 0 h 118966"/>
                      <a:gd name="connsiteX8" fmla="*/ 35678 w 145784"/>
                      <a:gd name="connsiteY8" fmla="*/ 0 h 118966"/>
                      <a:gd name="connsiteX9" fmla="*/ 0 w 145784"/>
                      <a:gd name="connsiteY9" fmla="*/ 35678 h 118966"/>
                      <a:gd name="connsiteX10" fmla="*/ 5966 w 145784"/>
                      <a:gd name="connsiteY10" fmla="*/ 35678 h 118966"/>
                      <a:gd name="connsiteX11" fmla="*/ 35678 w 145784"/>
                      <a:gd name="connsiteY11" fmla="*/ 5907 h 118966"/>
                      <a:gd name="connsiteX12" fmla="*/ 83288 w 145784"/>
                      <a:gd name="connsiteY12" fmla="*/ 5907 h 118966"/>
                      <a:gd name="connsiteX13" fmla="*/ 112469 w 145784"/>
                      <a:gd name="connsiteY13" fmla="*/ 30067 h 118966"/>
                      <a:gd name="connsiteX14" fmla="*/ 86242 w 145784"/>
                      <a:gd name="connsiteY14" fmla="*/ 59424 h 118966"/>
                      <a:gd name="connsiteX15" fmla="*/ 112469 w 145784"/>
                      <a:gd name="connsiteY15" fmla="*/ 88782 h 118966"/>
                      <a:gd name="connsiteX16" fmla="*/ 83288 w 145784"/>
                      <a:gd name="connsiteY16" fmla="*/ 112942 h 118966"/>
                      <a:gd name="connsiteX17" fmla="*/ 35678 w 145784"/>
                      <a:gd name="connsiteY17" fmla="*/ 112942 h 118966"/>
                      <a:gd name="connsiteX18" fmla="*/ 5966 w 145784"/>
                      <a:gd name="connsiteY18" fmla="*/ 83171 h 118966"/>
                      <a:gd name="connsiteX19" fmla="*/ 5966 w 145784"/>
                      <a:gd name="connsiteY19" fmla="*/ 3567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0" y="35678"/>
                        </a:moveTo>
                        <a:lnTo>
                          <a:pt x="0" y="83289"/>
                        </a:lnTo>
                        <a:cubicBezTo>
                          <a:pt x="0" y="103018"/>
                          <a:pt x="16008" y="118967"/>
                          <a:pt x="35678" y="118967"/>
                        </a:cubicBezTo>
                        <a:lnTo>
                          <a:pt x="83288" y="118967"/>
                        </a:lnTo>
                        <a:cubicBezTo>
                          <a:pt x="101068" y="118967"/>
                          <a:pt x="115777" y="105971"/>
                          <a:pt x="118494" y="88959"/>
                        </a:cubicBezTo>
                        <a:cubicBezTo>
                          <a:pt x="133734" y="87660"/>
                          <a:pt x="145784" y="75019"/>
                          <a:pt x="145784" y="59483"/>
                        </a:cubicBezTo>
                        <a:cubicBezTo>
                          <a:pt x="145784" y="43948"/>
                          <a:pt x="133734" y="31248"/>
                          <a:pt x="118494" y="30008"/>
                        </a:cubicBezTo>
                        <a:cubicBezTo>
                          <a:pt x="115777" y="12996"/>
                          <a:pt x="101068" y="0"/>
                          <a:pt x="83288" y="0"/>
                        </a:cubicBezTo>
                        <a:lnTo>
                          <a:pt x="35678" y="0"/>
                        </a:lnTo>
                        <a:cubicBezTo>
                          <a:pt x="16008" y="-59"/>
                          <a:pt x="0" y="15949"/>
                          <a:pt x="0" y="35678"/>
                        </a:cubicBezTo>
                        <a:close/>
                        <a:moveTo>
                          <a:pt x="5966" y="35678"/>
                        </a:moveTo>
                        <a:cubicBezTo>
                          <a:pt x="5966" y="19257"/>
                          <a:pt x="19316" y="5907"/>
                          <a:pt x="35678" y="5907"/>
                        </a:cubicBezTo>
                        <a:lnTo>
                          <a:pt x="83288" y="5907"/>
                        </a:lnTo>
                        <a:cubicBezTo>
                          <a:pt x="97761" y="5907"/>
                          <a:pt x="109870" y="16303"/>
                          <a:pt x="112469" y="30067"/>
                        </a:cubicBezTo>
                        <a:cubicBezTo>
                          <a:pt x="97761" y="31839"/>
                          <a:pt x="86242" y="44244"/>
                          <a:pt x="86242" y="59424"/>
                        </a:cubicBezTo>
                        <a:cubicBezTo>
                          <a:pt x="86242" y="74664"/>
                          <a:pt x="97701" y="87010"/>
                          <a:pt x="112469" y="88782"/>
                        </a:cubicBezTo>
                        <a:cubicBezTo>
                          <a:pt x="109870" y="102545"/>
                          <a:pt x="97761" y="112942"/>
                          <a:pt x="83288" y="112942"/>
                        </a:cubicBezTo>
                        <a:lnTo>
                          <a:pt x="35678" y="112942"/>
                        </a:lnTo>
                        <a:cubicBezTo>
                          <a:pt x="19257" y="112942"/>
                          <a:pt x="5966" y="99592"/>
                          <a:pt x="5966" y="83171"/>
                        </a:cubicBezTo>
                        <a:lnTo>
                          <a:pt x="5966" y="35678"/>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44" name="Freeform: Shape 1243">
                    <a:extLst>
                      <a:ext uri="{FF2B5EF4-FFF2-40B4-BE49-F238E27FC236}">
                        <a16:creationId xmlns:a16="http://schemas.microsoft.com/office/drawing/2014/main" id="{A2716CCE-0250-E5CC-D55C-2B3DEDA19997}"/>
                      </a:ext>
                    </a:extLst>
                  </p:cNvPr>
                  <p:cNvSpPr/>
                  <p:nvPr/>
                </p:nvSpPr>
                <p:spPr>
                  <a:xfrm>
                    <a:off x="1739250" y="2188416"/>
                    <a:ext cx="145784" cy="118966"/>
                  </a:xfrm>
                  <a:custGeom>
                    <a:avLst/>
                    <a:gdLst>
                      <a:gd name="connsiteX0" fmla="*/ 145784 w 145784"/>
                      <a:gd name="connsiteY0" fmla="*/ 83288 h 118966"/>
                      <a:gd name="connsiteX1" fmla="*/ 145784 w 145784"/>
                      <a:gd name="connsiteY1" fmla="*/ 35678 h 118966"/>
                      <a:gd name="connsiteX2" fmla="*/ 110106 w 145784"/>
                      <a:gd name="connsiteY2" fmla="*/ 0 h 118966"/>
                      <a:gd name="connsiteX3" fmla="*/ 62496 w 145784"/>
                      <a:gd name="connsiteY3" fmla="*/ 0 h 118966"/>
                      <a:gd name="connsiteX4" fmla="*/ 27290 w 145784"/>
                      <a:gd name="connsiteY4" fmla="*/ 30007 h 118966"/>
                      <a:gd name="connsiteX5" fmla="*/ 0 w 145784"/>
                      <a:gd name="connsiteY5" fmla="*/ 59483 h 118966"/>
                      <a:gd name="connsiteX6" fmla="*/ 27290 w 145784"/>
                      <a:gd name="connsiteY6" fmla="*/ 88959 h 118966"/>
                      <a:gd name="connsiteX7" fmla="*/ 62496 w 145784"/>
                      <a:gd name="connsiteY7" fmla="*/ 118966 h 118966"/>
                      <a:gd name="connsiteX8" fmla="*/ 110106 w 145784"/>
                      <a:gd name="connsiteY8" fmla="*/ 118966 h 118966"/>
                      <a:gd name="connsiteX9" fmla="*/ 145784 w 145784"/>
                      <a:gd name="connsiteY9" fmla="*/ 83288 h 118966"/>
                      <a:gd name="connsiteX10" fmla="*/ 139877 w 145784"/>
                      <a:gd name="connsiteY10" fmla="*/ 83288 h 118966"/>
                      <a:gd name="connsiteX11" fmla="*/ 110106 w 145784"/>
                      <a:gd name="connsiteY11" fmla="*/ 113059 h 118966"/>
                      <a:gd name="connsiteX12" fmla="*/ 62496 w 145784"/>
                      <a:gd name="connsiteY12" fmla="*/ 113059 h 118966"/>
                      <a:gd name="connsiteX13" fmla="*/ 33315 w 145784"/>
                      <a:gd name="connsiteY13" fmla="*/ 88900 h 118966"/>
                      <a:gd name="connsiteX14" fmla="*/ 59542 w 145784"/>
                      <a:gd name="connsiteY14" fmla="*/ 59542 h 118966"/>
                      <a:gd name="connsiteX15" fmla="*/ 33315 w 145784"/>
                      <a:gd name="connsiteY15" fmla="*/ 30185 h 118966"/>
                      <a:gd name="connsiteX16" fmla="*/ 62496 w 145784"/>
                      <a:gd name="connsiteY16" fmla="*/ 6025 h 118966"/>
                      <a:gd name="connsiteX17" fmla="*/ 110106 w 145784"/>
                      <a:gd name="connsiteY17" fmla="*/ 6025 h 118966"/>
                      <a:gd name="connsiteX18" fmla="*/ 139877 w 145784"/>
                      <a:gd name="connsiteY18" fmla="*/ 35796 h 118966"/>
                      <a:gd name="connsiteX19" fmla="*/ 139877 w 145784"/>
                      <a:gd name="connsiteY19" fmla="*/ 8328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145784" y="83288"/>
                        </a:moveTo>
                        <a:lnTo>
                          <a:pt x="145784" y="35678"/>
                        </a:lnTo>
                        <a:cubicBezTo>
                          <a:pt x="145784" y="15949"/>
                          <a:pt x="129776" y="0"/>
                          <a:pt x="110106" y="0"/>
                        </a:cubicBezTo>
                        <a:lnTo>
                          <a:pt x="62496" y="0"/>
                        </a:lnTo>
                        <a:cubicBezTo>
                          <a:pt x="44716" y="0"/>
                          <a:pt x="30007" y="12995"/>
                          <a:pt x="27290" y="30007"/>
                        </a:cubicBezTo>
                        <a:cubicBezTo>
                          <a:pt x="12050" y="31307"/>
                          <a:pt x="0" y="43889"/>
                          <a:pt x="0" y="59483"/>
                        </a:cubicBezTo>
                        <a:cubicBezTo>
                          <a:pt x="0" y="75078"/>
                          <a:pt x="12050" y="87718"/>
                          <a:pt x="27290" y="88959"/>
                        </a:cubicBezTo>
                        <a:cubicBezTo>
                          <a:pt x="30007" y="105971"/>
                          <a:pt x="44716" y="118966"/>
                          <a:pt x="62496" y="118966"/>
                        </a:cubicBezTo>
                        <a:lnTo>
                          <a:pt x="110106" y="118966"/>
                        </a:lnTo>
                        <a:cubicBezTo>
                          <a:pt x="129835" y="118966"/>
                          <a:pt x="145784" y="103018"/>
                          <a:pt x="145784" y="83288"/>
                        </a:cubicBezTo>
                        <a:close/>
                        <a:moveTo>
                          <a:pt x="139877" y="83288"/>
                        </a:moveTo>
                        <a:cubicBezTo>
                          <a:pt x="139877" y="99710"/>
                          <a:pt x="126527" y="113059"/>
                          <a:pt x="110106" y="113059"/>
                        </a:cubicBezTo>
                        <a:lnTo>
                          <a:pt x="62496" y="113059"/>
                        </a:lnTo>
                        <a:cubicBezTo>
                          <a:pt x="48024" y="113059"/>
                          <a:pt x="35914" y="102663"/>
                          <a:pt x="33315" y="88900"/>
                        </a:cubicBezTo>
                        <a:cubicBezTo>
                          <a:pt x="48083" y="87128"/>
                          <a:pt x="59542" y="74723"/>
                          <a:pt x="59542" y="59542"/>
                        </a:cubicBezTo>
                        <a:cubicBezTo>
                          <a:pt x="59542" y="44361"/>
                          <a:pt x="48083" y="31957"/>
                          <a:pt x="33315" y="30185"/>
                        </a:cubicBezTo>
                        <a:cubicBezTo>
                          <a:pt x="35914" y="16421"/>
                          <a:pt x="48024" y="6025"/>
                          <a:pt x="62496" y="6025"/>
                        </a:cubicBezTo>
                        <a:lnTo>
                          <a:pt x="110106" y="6025"/>
                        </a:lnTo>
                        <a:cubicBezTo>
                          <a:pt x="126527" y="6025"/>
                          <a:pt x="139877" y="19375"/>
                          <a:pt x="139877" y="35796"/>
                        </a:cubicBezTo>
                        <a:lnTo>
                          <a:pt x="139877" y="83288"/>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45" name="Freeform: Shape 1244">
                    <a:extLst>
                      <a:ext uri="{FF2B5EF4-FFF2-40B4-BE49-F238E27FC236}">
                        <a16:creationId xmlns:a16="http://schemas.microsoft.com/office/drawing/2014/main" id="{7548DA8F-3690-7509-78B4-F4FC92E74537}"/>
                      </a:ext>
                    </a:extLst>
                  </p:cNvPr>
                  <p:cNvSpPr/>
                  <p:nvPr/>
                </p:nvSpPr>
                <p:spPr>
                  <a:xfrm>
                    <a:off x="1900510" y="2188475"/>
                    <a:ext cx="176559" cy="118907"/>
                  </a:xfrm>
                  <a:custGeom>
                    <a:avLst/>
                    <a:gdLst>
                      <a:gd name="connsiteX0" fmla="*/ 28354 w 176559"/>
                      <a:gd name="connsiteY0" fmla="*/ 89018 h 118907"/>
                      <a:gd name="connsiteX1" fmla="*/ 63559 w 176559"/>
                      <a:gd name="connsiteY1" fmla="*/ 118907 h 118907"/>
                      <a:gd name="connsiteX2" fmla="*/ 111170 w 176559"/>
                      <a:gd name="connsiteY2" fmla="*/ 118907 h 118907"/>
                      <a:gd name="connsiteX3" fmla="*/ 146316 w 176559"/>
                      <a:gd name="connsiteY3" fmla="*/ 89136 h 118907"/>
                      <a:gd name="connsiteX4" fmla="*/ 146848 w 176559"/>
                      <a:gd name="connsiteY4" fmla="*/ 89195 h 118907"/>
                      <a:gd name="connsiteX5" fmla="*/ 176560 w 176559"/>
                      <a:gd name="connsiteY5" fmla="*/ 59483 h 118907"/>
                      <a:gd name="connsiteX6" fmla="*/ 146848 w 176559"/>
                      <a:gd name="connsiteY6" fmla="*/ 29712 h 118907"/>
                      <a:gd name="connsiteX7" fmla="*/ 146316 w 176559"/>
                      <a:gd name="connsiteY7" fmla="*/ 29771 h 118907"/>
                      <a:gd name="connsiteX8" fmla="*/ 111170 w 176559"/>
                      <a:gd name="connsiteY8" fmla="*/ 0 h 118907"/>
                      <a:gd name="connsiteX9" fmla="*/ 63559 w 176559"/>
                      <a:gd name="connsiteY9" fmla="*/ 0 h 118907"/>
                      <a:gd name="connsiteX10" fmla="*/ 28354 w 176559"/>
                      <a:gd name="connsiteY10" fmla="*/ 29889 h 118907"/>
                      <a:gd name="connsiteX11" fmla="*/ 0 w 176559"/>
                      <a:gd name="connsiteY11" fmla="*/ 59483 h 118907"/>
                      <a:gd name="connsiteX12" fmla="*/ 28354 w 176559"/>
                      <a:gd name="connsiteY12" fmla="*/ 89018 h 118907"/>
                      <a:gd name="connsiteX13" fmla="*/ 34320 w 176559"/>
                      <a:gd name="connsiteY13" fmla="*/ 88723 h 118907"/>
                      <a:gd name="connsiteX14" fmla="*/ 59424 w 176559"/>
                      <a:gd name="connsiteY14" fmla="*/ 59424 h 118907"/>
                      <a:gd name="connsiteX15" fmla="*/ 34320 w 176559"/>
                      <a:gd name="connsiteY15" fmla="*/ 30126 h 118907"/>
                      <a:gd name="connsiteX16" fmla="*/ 63500 w 176559"/>
                      <a:gd name="connsiteY16" fmla="*/ 5848 h 118907"/>
                      <a:gd name="connsiteX17" fmla="*/ 111110 w 176559"/>
                      <a:gd name="connsiteY17" fmla="*/ 5848 h 118907"/>
                      <a:gd name="connsiteX18" fmla="*/ 140350 w 176559"/>
                      <a:gd name="connsiteY18" fmla="*/ 30421 h 118907"/>
                      <a:gd name="connsiteX19" fmla="*/ 117077 w 176559"/>
                      <a:gd name="connsiteY19" fmla="*/ 59424 h 118907"/>
                      <a:gd name="connsiteX20" fmla="*/ 140350 w 176559"/>
                      <a:gd name="connsiteY20" fmla="*/ 88427 h 118907"/>
                      <a:gd name="connsiteX21" fmla="*/ 111110 w 176559"/>
                      <a:gd name="connsiteY21" fmla="*/ 113001 h 118907"/>
                      <a:gd name="connsiteX22" fmla="*/ 63500 w 176559"/>
                      <a:gd name="connsiteY22" fmla="*/ 113001 h 118907"/>
                      <a:gd name="connsiteX23" fmla="*/ 34320 w 176559"/>
                      <a:gd name="connsiteY23" fmla="*/ 88723 h 118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559" h="118907">
                        <a:moveTo>
                          <a:pt x="28354" y="89018"/>
                        </a:moveTo>
                        <a:cubicBezTo>
                          <a:pt x="31130" y="105971"/>
                          <a:pt x="45779" y="118907"/>
                          <a:pt x="63559" y="118907"/>
                        </a:cubicBezTo>
                        <a:lnTo>
                          <a:pt x="111170" y="118907"/>
                        </a:lnTo>
                        <a:cubicBezTo>
                          <a:pt x="128890" y="118907"/>
                          <a:pt x="143540" y="106030"/>
                          <a:pt x="146316" y="89136"/>
                        </a:cubicBezTo>
                        <a:cubicBezTo>
                          <a:pt x="146493" y="89136"/>
                          <a:pt x="146671" y="89195"/>
                          <a:pt x="146848" y="89195"/>
                        </a:cubicBezTo>
                        <a:cubicBezTo>
                          <a:pt x="163269" y="89195"/>
                          <a:pt x="176560" y="75905"/>
                          <a:pt x="176560" y="59483"/>
                        </a:cubicBezTo>
                        <a:cubicBezTo>
                          <a:pt x="176560" y="43062"/>
                          <a:pt x="163269" y="29712"/>
                          <a:pt x="146848" y="29712"/>
                        </a:cubicBezTo>
                        <a:cubicBezTo>
                          <a:pt x="146671" y="29712"/>
                          <a:pt x="146493" y="29771"/>
                          <a:pt x="146316" y="29771"/>
                        </a:cubicBezTo>
                        <a:cubicBezTo>
                          <a:pt x="143481" y="12877"/>
                          <a:pt x="128831" y="0"/>
                          <a:pt x="111170" y="0"/>
                        </a:cubicBezTo>
                        <a:lnTo>
                          <a:pt x="63559" y="0"/>
                        </a:lnTo>
                        <a:cubicBezTo>
                          <a:pt x="45838" y="0"/>
                          <a:pt x="31189" y="12936"/>
                          <a:pt x="28354" y="29889"/>
                        </a:cubicBezTo>
                        <a:cubicBezTo>
                          <a:pt x="12582" y="30598"/>
                          <a:pt x="0" y="43534"/>
                          <a:pt x="0" y="59483"/>
                        </a:cubicBezTo>
                        <a:cubicBezTo>
                          <a:pt x="-59" y="75432"/>
                          <a:pt x="12582" y="88309"/>
                          <a:pt x="28354" y="89018"/>
                        </a:cubicBezTo>
                        <a:close/>
                        <a:moveTo>
                          <a:pt x="34320" y="88723"/>
                        </a:moveTo>
                        <a:cubicBezTo>
                          <a:pt x="48556" y="86478"/>
                          <a:pt x="59424" y="74310"/>
                          <a:pt x="59424" y="59424"/>
                        </a:cubicBezTo>
                        <a:cubicBezTo>
                          <a:pt x="59424" y="44598"/>
                          <a:pt x="48497" y="32370"/>
                          <a:pt x="34320" y="30126"/>
                        </a:cubicBezTo>
                        <a:cubicBezTo>
                          <a:pt x="36919" y="16362"/>
                          <a:pt x="48969" y="5848"/>
                          <a:pt x="63500" y="5848"/>
                        </a:cubicBezTo>
                        <a:lnTo>
                          <a:pt x="111110" y="5848"/>
                        </a:lnTo>
                        <a:cubicBezTo>
                          <a:pt x="125760" y="5848"/>
                          <a:pt x="137869" y="16481"/>
                          <a:pt x="140350" y="30421"/>
                        </a:cubicBezTo>
                        <a:cubicBezTo>
                          <a:pt x="127059" y="33375"/>
                          <a:pt x="117077" y="45189"/>
                          <a:pt x="117077" y="59424"/>
                        </a:cubicBezTo>
                        <a:cubicBezTo>
                          <a:pt x="117077" y="73601"/>
                          <a:pt x="127059" y="85474"/>
                          <a:pt x="140350" y="88427"/>
                        </a:cubicBezTo>
                        <a:cubicBezTo>
                          <a:pt x="137869" y="102368"/>
                          <a:pt x="125760" y="113001"/>
                          <a:pt x="111110" y="113001"/>
                        </a:cubicBezTo>
                        <a:lnTo>
                          <a:pt x="63500" y="113001"/>
                        </a:lnTo>
                        <a:cubicBezTo>
                          <a:pt x="48969" y="113001"/>
                          <a:pt x="36919" y="102486"/>
                          <a:pt x="34320" y="8872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123" name="Graphic 4773">
                  <a:extLst>
                    <a:ext uri="{FF2B5EF4-FFF2-40B4-BE49-F238E27FC236}">
                      <a16:creationId xmlns:a16="http://schemas.microsoft.com/office/drawing/2014/main" id="{D492804A-08A4-8155-3E27-4132C40B85BC}"/>
                    </a:ext>
                  </a:extLst>
                </p:cNvPr>
                <p:cNvGrpSpPr/>
                <p:nvPr/>
              </p:nvGrpSpPr>
              <p:grpSpPr>
                <a:xfrm>
                  <a:off x="2558193" y="4022355"/>
                  <a:ext cx="400670" cy="114063"/>
                  <a:chOff x="2558193" y="4022355"/>
                  <a:chExt cx="400670" cy="114063"/>
                </a:xfrm>
                <a:grpFill/>
              </p:grpSpPr>
              <p:grpSp>
                <p:nvGrpSpPr>
                  <p:cNvPr id="1233" name="Graphic 4773">
                    <a:extLst>
                      <a:ext uri="{FF2B5EF4-FFF2-40B4-BE49-F238E27FC236}">
                        <a16:creationId xmlns:a16="http://schemas.microsoft.com/office/drawing/2014/main" id="{853C5387-9E04-75D9-CD77-B83851A3B801}"/>
                      </a:ext>
                    </a:extLst>
                  </p:cNvPr>
                  <p:cNvGrpSpPr/>
                  <p:nvPr/>
                </p:nvGrpSpPr>
                <p:grpSpPr>
                  <a:xfrm>
                    <a:off x="2558193" y="4022355"/>
                    <a:ext cx="114004" cy="114004"/>
                    <a:chOff x="2558193" y="4022355"/>
                    <a:chExt cx="114004" cy="114004"/>
                  </a:xfrm>
                  <a:grpFill/>
                </p:grpSpPr>
                <p:sp>
                  <p:nvSpPr>
                    <p:cNvPr id="1241" name="Freeform: Shape 1240">
                      <a:extLst>
                        <a:ext uri="{FF2B5EF4-FFF2-40B4-BE49-F238E27FC236}">
                          <a16:creationId xmlns:a16="http://schemas.microsoft.com/office/drawing/2014/main" id="{6E80D14E-549C-D335-E4E4-8A35911F1D36}"/>
                        </a:ext>
                      </a:extLst>
                    </p:cNvPr>
                    <p:cNvSpPr/>
                    <p:nvPr/>
                  </p:nvSpPr>
                  <p:spPr>
                    <a:xfrm>
                      <a:off x="2558193" y="4022355"/>
                      <a:ext cx="114004" cy="114004"/>
                    </a:xfrm>
                    <a:custGeom>
                      <a:avLst/>
                      <a:gdLst>
                        <a:gd name="connsiteX0" fmla="*/ 34201 w 114004"/>
                        <a:gd name="connsiteY0" fmla="*/ 114005 h 114004"/>
                        <a:gd name="connsiteX1" fmla="*/ 79803 w 114004"/>
                        <a:gd name="connsiteY1" fmla="*/ 114005 h 114004"/>
                        <a:gd name="connsiteX2" fmla="*/ 114005 w 114004"/>
                        <a:gd name="connsiteY2" fmla="*/ 79803 h 114004"/>
                        <a:gd name="connsiteX3" fmla="*/ 114005 w 114004"/>
                        <a:gd name="connsiteY3" fmla="*/ 34201 h 114004"/>
                        <a:gd name="connsiteX4" fmla="*/ 79803 w 114004"/>
                        <a:gd name="connsiteY4" fmla="*/ 0 h 114004"/>
                        <a:gd name="connsiteX5" fmla="*/ 34201 w 114004"/>
                        <a:gd name="connsiteY5" fmla="*/ 0 h 114004"/>
                        <a:gd name="connsiteX6" fmla="*/ 0 w 114004"/>
                        <a:gd name="connsiteY6" fmla="*/ 34201 h 114004"/>
                        <a:gd name="connsiteX7" fmla="*/ 0 w 114004"/>
                        <a:gd name="connsiteY7" fmla="*/ 79803 h 114004"/>
                        <a:gd name="connsiteX8" fmla="*/ 34201 w 114004"/>
                        <a:gd name="connsiteY8" fmla="*/ 114005 h 114004"/>
                        <a:gd name="connsiteX9" fmla="*/ 34201 w 114004"/>
                        <a:gd name="connsiteY9" fmla="*/ 108334 h 114004"/>
                        <a:gd name="connsiteX10" fmla="*/ 5730 w 114004"/>
                        <a:gd name="connsiteY10" fmla="*/ 79862 h 114004"/>
                        <a:gd name="connsiteX11" fmla="*/ 5730 w 114004"/>
                        <a:gd name="connsiteY11" fmla="*/ 34260 h 114004"/>
                        <a:gd name="connsiteX12" fmla="*/ 34201 w 114004"/>
                        <a:gd name="connsiteY12" fmla="*/ 5789 h 114004"/>
                        <a:gd name="connsiteX13" fmla="*/ 79803 w 114004"/>
                        <a:gd name="connsiteY13" fmla="*/ 5789 h 114004"/>
                        <a:gd name="connsiteX14" fmla="*/ 108275 w 114004"/>
                        <a:gd name="connsiteY14" fmla="*/ 34260 h 114004"/>
                        <a:gd name="connsiteX15" fmla="*/ 108275 w 114004"/>
                        <a:gd name="connsiteY15" fmla="*/ 79862 h 114004"/>
                        <a:gd name="connsiteX16" fmla="*/ 79803 w 114004"/>
                        <a:gd name="connsiteY16" fmla="*/ 108334 h 114004"/>
                        <a:gd name="connsiteX17" fmla="*/ 34201 w 114004"/>
                        <a:gd name="connsiteY17" fmla="*/ 108334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34201" y="114005"/>
                          </a:moveTo>
                          <a:lnTo>
                            <a:pt x="79803" y="114005"/>
                          </a:lnTo>
                          <a:cubicBezTo>
                            <a:pt x="98706" y="114005"/>
                            <a:pt x="114005" y="98705"/>
                            <a:pt x="114005" y="79803"/>
                          </a:cubicBezTo>
                          <a:lnTo>
                            <a:pt x="114005" y="34201"/>
                          </a:lnTo>
                          <a:cubicBezTo>
                            <a:pt x="114005" y="15299"/>
                            <a:pt x="98706" y="0"/>
                            <a:pt x="79803" y="0"/>
                          </a:cubicBezTo>
                          <a:lnTo>
                            <a:pt x="34201" y="0"/>
                          </a:lnTo>
                          <a:cubicBezTo>
                            <a:pt x="15299" y="0"/>
                            <a:pt x="0" y="15299"/>
                            <a:pt x="0" y="34201"/>
                          </a:cubicBezTo>
                          <a:lnTo>
                            <a:pt x="0" y="79803"/>
                          </a:lnTo>
                          <a:cubicBezTo>
                            <a:pt x="0" y="98705"/>
                            <a:pt x="15358" y="114005"/>
                            <a:pt x="34201" y="114005"/>
                          </a:cubicBezTo>
                          <a:close/>
                          <a:moveTo>
                            <a:pt x="34201" y="108334"/>
                          </a:moveTo>
                          <a:cubicBezTo>
                            <a:pt x="18489" y="108334"/>
                            <a:pt x="5730" y="95575"/>
                            <a:pt x="5730" y="79862"/>
                          </a:cubicBezTo>
                          <a:lnTo>
                            <a:pt x="5730" y="34260"/>
                          </a:lnTo>
                          <a:cubicBezTo>
                            <a:pt x="5730" y="18548"/>
                            <a:pt x="18489" y="5789"/>
                            <a:pt x="34201" y="5789"/>
                          </a:cubicBezTo>
                          <a:lnTo>
                            <a:pt x="79803" y="5789"/>
                          </a:lnTo>
                          <a:cubicBezTo>
                            <a:pt x="95516" y="5789"/>
                            <a:pt x="108275" y="18548"/>
                            <a:pt x="108275" y="34260"/>
                          </a:cubicBezTo>
                          <a:lnTo>
                            <a:pt x="108275" y="79862"/>
                          </a:lnTo>
                          <a:cubicBezTo>
                            <a:pt x="108275" y="95575"/>
                            <a:pt x="95516" y="108334"/>
                            <a:pt x="79803" y="108334"/>
                          </a:cubicBezTo>
                          <a:lnTo>
                            <a:pt x="34201" y="108334"/>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42" name="Freeform: Shape 1241">
                      <a:extLst>
                        <a:ext uri="{FF2B5EF4-FFF2-40B4-BE49-F238E27FC236}">
                          <a16:creationId xmlns:a16="http://schemas.microsoft.com/office/drawing/2014/main" id="{972B8919-4EC9-AFED-219E-375B5432A352}"/>
                        </a:ext>
                      </a:extLst>
                    </p:cNvPr>
                    <p:cNvSpPr/>
                    <p:nvPr/>
                  </p:nvSpPr>
                  <p:spPr>
                    <a:xfrm>
                      <a:off x="2593812" y="4054725"/>
                      <a:ext cx="42766" cy="49323"/>
                    </a:xfrm>
                    <a:custGeom>
                      <a:avLst/>
                      <a:gdLst>
                        <a:gd name="connsiteX0" fmla="*/ 42767 w 42766"/>
                        <a:gd name="connsiteY0" fmla="*/ 0 h 49323"/>
                        <a:gd name="connsiteX1" fmla="*/ 42767 w 42766"/>
                        <a:gd name="connsiteY1" fmla="*/ 49323 h 49323"/>
                        <a:gd name="connsiteX2" fmla="*/ 0 w 42766"/>
                        <a:gd name="connsiteY2" fmla="*/ 24691 h 49323"/>
                      </a:gdLst>
                      <a:ahLst/>
                      <a:cxnLst>
                        <a:cxn ang="0">
                          <a:pos x="connsiteX0" y="connsiteY0"/>
                        </a:cxn>
                        <a:cxn ang="0">
                          <a:pos x="connsiteX1" y="connsiteY1"/>
                        </a:cxn>
                        <a:cxn ang="0">
                          <a:pos x="connsiteX2" y="connsiteY2"/>
                        </a:cxn>
                      </a:cxnLst>
                      <a:rect l="l" t="t" r="r" b="b"/>
                      <a:pathLst>
                        <a:path w="42766" h="49323">
                          <a:moveTo>
                            <a:pt x="42767" y="0"/>
                          </a:moveTo>
                          <a:lnTo>
                            <a:pt x="42767" y="49323"/>
                          </a:lnTo>
                          <a:lnTo>
                            <a:pt x="0" y="24691"/>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234" name="Graphic 4773">
                    <a:extLst>
                      <a:ext uri="{FF2B5EF4-FFF2-40B4-BE49-F238E27FC236}">
                        <a16:creationId xmlns:a16="http://schemas.microsoft.com/office/drawing/2014/main" id="{1B4E7E2D-C991-D6BC-6280-75472389A2D9}"/>
                      </a:ext>
                    </a:extLst>
                  </p:cNvPr>
                  <p:cNvGrpSpPr/>
                  <p:nvPr/>
                </p:nvGrpSpPr>
                <p:grpSpPr>
                  <a:xfrm>
                    <a:off x="2844858" y="4022414"/>
                    <a:ext cx="114004" cy="114004"/>
                    <a:chOff x="2844858" y="4022414"/>
                    <a:chExt cx="114004" cy="114004"/>
                  </a:xfrm>
                  <a:grpFill/>
                </p:grpSpPr>
                <p:sp>
                  <p:nvSpPr>
                    <p:cNvPr id="1239" name="Freeform: Shape 1238">
                      <a:extLst>
                        <a:ext uri="{FF2B5EF4-FFF2-40B4-BE49-F238E27FC236}">
                          <a16:creationId xmlns:a16="http://schemas.microsoft.com/office/drawing/2014/main" id="{745292F6-F009-A6DB-009E-9D48BF2C12C7}"/>
                        </a:ext>
                      </a:extLst>
                    </p:cNvPr>
                    <p:cNvSpPr/>
                    <p:nvPr/>
                  </p:nvSpPr>
                  <p:spPr>
                    <a:xfrm>
                      <a:off x="2844858" y="4022414"/>
                      <a:ext cx="114004" cy="114004"/>
                    </a:xfrm>
                    <a:custGeom>
                      <a:avLst/>
                      <a:gdLst>
                        <a:gd name="connsiteX0" fmla="*/ 79803 w 114004"/>
                        <a:gd name="connsiteY0" fmla="*/ 0 h 114004"/>
                        <a:gd name="connsiteX1" fmla="*/ 34201 w 114004"/>
                        <a:gd name="connsiteY1" fmla="*/ 0 h 114004"/>
                        <a:gd name="connsiteX2" fmla="*/ 0 w 114004"/>
                        <a:gd name="connsiteY2" fmla="*/ 34201 h 114004"/>
                        <a:gd name="connsiteX3" fmla="*/ 0 w 114004"/>
                        <a:gd name="connsiteY3" fmla="*/ 79803 h 114004"/>
                        <a:gd name="connsiteX4" fmla="*/ 34201 w 114004"/>
                        <a:gd name="connsiteY4" fmla="*/ 114005 h 114004"/>
                        <a:gd name="connsiteX5" fmla="*/ 79803 w 114004"/>
                        <a:gd name="connsiteY5" fmla="*/ 114005 h 114004"/>
                        <a:gd name="connsiteX6" fmla="*/ 114005 w 114004"/>
                        <a:gd name="connsiteY6" fmla="*/ 79803 h 114004"/>
                        <a:gd name="connsiteX7" fmla="*/ 114005 w 114004"/>
                        <a:gd name="connsiteY7" fmla="*/ 34201 h 114004"/>
                        <a:gd name="connsiteX8" fmla="*/ 79803 w 114004"/>
                        <a:gd name="connsiteY8" fmla="*/ 0 h 114004"/>
                        <a:gd name="connsiteX9" fmla="*/ 79803 w 114004"/>
                        <a:gd name="connsiteY9" fmla="*/ 5670 h 114004"/>
                        <a:gd name="connsiteX10" fmla="*/ 108275 w 114004"/>
                        <a:gd name="connsiteY10" fmla="*/ 34142 h 114004"/>
                        <a:gd name="connsiteX11" fmla="*/ 108275 w 114004"/>
                        <a:gd name="connsiteY11" fmla="*/ 79744 h 114004"/>
                        <a:gd name="connsiteX12" fmla="*/ 79803 w 114004"/>
                        <a:gd name="connsiteY12" fmla="*/ 108216 h 114004"/>
                        <a:gd name="connsiteX13" fmla="*/ 34201 w 114004"/>
                        <a:gd name="connsiteY13" fmla="*/ 108216 h 114004"/>
                        <a:gd name="connsiteX14" fmla="*/ 5730 w 114004"/>
                        <a:gd name="connsiteY14" fmla="*/ 79744 h 114004"/>
                        <a:gd name="connsiteX15" fmla="*/ 5730 w 114004"/>
                        <a:gd name="connsiteY15" fmla="*/ 34142 h 114004"/>
                        <a:gd name="connsiteX16" fmla="*/ 34201 w 114004"/>
                        <a:gd name="connsiteY16" fmla="*/ 5670 h 114004"/>
                        <a:gd name="connsiteX17" fmla="*/ 79803 w 114004"/>
                        <a:gd name="connsiteY17" fmla="*/ 5670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79803" y="0"/>
                          </a:moveTo>
                          <a:lnTo>
                            <a:pt x="34201" y="0"/>
                          </a:lnTo>
                          <a:cubicBezTo>
                            <a:pt x="15299" y="0"/>
                            <a:pt x="0" y="15299"/>
                            <a:pt x="0" y="34201"/>
                          </a:cubicBez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close/>
                          <a:moveTo>
                            <a:pt x="79803" y="5670"/>
                          </a:moveTo>
                          <a:cubicBezTo>
                            <a:pt x="95516" y="5670"/>
                            <a:pt x="108275" y="18489"/>
                            <a:pt x="108275" y="34142"/>
                          </a:cubicBezTo>
                          <a:lnTo>
                            <a:pt x="108275" y="79744"/>
                          </a:lnTo>
                          <a:cubicBezTo>
                            <a:pt x="108275" y="95457"/>
                            <a:pt x="95516" y="108216"/>
                            <a:pt x="79803" y="108216"/>
                          </a:cubicBezTo>
                          <a:lnTo>
                            <a:pt x="34201" y="108216"/>
                          </a:lnTo>
                          <a:cubicBezTo>
                            <a:pt x="18489" y="108216"/>
                            <a:pt x="5730" y="95457"/>
                            <a:pt x="5730" y="79744"/>
                          </a:cubicBezTo>
                          <a:lnTo>
                            <a:pt x="5730" y="34142"/>
                          </a:lnTo>
                          <a:cubicBezTo>
                            <a:pt x="5730" y="18430"/>
                            <a:pt x="18489" y="5670"/>
                            <a:pt x="34201" y="5670"/>
                          </a:cubicBezTo>
                          <a:lnTo>
                            <a:pt x="79803" y="56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40" name="Freeform: Shape 1239">
                      <a:extLst>
                        <a:ext uri="{FF2B5EF4-FFF2-40B4-BE49-F238E27FC236}">
                          <a16:creationId xmlns:a16="http://schemas.microsoft.com/office/drawing/2014/main" id="{132EFB7F-0026-1C49-78D5-297166A6FF51}"/>
                        </a:ext>
                      </a:extLst>
                    </p:cNvPr>
                    <p:cNvSpPr/>
                    <p:nvPr/>
                  </p:nvSpPr>
                  <p:spPr>
                    <a:xfrm>
                      <a:off x="2880537" y="4054725"/>
                      <a:ext cx="42707" cy="49323"/>
                    </a:xfrm>
                    <a:custGeom>
                      <a:avLst/>
                      <a:gdLst>
                        <a:gd name="connsiteX0" fmla="*/ 0 w 42707"/>
                        <a:gd name="connsiteY0" fmla="*/ 49323 h 49323"/>
                        <a:gd name="connsiteX1" fmla="*/ 0 w 42707"/>
                        <a:gd name="connsiteY1" fmla="*/ 0 h 49323"/>
                        <a:gd name="connsiteX2" fmla="*/ 42708 w 42707"/>
                        <a:gd name="connsiteY2" fmla="*/ 24691 h 49323"/>
                      </a:gdLst>
                      <a:ahLst/>
                      <a:cxnLst>
                        <a:cxn ang="0">
                          <a:pos x="connsiteX0" y="connsiteY0"/>
                        </a:cxn>
                        <a:cxn ang="0">
                          <a:pos x="connsiteX1" y="connsiteY1"/>
                        </a:cxn>
                        <a:cxn ang="0">
                          <a:pos x="connsiteX2" y="connsiteY2"/>
                        </a:cxn>
                      </a:cxnLst>
                      <a:rect l="l" t="t" r="r" b="b"/>
                      <a:pathLst>
                        <a:path w="42707" h="49323">
                          <a:moveTo>
                            <a:pt x="0" y="49323"/>
                          </a:moveTo>
                          <a:lnTo>
                            <a:pt x="0" y="0"/>
                          </a:lnTo>
                          <a:lnTo>
                            <a:pt x="42708" y="24691"/>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235" name="Graphic 4773">
                    <a:extLst>
                      <a:ext uri="{FF2B5EF4-FFF2-40B4-BE49-F238E27FC236}">
                        <a16:creationId xmlns:a16="http://schemas.microsoft.com/office/drawing/2014/main" id="{B587B0B6-8353-CDB7-C4CE-3C6B637EA9E2}"/>
                      </a:ext>
                    </a:extLst>
                  </p:cNvPr>
                  <p:cNvGrpSpPr/>
                  <p:nvPr/>
                </p:nvGrpSpPr>
                <p:grpSpPr>
                  <a:xfrm>
                    <a:off x="2702441" y="4022414"/>
                    <a:ext cx="114004" cy="114004"/>
                    <a:chOff x="2702441" y="4022414"/>
                    <a:chExt cx="114004" cy="114004"/>
                  </a:xfrm>
                  <a:grpFill/>
                </p:grpSpPr>
                <p:sp>
                  <p:nvSpPr>
                    <p:cNvPr id="1236" name="Freeform: Shape 1235">
                      <a:extLst>
                        <a:ext uri="{FF2B5EF4-FFF2-40B4-BE49-F238E27FC236}">
                          <a16:creationId xmlns:a16="http://schemas.microsoft.com/office/drawing/2014/main" id="{0B9CB578-795E-8F61-461F-C0BDE30E0E1E}"/>
                        </a:ext>
                      </a:extLst>
                    </p:cNvPr>
                    <p:cNvSpPr/>
                    <p:nvPr/>
                  </p:nvSpPr>
                  <p:spPr>
                    <a:xfrm>
                      <a:off x="2702441" y="4022414"/>
                      <a:ext cx="114004" cy="114004"/>
                    </a:xfrm>
                    <a:custGeom>
                      <a:avLst/>
                      <a:gdLst>
                        <a:gd name="connsiteX0" fmla="*/ 0 w 114004"/>
                        <a:gd name="connsiteY0" fmla="*/ 34201 h 114004"/>
                        <a:gd name="connsiteX1" fmla="*/ 0 w 114004"/>
                        <a:gd name="connsiteY1" fmla="*/ 79803 h 114004"/>
                        <a:gd name="connsiteX2" fmla="*/ 34201 w 114004"/>
                        <a:gd name="connsiteY2" fmla="*/ 114005 h 114004"/>
                        <a:gd name="connsiteX3" fmla="*/ 79803 w 114004"/>
                        <a:gd name="connsiteY3" fmla="*/ 114005 h 114004"/>
                        <a:gd name="connsiteX4" fmla="*/ 114005 w 114004"/>
                        <a:gd name="connsiteY4" fmla="*/ 79803 h 114004"/>
                        <a:gd name="connsiteX5" fmla="*/ 114005 w 114004"/>
                        <a:gd name="connsiteY5" fmla="*/ 34201 h 114004"/>
                        <a:gd name="connsiteX6" fmla="*/ 79803 w 114004"/>
                        <a:gd name="connsiteY6" fmla="*/ 0 h 114004"/>
                        <a:gd name="connsiteX7" fmla="*/ 34201 w 114004"/>
                        <a:gd name="connsiteY7" fmla="*/ 0 h 114004"/>
                        <a:gd name="connsiteX8" fmla="*/ 0 w 114004"/>
                        <a:gd name="connsiteY8" fmla="*/ 34201 h 114004"/>
                        <a:gd name="connsiteX9" fmla="*/ 5730 w 114004"/>
                        <a:gd name="connsiteY9" fmla="*/ 34201 h 114004"/>
                        <a:gd name="connsiteX10" fmla="*/ 34201 w 114004"/>
                        <a:gd name="connsiteY10" fmla="*/ 5730 h 114004"/>
                        <a:gd name="connsiteX11" fmla="*/ 79803 w 114004"/>
                        <a:gd name="connsiteY11" fmla="*/ 5730 h 114004"/>
                        <a:gd name="connsiteX12" fmla="*/ 108275 w 114004"/>
                        <a:gd name="connsiteY12" fmla="*/ 34201 h 114004"/>
                        <a:gd name="connsiteX13" fmla="*/ 108275 w 114004"/>
                        <a:gd name="connsiteY13" fmla="*/ 79803 h 114004"/>
                        <a:gd name="connsiteX14" fmla="*/ 79803 w 114004"/>
                        <a:gd name="connsiteY14" fmla="*/ 108275 h 114004"/>
                        <a:gd name="connsiteX15" fmla="*/ 34201 w 114004"/>
                        <a:gd name="connsiteY15" fmla="*/ 108275 h 114004"/>
                        <a:gd name="connsiteX16" fmla="*/ 5730 w 114004"/>
                        <a:gd name="connsiteY16" fmla="*/ 79803 h 114004"/>
                        <a:gd name="connsiteX17" fmla="*/ 5730 w 114004"/>
                        <a:gd name="connsiteY17" fmla="*/ 34201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0" y="34201"/>
                          </a:move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lnTo>
                            <a:pt x="34201" y="0"/>
                          </a:lnTo>
                          <a:cubicBezTo>
                            <a:pt x="15358" y="0"/>
                            <a:pt x="0" y="15299"/>
                            <a:pt x="0" y="34201"/>
                          </a:cubicBezTo>
                          <a:close/>
                          <a:moveTo>
                            <a:pt x="5730" y="34201"/>
                          </a:moveTo>
                          <a:cubicBezTo>
                            <a:pt x="5730" y="18489"/>
                            <a:pt x="18489" y="5730"/>
                            <a:pt x="34201" y="5730"/>
                          </a:cubicBezTo>
                          <a:lnTo>
                            <a:pt x="79803" y="5730"/>
                          </a:lnTo>
                          <a:cubicBezTo>
                            <a:pt x="95516" y="5730"/>
                            <a:pt x="108275" y="18489"/>
                            <a:pt x="108275" y="34201"/>
                          </a:cubicBezTo>
                          <a:lnTo>
                            <a:pt x="108275" y="79803"/>
                          </a:lnTo>
                          <a:cubicBezTo>
                            <a:pt x="108275" y="95516"/>
                            <a:pt x="95516" y="108275"/>
                            <a:pt x="79803" y="108275"/>
                          </a:cubicBezTo>
                          <a:lnTo>
                            <a:pt x="34201" y="108275"/>
                          </a:lnTo>
                          <a:cubicBezTo>
                            <a:pt x="18489" y="108275"/>
                            <a:pt x="5730" y="95516"/>
                            <a:pt x="5730" y="79803"/>
                          </a:cubicBezTo>
                          <a:lnTo>
                            <a:pt x="5730" y="34201"/>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37" name="Freeform: Shape 1236">
                      <a:extLst>
                        <a:ext uri="{FF2B5EF4-FFF2-40B4-BE49-F238E27FC236}">
                          <a16:creationId xmlns:a16="http://schemas.microsoft.com/office/drawing/2014/main" id="{E98CAF6D-5A54-B903-2076-E09242F0E613}"/>
                        </a:ext>
                      </a:extLst>
                    </p:cNvPr>
                    <p:cNvSpPr/>
                    <p:nvPr/>
                  </p:nvSpPr>
                  <p:spPr>
                    <a:xfrm>
                      <a:off x="2765114"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38" name="Freeform: Shape 1237">
                      <a:extLst>
                        <a:ext uri="{FF2B5EF4-FFF2-40B4-BE49-F238E27FC236}">
                          <a16:creationId xmlns:a16="http://schemas.microsoft.com/office/drawing/2014/main" id="{97707423-84BA-D2DE-A378-0D542DB1C948}"/>
                        </a:ext>
                      </a:extLst>
                    </p:cNvPr>
                    <p:cNvSpPr/>
                    <p:nvPr/>
                  </p:nvSpPr>
                  <p:spPr>
                    <a:xfrm>
                      <a:off x="2738533"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1124" name="Graphic 4773">
                  <a:extLst>
                    <a:ext uri="{FF2B5EF4-FFF2-40B4-BE49-F238E27FC236}">
                      <a16:creationId xmlns:a16="http://schemas.microsoft.com/office/drawing/2014/main" id="{0DAA08A0-FA50-6826-0A2E-15AB49B19220}"/>
                    </a:ext>
                  </a:extLst>
                </p:cNvPr>
                <p:cNvGrpSpPr/>
                <p:nvPr/>
              </p:nvGrpSpPr>
              <p:grpSpPr>
                <a:xfrm>
                  <a:off x="4176882" y="1893185"/>
                  <a:ext cx="116840" cy="236869"/>
                  <a:chOff x="4176882" y="1893185"/>
                  <a:chExt cx="116840" cy="236869"/>
                </a:xfrm>
                <a:grpFill/>
              </p:grpSpPr>
              <p:sp>
                <p:nvSpPr>
                  <p:cNvPr id="1231" name="Freeform: Shape 1230">
                    <a:extLst>
                      <a:ext uri="{FF2B5EF4-FFF2-40B4-BE49-F238E27FC236}">
                        <a16:creationId xmlns:a16="http://schemas.microsoft.com/office/drawing/2014/main" id="{4F941832-3AD4-A088-369B-D257C0757618}"/>
                      </a:ext>
                    </a:extLst>
                  </p:cNvPr>
                  <p:cNvSpPr/>
                  <p:nvPr/>
                </p:nvSpPr>
                <p:spPr>
                  <a:xfrm>
                    <a:off x="4176941" y="2013274"/>
                    <a:ext cx="116781" cy="116781"/>
                  </a:xfrm>
                  <a:custGeom>
                    <a:avLst/>
                    <a:gdLst>
                      <a:gd name="connsiteX0" fmla="*/ 116781 w 116781"/>
                      <a:gd name="connsiteY0" fmla="*/ 97524 h 116781"/>
                      <a:gd name="connsiteX1" fmla="*/ 39813 w 116781"/>
                      <a:gd name="connsiteY1" fmla="*/ 20556 h 116781"/>
                      <a:gd name="connsiteX2" fmla="*/ 102782 w 116781"/>
                      <a:gd name="connsiteY2" fmla="*/ 20556 h 116781"/>
                      <a:gd name="connsiteX3" fmla="*/ 82225 w 116781"/>
                      <a:gd name="connsiteY3" fmla="*/ 0 h 116781"/>
                      <a:gd name="connsiteX4" fmla="*/ 0 w 116781"/>
                      <a:gd name="connsiteY4" fmla="*/ 0 h 116781"/>
                      <a:gd name="connsiteX5" fmla="*/ 0 w 116781"/>
                      <a:gd name="connsiteY5" fmla="*/ 82225 h 116781"/>
                      <a:gd name="connsiteX6" fmla="*/ 20556 w 116781"/>
                      <a:gd name="connsiteY6" fmla="*/ 102782 h 116781"/>
                      <a:gd name="connsiteX7" fmla="*/ 20556 w 116781"/>
                      <a:gd name="connsiteY7" fmla="*/ 39813 h 116781"/>
                      <a:gd name="connsiteX8" fmla="*/ 97524 w 116781"/>
                      <a:gd name="connsiteY8" fmla="*/ 116781 h 116781"/>
                      <a:gd name="connsiteX9" fmla="*/ 116781 w 116781"/>
                      <a:gd name="connsiteY9" fmla="*/ 97524 h 116781"/>
                      <a:gd name="connsiteX10" fmla="*/ 37746 w 116781"/>
                      <a:gd name="connsiteY10" fmla="*/ 22624 h 116781"/>
                      <a:gd name="connsiteX11" fmla="*/ 112646 w 116781"/>
                      <a:gd name="connsiteY11" fmla="*/ 97524 h 116781"/>
                      <a:gd name="connsiteX12" fmla="*/ 97465 w 116781"/>
                      <a:gd name="connsiteY12" fmla="*/ 112705 h 116781"/>
                      <a:gd name="connsiteX13" fmla="*/ 22565 w 116781"/>
                      <a:gd name="connsiteY13" fmla="*/ 37805 h 116781"/>
                      <a:gd name="connsiteX14" fmla="*/ 17603 w 116781"/>
                      <a:gd name="connsiteY14" fmla="*/ 32843 h 116781"/>
                      <a:gd name="connsiteX15" fmla="*/ 17603 w 116781"/>
                      <a:gd name="connsiteY15" fmla="*/ 39872 h 116781"/>
                      <a:gd name="connsiteX16" fmla="*/ 17603 w 116781"/>
                      <a:gd name="connsiteY16" fmla="*/ 95870 h 116781"/>
                      <a:gd name="connsiteX17" fmla="*/ 2835 w 116781"/>
                      <a:gd name="connsiteY17" fmla="*/ 81103 h 116781"/>
                      <a:gd name="connsiteX18" fmla="*/ 2835 w 116781"/>
                      <a:gd name="connsiteY18" fmla="*/ 2953 h 116781"/>
                      <a:gd name="connsiteX19" fmla="*/ 80985 w 116781"/>
                      <a:gd name="connsiteY19" fmla="*/ 2953 h 116781"/>
                      <a:gd name="connsiteX20" fmla="*/ 95752 w 116781"/>
                      <a:gd name="connsiteY20" fmla="*/ 17721 h 116781"/>
                      <a:gd name="connsiteX21" fmla="*/ 39813 w 116781"/>
                      <a:gd name="connsiteY21" fmla="*/ 17721 h 116781"/>
                      <a:gd name="connsiteX22" fmla="*/ 32784 w 116781"/>
                      <a:gd name="connsiteY22" fmla="*/ 17721 h 116781"/>
                      <a:gd name="connsiteX23" fmla="*/ 37746 w 116781"/>
                      <a:gd name="connsiteY23" fmla="*/ 2262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1">
                        <a:moveTo>
                          <a:pt x="116781" y="97524"/>
                        </a:moveTo>
                        <a:lnTo>
                          <a:pt x="39813" y="20556"/>
                        </a:lnTo>
                        <a:lnTo>
                          <a:pt x="102782" y="20556"/>
                        </a:lnTo>
                        <a:lnTo>
                          <a:pt x="82225" y="0"/>
                        </a:lnTo>
                        <a:lnTo>
                          <a:pt x="0" y="0"/>
                        </a:lnTo>
                        <a:lnTo>
                          <a:pt x="0" y="82225"/>
                        </a:lnTo>
                        <a:lnTo>
                          <a:pt x="20556" y="102782"/>
                        </a:lnTo>
                        <a:lnTo>
                          <a:pt x="20556" y="39813"/>
                        </a:lnTo>
                        <a:lnTo>
                          <a:pt x="97524" y="116781"/>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32" name="Freeform: Shape 1231">
                    <a:extLst>
                      <a:ext uri="{FF2B5EF4-FFF2-40B4-BE49-F238E27FC236}">
                        <a16:creationId xmlns:a16="http://schemas.microsoft.com/office/drawing/2014/main" id="{9420A2C4-27F4-3CEC-170E-92ABCFE4F1FD}"/>
                      </a:ext>
                    </a:extLst>
                  </p:cNvPr>
                  <p:cNvSpPr/>
                  <p:nvPr/>
                </p:nvSpPr>
                <p:spPr>
                  <a:xfrm>
                    <a:off x="4176882" y="1893185"/>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7 w 116781"/>
                      <a:gd name="connsiteY5" fmla="*/ 76968 h 116780"/>
                      <a:gd name="connsiteX6" fmla="*/ 20557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7 h 116780"/>
                      <a:gd name="connsiteX11" fmla="*/ 2894 w 116781"/>
                      <a:gd name="connsiteY11" fmla="*/ 113887 h 116780"/>
                      <a:gd name="connsiteX12" fmla="*/ 2894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76 h 116780"/>
                      <a:gd name="connsiteX18" fmla="*/ 112705 w 116781"/>
                      <a:gd name="connsiteY18" fmla="*/ 19257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7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7" y="76968"/>
                        </a:lnTo>
                        <a:lnTo>
                          <a:pt x="20557" y="14000"/>
                        </a:lnTo>
                        <a:lnTo>
                          <a:pt x="0" y="34556"/>
                        </a:lnTo>
                        <a:lnTo>
                          <a:pt x="0" y="116781"/>
                        </a:lnTo>
                        <a:lnTo>
                          <a:pt x="82225" y="116781"/>
                        </a:lnTo>
                        <a:close/>
                        <a:moveTo>
                          <a:pt x="81044" y="113887"/>
                        </a:moveTo>
                        <a:lnTo>
                          <a:pt x="2894" y="113887"/>
                        </a:lnTo>
                        <a:lnTo>
                          <a:pt x="2894" y="35737"/>
                        </a:lnTo>
                        <a:lnTo>
                          <a:pt x="17662" y="20970"/>
                        </a:lnTo>
                        <a:lnTo>
                          <a:pt x="17662" y="76909"/>
                        </a:lnTo>
                        <a:lnTo>
                          <a:pt x="17662" y="83938"/>
                        </a:lnTo>
                        <a:lnTo>
                          <a:pt x="22624" y="78976"/>
                        </a:lnTo>
                        <a:lnTo>
                          <a:pt x="97524" y="4076"/>
                        </a:lnTo>
                        <a:lnTo>
                          <a:pt x="112705" y="19257"/>
                        </a:lnTo>
                        <a:lnTo>
                          <a:pt x="37805" y="94157"/>
                        </a:lnTo>
                        <a:lnTo>
                          <a:pt x="32843" y="99119"/>
                        </a:lnTo>
                        <a:lnTo>
                          <a:pt x="39872" y="99119"/>
                        </a:lnTo>
                        <a:lnTo>
                          <a:pt x="95811" y="99119"/>
                        </a:lnTo>
                        <a:lnTo>
                          <a:pt x="81044" y="11388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125" name="Graphic 4773">
                  <a:extLst>
                    <a:ext uri="{FF2B5EF4-FFF2-40B4-BE49-F238E27FC236}">
                      <a16:creationId xmlns:a16="http://schemas.microsoft.com/office/drawing/2014/main" id="{65FB4399-7ED7-CD14-0FC5-D369FEC190D0}"/>
                    </a:ext>
                  </a:extLst>
                </p:cNvPr>
                <p:cNvGrpSpPr/>
                <p:nvPr/>
              </p:nvGrpSpPr>
              <p:grpSpPr>
                <a:xfrm>
                  <a:off x="632696" y="2425108"/>
                  <a:ext cx="116780" cy="236869"/>
                  <a:chOff x="632696" y="2425108"/>
                  <a:chExt cx="116780" cy="236869"/>
                </a:xfrm>
                <a:grpFill/>
              </p:grpSpPr>
              <p:sp>
                <p:nvSpPr>
                  <p:cNvPr id="1229" name="Freeform: Shape 1228">
                    <a:extLst>
                      <a:ext uri="{FF2B5EF4-FFF2-40B4-BE49-F238E27FC236}">
                        <a16:creationId xmlns:a16="http://schemas.microsoft.com/office/drawing/2014/main" id="{FDD8EECD-DDA8-7A1F-A0C3-A9D45DA8CB97}"/>
                      </a:ext>
                    </a:extLst>
                  </p:cNvPr>
                  <p:cNvSpPr/>
                  <p:nvPr/>
                </p:nvSpPr>
                <p:spPr>
                  <a:xfrm>
                    <a:off x="632696" y="2425108"/>
                    <a:ext cx="116780" cy="116781"/>
                  </a:xfrm>
                  <a:custGeom>
                    <a:avLst/>
                    <a:gdLst>
                      <a:gd name="connsiteX0" fmla="*/ 0 w 116780"/>
                      <a:gd name="connsiteY0" fmla="*/ 19257 h 116781"/>
                      <a:gd name="connsiteX1" fmla="*/ 76968 w 116780"/>
                      <a:gd name="connsiteY1" fmla="*/ 96225 h 116781"/>
                      <a:gd name="connsiteX2" fmla="*/ 14000 w 116780"/>
                      <a:gd name="connsiteY2" fmla="*/ 96225 h 116781"/>
                      <a:gd name="connsiteX3" fmla="*/ 34556 w 116780"/>
                      <a:gd name="connsiteY3" fmla="*/ 116781 h 116781"/>
                      <a:gd name="connsiteX4" fmla="*/ 116781 w 116780"/>
                      <a:gd name="connsiteY4" fmla="*/ 116781 h 116781"/>
                      <a:gd name="connsiteX5" fmla="*/ 116781 w 116780"/>
                      <a:gd name="connsiteY5" fmla="*/ 34556 h 116781"/>
                      <a:gd name="connsiteX6" fmla="*/ 96225 w 116780"/>
                      <a:gd name="connsiteY6" fmla="*/ 14000 h 116781"/>
                      <a:gd name="connsiteX7" fmla="*/ 96225 w 116780"/>
                      <a:gd name="connsiteY7" fmla="*/ 76968 h 116781"/>
                      <a:gd name="connsiteX8" fmla="*/ 19257 w 116780"/>
                      <a:gd name="connsiteY8" fmla="*/ 0 h 116781"/>
                      <a:gd name="connsiteX9" fmla="*/ 0 w 116780"/>
                      <a:gd name="connsiteY9" fmla="*/ 19257 h 116781"/>
                      <a:gd name="connsiteX10" fmla="*/ 79035 w 116780"/>
                      <a:gd name="connsiteY10" fmla="*/ 94216 h 116781"/>
                      <a:gd name="connsiteX11" fmla="*/ 4135 w 116780"/>
                      <a:gd name="connsiteY11" fmla="*/ 19316 h 116781"/>
                      <a:gd name="connsiteX12" fmla="*/ 19316 w 116780"/>
                      <a:gd name="connsiteY12" fmla="*/ 4135 h 116781"/>
                      <a:gd name="connsiteX13" fmla="*/ 94216 w 116780"/>
                      <a:gd name="connsiteY13" fmla="*/ 79035 h 116781"/>
                      <a:gd name="connsiteX14" fmla="*/ 99178 w 116780"/>
                      <a:gd name="connsiteY14" fmla="*/ 83997 h 116781"/>
                      <a:gd name="connsiteX15" fmla="*/ 99178 w 116780"/>
                      <a:gd name="connsiteY15" fmla="*/ 76968 h 116781"/>
                      <a:gd name="connsiteX16" fmla="*/ 99178 w 116780"/>
                      <a:gd name="connsiteY16" fmla="*/ 20970 h 116781"/>
                      <a:gd name="connsiteX17" fmla="*/ 113946 w 116780"/>
                      <a:gd name="connsiteY17" fmla="*/ 35737 h 116781"/>
                      <a:gd name="connsiteX18" fmla="*/ 113946 w 116780"/>
                      <a:gd name="connsiteY18" fmla="*/ 113887 h 116781"/>
                      <a:gd name="connsiteX19" fmla="*/ 35796 w 116780"/>
                      <a:gd name="connsiteY19" fmla="*/ 113887 h 116781"/>
                      <a:gd name="connsiteX20" fmla="*/ 21029 w 116780"/>
                      <a:gd name="connsiteY20" fmla="*/ 99119 h 116781"/>
                      <a:gd name="connsiteX21" fmla="*/ 76968 w 116780"/>
                      <a:gd name="connsiteY21" fmla="*/ 99119 h 116781"/>
                      <a:gd name="connsiteX22" fmla="*/ 83997 w 116780"/>
                      <a:gd name="connsiteY22" fmla="*/ 99119 h 116781"/>
                      <a:gd name="connsiteX23" fmla="*/ 79035 w 116780"/>
                      <a:gd name="connsiteY23" fmla="*/ 94216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0" y="19257"/>
                        </a:moveTo>
                        <a:lnTo>
                          <a:pt x="76968" y="96225"/>
                        </a:lnTo>
                        <a:lnTo>
                          <a:pt x="14000" y="96225"/>
                        </a:lnTo>
                        <a:lnTo>
                          <a:pt x="34556" y="116781"/>
                        </a:lnTo>
                        <a:lnTo>
                          <a:pt x="116781" y="116781"/>
                        </a:lnTo>
                        <a:lnTo>
                          <a:pt x="116781" y="34556"/>
                        </a:lnTo>
                        <a:lnTo>
                          <a:pt x="96225" y="14000"/>
                        </a:lnTo>
                        <a:lnTo>
                          <a:pt x="96225" y="76968"/>
                        </a:lnTo>
                        <a:lnTo>
                          <a:pt x="19257" y="0"/>
                        </a:lnTo>
                        <a:lnTo>
                          <a:pt x="0" y="19257"/>
                        </a:lnTo>
                        <a:close/>
                        <a:moveTo>
                          <a:pt x="79035" y="94216"/>
                        </a:moveTo>
                        <a:lnTo>
                          <a:pt x="4135" y="19316"/>
                        </a:lnTo>
                        <a:lnTo>
                          <a:pt x="19316" y="4135"/>
                        </a:lnTo>
                        <a:lnTo>
                          <a:pt x="94216" y="79035"/>
                        </a:lnTo>
                        <a:lnTo>
                          <a:pt x="99178" y="83997"/>
                        </a:lnTo>
                        <a:lnTo>
                          <a:pt x="99178" y="76968"/>
                        </a:lnTo>
                        <a:lnTo>
                          <a:pt x="99178" y="20970"/>
                        </a:lnTo>
                        <a:lnTo>
                          <a:pt x="113946" y="35737"/>
                        </a:lnTo>
                        <a:lnTo>
                          <a:pt x="113946" y="113887"/>
                        </a:lnTo>
                        <a:lnTo>
                          <a:pt x="35796" y="113887"/>
                        </a:lnTo>
                        <a:lnTo>
                          <a:pt x="21029" y="99119"/>
                        </a:lnTo>
                        <a:lnTo>
                          <a:pt x="76968" y="99119"/>
                        </a:lnTo>
                        <a:lnTo>
                          <a:pt x="83997" y="99119"/>
                        </a:lnTo>
                        <a:lnTo>
                          <a:pt x="79035" y="94216"/>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30" name="Freeform: Shape 1229">
                    <a:extLst>
                      <a:ext uri="{FF2B5EF4-FFF2-40B4-BE49-F238E27FC236}">
                        <a16:creationId xmlns:a16="http://schemas.microsoft.com/office/drawing/2014/main" id="{713A6D75-5606-2CD6-4487-74776BD50E01}"/>
                      </a:ext>
                    </a:extLst>
                  </p:cNvPr>
                  <p:cNvSpPr/>
                  <p:nvPr/>
                </p:nvSpPr>
                <p:spPr>
                  <a:xfrm>
                    <a:off x="632696" y="2545197"/>
                    <a:ext cx="116780" cy="116780"/>
                  </a:xfrm>
                  <a:custGeom>
                    <a:avLst/>
                    <a:gdLst>
                      <a:gd name="connsiteX0" fmla="*/ 34556 w 116780"/>
                      <a:gd name="connsiteY0" fmla="*/ 0 h 116780"/>
                      <a:gd name="connsiteX1" fmla="*/ 14000 w 116780"/>
                      <a:gd name="connsiteY1" fmla="*/ 20556 h 116780"/>
                      <a:gd name="connsiteX2" fmla="*/ 76968 w 116780"/>
                      <a:gd name="connsiteY2" fmla="*/ 20556 h 116780"/>
                      <a:gd name="connsiteX3" fmla="*/ 0 w 116780"/>
                      <a:gd name="connsiteY3" fmla="*/ 97524 h 116780"/>
                      <a:gd name="connsiteX4" fmla="*/ 19257 w 116780"/>
                      <a:gd name="connsiteY4" fmla="*/ 116781 h 116780"/>
                      <a:gd name="connsiteX5" fmla="*/ 96225 w 116780"/>
                      <a:gd name="connsiteY5" fmla="*/ 39813 h 116780"/>
                      <a:gd name="connsiteX6" fmla="*/ 96225 w 116780"/>
                      <a:gd name="connsiteY6" fmla="*/ 102781 h 116780"/>
                      <a:gd name="connsiteX7" fmla="*/ 116781 w 116780"/>
                      <a:gd name="connsiteY7" fmla="*/ 82225 h 116780"/>
                      <a:gd name="connsiteX8" fmla="*/ 116781 w 116780"/>
                      <a:gd name="connsiteY8" fmla="*/ 0 h 116780"/>
                      <a:gd name="connsiteX9" fmla="*/ 34556 w 116780"/>
                      <a:gd name="connsiteY9" fmla="*/ 0 h 116780"/>
                      <a:gd name="connsiteX10" fmla="*/ 35796 w 116780"/>
                      <a:gd name="connsiteY10" fmla="*/ 2894 h 116780"/>
                      <a:gd name="connsiteX11" fmla="*/ 113946 w 116780"/>
                      <a:gd name="connsiteY11" fmla="*/ 2894 h 116780"/>
                      <a:gd name="connsiteX12" fmla="*/ 113946 w 116780"/>
                      <a:gd name="connsiteY12" fmla="*/ 81044 h 116780"/>
                      <a:gd name="connsiteX13" fmla="*/ 99178 w 116780"/>
                      <a:gd name="connsiteY13" fmla="*/ 95811 h 116780"/>
                      <a:gd name="connsiteX14" fmla="*/ 99178 w 116780"/>
                      <a:gd name="connsiteY14" fmla="*/ 39872 h 116780"/>
                      <a:gd name="connsiteX15" fmla="*/ 99178 w 116780"/>
                      <a:gd name="connsiteY15" fmla="*/ 32843 h 116780"/>
                      <a:gd name="connsiteX16" fmla="*/ 94216 w 116780"/>
                      <a:gd name="connsiteY16" fmla="*/ 37805 h 116780"/>
                      <a:gd name="connsiteX17" fmla="*/ 19316 w 116780"/>
                      <a:gd name="connsiteY17" fmla="*/ 112705 h 116780"/>
                      <a:gd name="connsiteX18" fmla="*/ 4135 w 116780"/>
                      <a:gd name="connsiteY18" fmla="*/ 97524 h 116780"/>
                      <a:gd name="connsiteX19" fmla="*/ 79035 w 116780"/>
                      <a:gd name="connsiteY19" fmla="*/ 22624 h 116780"/>
                      <a:gd name="connsiteX20" fmla="*/ 83997 w 116780"/>
                      <a:gd name="connsiteY20" fmla="*/ 17662 h 116780"/>
                      <a:gd name="connsiteX21" fmla="*/ 76968 w 116780"/>
                      <a:gd name="connsiteY21" fmla="*/ 17662 h 116780"/>
                      <a:gd name="connsiteX22" fmla="*/ 21029 w 116780"/>
                      <a:gd name="connsiteY22" fmla="*/ 17662 h 116780"/>
                      <a:gd name="connsiteX23" fmla="*/ 35796 w 116780"/>
                      <a:gd name="connsiteY23" fmla="*/ 2894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0">
                        <a:moveTo>
                          <a:pt x="34556" y="0"/>
                        </a:moveTo>
                        <a:lnTo>
                          <a:pt x="14000" y="20556"/>
                        </a:lnTo>
                        <a:lnTo>
                          <a:pt x="76968" y="20556"/>
                        </a:lnTo>
                        <a:lnTo>
                          <a:pt x="0" y="97524"/>
                        </a:lnTo>
                        <a:lnTo>
                          <a:pt x="19257" y="116781"/>
                        </a:lnTo>
                        <a:lnTo>
                          <a:pt x="96225" y="39813"/>
                        </a:lnTo>
                        <a:lnTo>
                          <a:pt x="96225" y="102781"/>
                        </a:lnTo>
                        <a:lnTo>
                          <a:pt x="116781" y="82225"/>
                        </a:lnTo>
                        <a:lnTo>
                          <a:pt x="116781" y="0"/>
                        </a:lnTo>
                        <a:lnTo>
                          <a:pt x="34556" y="0"/>
                        </a:lnTo>
                        <a:close/>
                        <a:moveTo>
                          <a:pt x="35796" y="2894"/>
                        </a:moveTo>
                        <a:lnTo>
                          <a:pt x="113946" y="2894"/>
                        </a:lnTo>
                        <a:lnTo>
                          <a:pt x="113946" y="81044"/>
                        </a:lnTo>
                        <a:lnTo>
                          <a:pt x="99178" y="95811"/>
                        </a:lnTo>
                        <a:lnTo>
                          <a:pt x="99178" y="39872"/>
                        </a:lnTo>
                        <a:lnTo>
                          <a:pt x="99178" y="32843"/>
                        </a:lnTo>
                        <a:lnTo>
                          <a:pt x="94216" y="37805"/>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126" name="Graphic 4773">
                  <a:extLst>
                    <a:ext uri="{FF2B5EF4-FFF2-40B4-BE49-F238E27FC236}">
                      <a16:creationId xmlns:a16="http://schemas.microsoft.com/office/drawing/2014/main" id="{DF12485A-0E70-7576-2A4D-826811252491}"/>
                    </a:ext>
                  </a:extLst>
                </p:cNvPr>
                <p:cNvGrpSpPr/>
                <p:nvPr/>
              </p:nvGrpSpPr>
              <p:grpSpPr>
                <a:xfrm>
                  <a:off x="1371068" y="3902502"/>
                  <a:ext cx="116780" cy="236929"/>
                  <a:chOff x="1371068" y="3902502"/>
                  <a:chExt cx="116780" cy="236929"/>
                </a:xfrm>
                <a:grpFill/>
              </p:grpSpPr>
              <p:sp>
                <p:nvSpPr>
                  <p:cNvPr id="1227" name="Freeform: Shape 1226">
                    <a:extLst>
                      <a:ext uri="{FF2B5EF4-FFF2-40B4-BE49-F238E27FC236}">
                        <a16:creationId xmlns:a16="http://schemas.microsoft.com/office/drawing/2014/main" id="{67972DA9-80A8-DCA5-10F0-2BBC5ED84CEC}"/>
                      </a:ext>
                    </a:extLst>
                  </p:cNvPr>
                  <p:cNvSpPr/>
                  <p:nvPr/>
                </p:nvSpPr>
                <p:spPr>
                  <a:xfrm>
                    <a:off x="1371068" y="3902502"/>
                    <a:ext cx="116780" cy="116840"/>
                  </a:xfrm>
                  <a:custGeom>
                    <a:avLst/>
                    <a:gdLst>
                      <a:gd name="connsiteX0" fmla="*/ 0 w 116780"/>
                      <a:gd name="connsiteY0" fmla="*/ 19316 h 116840"/>
                      <a:gd name="connsiteX1" fmla="*/ 76968 w 116780"/>
                      <a:gd name="connsiteY1" fmla="*/ 96284 h 116840"/>
                      <a:gd name="connsiteX2" fmla="*/ 14000 w 116780"/>
                      <a:gd name="connsiteY2" fmla="*/ 96284 h 116840"/>
                      <a:gd name="connsiteX3" fmla="*/ 34556 w 116780"/>
                      <a:gd name="connsiteY3" fmla="*/ 116840 h 116840"/>
                      <a:gd name="connsiteX4" fmla="*/ 116781 w 116780"/>
                      <a:gd name="connsiteY4" fmla="*/ 116840 h 116840"/>
                      <a:gd name="connsiteX5" fmla="*/ 116781 w 116780"/>
                      <a:gd name="connsiteY5" fmla="*/ 34556 h 116840"/>
                      <a:gd name="connsiteX6" fmla="*/ 96225 w 116780"/>
                      <a:gd name="connsiteY6" fmla="*/ 14000 h 116840"/>
                      <a:gd name="connsiteX7" fmla="*/ 96225 w 116780"/>
                      <a:gd name="connsiteY7" fmla="*/ 76968 h 116840"/>
                      <a:gd name="connsiteX8" fmla="*/ 19257 w 116780"/>
                      <a:gd name="connsiteY8" fmla="*/ 0 h 116840"/>
                      <a:gd name="connsiteX9" fmla="*/ 0 w 116780"/>
                      <a:gd name="connsiteY9" fmla="*/ 19316 h 116840"/>
                      <a:gd name="connsiteX10" fmla="*/ 79035 w 116780"/>
                      <a:gd name="connsiteY10" fmla="*/ 94216 h 116840"/>
                      <a:gd name="connsiteX11" fmla="*/ 4135 w 116780"/>
                      <a:gd name="connsiteY11" fmla="*/ 19316 h 116840"/>
                      <a:gd name="connsiteX12" fmla="*/ 19316 w 116780"/>
                      <a:gd name="connsiteY12" fmla="*/ 4135 h 116840"/>
                      <a:gd name="connsiteX13" fmla="*/ 94216 w 116780"/>
                      <a:gd name="connsiteY13" fmla="*/ 79035 h 116840"/>
                      <a:gd name="connsiteX14" fmla="*/ 99178 w 116780"/>
                      <a:gd name="connsiteY14" fmla="*/ 83997 h 116840"/>
                      <a:gd name="connsiteX15" fmla="*/ 99178 w 116780"/>
                      <a:gd name="connsiteY15" fmla="*/ 76968 h 116840"/>
                      <a:gd name="connsiteX16" fmla="*/ 99178 w 116780"/>
                      <a:gd name="connsiteY16" fmla="*/ 21029 h 116840"/>
                      <a:gd name="connsiteX17" fmla="*/ 113946 w 116780"/>
                      <a:gd name="connsiteY17" fmla="*/ 35796 h 116840"/>
                      <a:gd name="connsiteX18" fmla="*/ 113946 w 116780"/>
                      <a:gd name="connsiteY18" fmla="*/ 113946 h 116840"/>
                      <a:gd name="connsiteX19" fmla="*/ 35796 w 116780"/>
                      <a:gd name="connsiteY19" fmla="*/ 113946 h 116840"/>
                      <a:gd name="connsiteX20" fmla="*/ 21029 w 116780"/>
                      <a:gd name="connsiteY20" fmla="*/ 99178 h 116840"/>
                      <a:gd name="connsiteX21" fmla="*/ 76968 w 116780"/>
                      <a:gd name="connsiteY21" fmla="*/ 99178 h 116840"/>
                      <a:gd name="connsiteX22" fmla="*/ 83997 w 116780"/>
                      <a:gd name="connsiteY22" fmla="*/ 99178 h 116840"/>
                      <a:gd name="connsiteX23" fmla="*/ 79035 w 116780"/>
                      <a:gd name="connsiteY23" fmla="*/ 94216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840">
                        <a:moveTo>
                          <a:pt x="0" y="19316"/>
                        </a:moveTo>
                        <a:lnTo>
                          <a:pt x="76968" y="96284"/>
                        </a:lnTo>
                        <a:lnTo>
                          <a:pt x="14000" y="96284"/>
                        </a:lnTo>
                        <a:lnTo>
                          <a:pt x="34556" y="116840"/>
                        </a:lnTo>
                        <a:lnTo>
                          <a:pt x="116781" y="116840"/>
                        </a:lnTo>
                        <a:lnTo>
                          <a:pt x="116781" y="34556"/>
                        </a:lnTo>
                        <a:lnTo>
                          <a:pt x="96225" y="14000"/>
                        </a:lnTo>
                        <a:lnTo>
                          <a:pt x="96225" y="76968"/>
                        </a:lnTo>
                        <a:lnTo>
                          <a:pt x="19257" y="0"/>
                        </a:lnTo>
                        <a:lnTo>
                          <a:pt x="0" y="19316"/>
                        </a:lnTo>
                        <a:close/>
                        <a:moveTo>
                          <a:pt x="79035" y="94216"/>
                        </a:moveTo>
                        <a:lnTo>
                          <a:pt x="4135" y="19316"/>
                        </a:lnTo>
                        <a:lnTo>
                          <a:pt x="19316" y="4135"/>
                        </a:lnTo>
                        <a:lnTo>
                          <a:pt x="94216" y="79035"/>
                        </a:lnTo>
                        <a:lnTo>
                          <a:pt x="99178" y="83997"/>
                        </a:lnTo>
                        <a:lnTo>
                          <a:pt x="99178" y="76968"/>
                        </a:lnTo>
                        <a:lnTo>
                          <a:pt x="99178" y="21029"/>
                        </a:lnTo>
                        <a:lnTo>
                          <a:pt x="113946" y="35796"/>
                        </a:lnTo>
                        <a:lnTo>
                          <a:pt x="113946" y="113946"/>
                        </a:lnTo>
                        <a:lnTo>
                          <a:pt x="35796" y="113946"/>
                        </a:lnTo>
                        <a:lnTo>
                          <a:pt x="21029" y="99178"/>
                        </a:lnTo>
                        <a:lnTo>
                          <a:pt x="76968" y="99178"/>
                        </a:lnTo>
                        <a:lnTo>
                          <a:pt x="83997" y="99178"/>
                        </a:lnTo>
                        <a:lnTo>
                          <a:pt x="79035" y="94216"/>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28" name="Freeform: Shape 1227">
                    <a:extLst>
                      <a:ext uri="{FF2B5EF4-FFF2-40B4-BE49-F238E27FC236}">
                        <a16:creationId xmlns:a16="http://schemas.microsoft.com/office/drawing/2014/main" id="{A6CD4CB0-961B-5786-59AB-BE761EC5F6B1}"/>
                      </a:ext>
                    </a:extLst>
                  </p:cNvPr>
                  <p:cNvSpPr/>
                  <p:nvPr/>
                </p:nvSpPr>
                <p:spPr>
                  <a:xfrm>
                    <a:off x="1371068" y="4022650"/>
                    <a:ext cx="116780" cy="116781"/>
                  </a:xfrm>
                  <a:custGeom>
                    <a:avLst/>
                    <a:gdLst>
                      <a:gd name="connsiteX0" fmla="*/ 34556 w 116780"/>
                      <a:gd name="connsiteY0" fmla="*/ 0 h 116781"/>
                      <a:gd name="connsiteX1" fmla="*/ 14000 w 116780"/>
                      <a:gd name="connsiteY1" fmla="*/ 20556 h 116781"/>
                      <a:gd name="connsiteX2" fmla="*/ 76968 w 116780"/>
                      <a:gd name="connsiteY2" fmla="*/ 20556 h 116781"/>
                      <a:gd name="connsiteX3" fmla="*/ 0 w 116780"/>
                      <a:gd name="connsiteY3" fmla="*/ 97524 h 116781"/>
                      <a:gd name="connsiteX4" fmla="*/ 19257 w 116780"/>
                      <a:gd name="connsiteY4" fmla="*/ 116781 h 116781"/>
                      <a:gd name="connsiteX5" fmla="*/ 96225 w 116780"/>
                      <a:gd name="connsiteY5" fmla="*/ 39813 h 116781"/>
                      <a:gd name="connsiteX6" fmla="*/ 96225 w 116780"/>
                      <a:gd name="connsiteY6" fmla="*/ 102782 h 116781"/>
                      <a:gd name="connsiteX7" fmla="*/ 116781 w 116780"/>
                      <a:gd name="connsiteY7" fmla="*/ 82225 h 116781"/>
                      <a:gd name="connsiteX8" fmla="*/ 116781 w 116780"/>
                      <a:gd name="connsiteY8" fmla="*/ 0 h 116781"/>
                      <a:gd name="connsiteX9" fmla="*/ 34556 w 116780"/>
                      <a:gd name="connsiteY9" fmla="*/ 0 h 116781"/>
                      <a:gd name="connsiteX10" fmla="*/ 35796 w 116780"/>
                      <a:gd name="connsiteY10" fmla="*/ 2894 h 116781"/>
                      <a:gd name="connsiteX11" fmla="*/ 113946 w 116780"/>
                      <a:gd name="connsiteY11" fmla="*/ 2894 h 116781"/>
                      <a:gd name="connsiteX12" fmla="*/ 113946 w 116780"/>
                      <a:gd name="connsiteY12" fmla="*/ 80985 h 116781"/>
                      <a:gd name="connsiteX13" fmla="*/ 99178 w 116780"/>
                      <a:gd name="connsiteY13" fmla="*/ 95752 h 116781"/>
                      <a:gd name="connsiteX14" fmla="*/ 99178 w 116780"/>
                      <a:gd name="connsiteY14" fmla="*/ 39813 h 116781"/>
                      <a:gd name="connsiteX15" fmla="*/ 99178 w 116780"/>
                      <a:gd name="connsiteY15" fmla="*/ 32784 h 116781"/>
                      <a:gd name="connsiteX16" fmla="*/ 94216 w 116780"/>
                      <a:gd name="connsiteY16" fmla="*/ 37746 h 116781"/>
                      <a:gd name="connsiteX17" fmla="*/ 19316 w 116780"/>
                      <a:gd name="connsiteY17" fmla="*/ 112705 h 116781"/>
                      <a:gd name="connsiteX18" fmla="*/ 4135 w 116780"/>
                      <a:gd name="connsiteY18" fmla="*/ 97524 h 116781"/>
                      <a:gd name="connsiteX19" fmla="*/ 79035 w 116780"/>
                      <a:gd name="connsiteY19" fmla="*/ 22624 h 116781"/>
                      <a:gd name="connsiteX20" fmla="*/ 83997 w 116780"/>
                      <a:gd name="connsiteY20" fmla="*/ 17662 h 116781"/>
                      <a:gd name="connsiteX21" fmla="*/ 76968 w 116780"/>
                      <a:gd name="connsiteY21" fmla="*/ 17662 h 116781"/>
                      <a:gd name="connsiteX22" fmla="*/ 21029 w 116780"/>
                      <a:gd name="connsiteY22" fmla="*/ 17662 h 116781"/>
                      <a:gd name="connsiteX23" fmla="*/ 35796 w 116780"/>
                      <a:gd name="connsiteY23" fmla="*/ 289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34556" y="0"/>
                        </a:moveTo>
                        <a:lnTo>
                          <a:pt x="14000" y="20556"/>
                        </a:lnTo>
                        <a:lnTo>
                          <a:pt x="76968" y="20556"/>
                        </a:lnTo>
                        <a:lnTo>
                          <a:pt x="0" y="97524"/>
                        </a:lnTo>
                        <a:lnTo>
                          <a:pt x="19257" y="116781"/>
                        </a:lnTo>
                        <a:lnTo>
                          <a:pt x="96225" y="39813"/>
                        </a:lnTo>
                        <a:lnTo>
                          <a:pt x="96225" y="102782"/>
                        </a:lnTo>
                        <a:lnTo>
                          <a:pt x="116781" y="82225"/>
                        </a:lnTo>
                        <a:lnTo>
                          <a:pt x="116781" y="0"/>
                        </a:lnTo>
                        <a:lnTo>
                          <a:pt x="34556" y="0"/>
                        </a:lnTo>
                        <a:close/>
                        <a:moveTo>
                          <a:pt x="35796" y="2894"/>
                        </a:moveTo>
                        <a:lnTo>
                          <a:pt x="113946" y="2894"/>
                        </a:lnTo>
                        <a:lnTo>
                          <a:pt x="113946" y="80985"/>
                        </a:lnTo>
                        <a:lnTo>
                          <a:pt x="99178" y="95752"/>
                        </a:lnTo>
                        <a:lnTo>
                          <a:pt x="99178" y="39813"/>
                        </a:lnTo>
                        <a:lnTo>
                          <a:pt x="99178" y="32784"/>
                        </a:lnTo>
                        <a:lnTo>
                          <a:pt x="94216" y="37746"/>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127" name="Graphic 4773">
                  <a:extLst>
                    <a:ext uri="{FF2B5EF4-FFF2-40B4-BE49-F238E27FC236}">
                      <a16:creationId xmlns:a16="http://schemas.microsoft.com/office/drawing/2014/main" id="{E05ED4CE-70A5-BF4C-B2DC-432D7E62262A}"/>
                    </a:ext>
                  </a:extLst>
                </p:cNvPr>
                <p:cNvGrpSpPr/>
                <p:nvPr/>
              </p:nvGrpSpPr>
              <p:grpSpPr>
                <a:xfrm>
                  <a:off x="2079905" y="3900907"/>
                  <a:ext cx="116840" cy="236928"/>
                  <a:chOff x="2079905" y="3900907"/>
                  <a:chExt cx="116840" cy="236928"/>
                </a:xfrm>
                <a:grpFill/>
              </p:grpSpPr>
              <p:sp>
                <p:nvSpPr>
                  <p:cNvPr id="1225" name="Freeform: Shape 1224">
                    <a:extLst>
                      <a:ext uri="{FF2B5EF4-FFF2-40B4-BE49-F238E27FC236}">
                        <a16:creationId xmlns:a16="http://schemas.microsoft.com/office/drawing/2014/main" id="{53749539-A0F0-813E-94ED-A199611291B5}"/>
                      </a:ext>
                    </a:extLst>
                  </p:cNvPr>
                  <p:cNvSpPr/>
                  <p:nvPr/>
                </p:nvSpPr>
                <p:spPr>
                  <a:xfrm>
                    <a:off x="2079964" y="4020996"/>
                    <a:ext cx="116781" cy="116840"/>
                  </a:xfrm>
                  <a:custGeom>
                    <a:avLst/>
                    <a:gdLst>
                      <a:gd name="connsiteX0" fmla="*/ 116781 w 116781"/>
                      <a:gd name="connsiteY0" fmla="*/ 97524 h 116840"/>
                      <a:gd name="connsiteX1" fmla="*/ 39813 w 116781"/>
                      <a:gd name="connsiteY1" fmla="*/ 20557 h 116840"/>
                      <a:gd name="connsiteX2" fmla="*/ 102781 w 116781"/>
                      <a:gd name="connsiteY2" fmla="*/ 20557 h 116840"/>
                      <a:gd name="connsiteX3" fmla="*/ 82225 w 116781"/>
                      <a:gd name="connsiteY3" fmla="*/ 0 h 116840"/>
                      <a:gd name="connsiteX4" fmla="*/ 0 w 116781"/>
                      <a:gd name="connsiteY4" fmla="*/ 0 h 116840"/>
                      <a:gd name="connsiteX5" fmla="*/ 0 w 116781"/>
                      <a:gd name="connsiteY5" fmla="*/ 82225 h 116840"/>
                      <a:gd name="connsiteX6" fmla="*/ 20556 w 116781"/>
                      <a:gd name="connsiteY6" fmla="*/ 102782 h 116840"/>
                      <a:gd name="connsiteX7" fmla="*/ 20556 w 116781"/>
                      <a:gd name="connsiteY7" fmla="*/ 39813 h 116840"/>
                      <a:gd name="connsiteX8" fmla="*/ 97465 w 116781"/>
                      <a:gd name="connsiteY8" fmla="*/ 116840 h 116840"/>
                      <a:gd name="connsiteX9" fmla="*/ 116781 w 116781"/>
                      <a:gd name="connsiteY9" fmla="*/ 97524 h 116840"/>
                      <a:gd name="connsiteX10" fmla="*/ 37746 w 116781"/>
                      <a:gd name="connsiteY10" fmla="*/ 22624 h 116840"/>
                      <a:gd name="connsiteX11" fmla="*/ 112646 w 116781"/>
                      <a:gd name="connsiteY11" fmla="*/ 97524 h 116840"/>
                      <a:gd name="connsiteX12" fmla="*/ 97465 w 116781"/>
                      <a:gd name="connsiteY12" fmla="*/ 112705 h 116840"/>
                      <a:gd name="connsiteX13" fmla="*/ 22565 w 116781"/>
                      <a:gd name="connsiteY13" fmla="*/ 37805 h 116840"/>
                      <a:gd name="connsiteX14" fmla="*/ 17603 w 116781"/>
                      <a:gd name="connsiteY14" fmla="*/ 32843 h 116840"/>
                      <a:gd name="connsiteX15" fmla="*/ 17603 w 116781"/>
                      <a:gd name="connsiteY15" fmla="*/ 39872 h 116840"/>
                      <a:gd name="connsiteX16" fmla="*/ 17603 w 116781"/>
                      <a:gd name="connsiteY16" fmla="*/ 95870 h 116840"/>
                      <a:gd name="connsiteX17" fmla="*/ 2835 w 116781"/>
                      <a:gd name="connsiteY17" fmla="*/ 81103 h 116840"/>
                      <a:gd name="connsiteX18" fmla="*/ 2835 w 116781"/>
                      <a:gd name="connsiteY18" fmla="*/ 2953 h 116840"/>
                      <a:gd name="connsiteX19" fmla="*/ 80985 w 116781"/>
                      <a:gd name="connsiteY19" fmla="*/ 2953 h 116840"/>
                      <a:gd name="connsiteX20" fmla="*/ 95752 w 116781"/>
                      <a:gd name="connsiteY20" fmla="*/ 17721 h 116840"/>
                      <a:gd name="connsiteX21" fmla="*/ 39813 w 116781"/>
                      <a:gd name="connsiteY21" fmla="*/ 17721 h 116840"/>
                      <a:gd name="connsiteX22" fmla="*/ 32784 w 116781"/>
                      <a:gd name="connsiteY22" fmla="*/ 17721 h 116840"/>
                      <a:gd name="connsiteX23" fmla="*/ 37746 w 116781"/>
                      <a:gd name="connsiteY23" fmla="*/ 22624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840">
                        <a:moveTo>
                          <a:pt x="116781" y="97524"/>
                        </a:moveTo>
                        <a:lnTo>
                          <a:pt x="39813" y="20557"/>
                        </a:lnTo>
                        <a:lnTo>
                          <a:pt x="102781" y="20557"/>
                        </a:lnTo>
                        <a:lnTo>
                          <a:pt x="82225" y="0"/>
                        </a:lnTo>
                        <a:lnTo>
                          <a:pt x="0" y="0"/>
                        </a:lnTo>
                        <a:lnTo>
                          <a:pt x="0" y="82225"/>
                        </a:lnTo>
                        <a:lnTo>
                          <a:pt x="20556" y="102782"/>
                        </a:lnTo>
                        <a:lnTo>
                          <a:pt x="20556" y="39813"/>
                        </a:lnTo>
                        <a:lnTo>
                          <a:pt x="97465" y="116840"/>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26" name="Freeform: Shape 1225">
                    <a:extLst>
                      <a:ext uri="{FF2B5EF4-FFF2-40B4-BE49-F238E27FC236}">
                        <a16:creationId xmlns:a16="http://schemas.microsoft.com/office/drawing/2014/main" id="{4F99FF2A-4C0C-E44D-E9B4-F8C5D78DAF72}"/>
                      </a:ext>
                    </a:extLst>
                  </p:cNvPr>
                  <p:cNvSpPr/>
                  <p:nvPr/>
                </p:nvSpPr>
                <p:spPr>
                  <a:xfrm>
                    <a:off x="2079905" y="3900907"/>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6 w 116781"/>
                      <a:gd name="connsiteY5" fmla="*/ 76968 h 116780"/>
                      <a:gd name="connsiteX6" fmla="*/ 20556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6 h 116780"/>
                      <a:gd name="connsiteX11" fmla="*/ 2895 w 116781"/>
                      <a:gd name="connsiteY11" fmla="*/ 113886 h 116780"/>
                      <a:gd name="connsiteX12" fmla="*/ 2895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17 h 116780"/>
                      <a:gd name="connsiteX18" fmla="*/ 112705 w 116781"/>
                      <a:gd name="connsiteY18" fmla="*/ 19198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6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6" y="76968"/>
                        </a:lnTo>
                        <a:lnTo>
                          <a:pt x="20556" y="14000"/>
                        </a:lnTo>
                        <a:lnTo>
                          <a:pt x="0" y="34556"/>
                        </a:lnTo>
                        <a:lnTo>
                          <a:pt x="0" y="116781"/>
                        </a:lnTo>
                        <a:lnTo>
                          <a:pt x="82225" y="116781"/>
                        </a:lnTo>
                        <a:close/>
                        <a:moveTo>
                          <a:pt x="81044" y="113886"/>
                        </a:moveTo>
                        <a:lnTo>
                          <a:pt x="2895" y="113886"/>
                        </a:lnTo>
                        <a:lnTo>
                          <a:pt x="2895" y="35737"/>
                        </a:lnTo>
                        <a:lnTo>
                          <a:pt x="17662" y="20970"/>
                        </a:lnTo>
                        <a:lnTo>
                          <a:pt x="17662" y="76909"/>
                        </a:lnTo>
                        <a:lnTo>
                          <a:pt x="17662" y="83938"/>
                        </a:lnTo>
                        <a:lnTo>
                          <a:pt x="22624" y="78976"/>
                        </a:lnTo>
                        <a:lnTo>
                          <a:pt x="97524" y="4017"/>
                        </a:lnTo>
                        <a:lnTo>
                          <a:pt x="112705" y="19198"/>
                        </a:lnTo>
                        <a:lnTo>
                          <a:pt x="37805" y="94157"/>
                        </a:lnTo>
                        <a:lnTo>
                          <a:pt x="32843" y="99119"/>
                        </a:lnTo>
                        <a:lnTo>
                          <a:pt x="39872" y="99119"/>
                        </a:lnTo>
                        <a:lnTo>
                          <a:pt x="95811" y="99119"/>
                        </a:lnTo>
                        <a:lnTo>
                          <a:pt x="81044" y="113886"/>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128" name="Graphic 4773">
                  <a:extLst>
                    <a:ext uri="{FF2B5EF4-FFF2-40B4-BE49-F238E27FC236}">
                      <a16:creationId xmlns:a16="http://schemas.microsoft.com/office/drawing/2014/main" id="{FA4D4FCA-1121-666C-2EC8-3D0D84BF580B}"/>
                    </a:ext>
                  </a:extLst>
                </p:cNvPr>
                <p:cNvGrpSpPr/>
                <p:nvPr/>
              </p:nvGrpSpPr>
              <p:grpSpPr>
                <a:xfrm>
                  <a:off x="1932349" y="1658589"/>
                  <a:ext cx="648231" cy="115451"/>
                  <a:chOff x="1932349" y="1658589"/>
                  <a:chExt cx="648231" cy="115451"/>
                </a:xfrm>
                <a:grpFill/>
              </p:grpSpPr>
              <p:sp>
                <p:nvSpPr>
                  <p:cNvPr id="1209" name="Freeform: Shape 1208">
                    <a:extLst>
                      <a:ext uri="{FF2B5EF4-FFF2-40B4-BE49-F238E27FC236}">
                        <a16:creationId xmlns:a16="http://schemas.microsoft.com/office/drawing/2014/main" id="{8C0B5AEA-7667-559F-018D-524A087BDAF9}"/>
                      </a:ext>
                    </a:extLst>
                  </p:cNvPr>
                  <p:cNvSpPr/>
                  <p:nvPr/>
                </p:nvSpPr>
                <p:spPr>
                  <a:xfrm>
                    <a:off x="2171286" y="170398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70" y="22210"/>
                          <a:pt x="2540" y="17839"/>
                          <a:pt x="2540" y="12405"/>
                        </a:cubicBezTo>
                        <a:cubicBezTo>
                          <a:pt x="2540" y="6970"/>
                          <a:pt x="6911" y="2599"/>
                          <a:pt x="12346" y="2599"/>
                        </a:cubicBezTo>
                        <a:lnTo>
                          <a:pt x="12346" y="2599"/>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553"/>
                          <a:pt x="19198"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10" name="Freeform: Shape 1209">
                    <a:extLst>
                      <a:ext uri="{FF2B5EF4-FFF2-40B4-BE49-F238E27FC236}">
                        <a16:creationId xmlns:a16="http://schemas.microsoft.com/office/drawing/2014/main" id="{21D1B6CB-FF44-DE0F-CAE4-CD3BEF71F85F}"/>
                      </a:ext>
                    </a:extLst>
                  </p:cNvPr>
                  <p:cNvSpPr/>
                  <p:nvPr/>
                </p:nvSpPr>
                <p:spPr>
                  <a:xfrm>
                    <a:off x="222255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55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11" name="Freeform: Shape 1210">
                    <a:extLst>
                      <a:ext uri="{FF2B5EF4-FFF2-40B4-BE49-F238E27FC236}">
                        <a16:creationId xmlns:a16="http://schemas.microsoft.com/office/drawing/2014/main" id="{4C1F560F-4D0C-AC69-853A-0B5118615AB9}"/>
                      </a:ext>
                    </a:extLst>
                  </p:cNvPr>
                  <p:cNvSpPr/>
                  <p:nvPr/>
                </p:nvSpPr>
                <p:spPr>
                  <a:xfrm>
                    <a:off x="2248254"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12" name="Freeform: Shape 1211">
                    <a:extLst>
                      <a:ext uri="{FF2B5EF4-FFF2-40B4-BE49-F238E27FC236}">
                        <a16:creationId xmlns:a16="http://schemas.microsoft.com/office/drawing/2014/main" id="{86D9FC66-32AE-70CD-6022-12D218978ADE}"/>
                      </a:ext>
                    </a:extLst>
                  </p:cNvPr>
                  <p:cNvSpPr/>
                  <p:nvPr/>
                </p:nvSpPr>
                <p:spPr>
                  <a:xfrm>
                    <a:off x="2299467"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750" y="5553"/>
                          <a:pt x="19198"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13" name="Freeform: Shape 1212">
                    <a:extLst>
                      <a:ext uri="{FF2B5EF4-FFF2-40B4-BE49-F238E27FC236}">
                        <a16:creationId xmlns:a16="http://schemas.microsoft.com/office/drawing/2014/main" id="{2B52DFE4-2DB1-2569-F2A2-BD945CD08BD5}"/>
                      </a:ext>
                    </a:extLst>
                  </p:cNvPr>
                  <p:cNvSpPr/>
                  <p:nvPr/>
                </p:nvSpPr>
                <p:spPr>
                  <a:xfrm>
                    <a:off x="235079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14" name="Freeform: Shape 1213">
                    <a:extLst>
                      <a:ext uri="{FF2B5EF4-FFF2-40B4-BE49-F238E27FC236}">
                        <a16:creationId xmlns:a16="http://schemas.microsoft.com/office/drawing/2014/main" id="{EA7A680A-C7AB-4D3F-E221-970BFA469F82}"/>
                      </a:ext>
                    </a:extLst>
                  </p:cNvPr>
                  <p:cNvSpPr/>
                  <p:nvPr/>
                </p:nvSpPr>
                <p:spPr>
                  <a:xfrm>
                    <a:off x="2376435"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80"/>
                          <a:pt x="17780" y="22151"/>
                          <a:pt x="12346" y="22151"/>
                        </a:cubicBezTo>
                        <a:cubicBezTo>
                          <a:pt x="6970" y="22151"/>
                          <a:pt x="2540" y="17721"/>
                          <a:pt x="2540" y="12346"/>
                        </a:cubicBezTo>
                        <a:cubicBezTo>
                          <a:pt x="2540" y="6970"/>
                          <a:pt x="6911"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15" name="Freeform: Shape 1214">
                    <a:extLst>
                      <a:ext uri="{FF2B5EF4-FFF2-40B4-BE49-F238E27FC236}">
                        <a16:creationId xmlns:a16="http://schemas.microsoft.com/office/drawing/2014/main" id="{66342265-F4BC-0645-C077-AA2A83956B51}"/>
                      </a:ext>
                    </a:extLst>
                  </p:cNvPr>
                  <p:cNvSpPr/>
                  <p:nvPr/>
                </p:nvSpPr>
                <p:spPr>
                  <a:xfrm>
                    <a:off x="2402072"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49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16" name="Freeform: Shape 1215">
                    <a:extLst>
                      <a:ext uri="{FF2B5EF4-FFF2-40B4-BE49-F238E27FC236}">
                        <a16:creationId xmlns:a16="http://schemas.microsoft.com/office/drawing/2014/main" id="{BB58C78E-E58E-4D72-7A45-02278F7DC384}"/>
                      </a:ext>
                    </a:extLst>
                  </p:cNvPr>
                  <p:cNvSpPr/>
                  <p:nvPr/>
                </p:nvSpPr>
                <p:spPr>
                  <a:xfrm>
                    <a:off x="2453344"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21"/>
                          <a:pt x="2540" y="12346"/>
                        </a:cubicBezTo>
                        <a:cubicBezTo>
                          <a:pt x="2540" y="6970"/>
                          <a:pt x="6911" y="2540"/>
                          <a:pt x="12346" y="2540"/>
                        </a:cubicBezTo>
                        <a:lnTo>
                          <a:pt x="12346" y="2540"/>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493"/>
                          <a:pt x="19139"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17" name="Freeform: Shape 1216">
                    <a:extLst>
                      <a:ext uri="{FF2B5EF4-FFF2-40B4-BE49-F238E27FC236}">
                        <a16:creationId xmlns:a16="http://schemas.microsoft.com/office/drawing/2014/main" id="{BA447196-0CBD-D0C7-C35D-EAB8E7AA5359}"/>
                      </a:ext>
                    </a:extLst>
                  </p:cNvPr>
                  <p:cNvSpPr/>
                  <p:nvPr/>
                </p:nvSpPr>
                <p:spPr>
                  <a:xfrm>
                    <a:off x="2504617"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18" name="Freeform: Shape 1217">
                    <a:extLst>
                      <a:ext uri="{FF2B5EF4-FFF2-40B4-BE49-F238E27FC236}">
                        <a16:creationId xmlns:a16="http://schemas.microsoft.com/office/drawing/2014/main" id="{E8367C07-0787-EF2C-A6CA-9104D93D16F3}"/>
                      </a:ext>
                    </a:extLst>
                  </p:cNvPr>
                  <p:cNvSpPr/>
                  <p:nvPr/>
                </p:nvSpPr>
                <p:spPr>
                  <a:xfrm>
                    <a:off x="2530253"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19" name="Freeform: Shape 1218">
                    <a:extLst>
                      <a:ext uri="{FF2B5EF4-FFF2-40B4-BE49-F238E27FC236}">
                        <a16:creationId xmlns:a16="http://schemas.microsoft.com/office/drawing/2014/main" id="{345122FA-2797-F2CD-78C1-8DF987F61459}"/>
                      </a:ext>
                    </a:extLst>
                  </p:cNvPr>
                  <p:cNvSpPr/>
                  <p:nvPr/>
                </p:nvSpPr>
                <p:spPr>
                  <a:xfrm>
                    <a:off x="2555889"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70"/>
                          <a:pt x="22151" y="12346"/>
                        </a:cubicBezTo>
                        <a:cubicBezTo>
                          <a:pt x="22151" y="17780"/>
                          <a:pt x="17780" y="22151"/>
                          <a:pt x="12346" y="22151"/>
                        </a:cubicBezTo>
                        <a:cubicBezTo>
                          <a:pt x="6911" y="22151"/>
                          <a:pt x="2540" y="17721"/>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493"/>
                          <a:pt x="19198"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20" name="Freeform: Shape 1219">
                    <a:extLst>
                      <a:ext uri="{FF2B5EF4-FFF2-40B4-BE49-F238E27FC236}">
                        <a16:creationId xmlns:a16="http://schemas.microsoft.com/office/drawing/2014/main" id="{225930FD-9E5E-D2E5-7529-05046FDB475F}"/>
                      </a:ext>
                    </a:extLst>
                  </p:cNvPr>
                  <p:cNvSpPr/>
                  <p:nvPr/>
                </p:nvSpPr>
                <p:spPr>
                  <a:xfrm>
                    <a:off x="2137498" y="1658767"/>
                    <a:ext cx="66719" cy="115274"/>
                  </a:xfrm>
                  <a:custGeom>
                    <a:avLst/>
                    <a:gdLst>
                      <a:gd name="connsiteX0" fmla="*/ 60310 w 66719"/>
                      <a:gd name="connsiteY0" fmla="*/ 115275 h 115274"/>
                      <a:gd name="connsiteX1" fmla="*/ 64859 w 66719"/>
                      <a:gd name="connsiteY1" fmla="*/ 113384 h 115274"/>
                      <a:gd name="connsiteX2" fmla="*/ 64859 w 66719"/>
                      <a:gd name="connsiteY2" fmla="*/ 104347 h 115274"/>
                      <a:gd name="connsiteX3" fmla="*/ 18134 w 66719"/>
                      <a:gd name="connsiteY3" fmla="*/ 57623 h 115274"/>
                      <a:gd name="connsiteX4" fmla="*/ 64859 w 66719"/>
                      <a:gd name="connsiteY4" fmla="*/ 10898 h 115274"/>
                      <a:gd name="connsiteX5" fmla="*/ 64859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9" y="113384"/>
                        </a:cubicBezTo>
                        <a:cubicBezTo>
                          <a:pt x="67340" y="110903"/>
                          <a:pt x="67340" y="106828"/>
                          <a:pt x="64859" y="104347"/>
                        </a:cubicBezTo>
                        <a:lnTo>
                          <a:pt x="18134" y="57623"/>
                        </a:lnTo>
                        <a:lnTo>
                          <a:pt x="64859" y="10898"/>
                        </a:lnTo>
                        <a:cubicBezTo>
                          <a:pt x="67340" y="8417"/>
                          <a:pt x="67340" y="4342"/>
                          <a:pt x="64859" y="1861"/>
                        </a:cubicBezTo>
                        <a:cubicBezTo>
                          <a:pt x="62378" y="-620"/>
                          <a:pt x="58302" y="-620"/>
                          <a:pt x="55821" y="1861"/>
                        </a:cubicBezTo>
                        <a:lnTo>
                          <a:pt x="0" y="57682"/>
                        </a:lnTo>
                        <a:lnTo>
                          <a:pt x="55821" y="113503"/>
                        </a:lnTo>
                        <a:cubicBezTo>
                          <a:pt x="57002" y="114684"/>
                          <a:pt x="58656" y="115275"/>
                          <a:pt x="60310" y="115275"/>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21" name="Freeform: Shape 1220">
                    <a:extLst>
                      <a:ext uri="{FF2B5EF4-FFF2-40B4-BE49-F238E27FC236}">
                        <a16:creationId xmlns:a16="http://schemas.microsoft.com/office/drawing/2014/main" id="{809897C9-ADC6-FF0D-DB3E-E974355139D7}"/>
                      </a:ext>
                    </a:extLst>
                  </p:cNvPr>
                  <p:cNvSpPr/>
                  <p:nvPr/>
                </p:nvSpPr>
                <p:spPr>
                  <a:xfrm>
                    <a:off x="2086107" y="1658708"/>
                    <a:ext cx="66778" cy="115333"/>
                  </a:xfrm>
                  <a:custGeom>
                    <a:avLst/>
                    <a:gdLst>
                      <a:gd name="connsiteX0" fmla="*/ 60369 w 66778"/>
                      <a:gd name="connsiteY0" fmla="*/ 115334 h 115333"/>
                      <a:gd name="connsiteX1" fmla="*/ 64918 w 66778"/>
                      <a:gd name="connsiteY1" fmla="*/ 113443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3"/>
                        </a:cubicBezTo>
                        <a:cubicBezTo>
                          <a:pt x="67399" y="110963"/>
                          <a:pt x="67399" y="106887"/>
                          <a:pt x="64918" y="104347"/>
                        </a:cubicBezTo>
                        <a:lnTo>
                          <a:pt x="18134" y="57623"/>
                        </a:lnTo>
                        <a:lnTo>
                          <a:pt x="64918" y="10898"/>
                        </a:lnTo>
                        <a:cubicBezTo>
                          <a:pt x="67399" y="8417"/>
                          <a:pt x="67399" y="4342"/>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22" name="Freeform: Shape 1221">
                    <a:extLst>
                      <a:ext uri="{FF2B5EF4-FFF2-40B4-BE49-F238E27FC236}">
                        <a16:creationId xmlns:a16="http://schemas.microsoft.com/office/drawing/2014/main" id="{0B5ECEA5-CCA9-27C6-9669-7B41EB78C7FC}"/>
                      </a:ext>
                    </a:extLst>
                  </p:cNvPr>
                  <p:cNvSpPr/>
                  <p:nvPr/>
                </p:nvSpPr>
                <p:spPr>
                  <a:xfrm>
                    <a:off x="2034894" y="165858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7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23" name="Freeform: Shape 1222">
                    <a:extLst>
                      <a:ext uri="{FF2B5EF4-FFF2-40B4-BE49-F238E27FC236}">
                        <a16:creationId xmlns:a16="http://schemas.microsoft.com/office/drawing/2014/main" id="{B10A41CB-56FE-71F1-73BE-B092FE4ECA7D}"/>
                      </a:ext>
                    </a:extLst>
                  </p:cNvPr>
                  <p:cNvSpPr/>
                  <p:nvPr/>
                </p:nvSpPr>
                <p:spPr>
                  <a:xfrm>
                    <a:off x="1983621" y="165858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618" y="114684"/>
                          <a:pt x="64859" y="113444"/>
                        </a:cubicBezTo>
                        <a:cubicBezTo>
                          <a:pt x="67340" y="110963"/>
                          <a:pt x="67340" y="106887"/>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24" name="Freeform: Shape 1223">
                    <a:extLst>
                      <a:ext uri="{FF2B5EF4-FFF2-40B4-BE49-F238E27FC236}">
                        <a16:creationId xmlns:a16="http://schemas.microsoft.com/office/drawing/2014/main" id="{F3AF427A-815F-5F91-5435-20CFB68B54B4}"/>
                      </a:ext>
                    </a:extLst>
                  </p:cNvPr>
                  <p:cNvSpPr/>
                  <p:nvPr/>
                </p:nvSpPr>
                <p:spPr>
                  <a:xfrm>
                    <a:off x="1932349" y="1658648"/>
                    <a:ext cx="66719" cy="115274"/>
                  </a:xfrm>
                  <a:custGeom>
                    <a:avLst/>
                    <a:gdLst>
                      <a:gd name="connsiteX0" fmla="*/ 60310 w 66719"/>
                      <a:gd name="connsiteY0" fmla="*/ 115275 h 115274"/>
                      <a:gd name="connsiteX1" fmla="*/ 64858 w 66719"/>
                      <a:gd name="connsiteY1" fmla="*/ 113384 h 115274"/>
                      <a:gd name="connsiteX2" fmla="*/ 64858 w 66719"/>
                      <a:gd name="connsiteY2" fmla="*/ 104347 h 115274"/>
                      <a:gd name="connsiteX3" fmla="*/ 18134 w 66719"/>
                      <a:gd name="connsiteY3" fmla="*/ 57623 h 115274"/>
                      <a:gd name="connsiteX4" fmla="*/ 64858 w 66719"/>
                      <a:gd name="connsiteY4" fmla="*/ 10898 h 115274"/>
                      <a:gd name="connsiteX5" fmla="*/ 64858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8" y="113384"/>
                        </a:cubicBezTo>
                        <a:cubicBezTo>
                          <a:pt x="67340" y="110904"/>
                          <a:pt x="67340" y="106828"/>
                          <a:pt x="64858" y="104347"/>
                        </a:cubicBezTo>
                        <a:lnTo>
                          <a:pt x="18134" y="57623"/>
                        </a:lnTo>
                        <a:lnTo>
                          <a:pt x="64858" y="10898"/>
                        </a:lnTo>
                        <a:cubicBezTo>
                          <a:pt x="67340" y="8417"/>
                          <a:pt x="67340" y="4342"/>
                          <a:pt x="64858" y="1861"/>
                        </a:cubicBezTo>
                        <a:cubicBezTo>
                          <a:pt x="62378" y="-620"/>
                          <a:pt x="58302" y="-620"/>
                          <a:pt x="55821" y="1861"/>
                        </a:cubicBezTo>
                        <a:lnTo>
                          <a:pt x="0" y="57682"/>
                        </a:lnTo>
                        <a:lnTo>
                          <a:pt x="55821" y="113503"/>
                        </a:lnTo>
                        <a:cubicBezTo>
                          <a:pt x="57002" y="114625"/>
                          <a:pt x="58656" y="115275"/>
                          <a:pt x="60310" y="115275"/>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129" name="Graphic 4773">
                  <a:extLst>
                    <a:ext uri="{FF2B5EF4-FFF2-40B4-BE49-F238E27FC236}">
                      <a16:creationId xmlns:a16="http://schemas.microsoft.com/office/drawing/2014/main" id="{31CB2D3A-A6F4-8BB9-2EDC-92552B0ACC9B}"/>
                    </a:ext>
                  </a:extLst>
                </p:cNvPr>
                <p:cNvGrpSpPr/>
                <p:nvPr/>
              </p:nvGrpSpPr>
              <p:grpSpPr>
                <a:xfrm>
                  <a:off x="455605" y="4257600"/>
                  <a:ext cx="648231" cy="115511"/>
                  <a:chOff x="455605" y="4257600"/>
                  <a:chExt cx="648231" cy="115511"/>
                </a:xfrm>
                <a:grpFill/>
              </p:grpSpPr>
              <p:sp>
                <p:nvSpPr>
                  <p:cNvPr id="1193" name="Freeform: Shape 1192">
                    <a:extLst>
                      <a:ext uri="{FF2B5EF4-FFF2-40B4-BE49-F238E27FC236}">
                        <a16:creationId xmlns:a16="http://schemas.microsoft.com/office/drawing/2014/main" id="{4EFBF6F6-D141-B61C-C41B-F7BAC04F5F9A}"/>
                      </a:ext>
                    </a:extLst>
                  </p:cNvPr>
                  <p:cNvSpPr/>
                  <p:nvPr/>
                </p:nvSpPr>
                <p:spPr>
                  <a:xfrm>
                    <a:off x="694542" y="4303054"/>
                    <a:ext cx="24691" cy="24750"/>
                  </a:xfrm>
                  <a:custGeom>
                    <a:avLst/>
                    <a:gdLst>
                      <a:gd name="connsiteX0" fmla="*/ 12346 w 24691"/>
                      <a:gd name="connsiteY0" fmla="*/ 2599 h 24750"/>
                      <a:gd name="connsiteX1" fmla="*/ 22151 w 24691"/>
                      <a:gd name="connsiteY1" fmla="*/ 12405 h 24750"/>
                      <a:gd name="connsiteX2" fmla="*/ 12346 w 24691"/>
                      <a:gd name="connsiteY2" fmla="*/ 22210 h 24750"/>
                      <a:gd name="connsiteX3" fmla="*/ 2540 w 24691"/>
                      <a:gd name="connsiteY3" fmla="*/ 12405 h 24750"/>
                      <a:gd name="connsiteX4" fmla="*/ 12346 w 24691"/>
                      <a:gd name="connsiteY4" fmla="*/ 2599 h 24750"/>
                      <a:gd name="connsiteX5" fmla="*/ 12346 w 24691"/>
                      <a:gd name="connsiteY5" fmla="*/ 2599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99"/>
                        </a:moveTo>
                        <a:cubicBezTo>
                          <a:pt x="17780" y="2599"/>
                          <a:pt x="22151" y="6971"/>
                          <a:pt x="22151" y="12405"/>
                        </a:cubicBezTo>
                        <a:cubicBezTo>
                          <a:pt x="22151" y="17839"/>
                          <a:pt x="17780" y="22210"/>
                          <a:pt x="12346" y="22210"/>
                        </a:cubicBezTo>
                        <a:cubicBezTo>
                          <a:pt x="6911" y="22210"/>
                          <a:pt x="2540" y="17839"/>
                          <a:pt x="2540" y="12405"/>
                        </a:cubicBezTo>
                        <a:cubicBezTo>
                          <a:pt x="2540" y="6971"/>
                          <a:pt x="6911" y="2599"/>
                          <a:pt x="12346" y="2599"/>
                        </a:cubicBezTo>
                        <a:lnTo>
                          <a:pt x="12346" y="2599"/>
                        </a:lnTo>
                        <a:close/>
                        <a:moveTo>
                          <a:pt x="12346" y="0"/>
                        </a:moveTo>
                        <a:cubicBezTo>
                          <a:pt x="5493" y="0"/>
                          <a:pt x="0" y="5553"/>
                          <a:pt x="0" y="12346"/>
                        </a:cubicBezTo>
                        <a:cubicBezTo>
                          <a:pt x="0" y="19198"/>
                          <a:pt x="5553" y="24750"/>
                          <a:pt x="12346" y="24750"/>
                        </a:cubicBezTo>
                        <a:cubicBezTo>
                          <a:pt x="19198" y="24750"/>
                          <a:pt x="24691" y="19198"/>
                          <a:pt x="24691" y="12346"/>
                        </a:cubicBezTo>
                        <a:cubicBezTo>
                          <a:pt x="24691" y="5553"/>
                          <a:pt x="19198"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94" name="Freeform: Shape 1193">
                    <a:extLst>
                      <a:ext uri="{FF2B5EF4-FFF2-40B4-BE49-F238E27FC236}">
                        <a16:creationId xmlns:a16="http://schemas.microsoft.com/office/drawing/2014/main" id="{CA20A370-1B2F-4CBC-97F8-B871D29B9681}"/>
                      </a:ext>
                    </a:extLst>
                  </p:cNvPr>
                  <p:cNvSpPr/>
                  <p:nvPr/>
                </p:nvSpPr>
                <p:spPr>
                  <a:xfrm>
                    <a:off x="745814"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98" y="0"/>
                          <a:pt x="24691" y="555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95" name="Freeform: Shape 1194">
                    <a:extLst>
                      <a:ext uri="{FF2B5EF4-FFF2-40B4-BE49-F238E27FC236}">
                        <a16:creationId xmlns:a16="http://schemas.microsoft.com/office/drawing/2014/main" id="{CF756C29-36DE-E61E-E2BE-52D2774900BC}"/>
                      </a:ext>
                    </a:extLst>
                  </p:cNvPr>
                  <p:cNvSpPr/>
                  <p:nvPr/>
                </p:nvSpPr>
                <p:spPr>
                  <a:xfrm>
                    <a:off x="771510"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96" name="Freeform: Shape 1195">
                    <a:extLst>
                      <a:ext uri="{FF2B5EF4-FFF2-40B4-BE49-F238E27FC236}">
                        <a16:creationId xmlns:a16="http://schemas.microsoft.com/office/drawing/2014/main" id="{62C8EA2D-1E23-3B88-F8FA-EAD5B13530FF}"/>
                      </a:ext>
                    </a:extLst>
                  </p:cNvPr>
                  <p:cNvSpPr/>
                  <p:nvPr/>
                </p:nvSpPr>
                <p:spPr>
                  <a:xfrm>
                    <a:off x="822723" y="4303054"/>
                    <a:ext cx="24691" cy="24750"/>
                  </a:xfrm>
                  <a:custGeom>
                    <a:avLst/>
                    <a:gdLst>
                      <a:gd name="connsiteX0" fmla="*/ 12346 w 24691"/>
                      <a:gd name="connsiteY0" fmla="*/ 2540 h 24750"/>
                      <a:gd name="connsiteX1" fmla="*/ 22151 w 24691"/>
                      <a:gd name="connsiteY1" fmla="*/ 12346 h 24750"/>
                      <a:gd name="connsiteX2" fmla="*/ 12346 w 24691"/>
                      <a:gd name="connsiteY2" fmla="*/ 22151 h 24750"/>
                      <a:gd name="connsiteX3" fmla="*/ 2540 w 24691"/>
                      <a:gd name="connsiteY3" fmla="*/ 12346 h 24750"/>
                      <a:gd name="connsiteX4" fmla="*/ 12346 w 24691"/>
                      <a:gd name="connsiteY4" fmla="*/ 2540 h 24750"/>
                      <a:gd name="connsiteX5" fmla="*/ 12346 w 24691"/>
                      <a:gd name="connsiteY5" fmla="*/ 2540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1"/>
                          <a:pt x="6970" y="2540"/>
                          <a:pt x="12346" y="2540"/>
                        </a:cubicBezTo>
                        <a:lnTo>
                          <a:pt x="12346" y="2540"/>
                        </a:lnTo>
                        <a:close/>
                        <a:moveTo>
                          <a:pt x="12346" y="0"/>
                        </a:moveTo>
                        <a:cubicBezTo>
                          <a:pt x="5494" y="0"/>
                          <a:pt x="0" y="5553"/>
                          <a:pt x="0" y="12346"/>
                        </a:cubicBezTo>
                        <a:cubicBezTo>
                          <a:pt x="0" y="19198"/>
                          <a:pt x="5553" y="24750"/>
                          <a:pt x="12346" y="24750"/>
                        </a:cubicBezTo>
                        <a:cubicBezTo>
                          <a:pt x="19198" y="24750"/>
                          <a:pt x="24691" y="19198"/>
                          <a:pt x="24691" y="12346"/>
                        </a:cubicBezTo>
                        <a:cubicBezTo>
                          <a:pt x="24750" y="5553"/>
                          <a:pt x="19198"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97" name="Freeform: Shape 1196">
                    <a:extLst>
                      <a:ext uri="{FF2B5EF4-FFF2-40B4-BE49-F238E27FC236}">
                        <a16:creationId xmlns:a16="http://schemas.microsoft.com/office/drawing/2014/main" id="{82A191F6-CDCB-FC1D-949B-ECA3E0BDD806}"/>
                      </a:ext>
                    </a:extLst>
                  </p:cNvPr>
                  <p:cNvSpPr/>
                  <p:nvPr/>
                </p:nvSpPr>
                <p:spPr>
                  <a:xfrm>
                    <a:off x="874055"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98" name="Freeform: Shape 1197">
                    <a:extLst>
                      <a:ext uri="{FF2B5EF4-FFF2-40B4-BE49-F238E27FC236}">
                        <a16:creationId xmlns:a16="http://schemas.microsoft.com/office/drawing/2014/main" id="{E9B314EC-A5CA-A899-0442-37A048AB0E34}"/>
                      </a:ext>
                    </a:extLst>
                  </p:cNvPr>
                  <p:cNvSpPr/>
                  <p:nvPr/>
                </p:nvSpPr>
                <p:spPr>
                  <a:xfrm>
                    <a:off x="899691"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21"/>
                          <a:pt x="17780" y="22151"/>
                          <a:pt x="12346" y="22151"/>
                        </a:cubicBezTo>
                        <a:cubicBezTo>
                          <a:pt x="6970" y="22151"/>
                          <a:pt x="2540" y="17721"/>
                          <a:pt x="2540" y="12346"/>
                        </a:cubicBezTo>
                        <a:cubicBezTo>
                          <a:pt x="2540" y="6971"/>
                          <a:pt x="6911" y="2540"/>
                          <a:pt x="12346" y="2540"/>
                        </a:cubicBezTo>
                        <a:lnTo>
                          <a:pt x="12346" y="2540"/>
                        </a:lnTo>
                        <a:close/>
                        <a:moveTo>
                          <a:pt x="12346" y="0"/>
                        </a:moveTo>
                        <a:cubicBezTo>
                          <a:pt x="5494"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99" name="Freeform: Shape 1198">
                    <a:extLst>
                      <a:ext uri="{FF2B5EF4-FFF2-40B4-BE49-F238E27FC236}">
                        <a16:creationId xmlns:a16="http://schemas.microsoft.com/office/drawing/2014/main" id="{20F0CB2D-6E67-F0AE-838A-B6822B16CD06}"/>
                      </a:ext>
                    </a:extLst>
                  </p:cNvPr>
                  <p:cNvSpPr/>
                  <p:nvPr/>
                </p:nvSpPr>
                <p:spPr>
                  <a:xfrm>
                    <a:off x="925327"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4" y="24750"/>
                          <a:pt x="0" y="19198"/>
                          <a:pt x="0" y="12346"/>
                        </a:cubicBezTo>
                        <a:cubicBezTo>
                          <a:pt x="0" y="5494"/>
                          <a:pt x="5553" y="0"/>
                          <a:pt x="12346" y="0"/>
                        </a:cubicBezTo>
                        <a:cubicBezTo>
                          <a:pt x="19139" y="0"/>
                          <a:pt x="24691" y="5494"/>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00" name="Freeform: Shape 1199">
                    <a:extLst>
                      <a:ext uri="{FF2B5EF4-FFF2-40B4-BE49-F238E27FC236}">
                        <a16:creationId xmlns:a16="http://schemas.microsoft.com/office/drawing/2014/main" id="{EED53B29-8005-26A6-9DF1-72308D3761C5}"/>
                      </a:ext>
                    </a:extLst>
                  </p:cNvPr>
                  <p:cNvSpPr/>
                  <p:nvPr/>
                </p:nvSpPr>
                <p:spPr>
                  <a:xfrm>
                    <a:off x="976600"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80"/>
                          <a:pt x="2540" y="12346"/>
                        </a:cubicBezTo>
                        <a:cubicBezTo>
                          <a:pt x="2540" y="6971"/>
                          <a:pt x="6911" y="2540"/>
                          <a:pt x="12346" y="2540"/>
                        </a:cubicBezTo>
                        <a:lnTo>
                          <a:pt x="12346" y="2540"/>
                        </a:lnTo>
                        <a:close/>
                        <a:moveTo>
                          <a:pt x="12346" y="0"/>
                        </a:moveTo>
                        <a:cubicBezTo>
                          <a:pt x="5493"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01" name="Freeform: Shape 1200">
                    <a:extLst>
                      <a:ext uri="{FF2B5EF4-FFF2-40B4-BE49-F238E27FC236}">
                        <a16:creationId xmlns:a16="http://schemas.microsoft.com/office/drawing/2014/main" id="{EA24B505-FB86-7D03-2DA5-6BDFAF7FEAB6}"/>
                      </a:ext>
                    </a:extLst>
                  </p:cNvPr>
                  <p:cNvSpPr/>
                  <p:nvPr/>
                </p:nvSpPr>
                <p:spPr>
                  <a:xfrm>
                    <a:off x="1027872"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553"/>
                          <a:pt x="5553" y="0"/>
                          <a:pt x="12346" y="0"/>
                        </a:cubicBezTo>
                        <a:cubicBezTo>
                          <a:pt x="19198" y="0"/>
                          <a:pt x="24691" y="5494"/>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02" name="Freeform: Shape 1201">
                    <a:extLst>
                      <a:ext uri="{FF2B5EF4-FFF2-40B4-BE49-F238E27FC236}">
                        <a16:creationId xmlns:a16="http://schemas.microsoft.com/office/drawing/2014/main" id="{F288F92C-A3E4-4640-BCDF-C1609719C1E5}"/>
                      </a:ext>
                    </a:extLst>
                  </p:cNvPr>
                  <p:cNvSpPr/>
                  <p:nvPr/>
                </p:nvSpPr>
                <p:spPr>
                  <a:xfrm>
                    <a:off x="1053509"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3" y="24750"/>
                          <a:pt x="0" y="19198"/>
                          <a:pt x="0" y="12346"/>
                        </a:cubicBezTo>
                        <a:cubicBezTo>
                          <a:pt x="0" y="5494"/>
                          <a:pt x="5552" y="0"/>
                          <a:pt x="12346" y="0"/>
                        </a:cubicBezTo>
                        <a:cubicBezTo>
                          <a:pt x="19198" y="0"/>
                          <a:pt x="24691" y="5494"/>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03" name="Freeform: Shape 1202">
                    <a:extLst>
                      <a:ext uri="{FF2B5EF4-FFF2-40B4-BE49-F238E27FC236}">
                        <a16:creationId xmlns:a16="http://schemas.microsoft.com/office/drawing/2014/main" id="{E19E1C43-BA06-4DE5-EAEE-8A6663FCAD0F}"/>
                      </a:ext>
                    </a:extLst>
                  </p:cNvPr>
                  <p:cNvSpPr/>
                  <p:nvPr/>
                </p:nvSpPr>
                <p:spPr>
                  <a:xfrm>
                    <a:off x="1079145" y="430299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5 h 24691"/>
                      <a:gd name="connsiteX8" fmla="*/ 12346 w 24691"/>
                      <a:gd name="connsiteY8" fmla="*/ 24691 h 24691"/>
                      <a:gd name="connsiteX9" fmla="*/ 24691 w 24691"/>
                      <a:gd name="connsiteY9" fmla="*/ 12345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11" y="22210"/>
                          <a:pt x="2540" y="17839"/>
                          <a:pt x="2540" y="12405"/>
                        </a:cubicBezTo>
                        <a:cubicBezTo>
                          <a:pt x="2540" y="6970"/>
                          <a:pt x="6970" y="2599"/>
                          <a:pt x="12346" y="2599"/>
                        </a:cubicBezTo>
                        <a:lnTo>
                          <a:pt x="12346" y="2599"/>
                        </a:lnTo>
                        <a:close/>
                        <a:moveTo>
                          <a:pt x="12346" y="0"/>
                        </a:moveTo>
                        <a:cubicBezTo>
                          <a:pt x="5493" y="0"/>
                          <a:pt x="0" y="5553"/>
                          <a:pt x="0" y="12345"/>
                        </a:cubicBezTo>
                        <a:cubicBezTo>
                          <a:pt x="0" y="19198"/>
                          <a:pt x="5553" y="24691"/>
                          <a:pt x="12346" y="24691"/>
                        </a:cubicBezTo>
                        <a:cubicBezTo>
                          <a:pt x="19198" y="24691"/>
                          <a:pt x="24691" y="19139"/>
                          <a:pt x="24691" y="12345"/>
                        </a:cubicBezTo>
                        <a:cubicBezTo>
                          <a:pt x="24691" y="5553"/>
                          <a:pt x="19198"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04" name="Freeform: Shape 1203">
                    <a:extLst>
                      <a:ext uri="{FF2B5EF4-FFF2-40B4-BE49-F238E27FC236}">
                        <a16:creationId xmlns:a16="http://schemas.microsoft.com/office/drawing/2014/main" id="{FA43F009-2804-97E4-6666-A1D696F0A612}"/>
                      </a:ext>
                    </a:extLst>
                  </p:cNvPr>
                  <p:cNvSpPr/>
                  <p:nvPr/>
                </p:nvSpPr>
                <p:spPr>
                  <a:xfrm>
                    <a:off x="660754" y="4257777"/>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7"/>
                        </a:lnTo>
                        <a:cubicBezTo>
                          <a:pt x="67340" y="8476"/>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05" name="Freeform: Shape 1204">
                    <a:extLst>
                      <a:ext uri="{FF2B5EF4-FFF2-40B4-BE49-F238E27FC236}">
                        <a16:creationId xmlns:a16="http://schemas.microsoft.com/office/drawing/2014/main" id="{20C83066-7FF1-D15D-6606-9B0D350DBBF3}"/>
                      </a:ext>
                    </a:extLst>
                  </p:cNvPr>
                  <p:cNvSpPr/>
                  <p:nvPr/>
                </p:nvSpPr>
                <p:spPr>
                  <a:xfrm>
                    <a:off x="609363" y="4257777"/>
                    <a:ext cx="66778" cy="115333"/>
                  </a:xfrm>
                  <a:custGeom>
                    <a:avLst/>
                    <a:gdLst>
                      <a:gd name="connsiteX0" fmla="*/ 60369 w 66778"/>
                      <a:gd name="connsiteY0" fmla="*/ 115334 h 115333"/>
                      <a:gd name="connsiteX1" fmla="*/ 64918 w 66778"/>
                      <a:gd name="connsiteY1" fmla="*/ 113444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4"/>
                        </a:cubicBezTo>
                        <a:cubicBezTo>
                          <a:pt x="67399" y="110963"/>
                          <a:pt x="67399" y="106887"/>
                          <a:pt x="64918" y="104347"/>
                        </a:cubicBezTo>
                        <a:lnTo>
                          <a:pt x="18134" y="57623"/>
                        </a:lnTo>
                        <a:lnTo>
                          <a:pt x="64918" y="10898"/>
                        </a:lnTo>
                        <a:cubicBezTo>
                          <a:pt x="67399" y="8417"/>
                          <a:pt x="67399" y="4341"/>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06" name="Freeform: Shape 1205">
                    <a:extLst>
                      <a:ext uri="{FF2B5EF4-FFF2-40B4-BE49-F238E27FC236}">
                        <a16:creationId xmlns:a16="http://schemas.microsoft.com/office/drawing/2014/main" id="{23F6BF95-A47F-B932-B8FF-AA40A86F4136}"/>
                      </a:ext>
                    </a:extLst>
                  </p:cNvPr>
                  <p:cNvSpPr/>
                  <p:nvPr/>
                </p:nvSpPr>
                <p:spPr>
                  <a:xfrm>
                    <a:off x="558150" y="425765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07" name="Freeform: Shape 1206">
                    <a:extLst>
                      <a:ext uri="{FF2B5EF4-FFF2-40B4-BE49-F238E27FC236}">
                        <a16:creationId xmlns:a16="http://schemas.microsoft.com/office/drawing/2014/main" id="{08A6CEA3-A7D4-22F6-DC9E-FEF5B5164BB2}"/>
                      </a:ext>
                    </a:extLst>
                  </p:cNvPr>
                  <p:cNvSpPr/>
                  <p:nvPr/>
                </p:nvSpPr>
                <p:spPr>
                  <a:xfrm>
                    <a:off x="506877" y="4257600"/>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7"/>
                          <a:pt x="67340" y="4401"/>
                          <a:pt x="64859" y="1861"/>
                        </a:cubicBezTo>
                        <a:cubicBezTo>
                          <a:pt x="62378" y="-620"/>
                          <a:pt x="58302" y="-620"/>
                          <a:pt x="55821" y="1861"/>
                        </a:cubicBezTo>
                        <a:lnTo>
                          <a:pt x="0" y="57682"/>
                        </a:lnTo>
                        <a:lnTo>
                          <a:pt x="55821" y="113503"/>
                        </a:lnTo>
                        <a:cubicBezTo>
                          <a:pt x="57002" y="114802"/>
                          <a:pt x="58656" y="115393"/>
                          <a:pt x="60310" y="11539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08" name="Freeform: Shape 1207">
                    <a:extLst>
                      <a:ext uri="{FF2B5EF4-FFF2-40B4-BE49-F238E27FC236}">
                        <a16:creationId xmlns:a16="http://schemas.microsoft.com/office/drawing/2014/main" id="{8B2851ED-92A1-DB2E-DA54-E961ED4865E0}"/>
                      </a:ext>
                    </a:extLst>
                  </p:cNvPr>
                  <p:cNvSpPr/>
                  <p:nvPr/>
                </p:nvSpPr>
                <p:spPr>
                  <a:xfrm>
                    <a:off x="455605" y="425765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8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02" y="114684"/>
                          <a:pt x="58656" y="115334"/>
                          <a:pt x="60310" y="115334"/>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130" name="Graphic 4773">
                  <a:extLst>
                    <a:ext uri="{FF2B5EF4-FFF2-40B4-BE49-F238E27FC236}">
                      <a16:creationId xmlns:a16="http://schemas.microsoft.com/office/drawing/2014/main" id="{891B7304-D58C-B601-8AEE-131EB882D18F}"/>
                    </a:ext>
                  </a:extLst>
                </p:cNvPr>
                <p:cNvGrpSpPr/>
                <p:nvPr/>
              </p:nvGrpSpPr>
              <p:grpSpPr>
                <a:xfrm>
                  <a:off x="3234542" y="2956736"/>
                  <a:ext cx="583845" cy="119557"/>
                  <a:chOff x="3234542" y="2956736"/>
                  <a:chExt cx="583845" cy="119557"/>
                </a:xfrm>
                <a:grpFill/>
              </p:grpSpPr>
              <p:grpSp>
                <p:nvGrpSpPr>
                  <p:cNvPr id="1182" name="Graphic 4773">
                    <a:extLst>
                      <a:ext uri="{FF2B5EF4-FFF2-40B4-BE49-F238E27FC236}">
                        <a16:creationId xmlns:a16="http://schemas.microsoft.com/office/drawing/2014/main" id="{7CC544D7-A146-D701-7829-7073F545947A}"/>
                      </a:ext>
                    </a:extLst>
                  </p:cNvPr>
                  <p:cNvGrpSpPr/>
                  <p:nvPr/>
                </p:nvGrpSpPr>
                <p:grpSpPr>
                  <a:xfrm>
                    <a:off x="3234542" y="2956736"/>
                    <a:ext cx="119557" cy="119557"/>
                    <a:chOff x="3234542" y="2956736"/>
                    <a:chExt cx="119557" cy="119557"/>
                  </a:xfrm>
                  <a:grpFill/>
                </p:grpSpPr>
                <p:sp>
                  <p:nvSpPr>
                    <p:cNvPr id="1191" name="Freeform: Shape 1190">
                      <a:extLst>
                        <a:ext uri="{FF2B5EF4-FFF2-40B4-BE49-F238E27FC236}">
                          <a16:creationId xmlns:a16="http://schemas.microsoft.com/office/drawing/2014/main" id="{BBED2147-95F4-C3C1-D08C-5FA4D20199E1}"/>
                        </a:ext>
                      </a:extLst>
                    </p:cNvPr>
                    <p:cNvSpPr/>
                    <p:nvPr/>
                  </p:nvSpPr>
                  <p:spPr>
                    <a:xfrm>
                      <a:off x="3273941" y="2978474"/>
                      <a:ext cx="40698" cy="76199"/>
                    </a:xfrm>
                    <a:custGeom>
                      <a:avLst/>
                      <a:gdLst>
                        <a:gd name="connsiteX0" fmla="*/ 38868 w 40698"/>
                        <a:gd name="connsiteY0" fmla="*/ 76200 h 76199"/>
                        <a:gd name="connsiteX1" fmla="*/ 40167 w 40698"/>
                        <a:gd name="connsiteY1" fmla="*/ 75668 h 76199"/>
                        <a:gd name="connsiteX2" fmla="*/ 40167 w 40698"/>
                        <a:gd name="connsiteY2" fmla="*/ 73128 h 76199"/>
                        <a:gd name="connsiteX3" fmla="*/ 5139 w 40698"/>
                        <a:gd name="connsiteY3" fmla="*/ 38100 h 76199"/>
                        <a:gd name="connsiteX4" fmla="*/ 40167 w 40698"/>
                        <a:gd name="connsiteY4" fmla="*/ 3072 h 76199"/>
                        <a:gd name="connsiteX5" fmla="*/ 40167 w 40698"/>
                        <a:gd name="connsiteY5" fmla="*/ 532 h 76199"/>
                        <a:gd name="connsiteX6" fmla="*/ 37627 w 40698"/>
                        <a:gd name="connsiteY6" fmla="*/ 532 h 76199"/>
                        <a:gd name="connsiteX7" fmla="*/ 0 w 40698"/>
                        <a:gd name="connsiteY7" fmla="*/ 38159 h 76199"/>
                        <a:gd name="connsiteX8" fmla="*/ 37627 w 40698"/>
                        <a:gd name="connsiteY8" fmla="*/ 75786 h 76199"/>
                        <a:gd name="connsiteX9" fmla="*/ 38868 w 40698"/>
                        <a:gd name="connsiteY9" fmla="*/ 76200 h 76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8" h="76199">
                          <a:moveTo>
                            <a:pt x="38868" y="76200"/>
                          </a:moveTo>
                          <a:cubicBezTo>
                            <a:pt x="39340" y="76200"/>
                            <a:pt x="39813" y="76023"/>
                            <a:pt x="40167" y="75668"/>
                          </a:cubicBezTo>
                          <a:cubicBezTo>
                            <a:pt x="40876" y="74960"/>
                            <a:pt x="40876" y="73837"/>
                            <a:pt x="40167" y="73128"/>
                          </a:cubicBezTo>
                          <a:lnTo>
                            <a:pt x="5139" y="38100"/>
                          </a:lnTo>
                          <a:lnTo>
                            <a:pt x="40167" y="3072"/>
                          </a:lnTo>
                          <a:cubicBezTo>
                            <a:pt x="40876" y="2363"/>
                            <a:pt x="40876" y="1240"/>
                            <a:pt x="40167" y="532"/>
                          </a:cubicBezTo>
                          <a:cubicBezTo>
                            <a:pt x="39459" y="-177"/>
                            <a:pt x="38336" y="-177"/>
                            <a:pt x="37627" y="532"/>
                          </a:cubicBezTo>
                          <a:lnTo>
                            <a:pt x="0" y="38159"/>
                          </a:lnTo>
                          <a:lnTo>
                            <a:pt x="37627" y="75786"/>
                          </a:lnTo>
                          <a:cubicBezTo>
                            <a:pt x="37982" y="76023"/>
                            <a:pt x="38454" y="76200"/>
                            <a:pt x="38868" y="76200"/>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92" name="Freeform: Shape 1191">
                      <a:extLst>
                        <a:ext uri="{FF2B5EF4-FFF2-40B4-BE49-F238E27FC236}">
                          <a16:creationId xmlns:a16="http://schemas.microsoft.com/office/drawing/2014/main" id="{59792E79-4E96-94AC-6D1B-DAEA8F163905}"/>
                        </a:ext>
                      </a:extLst>
                    </p:cNvPr>
                    <p:cNvSpPr/>
                    <p:nvPr/>
                  </p:nvSpPr>
                  <p:spPr>
                    <a:xfrm>
                      <a:off x="3234542" y="2956736"/>
                      <a:ext cx="119557" cy="119557"/>
                    </a:xfrm>
                    <a:custGeom>
                      <a:avLst/>
                      <a:gdLst>
                        <a:gd name="connsiteX0" fmla="*/ 59779 w 119557"/>
                        <a:gd name="connsiteY0" fmla="*/ 6025 h 119557"/>
                        <a:gd name="connsiteX1" fmla="*/ 113532 w 119557"/>
                        <a:gd name="connsiteY1" fmla="*/ 59779 h 119557"/>
                        <a:gd name="connsiteX2" fmla="*/ 59779 w 119557"/>
                        <a:gd name="connsiteY2" fmla="*/ 113532 h 119557"/>
                        <a:gd name="connsiteX3" fmla="*/ 6025 w 119557"/>
                        <a:gd name="connsiteY3" fmla="*/ 59779 h 119557"/>
                        <a:gd name="connsiteX4" fmla="*/ 59779 w 119557"/>
                        <a:gd name="connsiteY4" fmla="*/ 6025 h 119557"/>
                        <a:gd name="connsiteX5" fmla="*/ 59779 w 119557"/>
                        <a:gd name="connsiteY5" fmla="*/ 6025 h 119557"/>
                        <a:gd name="connsiteX6" fmla="*/ 59779 w 119557"/>
                        <a:gd name="connsiteY6" fmla="*/ 0 h 119557"/>
                        <a:gd name="connsiteX7" fmla="*/ 0 w 119557"/>
                        <a:gd name="connsiteY7" fmla="*/ 59779 h 119557"/>
                        <a:gd name="connsiteX8" fmla="*/ 59779 w 119557"/>
                        <a:gd name="connsiteY8" fmla="*/ 119557 h 119557"/>
                        <a:gd name="connsiteX9" fmla="*/ 119557 w 119557"/>
                        <a:gd name="connsiteY9" fmla="*/ 59779 h 119557"/>
                        <a:gd name="connsiteX10" fmla="*/ 59779 w 119557"/>
                        <a:gd name="connsiteY10" fmla="*/ 0 h 119557"/>
                        <a:gd name="connsiteX11" fmla="*/ 59779 w 119557"/>
                        <a:gd name="connsiteY11" fmla="*/ 0 h 119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9557" h="119557">
                          <a:moveTo>
                            <a:pt x="59779" y="6025"/>
                          </a:moveTo>
                          <a:cubicBezTo>
                            <a:pt x="89431" y="6025"/>
                            <a:pt x="113532" y="30126"/>
                            <a:pt x="113532" y="59779"/>
                          </a:cubicBezTo>
                          <a:cubicBezTo>
                            <a:pt x="113532" y="89432"/>
                            <a:pt x="89431" y="113532"/>
                            <a:pt x="59779" y="113532"/>
                          </a:cubicBezTo>
                          <a:cubicBezTo>
                            <a:pt x="30125" y="113532"/>
                            <a:pt x="6025" y="89432"/>
                            <a:pt x="6025" y="59779"/>
                          </a:cubicBezTo>
                          <a:cubicBezTo>
                            <a:pt x="6025" y="30126"/>
                            <a:pt x="30125" y="6025"/>
                            <a:pt x="59779" y="6025"/>
                          </a:cubicBezTo>
                          <a:lnTo>
                            <a:pt x="59779" y="6025"/>
                          </a:lnTo>
                          <a:close/>
                          <a:moveTo>
                            <a:pt x="59779" y="0"/>
                          </a:moveTo>
                          <a:cubicBezTo>
                            <a:pt x="26758" y="0"/>
                            <a:pt x="0" y="26759"/>
                            <a:pt x="0" y="59779"/>
                          </a:cubicBezTo>
                          <a:cubicBezTo>
                            <a:pt x="0" y="92799"/>
                            <a:pt x="26758" y="119557"/>
                            <a:pt x="59779" y="119557"/>
                          </a:cubicBezTo>
                          <a:cubicBezTo>
                            <a:pt x="92798" y="119557"/>
                            <a:pt x="119557" y="92799"/>
                            <a:pt x="119557" y="59779"/>
                          </a:cubicBezTo>
                          <a:cubicBezTo>
                            <a:pt x="119498" y="26759"/>
                            <a:pt x="92740" y="0"/>
                            <a:pt x="59779" y="0"/>
                          </a:cubicBezTo>
                          <a:lnTo>
                            <a:pt x="59779"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1183" name="Freeform: Shape 1182">
                    <a:extLst>
                      <a:ext uri="{FF2B5EF4-FFF2-40B4-BE49-F238E27FC236}">
                        <a16:creationId xmlns:a16="http://schemas.microsoft.com/office/drawing/2014/main" id="{A0D53825-136D-DBFB-4D95-3EAA3D78A9AA}"/>
                      </a:ext>
                    </a:extLst>
                  </p:cNvPr>
                  <p:cNvSpPr/>
                  <p:nvPr/>
                </p:nvSpPr>
                <p:spPr>
                  <a:xfrm>
                    <a:off x="3376250"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84" name="Freeform: Shape 1183">
                    <a:extLst>
                      <a:ext uri="{FF2B5EF4-FFF2-40B4-BE49-F238E27FC236}">
                        <a16:creationId xmlns:a16="http://schemas.microsoft.com/office/drawing/2014/main" id="{543F570C-A58B-2A4A-7553-29BDC561F4CD}"/>
                      </a:ext>
                    </a:extLst>
                  </p:cNvPr>
                  <p:cNvSpPr/>
                  <p:nvPr/>
                </p:nvSpPr>
                <p:spPr>
                  <a:xfrm>
                    <a:off x="345729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51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85" name="Freeform: Shape 1184">
                    <a:extLst>
                      <a:ext uri="{FF2B5EF4-FFF2-40B4-BE49-F238E27FC236}">
                        <a16:creationId xmlns:a16="http://schemas.microsoft.com/office/drawing/2014/main" id="{5F725B16-0584-803C-9510-9274D1F54B97}"/>
                      </a:ext>
                    </a:extLst>
                  </p:cNvPr>
                  <p:cNvSpPr/>
                  <p:nvPr/>
                </p:nvSpPr>
                <p:spPr>
                  <a:xfrm>
                    <a:off x="3497816"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514"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649" y="0"/>
                          <a:pt x="18430" y="0"/>
                        </a:cubicBezTo>
                        <a:lnTo>
                          <a:pt x="1843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86" name="Freeform: Shape 1185">
                    <a:extLst>
                      <a:ext uri="{FF2B5EF4-FFF2-40B4-BE49-F238E27FC236}">
                        <a16:creationId xmlns:a16="http://schemas.microsoft.com/office/drawing/2014/main" id="{E0A6D29B-0B62-B410-61B3-6DE303BDC45B}"/>
                      </a:ext>
                    </a:extLst>
                  </p:cNvPr>
                  <p:cNvSpPr/>
                  <p:nvPr/>
                </p:nvSpPr>
                <p:spPr>
                  <a:xfrm>
                    <a:off x="353833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87" name="Freeform: Shape 1186">
                    <a:extLst>
                      <a:ext uri="{FF2B5EF4-FFF2-40B4-BE49-F238E27FC236}">
                        <a16:creationId xmlns:a16="http://schemas.microsoft.com/office/drawing/2014/main" id="{22FDC547-A057-25B0-21B8-30F58EA382D7}"/>
                      </a:ext>
                    </a:extLst>
                  </p:cNvPr>
                  <p:cNvSpPr/>
                  <p:nvPr/>
                </p:nvSpPr>
                <p:spPr>
                  <a:xfrm>
                    <a:off x="3619381"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649" y="0"/>
                          <a:pt x="36859" y="8270"/>
                          <a:pt x="36859" y="18430"/>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88" name="Freeform: Shape 1187">
                    <a:extLst>
                      <a:ext uri="{FF2B5EF4-FFF2-40B4-BE49-F238E27FC236}">
                        <a16:creationId xmlns:a16="http://schemas.microsoft.com/office/drawing/2014/main" id="{DBE07AE9-B1A5-143C-4075-A77DAAFE991F}"/>
                      </a:ext>
                    </a:extLst>
                  </p:cNvPr>
                  <p:cNvSpPr/>
                  <p:nvPr/>
                </p:nvSpPr>
                <p:spPr>
                  <a:xfrm>
                    <a:off x="3659962"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89" name="Freeform: Shape 1188">
                    <a:extLst>
                      <a:ext uri="{FF2B5EF4-FFF2-40B4-BE49-F238E27FC236}">
                        <a16:creationId xmlns:a16="http://schemas.microsoft.com/office/drawing/2014/main" id="{DCFB7707-2576-F2AF-819B-5C4911C86A5F}"/>
                      </a:ext>
                    </a:extLst>
                  </p:cNvPr>
                  <p:cNvSpPr/>
                  <p:nvPr/>
                </p:nvSpPr>
                <p:spPr>
                  <a:xfrm>
                    <a:off x="370048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590" y="0"/>
                          <a:pt x="18430" y="0"/>
                        </a:cubicBezTo>
                        <a:lnTo>
                          <a:pt x="1843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90" name="Freeform: Shape 1189">
                    <a:extLst>
                      <a:ext uri="{FF2B5EF4-FFF2-40B4-BE49-F238E27FC236}">
                        <a16:creationId xmlns:a16="http://schemas.microsoft.com/office/drawing/2014/main" id="{375B9C83-1F0A-3C7B-75D2-9474BC1C9B28}"/>
                      </a:ext>
                    </a:extLst>
                  </p:cNvPr>
                  <p:cNvSpPr/>
                  <p:nvPr/>
                </p:nvSpPr>
                <p:spPr>
                  <a:xfrm>
                    <a:off x="378152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131" name="Graphic 4773">
                  <a:extLst>
                    <a:ext uri="{FF2B5EF4-FFF2-40B4-BE49-F238E27FC236}">
                      <a16:creationId xmlns:a16="http://schemas.microsoft.com/office/drawing/2014/main" id="{1BC89BE5-739C-AA48-C4A0-CCE4648B4748}"/>
                    </a:ext>
                  </a:extLst>
                </p:cNvPr>
                <p:cNvGrpSpPr/>
                <p:nvPr/>
              </p:nvGrpSpPr>
              <p:grpSpPr>
                <a:xfrm>
                  <a:off x="2640418" y="2129759"/>
                  <a:ext cx="886046" cy="59069"/>
                  <a:chOff x="2640418" y="2129759"/>
                  <a:chExt cx="886046" cy="59069"/>
                </a:xfrm>
                <a:grpFill/>
              </p:grpSpPr>
              <p:sp>
                <p:nvSpPr>
                  <p:cNvPr id="1174" name="Freeform: Shape 1173">
                    <a:extLst>
                      <a:ext uri="{FF2B5EF4-FFF2-40B4-BE49-F238E27FC236}">
                        <a16:creationId xmlns:a16="http://schemas.microsoft.com/office/drawing/2014/main" id="{956FEE40-5A61-1777-50C8-01E259B16D3C}"/>
                      </a:ext>
                    </a:extLst>
                  </p:cNvPr>
                  <p:cNvSpPr/>
                  <p:nvPr/>
                </p:nvSpPr>
                <p:spPr>
                  <a:xfrm>
                    <a:off x="3467395"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75" name="Freeform: Shape 1174">
                    <a:extLst>
                      <a:ext uri="{FF2B5EF4-FFF2-40B4-BE49-F238E27FC236}">
                        <a16:creationId xmlns:a16="http://schemas.microsoft.com/office/drawing/2014/main" id="{990C26EC-4B50-E16F-AD09-B4AA5940FEB0}"/>
                      </a:ext>
                    </a:extLst>
                  </p:cNvPr>
                  <p:cNvSpPr/>
                  <p:nvPr/>
                </p:nvSpPr>
                <p:spPr>
                  <a:xfrm>
                    <a:off x="3349255"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76" name="Freeform: Shape 1175">
                    <a:extLst>
                      <a:ext uri="{FF2B5EF4-FFF2-40B4-BE49-F238E27FC236}">
                        <a16:creationId xmlns:a16="http://schemas.microsoft.com/office/drawing/2014/main" id="{8D110BC8-8AAE-DD5C-35A1-94865F13A8F8}"/>
                      </a:ext>
                    </a:extLst>
                  </p:cNvPr>
                  <p:cNvSpPr/>
                  <p:nvPr/>
                </p:nvSpPr>
                <p:spPr>
                  <a:xfrm>
                    <a:off x="3231116"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77" name="Freeform: Shape 1176">
                    <a:extLst>
                      <a:ext uri="{FF2B5EF4-FFF2-40B4-BE49-F238E27FC236}">
                        <a16:creationId xmlns:a16="http://schemas.microsoft.com/office/drawing/2014/main" id="{022A0EEE-621E-DFBD-51D8-66937DBD727B}"/>
                      </a:ext>
                    </a:extLst>
                  </p:cNvPr>
                  <p:cNvSpPr/>
                  <p:nvPr/>
                </p:nvSpPr>
                <p:spPr>
                  <a:xfrm>
                    <a:off x="3112976"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78" name="Freeform: Shape 1177">
                    <a:extLst>
                      <a:ext uri="{FF2B5EF4-FFF2-40B4-BE49-F238E27FC236}">
                        <a16:creationId xmlns:a16="http://schemas.microsoft.com/office/drawing/2014/main" id="{9325C40D-D38A-6E04-E09A-330EDBB35C7E}"/>
                      </a:ext>
                    </a:extLst>
                  </p:cNvPr>
                  <p:cNvSpPr/>
                  <p:nvPr/>
                </p:nvSpPr>
                <p:spPr>
                  <a:xfrm>
                    <a:off x="2994837"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79" name="Freeform: Shape 1178">
                    <a:extLst>
                      <a:ext uri="{FF2B5EF4-FFF2-40B4-BE49-F238E27FC236}">
                        <a16:creationId xmlns:a16="http://schemas.microsoft.com/office/drawing/2014/main" id="{5ED64AE3-64B5-B662-F1AC-D3B9B5958D3B}"/>
                      </a:ext>
                    </a:extLst>
                  </p:cNvPr>
                  <p:cNvSpPr/>
                  <p:nvPr/>
                </p:nvSpPr>
                <p:spPr>
                  <a:xfrm>
                    <a:off x="2876697"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80" name="Freeform: Shape 1179">
                    <a:extLst>
                      <a:ext uri="{FF2B5EF4-FFF2-40B4-BE49-F238E27FC236}">
                        <a16:creationId xmlns:a16="http://schemas.microsoft.com/office/drawing/2014/main" id="{7F710702-C0B1-F545-FDDF-FF272A39A293}"/>
                      </a:ext>
                    </a:extLst>
                  </p:cNvPr>
                  <p:cNvSpPr/>
                  <p:nvPr/>
                </p:nvSpPr>
                <p:spPr>
                  <a:xfrm>
                    <a:off x="2758558"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81" name="Freeform: Shape 1180">
                    <a:extLst>
                      <a:ext uri="{FF2B5EF4-FFF2-40B4-BE49-F238E27FC236}">
                        <a16:creationId xmlns:a16="http://schemas.microsoft.com/office/drawing/2014/main" id="{4BCEC4D5-922B-0E8A-6D74-CBA7FAE79E56}"/>
                      </a:ext>
                    </a:extLst>
                  </p:cNvPr>
                  <p:cNvSpPr/>
                  <p:nvPr/>
                </p:nvSpPr>
                <p:spPr>
                  <a:xfrm>
                    <a:off x="2640418"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132" name="Graphic 4773">
                  <a:extLst>
                    <a:ext uri="{FF2B5EF4-FFF2-40B4-BE49-F238E27FC236}">
                      <a16:creationId xmlns:a16="http://schemas.microsoft.com/office/drawing/2014/main" id="{E9B70687-71E7-C61C-4099-9D0A505E4AF4}"/>
                    </a:ext>
                  </a:extLst>
                </p:cNvPr>
                <p:cNvGrpSpPr/>
                <p:nvPr/>
              </p:nvGrpSpPr>
              <p:grpSpPr>
                <a:xfrm>
                  <a:off x="1990651" y="4610690"/>
                  <a:ext cx="886046" cy="59069"/>
                  <a:chOff x="1990651" y="4610690"/>
                  <a:chExt cx="886046" cy="59069"/>
                </a:xfrm>
                <a:grpFill/>
              </p:grpSpPr>
              <p:sp>
                <p:nvSpPr>
                  <p:cNvPr id="1166" name="Freeform: Shape 1165">
                    <a:extLst>
                      <a:ext uri="{FF2B5EF4-FFF2-40B4-BE49-F238E27FC236}">
                        <a16:creationId xmlns:a16="http://schemas.microsoft.com/office/drawing/2014/main" id="{A918ECC2-3ACF-AFFB-7B4A-BD57C48994C5}"/>
                      </a:ext>
                    </a:extLst>
                  </p:cNvPr>
                  <p:cNvSpPr/>
                  <p:nvPr/>
                </p:nvSpPr>
                <p:spPr>
                  <a:xfrm>
                    <a:off x="2817627"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67" name="Freeform: Shape 1166">
                    <a:extLst>
                      <a:ext uri="{FF2B5EF4-FFF2-40B4-BE49-F238E27FC236}">
                        <a16:creationId xmlns:a16="http://schemas.microsoft.com/office/drawing/2014/main" id="{B28AAFE0-386B-550A-06B2-BAF016A72734}"/>
                      </a:ext>
                    </a:extLst>
                  </p:cNvPr>
                  <p:cNvSpPr/>
                  <p:nvPr/>
                </p:nvSpPr>
                <p:spPr>
                  <a:xfrm>
                    <a:off x="2699488"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68" name="Freeform: Shape 1167">
                    <a:extLst>
                      <a:ext uri="{FF2B5EF4-FFF2-40B4-BE49-F238E27FC236}">
                        <a16:creationId xmlns:a16="http://schemas.microsoft.com/office/drawing/2014/main" id="{E7CB8824-91C2-5A5B-A29F-307576B0422B}"/>
                      </a:ext>
                    </a:extLst>
                  </p:cNvPr>
                  <p:cNvSpPr/>
                  <p:nvPr/>
                </p:nvSpPr>
                <p:spPr>
                  <a:xfrm>
                    <a:off x="2581348"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69" name="Freeform: Shape 1168">
                    <a:extLst>
                      <a:ext uri="{FF2B5EF4-FFF2-40B4-BE49-F238E27FC236}">
                        <a16:creationId xmlns:a16="http://schemas.microsoft.com/office/drawing/2014/main" id="{AF0F7AE5-21EA-15A6-0280-95B400697369}"/>
                      </a:ext>
                    </a:extLst>
                  </p:cNvPr>
                  <p:cNvSpPr/>
                  <p:nvPr/>
                </p:nvSpPr>
                <p:spPr>
                  <a:xfrm>
                    <a:off x="246320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70" name="Freeform: Shape 1169">
                    <a:extLst>
                      <a:ext uri="{FF2B5EF4-FFF2-40B4-BE49-F238E27FC236}">
                        <a16:creationId xmlns:a16="http://schemas.microsoft.com/office/drawing/2014/main" id="{51E98044-B345-BCDA-9DB1-04857C98FB5F}"/>
                      </a:ext>
                    </a:extLst>
                  </p:cNvPr>
                  <p:cNvSpPr/>
                  <p:nvPr/>
                </p:nvSpPr>
                <p:spPr>
                  <a:xfrm>
                    <a:off x="234506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71" name="Freeform: Shape 1170">
                    <a:extLst>
                      <a:ext uri="{FF2B5EF4-FFF2-40B4-BE49-F238E27FC236}">
                        <a16:creationId xmlns:a16="http://schemas.microsoft.com/office/drawing/2014/main" id="{7C1F227C-F730-D8B0-3F90-26FFFB68A7D6}"/>
                      </a:ext>
                    </a:extLst>
                  </p:cNvPr>
                  <p:cNvSpPr/>
                  <p:nvPr/>
                </p:nvSpPr>
                <p:spPr>
                  <a:xfrm>
                    <a:off x="2226930"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72" name="Freeform: Shape 1171">
                    <a:extLst>
                      <a:ext uri="{FF2B5EF4-FFF2-40B4-BE49-F238E27FC236}">
                        <a16:creationId xmlns:a16="http://schemas.microsoft.com/office/drawing/2014/main" id="{8227DF27-9C9A-D635-C852-248B5C0DF3F0}"/>
                      </a:ext>
                    </a:extLst>
                  </p:cNvPr>
                  <p:cNvSpPr/>
                  <p:nvPr/>
                </p:nvSpPr>
                <p:spPr>
                  <a:xfrm>
                    <a:off x="2108790"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73" name="Freeform: Shape 1172">
                    <a:extLst>
                      <a:ext uri="{FF2B5EF4-FFF2-40B4-BE49-F238E27FC236}">
                        <a16:creationId xmlns:a16="http://schemas.microsoft.com/office/drawing/2014/main" id="{DE7E8844-8A62-935E-4C34-D0834903BB95}"/>
                      </a:ext>
                    </a:extLst>
                  </p:cNvPr>
                  <p:cNvSpPr/>
                  <p:nvPr/>
                </p:nvSpPr>
                <p:spPr>
                  <a:xfrm>
                    <a:off x="1990651"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1133" name="Freeform: Shape 1132">
                  <a:extLst>
                    <a:ext uri="{FF2B5EF4-FFF2-40B4-BE49-F238E27FC236}">
                      <a16:creationId xmlns:a16="http://schemas.microsoft.com/office/drawing/2014/main" id="{3A576022-00F0-4ED3-E423-CACB90DC56ED}"/>
                    </a:ext>
                  </a:extLst>
                </p:cNvPr>
                <p:cNvSpPr/>
                <p:nvPr/>
              </p:nvSpPr>
              <p:spPr>
                <a:xfrm rot="-2700000">
                  <a:off x="3497758" y="3223441"/>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34" name="Freeform: Shape 1133">
                  <a:extLst>
                    <a:ext uri="{FF2B5EF4-FFF2-40B4-BE49-F238E27FC236}">
                      <a16:creationId xmlns:a16="http://schemas.microsoft.com/office/drawing/2014/main" id="{23CEB15B-5CB5-7BA5-E4C6-8EE932AD4779}"/>
                    </a:ext>
                  </a:extLst>
                </p:cNvPr>
                <p:cNvSpPr/>
                <p:nvPr/>
              </p:nvSpPr>
              <p:spPr>
                <a:xfrm>
                  <a:off x="3350142"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35" name="Freeform: Shape 1134">
                  <a:extLst>
                    <a:ext uri="{FF2B5EF4-FFF2-40B4-BE49-F238E27FC236}">
                      <a16:creationId xmlns:a16="http://schemas.microsoft.com/office/drawing/2014/main" id="{DC035480-54AF-B848-7EFB-AC736B051062}"/>
                    </a:ext>
                  </a:extLst>
                </p:cNvPr>
                <p:cNvSpPr/>
                <p:nvPr/>
              </p:nvSpPr>
              <p:spPr>
                <a:xfrm>
                  <a:off x="3202467"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36" name="Freeform: Shape 1135">
                  <a:extLst>
                    <a:ext uri="{FF2B5EF4-FFF2-40B4-BE49-F238E27FC236}">
                      <a16:creationId xmlns:a16="http://schemas.microsoft.com/office/drawing/2014/main" id="{9FB7883B-5844-517C-E7CD-394E3FC0DF2B}"/>
                    </a:ext>
                  </a:extLst>
                </p:cNvPr>
                <p:cNvSpPr/>
                <p:nvPr/>
              </p:nvSpPr>
              <p:spPr>
                <a:xfrm rot="-2700000">
                  <a:off x="3054737" y="3223438"/>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37" name="Freeform: Shape 1136">
                  <a:extLst>
                    <a:ext uri="{FF2B5EF4-FFF2-40B4-BE49-F238E27FC236}">
                      <a16:creationId xmlns:a16="http://schemas.microsoft.com/office/drawing/2014/main" id="{865423FD-3C73-431F-A868-A8380B053E28}"/>
                    </a:ext>
                  </a:extLst>
                </p:cNvPr>
                <p:cNvSpPr/>
                <p:nvPr/>
              </p:nvSpPr>
              <p:spPr>
                <a:xfrm rot="-2700000">
                  <a:off x="2907066" y="3223435"/>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38" name="Freeform: Shape 1137">
                  <a:extLst>
                    <a:ext uri="{FF2B5EF4-FFF2-40B4-BE49-F238E27FC236}">
                      <a16:creationId xmlns:a16="http://schemas.microsoft.com/office/drawing/2014/main" id="{031558D0-FE15-C41B-8BED-F364DACEBFBC}"/>
                    </a:ext>
                  </a:extLst>
                </p:cNvPr>
                <p:cNvSpPr/>
                <p:nvPr/>
              </p:nvSpPr>
              <p:spPr>
                <a:xfrm>
                  <a:off x="2759444"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39" name="Freeform: Shape 1138">
                  <a:extLst>
                    <a:ext uri="{FF2B5EF4-FFF2-40B4-BE49-F238E27FC236}">
                      <a16:creationId xmlns:a16="http://schemas.microsoft.com/office/drawing/2014/main" id="{C9B660E7-C7B7-9888-1F35-122674B80064}"/>
                    </a:ext>
                  </a:extLst>
                </p:cNvPr>
                <p:cNvSpPr/>
                <p:nvPr/>
              </p:nvSpPr>
              <p:spPr>
                <a:xfrm>
                  <a:off x="2611769"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40" name="Freeform: Shape 1139">
                  <a:extLst>
                    <a:ext uri="{FF2B5EF4-FFF2-40B4-BE49-F238E27FC236}">
                      <a16:creationId xmlns:a16="http://schemas.microsoft.com/office/drawing/2014/main" id="{41A6A207-A2B2-E3A6-C7D6-B95D41384729}"/>
                    </a:ext>
                  </a:extLst>
                </p:cNvPr>
                <p:cNvSpPr/>
                <p:nvPr/>
              </p:nvSpPr>
              <p:spPr>
                <a:xfrm rot="-2700000">
                  <a:off x="2464040" y="3223432"/>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41" name="Freeform: Shape 1140">
                  <a:extLst>
                    <a:ext uri="{FF2B5EF4-FFF2-40B4-BE49-F238E27FC236}">
                      <a16:creationId xmlns:a16="http://schemas.microsoft.com/office/drawing/2014/main" id="{1B67BB16-530F-E35C-2870-5E5E2CE8E6F3}"/>
                    </a:ext>
                  </a:extLst>
                </p:cNvPr>
                <p:cNvSpPr/>
                <p:nvPr/>
              </p:nvSpPr>
              <p:spPr>
                <a:xfrm>
                  <a:off x="1038446" y="3340749"/>
                  <a:ext cx="191326" cy="177091"/>
                </a:xfrm>
                <a:custGeom>
                  <a:avLst/>
                  <a:gdLst>
                    <a:gd name="connsiteX0" fmla="*/ 88546 w 191326"/>
                    <a:gd name="connsiteY0" fmla="*/ 0 h 177091"/>
                    <a:gd name="connsiteX1" fmla="*/ 113887 w 191326"/>
                    <a:gd name="connsiteY1" fmla="*/ 25341 h 177091"/>
                    <a:gd name="connsiteX2" fmla="*/ 71474 w 191326"/>
                    <a:gd name="connsiteY2" fmla="*/ 67694 h 177091"/>
                    <a:gd name="connsiteX3" fmla="*/ 191327 w 191326"/>
                    <a:gd name="connsiteY3" fmla="*/ 67694 h 177091"/>
                    <a:gd name="connsiteX4" fmla="*/ 191327 w 191326"/>
                    <a:gd name="connsiteY4" fmla="*/ 106916 h 177091"/>
                    <a:gd name="connsiteX5" fmla="*/ 68934 w 191326"/>
                    <a:gd name="connsiteY5" fmla="*/ 106916 h 177091"/>
                    <a:gd name="connsiteX6" fmla="*/ 113887 w 191326"/>
                    <a:gd name="connsiteY6" fmla="*/ 151809 h 177091"/>
                    <a:gd name="connsiteX7" fmla="*/ 88546 w 191326"/>
                    <a:gd name="connsiteY7" fmla="*/ 177091 h 177091"/>
                    <a:gd name="connsiteX8" fmla="*/ 0 w 191326"/>
                    <a:gd name="connsiteY8" fmla="*/ 88546 h 177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326" h="177091">
                      <a:moveTo>
                        <a:pt x="88546" y="0"/>
                      </a:moveTo>
                      <a:lnTo>
                        <a:pt x="113887" y="25341"/>
                      </a:lnTo>
                      <a:lnTo>
                        <a:pt x="71474" y="67694"/>
                      </a:lnTo>
                      <a:lnTo>
                        <a:pt x="191327" y="67694"/>
                      </a:lnTo>
                      <a:lnTo>
                        <a:pt x="191327" y="106916"/>
                      </a:lnTo>
                      <a:lnTo>
                        <a:pt x="68934" y="106916"/>
                      </a:lnTo>
                      <a:lnTo>
                        <a:pt x="113887" y="151809"/>
                      </a:lnTo>
                      <a:lnTo>
                        <a:pt x="88546" y="177091"/>
                      </a:lnTo>
                      <a:lnTo>
                        <a:pt x="0" y="88546"/>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42" name="Freeform: Shape 1141">
                  <a:extLst>
                    <a:ext uri="{FF2B5EF4-FFF2-40B4-BE49-F238E27FC236}">
                      <a16:creationId xmlns:a16="http://schemas.microsoft.com/office/drawing/2014/main" id="{DBBD16B1-2A9A-10A3-A0C1-D6A2A47C31B7}"/>
                    </a:ext>
                  </a:extLst>
                </p:cNvPr>
                <p:cNvSpPr/>
                <p:nvPr/>
              </p:nvSpPr>
              <p:spPr>
                <a:xfrm>
                  <a:off x="5004626" y="1576512"/>
                  <a:ext cx="174374" cy="161437"/>
                </a:xfrm>
                <a:custGeom>
                  <a:avLst/>
                  <a:gdLst>
                    <a:gd name="connsiteX0" fmla="*/ 80690 w 174374"/>
                    <a:gd name="connsiteY0" fmla="*/ 0 h 161437"/>
                    <a:gd name="connsiteX1" fmla="*/ 103727 w 174374"/>
                    <a:gd name="connsiteY1" fmla="*/ 23037 h 161437"/>
                    <a:gd name="connsiteX2" fmla="*/ 65154 w 174374"/>
                    <a:gd name="connsiteY2" fmla="*/ 61669 h 161437"/>
                    <a:gd name="connsiteX3" fmla="*/ 174374 w 174374"/>
                    <a:gd name="connsiteY3" fmla="*/ 61669 h 161437"/>
                    <a:gd name="connsiteX4" fmla="*/ 174374 w 174374"/>
                    <a:gd name="connsiteY4" fmla="*/ 97406 h 161437"/>
                    <a:gd name="connsiteX5" fmla="*/ 62850 w 174374"/>
                    <a:gd name="connsiteY5" fmla="*/ 97406 h 161437"/>
                    <a:gd name="connsiteX6" fmla="*/ 103727 w 174374"/>
                    <a:gd name="connsiteY6" fmla="*/ 138341 h 161437"/>
                    <a:gd name="connsiteX7" fmla="*/ 80690 w 174374"/>
                    <a:gd name="connsiteY7" fmla="*/ 161438 h 161437"/>
                    <a:gd name="connsiteX8" fmla="*/ 0 w 174374"/>
                    <a:gd name="connsiteY8" fmla="*/ 80689 h 16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4374" h="161437">
                      <a:moveTo>
                        <a:pt x="80690" y="0"/>
                      </a:moveTo>
                      <a:lnTo>
                        <a:pt x="103727" y="23037"/>
                      </a:lnTo>
                      <a:lnTo>
                        <a:pt x="65154" y="61669"/>
                      </a:lnTo>
                      <a:lnTo>
                        <a:pt x="174374" y="61669"/>
                      </a:lnTo>
                      <a:lnTo>
                        <a:pt x="174374" y="97406"/>
                      </a:lnTo>
                      <a:lnTo>
                        <a:pt x="62850" y="97406"/>
                      </a:lnTo>
                      <a:lnTo>
                        <a:pt x="103727" y="138341"/>
                      </a:lnTo>
                      <a:lnTo>
                        <a:pt x="80690" y="161438"/>
                      </a:lnTo>
                      <a:lnTo>
                        <a:pt x="0" y="80689"/>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1143" name="Graphic 4773">
                  <a:extLst>
                    <a:ext uri="{FF2B5EF4-FFF2-40B4-BE49-F238E27FC236}">
                      <a16:creationId xmlns:a16="http://schemas.microsoft.com/office/drawing/2014/main" id="{F78AD178-3060-BA3C-EADD-FDF3561DE4D9}"/>
                    </a:ext>
                  </a:extLst>
                </p:cNvPr>
                <p:cNvGrpSpPr/>
                <p:nvPr/>
              </p:nvGrpSpPr>
              <p:grpSpPr>
                <a:xfrm>
                  <a:off x="457259" y="2897903"/>
                  <a:ext cx="526784" cy="117726"/>
                  <a:chOff x="457259" y="2897903"/>
                  <a:chExt cx="526784" cy="117726"/>
                </a:xfrm>
                <a:grpFill/>
              </p:grpSpPr>
              <p:sp>
                <p:nvSpPr>
                  <p:cNvPr id="1144" name="Freeform: Shape 1143">
                    <a:extLst>
                      <a:ext uri="{FF2B5EF4-FFF2-40B4-BE49-F238E27FC236}">
                        <a16:creationId xmlns:a16="http://schemas.microsoft.com/office/drawing/2014/main" id="{674714E0-785E-98B8-43C7-2C77C105F07F}"/>
                      </a:ext>
                    </a:extLst>
                  </p:cNvPr>
                  <p:cNvSpPr/>
                  <p:nvPr/>
                </p:nvSpPr>
                <p:spPr>
                  <a:xfrm>
                    <a:off x="882147" y="2924248"/>
                    <a:ext cx="8269" cy="9214"/>
                  </a:xfrm>
                  <a:custGeom>
                    <a:avLst/>
                    <a:gdLst>
                      <a:gd name="connsiteX0" fmla="*/ 0 w 8269"/>
                      <a:gd name="connsiteY0" fmla="*/ 3131 h 9214"/>
                      <a:gd name="connsiteX1" fmla="*/ 5316 w 8269"/>
                      <a:gd name="connsiteY1" fmla="*/ 0 h 9214"/>
                      <a:gd name="connsiteX2" fmla="*/ 8270 w 8269"/>
                      <a:gd name="connsiteY2" fmla="*/ 5139 h 9214"/>
                      <a:gd name="connsiteX3" fmla="*/ 5907 w 8269"/>
                      <a:gd name="connsiteY3" fmla="*/ 6498 h 9214"/>
                      <a:gd name="connsiteX4" fmla="*/ 5907 w 8269"/>
                      <a:gd name="connsiteY4" fmla="*/ 9215 h 9214"/>
                      <a:gd name="connsiteX5" fmla="*/ 0 w 8269"/>
                      <a:gd name="connsiteY5" fmla="*/ 9215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0" y="3131"/>
                        </a:moveTo>
                        <a:lnTo>
                          <a:pt x="5316" y="0"/>
                        </a:lnTo>
                        <a:lnTo>
                          <a:pt x="8270" y="5139"/>
                        </a:lnTo>
                        <a:lnTo>
                          <a:pt x="5907" y="6498"/>
                        </a:lnTo>
                        <a:lnTo>
                          <a:pt x="5907" y="9215"/>
                        </a:lnTo>
                        <a:lnTo>
                          <a:pt x="0" y="9215"/>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45" name="Freeform: Shape 1144">
                    <a:extLst>
                      <a:ext uri="{FF2B5EF4-FFF2-40B4-BE49-F238E27FC236}">
                        <a16:creationId xmlns:a16="http://schemas.microsoft.com/office/drawing/2014/main" id="{ECAE4F2C-4CFF-D5A1-F0B5-C94D2D61C558}"/>
                      </a:ext>
                    </a:extLst>
                  </p:cNvPr>
                  <p:cNvSpPr/>
                  <p:nvPr/>
                </p:nvSpPr>
                <p:spPr>
                  <a:xfrm rot="-1800341">
                    <a:off x="896354" y="2917003"/>
                    <a:ext cx="9333" cy="5907"/>
                  </a:xfrm>
                  <a:custGeom>
                    <a:avLst/>
                    <a:gdLst>
                      <a:gd name="connsiteX0" fmla="*/ 0 w 9333"/>
                      <a:gd name="connsiteY0" fmla="*/ 0 h 5907"/>
                      <a:gd name="connsiteX1" fmla="*/ 9333 w 9333"/>
                      <a:gd name="connsiteY1" fmla="*/ 0 h 5907"/>
                      <a:gd name="connsiteX2" fmla="*/ 9333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3" y="0"/>
                        </a:lnTo>
                        <a:lnTo>
                          <a:pt x="9333" y="5907"/>
                        </a:lnTo>
                        <a:lnTo>
                          <a:pt x="0" y="590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46" name="Freeform: Shape 1145">
                    <a:extLst>
                      <a:ext uri="{FF2B5EF4-FFF2-40B4-BE49-F238E27FC236}">
                        <a16:creationId xmlns:a16="http://schemas.microsoft.com/office/drawing/2014/main" id="{9854673C-8F9A-E796-7B8D-A669AFC6F911}"/>
                      </a:ext>
                    </a:extLst>
                  </p:cNvPr>
                  <p:cNvSpPr/>
                  <p:nvPr/>
                </p:nvSpPr>
                <p:spPr>
                  <a:xfrm>
                    <a:off x="911682" y="2905641"/>
                    <a:ext cx="10986" cy="9805"/>
                  </a:xfrm>
                  <a:custGeom>
                    <a:avLst/>
                    <a:gdLst>
                      <a:gd name="connsiteX0" fmla="*/ 8033 w 10986"/>
                      <a:gd name="connsiteY0" fmla="*/ 0 h 9805"/>
                      <a:gd name="connsiteX1" fmla="*/ 10987 w 10986"/>
                      <a:gd name="connsiteY1" fmla="*/ 5139 h 9805"/>
                      <a:gd name="connsiteX2" fmla="*/ 2953 w 10986"/>
                      <a:gd name="connsiteY2" fmla="*/ 9806 h 9805"/>
                      <a:gd name="connsiteX3" fmla="*/ 0 w 10986"/>
                      <a:gd name="connsiteY3" fmla="*/ 4667 h 9805"/>
                    </a:gdLst>
                    <a:ahLst/>
                    <a:cxnLst>
                      <a:cxn ang="0">
                        <a:pos x="connsiteX0" y="connsiteY0"/>
                      </a:cxn>
                      <a:cxn ang="0">
                        <a:pos x="connsiteX1" y="connsiteY1"/>
                      </a:cxn>
                      <a:cxn ang="0">
                        <a:pos x="connsiteX2" y="connsiteY2"/>
                      </a:cxn>
                      <a:cxn ang="0">
                        <a:pos x="connsiteX3" y="connsiteY3"/>
                      </a:cxn>
                    </a:cxnLst>
                    <a:rect l="l" t="t" r="r" b="b"/>
                    <a:pathLst>
                      <a:path w="10986" h="9805">
                        <a:moveTo>
                          <a:pt x="8033" y="0"/>
                        </a:moveTo>
                        <a:lnTo>
                          <a:pt x="10987" y="5139"/>
                        </a:lnTo>
                        <a:lnTo>
                          <a:pt x="2953" y="9806"/>
                        </a:lnTo>
                        <a:lnTo>
                          <a:pt x="0" y="466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47" name="Freeform: Shape 1146">
                    <a:extLst>
                      <a:ext uri="{FF2B5EF4-FFF2-40B4-BE49-F238E27FC236}">
                        <a16:creationId xmlns:a16="http://schemas.microsoft.com/office/drawing/2014/main" id="{44738F2A-4A0C-4F69-54CB-5F07221A9A31}"/>
                      </a:ext>
                    </a:extLst>
                  </p:cNvPr>
                  <p:cNvSpPr/>
                  <p:nvPr/>
                </p:nvSpPr>
                <p:spPr>
                  <a:xfrm>
                    <a:off x="927808" y="2897903"/>
                    <a:ext cx="10632" cy="8210"/>
                  </a:xfrm>
                  <a:custGeom>
                    <a:avLst/>
                    <a:gdLst>
                      <a:gd name="connsiteX0" fmla="*/ 5257 w 10632"/>
                      <a:gd name="connsiteY0" fmla="*/ 0 h 8210"/>
                      <a:gd name="connsiteX1" fmla="*/ 10632 w 10632"/>
                      <a:gd name="connsiteY1" fmla="*/ 3072 h 8210"/>
                      <a:gd name="connsiteX2" fmla="*/ 7679 w 10632"/>
                      <a:gd name="connsiteY2" fmla="*/ 8211 h 8210"/>
                      <a:gd name="connsiteX3" fmla="*/ 5257 w 10632"/>
                      <a:gd name="connsiteY3" fmla="*/ 6852 h 8210"/>
                      <a:gd name="connsiteX4" fmla="*/ 2953 w 10632"/>
                      <a:gd name="connsiteY4" fmla="*/ 8211 h 8210"/>
                      <a:gd name="connsiteX5" fmla="*/ 0 w 10632"/>
                      <a:gd name="connsiteY5" fmla="*/ 3072 h 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10">
                        <a:moveTo>
                          <a:pt x="5257" y="0"/>
                        </a:moveTo>
                        <a:lnTo>
                          <a:pt x="10632" y="3072"/>
                        </a:lnTo>
                        <a:lnTo>
                          <a:pt x="7679" y="8211"/>
                        </a:lnTo>
                        <a:lnTo>
                          <a:pt x="5257" y="6852"/>
                        </a:lnTo>
                        <a:lnTo>
                          <a:pt x="2953" y="8211"/>
                        </a:lnTo>
                        <a:lnTo>
                          <a:pt x="0" y="3072"/>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48" name="Freeform: Shape 1147">
                    <a:extLst>
                      <a:ext uri="{FF2B5EF4-FFF2-40B4-BE49-F238E27FC236}">
                        <a16:creationId xmlns:a16="http://schemas.microsoft.com/office/drawing/2014/main" id="{6E2ED0AE-D3D0-2241-E01A-D8B15A990E49}"/>
                      </a:ext>
                    </a:extLst>
                  </p:cNvPr>
                  <p:cNvSpPr/>
                  <p:nvPr/>
                </p:nvSpPr>
                <p:spPr>
                  <a:xfrm>
                    <a:off x="959647" y="2914915"/>
                    <a:ext cx="11046" cy="9805"/>
                  </a:xfrm>
                  <a:custGeom>
                    <a:avLst/>
                    <a:gdLst>
                      <a:gd name="connsiteX0" fmla="*/ 2953 w 11046"/>
                      <a:gd name="connsiteY0" fmla="*/ 0 h 9805"/>
                      <a:gd name="connsiteX1" fmla="*/ 11046 w 11046"/>
                      <a:gd name="connsiteY1" fmla="*/ 4726 h 9805"/>
                      <a:gd name="connsiteX2" fmla="*/ 8033 w 11046"/>
                      <a:gd name="connsiteY2" fmla="*/ 9806 h 9805"/>
                      <a:gd name="connsiteX3" fmla="*/ 0 w 11046"/>
                      <a:gd name="connsiteY3" fmla="*/ 5139 h 9805"/>
                    </a:gdLst>
                    <a:ahLst/>
                    <a:cxnLst>
                      <a:cxn ang="0">
                        <a:pos x="connsiteX0" y="connsiteY0"/>
                      </a:cxn>
                      <a:cxn ang="0">
                        <a:pos x="connsiteX1" y="connsiteY1"/>
                      </a:cxn>
                      <a:cxn ang="0">
                        <a:pos x="connsiteX2" y="connsiteY2"/>
                      </a:cxn>
                      <a:cxn ang="0">
                        <a:pos x="connsiteX3" y="connsiteY3"/>
                      </a:cxn>
                    </a:cxnLst>
                    <a:rect l="l" t="t" r="r" b="b"/>
                    <a:pathLst>
                      <a:path w="11046" h="9805">
                        <a:moveTo>
                          <a:pt x="2953" y="0"/>
                        </a:moveTo>
                        <a:lnTo>
                          <a:pt x="11046" y="4726"/>
                        </a:lnTo>
                        <a:lnTo>
                          <a:pt x="8033" y="9806"/>
                        </a:lnTo>
                        <a:lnTo>
                          <a:pt x="0" y="5139"/>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49" name="Freeform: Shape 1148">
                    <a:extLst>
                      <a:ext uri="{FF2B5EF4-FFF2-40B4-BE49-F238E27FC236}">
                        <a16:creationId xmlns:a16="http://schemas.microsoft.com/office/drawing/2014/main" id="{6CBB22E2-078F-9084-CFD8-9B4312DE0852}"/>
                      </a:ext>
                    </a:extLst>
                  </p:cNvPr>
                  <p:cNvSpPr/>
                  <p:nvPr/>
                </p:nvSpPr>
                <p:spPr>
                  <a:xfrm rot="-3600896">
                    <a:off x="946174" y="2906009"/>
                    <a:ext cx="5907" cy="9274"/>
                  </a:xfrm>
                  <a:custGeom>
                    <a:avLst/>
                    <a:gdLst>
                      <a:gd name="connsiteX0" fmla="*/ 0 w 5907"/>
                      <a:gd name="connsiteY0" fmla="*/ 0 h 9274"/>
                      <a:gd name="connsiteX1" fmla="*/ 5907 w 5907"/>
                      <a:gd name="connsiteY1" fmla="*/ 0 h 9274"/>
                      <a:gd name="connsiteX2" fmla="*/ 5907 w 5907"/>
                      <a:gd name="connsiteY2" fmla="*/ 9275 h 9274"/>
                      <a:gd name="connsiteX3" fmla="*/ 0 w 5907"/>
                      <a:gd name="connsiteY3" fmla="*/ 9275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5"/>
                        </a:lnTo>
                        <a:lnTo>
                          <a:pt x="0" y="9275"/>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50" name="Freeform: Shape 1149">
                    <a:extLst>
                      <a:ext uri="{FF2B5EF4-FFF2-40B4-BE49-F238E27FC236}">
                        <a16:creationId xmlns:a16="http://schemas.microsoft.com/office/drawing/2014/main" id="{36B57593-8D63-15DC-81CA-F19B4E64D4F8}"/>
                      </a:ext>
                    </a:extLst>
                  </p:cNvPr>
                  <p:cNvSpPr/>
                  <p:nvPr/>
                </p:nvSpPr>
                <p:spPr>
                  <a:xfrm>
                    <a:off x="975773" y="2924248"/>
                    <a:ext cx="8269" cy="9214"/>
                  </a:xfrm>
                  <a:custGeom>
                    <a:avLst/>
                    <a:gdLst>
                      <a:gd name="connsiteX0" fmla="*/ 2953 w 8269"/>
                      <a:gd name="connsiteY0" fmla="*/ 0 h 9214"/>
                      <a:gd name="connsiteX1" fmla="*/ 8270 w 8269"/>
                      <a:gd name="connsiteY1" fmla="*/ 3131 h 9214"/>
                      <a:gd name="connsiteX2" fmla="*/ 8270 w 8269"/>
                      <a:gd name="connsiteY2" fmla="*/ 9215 h 9214"/>
                      <a:gd name="connsiteX3" fmla="*/ 2304 w 8269"/>
                      <a:gd name="connsiteY3" fmla="*/ 9215 h 9214"/>
                      <a:gd name="connsiteX4" fmla="*/ 2304 w 8269"/>
                      <a:gd name="connsiteY4" fmla="*/ 6498 h 9214"/>
                      <a:gd name="connsiteX5" fmla="*/ 0 w 8269"/>
                      <a:gd name="connsiteY5" fmla="*/ 5139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2953" y="0"/>
                        </a:moveTo>
                        <a:lnTo>
                          <a:pt x="8270" y="3131"/>
                        </a:lnTo>
                        <a:lnTo>
                          <a:pt x="8270" y="9215"/>
                        </a:lnTo>
                        <a:lnTo>
                          <a:pt x="2304" y="9215"/>
                        </a:lnTo>
                        <a:lnTo>
                          <a:pt x="2304" y="6498"/>
                        </a:lnTo>
                        <a:lnTo>
                          <a:pt x="0" y="5139"/>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51" name="Freeform: Shape 1150">
                    <a:extLst>
                      <a:ext uri="{FF2B5EF4-FFF2-40B4-BE49-F238E27FC236}">
                        <a16:creationId xmlns:a16="http://schemas.microsoft.com/office/drawing/2014/main" id="{C802F7C3-7564-F455-80F1-BFBCDED3F6C3}"/>
                      </a:ext>
                    </a:extLst>
                  </p:cNvPr>
                  <p:cNvSpPr/>
                  <p:nvPr/>
                </p:nvSpPr>
                <p:spPr>
                  <a:xfrm>
                    <a:off x="978077" y="2961403"/>
                    <a:ext cx="5966" cy="9273"/>
                  </a:xfrm>
                  <a:custGeom>
                    <a:avLst/>
                    <a:gdLst>
                      <a:gd name="connsiteX0" fmla="*/ 0 w 5966"/>
                      <a:gd name="connsiteY0" fmla="*/ 0 h 9273"/>
                      <a:gd name="connsiteX1" fmla="*/ 5966 w 5966"/>
                      <a:gd name="connsiteY1" fmla="*/ 0 h 9273"/>
                      <a:gd name="connsiteX2" fmla="*/ 5966 w 5966"/>
                      <a:gd name="connsiteY2" fmla="*/ 9274 h 9273"/>
                      <a:gd name="connsiteX3" fmla="*/ 0 w 5966"/>
                      <a:gd name="connsiteY3" fmla="*/ 9274 h 9273"/>
                    </a:gdLst>
                    <a:ahLst/>
                    <a:cxnLst>
                      <a:cxn ang="0">
                        <a:pos x="connsiteX0" y="connsiteY0"/>
                      </a:cxn>
                      <a:cxn ang="0">
                        <a:pos x="connsiteX1" y="connsiteY1"/>
                      </a:cxn>
                      <a:cxn ang="0">
                        <a:pos x="connsiteX2" y="connsiteY2"/>
                      </a:cxn>
                      <a:cxn ang="0">
                        <a:pos x="connsiteX3" y="connsiteY3"/>
                      </a:cxn>
                    </a:cxnLst>
                    <a:rect l="l" t="t" r="r" b="b"/>
                    <a:pathLst>
                      <a:path w="5966" h="9273">
                        <a:moveTo>
                          <a:pt x="0" y="0"/>
                        </a:moveTo>
                        <a:lnTo>
                          <a:pt x="5966" y="0"/>
                        </a:lnTo>
                        <a:lnTo>
                          <a:pt x="5966" y="9274"/>
                        </a:lnTo>
                        <a:lnTo>
                          <a:pt x="0" y="9274"/>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52" name="Freeform: Shape 1151">
                    <a:extLst>
                      <a:ext uri="{FF2B5EF4-FFF2-40B4-BE49-F238E27FC236}">
                        <a16:creationId xmlns:a16="http://schemas.microsoft.com/office/drawing/2014/main" id="{7854F1AA-6409-1FAF-BC0F-98FE3EDA5F24}"/>
                      </a:ext>
                    </a:extLst>
                  </p:cNvPr>
                  <p:cNvSpPr/>
                  <p:nvPr/>
                </p:nvSpPr>
                <p:spPr>
                  <a:xfrm>
                    <a:off x="978077" y="2942796"/>
                    <a:ext cx="5966" cy="9333"/>
                  </a:xfrm>
                  <a:custGeom>
                    <a:avLst/>
                    <a:gdLst>
                      <a:gd name="connsiteX0" fmla="*/ 0 w 5966"/>
                      <a:gd name="connsiteY0" fmla="*/ 0 h 9333"/>
                      <a:gd name="connsiteX1" fmla="*/ 5966 w 5966"/>
                      <a:gd name="connsiteY1" fmla="*/ 0 h 9333"/>
                      <a:gd name="connsiteX2" fmla="*/ 5966 w 5966"/>
                      <a:gd name="connsiteY2" fmla="*/ 9333 h 9333"/>
                      <a:gd name="connsiteX3" fmla="*/ 0 w 5966"/>
                      <a:gd name="connsiteY3" fmla="*/ 9333 h 9333"/>
                    </a:gdLst>
                    <a:ahLst/>
                    <a:cxnLst>
                      <a:cxn ang="0">
                        <a:pos x="connsiteX0" y="connsiteY0"/>
                      </a:cxn>
                      <a:cxn ang="0">
                        <a:pos x="connsiteX1" y="connsiteY1"/>
                      </a:cxn>
                      <a:cxn ang="0">
                        <a:pos x="connsiteX2" y="connsiteY2"/>
                      </a:cxn>
                      <a:cxn ang="0">
                        <a:pos x="connsiteX3" y="connsiteY3"/>
                      </a:cxn>
                    </a:cxnLst>
                    <a:rect l="l" t="t" r="r" b="b"/>
                    <a:pathLst>
                      <a:path w="5966" h="9333">
                        <a:moveTo>
                          <a:pt x="0" y="0"/>
                        </a:moveTo>
                        <a:lnTo>
                          <a:pt x="5966" y="0"/>
                        </a:lnTo>
                        <a:lnTo>
                          <a:pt x="5966" y="9333"/>
                        </a:lnTo>
                        <a:lnTo>
                          <a:pt x="0" y="9333"/>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53" name="Freeform: Shape 1152">
                    <a:extLst>
                      <a:ext uri="{FF2B5EF4-FFF2-40B4-BE49-F238E27FC236}">
                        <a16:creationId xmlns:a16="http://schemas.microsoft.com/office/drawing/2014/main" id="{7D39ED33-AA9B-EBB2-9B14-EC62B323F798}"/>
                      </a:ext>
                    </a:extLst>
                  </p:cNvPr>
                  <p:cNvSpPr/>
                  <p:nvPr/>
                </p:nvSpPr>
                <p:spPr>
                  <a:xfrm>
                    <a:off x="975773" y="2980010"/>
                    <a:ext cx="8269" cy="9214"/>
                  </a:xfrm>
                  <a:custGeom>
                    <a:avLst/>
                    <a:gdLst>
                      <a:gd name="connsiteX0" fmla="*/ 8270 w 8269"/>
                      <a:gd name="connsiteY0" fmla="*/ 6143 h 9214"/>
                      <a:gd name="connsiteX1" fmla="*/ 2953 w 8269"/>
                      <a:gd name="connsiteY1" fmla="*/ 9215 h 9214"/>
                      <a:gd name="connsiteX2" fmla="*/ 0 w 8269"/>
                      <a:gd name="connsiteY2" fmla="*/ 4135 h 9214"/>
                      <a:gd name="connsiteX3" fmla="*/ 2304 w 8269"/>
                      <a:gd name="connsiteY3" fmla="*/ 2776 h 9214"/>
                      <a:gd name="connsiteX4" fmla="*/ 2304 w 8269"/>
                      <a:gd name="connsiteY4" fmla="*/ 0 h 9214"/>
                      <a:gd name="connsiteX5" fmla="*/ 8270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8270" y="6143"/>
                        </a:moveTo>
                        <a:lnTo>
                          <a:pt x="2953" y="9215"/>
                        </a:lnTo>
                        <a:lnTo>
                          <a:pt x="0" y="4135"/>
                        </a:lnTo>
                        <a:lnTo>
                          <a:pt x="2304" y="2776"/>
                        </a:lnTo>
                        <a:lnTo>
                          <a:pt x="2304" y="0"/>
                        </a:lnTo>
                        <a:lnTo>
                          <a:pt x="827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54" name="Freeform: Shape 1153">
                    <a:extLst>
                      <a:ext uri="{FF2B5EF4-FFF2-40B4-BE49-F238E27FC236}">
                        <a16:creationId xmlns:a16="http://schemas.microsoft.com/office/drawing/2014/main" id="{77D256F7-24A4-6C34-160E-BEDB39DCDC2A}"/>
                      </a:ext>
                    </a:extLst>
                  </p:cNvPr>
                  <p:cNvSpPr/>
                  <p:nvPr/>
                </p:nvSpPr>
                <p:spPr>
                  <a:xfrm rot="-1801109">
                    <a:off x="960619" y="2990764"/>
                    <a:ext cx="9274" cy="5907"/>
                  </a:xfrm>
                  <a:custGeom>
                    <a:avLst/>
                    <a:gdLst>
                      <a:gd name="connsiteX0" fmla="*/ 0 w 9274"/>
                      <a:gd name="connsiteY0" fmla="*/ 0 h 5907"/>
                      <a:gd name="connsiteX1" fmla="*/ 9274 w 9274"/>
                      <a:gd name="connsiteY1" fmla="*/ 0 h 5907"/>
                      <a:gd name="connsiteX2" fmla="*/ 9274 w 9274"/>
                      <a:gd name="connsiteY2" fmla="*/ 5907 h 5907"/>
                      <a:gd name="connsiteX3" fmla="*/ 0 w 9274"/>
                      <a:gd name="connsiteY3" fmla="*/ 5907 h 5907"/>
                    </a:gdLst>
                    <a:ahLst/>
                    <a:cxnLst>
                      <a:cxn ang="0">
                        <a:pos x="connsiteX0" y="connsiteY0"/>
                      </a:cxn>
                      <a:cxn ang="0">
                        <a:pos x="connsiteX1" y="connsiteY1"/>
                      </a:cxn>
                      <a:cxn ang="0">
                        <a:pos x="connsiteX2" y="connsiteY2"/>
                      </a:cxn>
                      <a:cxn ang="0">
                        <a:pos x="connsiteX3" y="connsiteY3"/>
                      </a:cxn>
                    </a:cxnLst>
                    <a:rect l="l" t="t" r="r" b="b"/>
                    <a:pathLst>
                      <a:path w="9274" h="5907">
                        <a:moveTo>
                          <a:pt x="0" y="0"/>
                        </a:moveTo>
                        <a:lnTo>
                          <a:pt x="9274" y="0"/>
                        </a:lnTo>
                        <a:lnTo>
                          <a:pt x="9274" y="5907"/>
                        </a:lnTo>
                        <a:lnTo>
                          <a:pt x="0" y="590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55" name="Freeform: Shape 1154">
                    <a:extLst>
                      <a:ext uri="{FF2B5EF4-FFF2-40B4-BE49-F238E27FC236}">
                        <a16:creationId xmlns:a16="http://schemas.microsoft.com/office/drawing/2014/main" id="{610C948B-AE49-3BAD-8DC2-568E43AEA65B}"/>
                      </a:ext>
                    </a:extLst>
                  </p:cNvPr>
                  <p:cNvSpPr/>
                  <p:nvPr/>
                </p:nvSpPr>
                <p:spPr>
                  <a:xfrm rot="-1806651">
                    <a:off x="944560" y="3000057"/>
                    <a:ext cx="9333" cy="5907"/>
                  </a:xfrm>
                  <a:custGeom>
                    <a:avLst/>
                    <a:gdLst>
                      <a:gd name="connsiteX0" fmla="*/ 0 w 9333"/>
                      <a:gd name="connsiteY0" fmla="*/ 0 h 5907"/>
                      <a:gd name="connsiteX1" fmla="*/ 9334 w 9333"/>
                      <a:gd name="connsiteY1" fmla="*/ 0 h 5907"/>
                      <a:gd name="connsiteX2" fmla="*/ 9334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4" y="0"/>
                        </a:lnTo>
                        <a:lnTo>
                          <a:pt x="9334" y="5907"/>
                        </a:lnTo>
                        <a:lnTo>
                          <a:pt x="0" y="590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56" name="Freeform: Shape 1155">
                    <a:extLst>
                      <a:ext uri="{FF2B5EF4-FFF2-40B4-BE49-F238E27FC236}">
                        <a16:creationId xmlns:a16="http://schemas.microsoft.com/office/drawing/2014/main" id="{35F824EE-08D1-D386-1C32-ACB808FCAB38}"/>
                      </a:ext>
                    </a:extLst>
                  </p:cNvPr>
                  <p:cNvSpPr/>
                  <p:nvPr/>
                </p:nvSpPr>
                <p:spPr>
                  <a:xfrm>
                    <a:off x="927808" y="3007359"/>
                    <a:ext cx="10632" cy="8269"/>
                  </a:xfrm>
                  <a:custGeom>
                    <a:avLst/>
                    <a:gdLst>
                      <a:gd name="connsiteX0" fmla="*/ 5257 w 10632"/>
                      <a:gd name="connsiteY0" fmla="*/ 1418 h 8269"/>
                      <a:gd name="connsiteX1" fmla="*/ 7679 w 10632"/>
                      <a:gd name="connsiteY1" fmla="*/ 0 h 8269"/>
                      <a:gd name="connsiteX2" fmla="*/ 10632 w 10632"/>
                      <a:gd name="connsiteY2" fmla="*/ 5139 h 8269"/>
                      <a:gd name="connsiteX3" fmla="*/ 5257 w 10632"/>
                      <a:gd name="connsiteY3" fmla="*/ 8270 h 8269"/>
                      <a:gd name="connsiteX4" fmla="*/ 0 w 10632"/>
                      <a:gd name="connsiteY4" fmla="*/ 5139 h 8269"/>
                      <a:gd name="connsiteX5" fmla="*/ 2953 w 10632"/>
                      <a:gd name="connsiteY5" fmla="*/ 0 h 8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69">
                        <a:moveTo>
                          <a:pt x="5257" y="1418"/>
                        </a:moveTo>
                        <a:lnTo>
                          <a:pt x="7679" y="0"/>
                        </a:lnTo>
                        <a:lnTo>
                          <a:pt x="10632" y="5139"/>
                        </a:lnTo>
                        <a:lnTo>
                          <a:pt x="5257" y="8270"/>
                        </a:lnTo>
                        <a:lnTo>
                          <a:pt x="0" y="5139"/>
                        </a:lnTo>
                        <a:lnTo>
                          <a:pt x="2953"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57" name="Freeform: Shape 1156">
                    <a:extLst>
                      <a:ext uri="{FF2B5EF4-FFF2-40B4-BE49-F238E27FC236}">
                        <a16:creationId xmlns:a16="http://schemas.microsoft.com/office/drawing/2014/main" id="{AE6DD036-3ECA-1BE7-7147-54597B9995E1}"/>
                      </a:ext>
                    </a:extLst>
                  </p:cNvPr>
                  <p:cNvSpPr/>
                  <p:nvPr/>
                </p:nvSpPr>
                <p:spPr>
                  <a:xfrm rot="-3604434">
                    <a:off x="898141" y="2989017"/>
                    <a:ext cx="5966" cy="9274"/>
                  </a:xfrm>
                  <a:custGeom>
                    <a:avLst/>
                    <a:gdLst>
                      <a:gd name="connsiteX0" fmla="*/ 0 w 5966"/>
                      <a:gd name="connsiteY0" fmla="*/ 0 h 9274"/>
                      <a:gd name="connsiteX1" fmla="*/ 5966 w 5966"/>
                      <a:gd name="connsiteY1" fmla="*/ 0 h 9274"/>
                      <a:gd name="connsiteX2" fmla="*/ 5966 w 5966"/>
                      <a:gd name="connsiteY2" fmla="*/ 9274 h 9274"/>
                      <a:gd name="connsiteX3" fmla="*/ 0 w 5966"/>
                      <a:gd name="connsiteY3" fmla="*/ 9274 h 9274"/>
                    </a:gdLst>
                    <a:ahLst/>
                    <a:cxnLst>
                      <a:cxn ang="0">
                        <a:pos x="connsiteX0" y="connsiteY0"/>
                      </a:cxn>
                      <a:cxn ang="0">
                        <a:pos x="connsiteX1" y="connsiteY1"/>
                      </a:cxn>
                      <a:cxn ang="0">
                        <a:pos x="connsiteX2" y="connsiteY2"/>
                      </a:cxn>
                      <a:cxn ang="0">
                        <a:pos x="connsiteX3" y="connsiteY3"/>
                      </a:cxn>
                    </a:cxnLst>
                    <a:rect l="l" t="t" r="r" b="b"/>
                    <a:pathLst>
                      <a:path w="5966" h="9274">
                        <a:moveTo>
                          <a:pt x="0" y="0"/>
                        </a:moveTo>
                        <a:lnTo>
                          <a:pt x="5966" y="0"/>
                        </a:lnTo>
                        <a:lnTo>
                          <a:pt x="5966" y="9274"/>
                        </a:lnTo>
                        <a:lnTo>
                          <a:pt x="0" y="9274"/>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58" name="Freeform: Shape 1157">
                    <a:extLst>
                      <a:ext uri="{FF2B5EF4-FFF2-40B4-BE49-F238E27FC236}">
                        <a16:creationId xmlns:a16="http://schemas.microsoft.com/office/drawing/2014/main" id="{8F8AAF6F-72B1-5569-D08E-835D633F27AF}"/>
                      </a:ext>
                    </a:extLst>
                  </p:cNvPr>
                  <p:cNvSpPr/>
                  <p:nvPr/>
                </p:nvSpPr>
                <p:spPr>
                  <a:xfrm rot="-3587633">
                    <a:off x="914188" y="2998227"/>
                    <a:ext cx="5906" cy="9332"/>
                  </a:xfrm>
                  <a:custGeom>
                    <a:avLst/>
                    <a:gdLst>
                      <a:gd name="connsiteX0" fmla="*/ 0 w 5906"/>
                      <a:gd name="connsiteY0" fmla="*/ 0 h 9332"/>
                      <a:gd name="connsiteX1" fmla="*/ 5907 w 5906"/>
                      <a:gd name="connsiteY1" fmla="*/ 0 h 9332"/>
                      <a:gd name="connsiteX2" fmla="*/ 5907 w 5906"/>
                      <a:gd name="connsiteY2" fmla="*/ 9333 h 9332"/>
                      <a:gd name="connsiteX3" fmla="*/ 0 w 5906"/>
                      <a:gd name="connsiteY3" fmla="*/ 9333 h 9332"/>
                    </a:gdLst>
                    <a:ahLst/>
                    <a:cxnLst>
                      <a:cxn ang="0">
                        <a:pos x="connsiteX0" y="connsiteY0"/>
                      </a:cxn>
                      <a:cxn ang="0">
                        <a:pos x="connsiteX1" y="connsiteY1"/>
                      </a:cxn>
                      <a:cxn ang="0">
                        <a:pos x="connsiteX2" y="connsiteY2"/>
                      </a:cxn>
                      <a:cxn ang="0">
                        <a:pos x="connsiteX3" y="connsiteY3"/>
                      </a:cxn>
                    </a:cxnLst>
                    <a:rect l="l" t="t" r="r" b="b"/>
                    <a:pathLst>
                      <a:path w="5906" h="9332">
                        <a:moveTo>
                          <a:pt x="0" y="0"/>
                        </a:moveTo>
                        <a:lnTo>
                          <a:pt x="5907" y="0"/>
                        </a:lnTo>
                        <a:lnTo>
                          <a:pt x="5907" y="9333"/>
                        </a:lnTo>
                        <a:lnTo>
                          <a:pt x="0" y="9333"/>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59" name="Freeform: Shape 1158">
                    <a:extLst>
                      <a:ext uri="{FF2B5EF4-FFF2-40B4-BE49-F238E27FC236}">
                        <a16:creationId xmlns:a16="http://schemas.microsoft.com/office/drawing/2014/main" id="{EA64D2AB-41F0-F7D5-AC3E-5472A2B8D3EF}"/>
                      </a:ext>
                    </a:extLst>
                  </p:cNvPr>
                  <p:cNvSpPr/>
                  <p:nvPr/>
                </p:nvSpPr>
                <p:spPr>
                  <a:xfrm>
                    <a:off x="882147" y="2980010"/>
                    <a:ext cx="8269" cy="9214"/>
                  </a:xfrm>
                  <a:custGeom>
                    <a:avLst/>
                    <a:gdLst>
                      <a:gd name="connsiteX0" fmla="*/ 5907 w 8269"/>
                      <a:gd name="connsiteY0" fmla="*/ 2776 h 9214"/>
                      <a:gd name="connsiteX1" fmla="*/ 8270 w 8269"/>
                      <a:gd name="connsiteY1" fmla="*/ 4135 h 9214"/>
                      <a:gd name="connsiteX2" fmla="*/ 5316 w 8269"/>
                      <a:gd name="connsiteY2" fmla="*/ 9215 h 9214"/>
                      <a:gd name="connsiteX3" fmla="*/ 0 w 8269"/>
                      <a:gd name="connsiteY3" fmla="*/ 6143 h 9214"/>
                      <a:gd name="connsiteX4" fmla="*/ 0 w 8269"/>
                      <a:gd name="connsiteY4" fmla="*/ 0 h 9214"/>
                      <a:gd name="connsiteX5" fmla="*/ 5907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5907" y="2776"/>
                        </a:moveTo>
                        <a:lnTo>
                          <a:pt x="8270" y="4135"/>
                        </a:lnTo>
                        <a:lnTo>
                          <a:pt x="5316" y="9215"/>
                        </a:lnTo>
                        <a:lnTo>
                          <a:pt x="0" y="6143"/>
                        </a:lnTo>
                        <a:lnTo>
                          <a:pt x="0" y="0"/>
                        </a:lnTo>
                        <a:lnTo>
                          <a:pt x="5907"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60" name="Freeform: Shape 1159">
                    <a:extLst>
                      <a:ext uri="{FF2B5EF4-FFF2-40B4-BE49-F238E27FC236}">
                        <a16:creationId xmlns:a16="http://schemas.microsoft.com/office/drawing/2014/main" id="{95E6539C-909C-32EA-90E1-75A57D2F4CCE}"/>
                      </a:ext>
                    </a:extLst>
                  </p:cNvPr>
                  <p:cNvSpPr/>
                  <p:nvPr/>
                </p:nvSpPr>
                <p:spPr>
                  <a:xfrm rot="-23376">
                    <a:off x="882168" y="2961460"/>
                    <a:ext cx="5907" cy="9274"/>
                  </a:xfrm>
                  <a:custGeom>
                    <a:avLst/>
                    <a:gdLst>
                      <a:gd name="connsiteX0" fmla="*/ 0 w 5907"/>
                      <a:gd name="connsiteY0" fmla="*/ 0 h 9274"/>
                      <a:gd name="connsiteX1" fmla="*/ 5907 w 5907"/>
                      <a:gd name="connsiteY1" fmla="*/ 0 h 9274"/>
                      <a:gd name="connsiteX2" fmla="*/ 5907 w 5907"/>
                      <a:gd name="connsiteY2" fmla="*/ 9274 h 9274"/>
                      <a:gd name="connsiteX3" fmla="*/ 0 w 5907"/>
                      <a:gd name="connsiteY3" fmla="*/ 9274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4"/>
                        </a:lnTo>
                        <a:lnTo>
                          <a:pt x="0" y="9274"/>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61" name="Freeform: Shape 1160">
                    <a:extLst>
                      <a:ext uri="{FF2B5EF4-FFF2-40B4-BE49-F238E27FC236}">
                        <a16:creationId xmlns:a16="http://schemas.microsoft.com/office/drawing/2014/main" id="{0A2420D7-4C30-48CF-65FF-374AF9D5BFD6}"/>
                      </a:ext>
                    </a:extLst>
                  </p:cNvPr>
                  <p:cNvSpPr/>
                  <p:nvPr/>
                </p:nvSpPr>
                <p:spPr>
                  <a:xfrm rot="-5391765">
                    <a:off x="880458" y="2944505"/>
                    <a:ext cx="9333" cy="5906"/>
                  </a:xfrm>
                  <a:custGeom>
                    <a:avLst/>
                    <a:gdLst>
                      <a:gd name="connsiteX0" fmla="*/ 0 w 9333"/>
                      <a:gd name="connsiteY0" fmla="*/ 0 h 5906"/>
                      <a:gd name="connsiteX1" fmla="*/ 9333 w 9333"/>
                      <a:gd name="connsiteY1" fmla="*/ 0 h 5906"/>
                      <a:gd name="connsiteX2" fmla="*/ 9333 w 9333"/>
                      <a:gd name="connsiteY2" fmla="*/ 5907 h 5906"/>
                      <a:gd name="connsiteX3" fmla="*/ 0 w 9333"/>
                      <a:gd name="connsiteY3" fmla="*/ 5907 h 5906"/>
                    </a:gdLst>
                    <a:ahLst/>
                    <a:cxnLst>
                      <a:cxn ang="0">
                        <a:pos x="connsiteX0" y="connsiteY0"/>
                      </a:cxn>
                      <a:cxn ang="0">
                        <a:pos x="connsiteX1" y="connsiteY1"/>
                      </a:cxn>
                      <a:cxn ang="0">
                        <a:pos x="connsiteX2" y="connsiteY2"/>
                      </a:cxn>
                      <a:cxn ang="0">
                        <a:pos x="connsiteX3" y="connsiteY3"/>
                      </a:cxn>
                    </a:cxnLst>
                    <a:rect l="l" t="t" r="r" b="b"/>
                    <a:pathLst>
                      <a:path w="9333" h="5906">
                        <a:moveTo>
                          <a:pt x="0" y="0"/>
                        </a:moveTo>
                        <a:lnTo>
                          <a:pt x="9333" y="0"/>
                        </a:lnTo>
                        <a:lnTo>
                          <a:pt x="9333" y="5907"/>
                        </a:lnTo>
                        <a:lnTo>
                          <a:pt x="0" y="590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62" name="Freeform: Shape 1161">
                    <a:extLst>
                      <a:ext uri="{FF2B5EF4-FFF2-40B4-BE49-F238E27FC236}">
                        <a16:creationId xmlns:a16="http://schemas.microsoft.com/office/drawing/2014/main" id="{A9D31992-6988-B411-A1FE-FF3987795247}"/>
                      </a:ext>
                    </a:extLst>
                  </p:cNvPr>
                  <p:cNvSpPr/>
                  <p:nvPr/>
                </p:nvSpPr>
                <p:spPr>
                  <a:xfrm>
                    <a:off x="564234" y="2900915"/>
                    <a:ext cx="96047" cy="110873"/>
                  </a:xfrm>
                  <a:custGeom>
                    <a:avLst/>
                    <a:gdLst>
                      <a:gd name="connsiteX0" fmla="*/ 96047 w 96047"/>
                      <a:gd name="connsiteY0" fmla="*/ 83111 h 110873"/>
                      <a:gd name="connsiteX1" fmla="*/ 48024 w 96047"/>
                      <a:gd name="connsiteY1" fmla="*/ 110874 h 110873"/>
                      <a:gd name="connsiteX2" fmla="*/ 0 w 96047"/>
                      <a:gd name="connsiteY2" fmla="*/ 83111 h 110873"/>
                      <a:gd name="connsiteX3" fmla="*/ 0 w 96047"/>
                      <a:gd name="connsiteY3" fmla="*/ 27763 h 110873"/>
                      <a:gd name="connsiteX4" fmla="*/ 48024 w 96047"/>
                      <a:gd name="connsiteY4" fmla="*/ 0 h 110873"/>
                      <a:gd name="connsiteX5" fmla="*/ 96047 w 96047"/>
                      <a:gd name="connsiteY5" fmla="*/ 27763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47" h="110873">
                        <a:moveTo>
                          <a:pt x="96047" y="83111"/>
                        </a:moveTo>
                        <a:lnTo>
                          <a:pt x="48024" y="110874"/>
                        </a:lnTo>
                        <a:lnTo>
                          <a:pt x="0" y="83111"/>
                        </a:lnTo>
                        <a:lnTo>
                          <a:pt x="0" y="27763"/>
                        </a:lnTo>
                        <a:lnTo>
                          <a:pt x="48024" y="0"/>
                        </a:lnTo>
                        <a:lnTo>
                          <a:pt x="96047" y="27763"/>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63" name="Freeform: Shape 1162">
                    <a:extLst>
                      <a:ext uri="{FF2B5EF4-FFF2-40B4-BE49-F238E27FC236}">
                        <a16:creationId xmlns:a16="http://schemas.microsoft.com/office/drawing/2014/main" id="{201E51BF-93FA-5927-CFCC-0E0FE24C9CA5}"/>
                      </a:ext>
                    </a:extLst>
                  </p:cNvPr>
                  <p:cNvSpPr/>
                  <p:nvPr/>
                </p:nvSpPr>
                <p:spPr>
                  <a:xfrm>
                    <a:off x="669437" y="2901329"/>
                    <a:ext cx="95988" cy="110873"/>
                  </a:xfrm>
                  <a:custGeom>
                    <a:avLst/>
                    <a:gdLst>
                      <a:gd name="connsiteX0" fmla="*/ 47965 w 95988"/>
                      <a:gd name="connsiteY0" fmla="*/ 0 h 110873"/>
                      <a:gd name="connsiteX1" fmla="*/ 0 w 95988"/>
                      <a:gd name="connsiteY1" fmla="*/ 27763 h 110873"/>
                      <a:gd name="connsiteX2" fmla="*/ 0 w 95988"/>
                      <a:gd name="connsiteY2" fmla="*/ 83170 h 110873"/>
                      <a:gd name="connsiteX3" fmla="*/ 47965 w 95988"/>
                      <a:gd name="connsiteY3" fmla="*/ 110874 h 110873"/>
                      <a:gd name="connsiteX4" fmla="*/ 95988 w 95988"/>
                      <a:gd name="connsiteY4" fmla="*/ 83170 h 110873"/>
                      <a:gd name="connsiteX5" fmla="*/ 95988 w 95988"/>
                      <a:gd name="connsiteY5" fmla="*/ 27763 h 110873"/>
                      <a:gd name="connsiteX6" fmla="*/ 47965 w 95988"/>
                      <a:gd name="connsiteY6" fmla="*/ 0 h 110873"/>
                      <a:gd name="connsiteX7" fmla="*/ 70707 w 95988"/>
                      <a:gd name="connsiteY7" fmla="*/ 46074 h 110873"/>
                      <a:gd name="connsiteX8" fmla="*/ 60842 w 95988"/>
                      <a:gd name="connsiteY8" fmla="*/ 40404 h 110873"/>
                      <a:gd name="connsiteX9" fmla="*/ 60842 w 95988"/>
                      <a:gd name="connsiteY9" fmla="*/ 29003 h 110873"/>
                      <a:gd name="connsiteX10" fmla="*/ 70707 w 95988"/>
                      <a:gd name="connsiteY10" fmla="*/ 23332 h 110873"/>
                      <a:gd name="connsiteX11" fmla="*/ 80571 w 95988"/>
                      <a:gd name="connsiteY11" fmla="*/ 29003 h 110873"/>
                      <a:gd name="connsiteX12" fmla="*/ 80571 w 95988"/>
                      <a:gd name="connsiteY12" fmla="*/ 40404 h 110873"/>
                      <a:gd name="connsiteX13" fmla="*/ 70707 w 95988"/>
                      <a:gd name="connsiteY13" fmla="*/ 46074 h 110873"/>
                      <a:gd name="connsiteX14" fmla="*/ 47965 w 95988"/>
                      <a:gd name="connsiteY14" fmla="*/ 77086 h 110873"/>
                      <a:gd name="connsiteX15" fmla="*/ 57829 w 95988"/>
                      <a:gd name="connsiteY15" fmla="*/ 71415 h 110873"/>
                      <a:gd name="connsiteX16" fmla="*/ 67694 w 95988"/>
                      <a:gd name="connsiteY16" fmla="*/ 77086 h 110873"/>
                      <a:gd name="connsiteX17" fmla="*/ 67694 w 95988"/>
                      <a:gd name="connsiteY17" fmla="*/ 88427 h 110873"/>
                      <a:gd name="connsiteX18" fmla="*/ 57829 w 95988"/>
                      <a:gd name="connsiteY18" fmla="*/ 94098 h 110873"/>
                      <a:gd name="connsiteX19" fmla="*/ 47965 w 95988"/>
                      <a:gd name="connsiteY19" fmla="*/ 88427 h 110873"/>
                      <a:gd name="connsiteX20" fmla="*/ 47965 w 95988"/>
                      <a:gd name="connsiteY20" fmla="*/ 77086 h 110873"/>
                      <a:gd name="connsiteX21" fmla="*/ 35206 w 95988"/>
                      <a:gd name="connsiteY21" fmla="*/ 61137 h 110873"/>
                      <a:gd name="connsiteX22" fmla="*/ 25341 w 95988"/>
                      <a:gd name="connsiteY22" fmla="*/ 66808 h 110873"/>
                      <a:gd name="connsiteX23" fmla="*/ 15476 w 95988"/>
                      <a:gd name="connsiteY23" fmla="*/ 61137 h 110873"/>
                      <a:gd name="connsiteX24" fmla="*/ 15476 w 95988"/>
                      <a:gd name="connsiteY24" fmla="*/ 49737 h 110873"/>
                      <a:gd name="connsiteX25" fmla="*/ 25341 w 95988"/>
                      <a:gd name="connsiteY25" fmla="*/ 44066 h 110873"/>
                      <a:gd name="connsiteX26" fmla="*/ 35206 w 95988"/>
                      <a:gd name="connsiteY26" fmla="*/ 49737 h 110873"/>
                      <a:gd name="connsiteX27" fmla="*/ 35206 w 95988"/>
                      <a:gd name="connsiteY27" fmla="*/ 61137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5988" h="110873">
                        <a:moveTo>
                          <a:pt x="47965" y="0"/>
                        </a:moveTo>
                        <a:lnTo>
                          <a:pt x="0" y="27763"/>
                        </a:lnTo>
                        <a:lnTo>
                          <a:pt x="0" y="83170"/>
                        </a:lnTo>
                        <a:lnTo>
                          <a:pt x="47965" y="110874"/>
                        </a:lnTo>
                        <a:lnTo>
                          <a:pt x="95988" y="83170"/>
                        </a:lnTo>
                        <a:lnTo>
                          <a:pt x="95988" y="27763"/>
                        </a:lnTo>
                        <a:lnTo>
                          <a:pt x="47965" y="0"/>
                        </a:lnTo>
                        <a:close/>
                        <a:moveTo>
                          <a:pt x="70707" y="46074"/>
                        </a:moveTo>
                        <a:lnTo>
                          <a:pt x="60842" y="40404"/>
                        </a:lnTo>
                        <a:lnTo>
                          <a:pt x="60842" y="29003"/>
                        </a:lnTo>
                        <a:lnTo>
                          <a:pt x="70707" y="23332"/>
                        </a:lnTo>
                        <a:lnTo>
                          <a:pt x="80571" y="29003"/>
                        </a:lnTo>
                        <a:lnTo>
                          <a:pt x="80571" y="40404"/>
                        </a:lnTo>
                        <a:lnTo>
                          <a:pt x="70707" y="46074"/>
                        </a:lnTo>
                        <a:close/>
                        <a:moveTo>
                          <a:pt x="47965" y="77086"/>
                        </a:moveTo>
                        <a:lnTo>
                          <a:pt x="57829" y="71415"/>
                        </a:lnTo>
                        <a:lnTo>
                          <a:pt x="67694" y="77086"/>
                        </a:lnTo>
                        <a:lnTo>
                          <a:pt x="67694" y="88427"/>
                        </a:lnTo>
                        <a:lnTo>
                          <a:pt x="57829" y="94098"/>
                        </a:lnTo>
                        <a:lnTo>
                          <a:pt x="47965" y="88427"/>
                        </a:lnTo>
                        <a:lnTo>
                          <a:pt x="47965" y="77086"/>
                        </a:lnTo>
                        <a:close/>
                        <a:moveTo>
                          <a:pt x="35206" y="61137"/>
                        </a:moveTo>
                        <a:lnTo>
                          <a:pt x="25341" y="66808"/>
                        </a:lnTo>
                        <a:lnTo>
                          <a:pt x="15476" y="61137"/>
                        </a:lnTo>
                        <a:lnTo>
                          <a:pt x="15476" y="49737"/>
                        </a:lnTo>
                        <a:lnTo>
                          <a:pt x="25341" y="44066"/>
                        </a:lnTo>
                        <a:lnTo>
                          <a:pt x="35206" y="49737"/>
                        </a:lnTo>
                        <a:lnTo>
                          <a:pt x="35206" y="6113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64" name="Freeform: Shape 1163">
                    <a:extLst>
                      <a:ext uri="{FF2B5EF4-FFF2-40B4-BE49-F238E27FC236}">
                        <a16:creationId xmlns:a16="http://schemas.microsoft.com/office/drawing/2014/main" id="{F9D8929B-21C4-DDC5-1647-7F7427D29362}"/>
                      </a:ext>
                    </a:extLst>
                  </p:cNvPr>
                  <p:cNvSpPr/>
                  <p:nvPr/>
                </p:nvSpPr>
                <p:spPr>
                  <a:xfrm>
                    <a:off x="775172" y="2900974"/>
                    <a:ext cx="95988" cy="110874"/>
                  </a:xfrm>
                  <a:custGeom>
                    <a:avLst/>
                    <a:gdLst>
                      <a:gd name="connsiteX0" fmla="*/ 95988 w 95988"/>
                      <a:gd name="connsiteY0" fmla="*/ 27704 h 110874"/>
                      <a:gd name="connsiteX1" fmla="*/ 47965 w 95988"/>
                      <a:gd name="connsiteY1" fmla="*/ 0 h 110874"/>
                      <a:gd name="connsiteX2" fmla="*/ 0 w 95988"/>
                      <a:gd name="connsiteY2" fmla="*/ 27704 h 110874"/>
                      <a:gd name="connsiteX3" fmla="*/ 0 w 95988"/>
                      <a:gd name="connsiteY3" fmla="*/ 83111 h 110874"/>
                      <a:gd name="connsiteX4" fmla="*/ 47965 w 95988"/>
                      <a:gd name="connsiteY4" fmla="*/ 110874 h 110874"/>
                      <a:gd name="connsiteX5" fmla="*/ 95988 w 95988"/>
                      <a:gd name="connsiteY5" fmla="*/ 83111 h 110874"/>
                      <a:gd name="connsiteX6" fmla="*/ 95988 w 95988"/>
                      <a:gd name="connsiteY6" fmla="*/ 27704 h 110874"/>
                      <a:gd name="connsiteX7" fmla="*/ 65390 w 95988"/>
                      <a:gd name="connsiteY7" fmla="*/ 45307 h 110874"/>
                      <a:gd name="connsiteX8" fmla="*/ 65390 w 95988"/>
                      <a:gd name="connsiteY8" fmla="*/ 65449 h 110874"/>
                      <a:gd name="connsiteX9" fmla="*/ 48024 w 95988"/>
                      <a:gd name="connsiteY9" fmla="*/ 75491 h 110874"/>
                      <a:gd name="connsiteX10" fmla="*/ 30598 w 95988"/>
                      <a:gd name="connsiteY10" fmla="*/ 65449 h 110874"/>
                      <a:gd name="connsiteX11" fmla="*/ 30598 w 95988"/>
                      <a:gd name="connsiteY11" fmla="*/ 45307 h 110874"/>
                      <a:gd name="connsiteX12" fmla="*/ 48024 w 95988"/>
                      <a:gd name="connsiteY12" fmla="*/ 35265 h 110874"/>
                      <a:gd name="connsiteX13" fmla="*/ 65390 w 95988"/>
                      <a:gd name="connsiteY13" fmla="*/ 45307 h 11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88" h="110874">
                        <a:moveTo>
                          <a:pt x="95988" y="27704"/>
                        </a:moveTo>
                        <a:lnTo>
                          <a:pt x="47965" y="0"/>
                        </a:lnTo>
                        <a:lnTo>
                          <a:pt x="0" y="27704"/>
                        </a:lnTo>
                        <a:lnTo>
                          <a:pt x="0" y="83111"/>
                        </a:lnTo>
                        <a:lnTo>
                          <a:pt x="47965" y="110874"/>
                        </a:lnTo>
                        <a:lnTo>
                          <a:pt x="95988" y="83111"/>
                        </a:lnTo>
                        <a:lnTo>
                          <a:pt x="95988" y="27704"/>
                        </a:lnTo>
                        <a:close/>
                        <a:moveTo>
                          <a:pt x="65390" y="45307"/>
                        </a:moveTo>
                        <a:lnTo>
                          <a:pt x="65390" y="65449"/>
                        </a:lnTo>
                        <a:lnTo>
                          <a:pt x="48024" y="75491"/>
                        </a:lnTo>
                        <a:lnTo>
                          <a:pt x="30598" y="65449"/>
                        </a:lnTo>
                        <a:lnTo>
                          <a:pt x="30598" y="45307"/>
                        </a:lnTo>
                        <a:lnTo>
                          <a:pt x="48024" y="35265"/>
                        </a:lnTo>
                        <a:lnTo>
                          <a:pt x="65390" y="4530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65" name="Freeform: Shape 1164">
                    <a:extLst>
                      <a:ext uri="{FF2B5EF4-FFF2-40B4-BE49-F238E27FC236}">
                        <a16:creationId xmlns:a16="http://schemas.microsoft.com/office/drawing/2014/main" id="{260311E2-9570-E802-B556-B1F78013AB9B}"/>
                      </a:ext>
                    </a:extLst>
                  </p:cNvPr>
                  <p:cNvSpPr/>
                  <p:nvPr/>
                </p:nvSpPr>
                <p:spPr>
                  <a:xfrm>
                    <a:off x="457259" y="2900974"/>
                    <a:ext cx="95929" cy="110814"/>
                  </a:xfrm>
                  <a:custGeom>
                    <a:avLst/>
                    <a:gdLst>
                      <a:gd name="connsiteX0" fmla="*/ 47965 w 95929"/>
                      <a:gd name="connsiteY0" fmla="*/ 110815 h 110814"/>
                      <a:gd name="connsiteX1" fmla="*/ 95929 w 95929"/>
                      <a:gd name="connsiteY1" fmla="*/ 83052 h 110814"/>
                      <a:gd name="connsiteX2" fmla="*/ 95929 w 95929"/>
                      <a:gd name="connsiteY2" fmla="*/ 27704 h 110814"/>
                      <a:gd name="connsiteX3" fmla="*/ 47965 w 95929"/>
                      <a:gd name="connsiteY3" fmla="*/ 0 h 110814"/>
                      <a:gd name="connsiteX4" fmla="*/ 0 w 95929"/>
                      <a:gd name="connsiteY4" fmla="*/ 27704 h 110814"/>
                      <a:gd name="connsiteX5" fmla="*/ 0 w 95929"/>
                      <a:gd name="connsiteY5" fmla="*/ 83052 h 110814"/>
                      <a:gd name="connsiteX6" fmla="*/ 47965 w 95929"/>
                      <a:gd name="connsiteY6" fmla="*/ 110815 h 110814"/>
                      <a:gd name="connsiteX7" fmla="*/ 61373 w 95929"/>
                      <a:gd name="connsiteY7" fmla="*/ 78681 h 110814"/>
                      <a:gd name="connsiteX8" fmla="*/ 34497 w 95929"/>
                      <a:gd name="connsiteY8" fmla="*/ 78681 h 110814"/>
                      <a:gd name="connsiteX9" fmla="*/ 21029 w 95929"/>
                      <a:gd name="connsiteY9" fmla="*/ 55349 h 110814"/>
                      <a:gd name="connsiteX10" fmla="*/ 34497 w 95929"/>
                      <a:gd name="connsiteY10" fmla="*/ 32016 h 110814"/>
                      <a:gd name="connsiteX11" fmla="*/ 61373 w 95929"/>
                      <a:gd name="connsiteY11" fmla="*/ 32016 h 110814"/>
                      <a:gd name="connsiteX12" fmla="*/ 74841 w 95929"/>
                      <a:gd name="connsiteY12" fmla="*/ 55349 h 110814"/>
                      <a:gd name="connsiteX13" fmla="*/ 61373 w 95929"/>
                      <a:gd name="connsiteY13" fmla="*/ 78681 h 110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29" h="110814">
                        <a:moveTo>
                          <a:pt x="47965" y="110815"/>
                        </a:moveTo>
                        <a:lnTo>
                          <a:pt x="95929" y="83052"/>
                        </a:lnTo>
                        <a:lnTo>
                          <a:pt x="95929" y="27704"/>
                        </a:lnTo>
                        <a:lnTo>
                          <a:pt x="47965" y="0"/>
                        </a:lnTo>
                        <a:lnTo>
                          <a:pt x="0" y="27704"/>
                        </a:lnTo>
                        <a:lnTo>
                          <a:pt x="0" y="83052"/>
                        </a:lnTo>
                        <a:lnTo>
                          <a:pt x="47965" y="110815"/>
                        </a:lnTo>
                        <a:close/>
                        <a:moveTo>
                          <a:pt x="61373" y="78681"/>
                        </a:moveTo>
                        <a:lnTo>
                          <a:pt x="34497" y="78681"/>
                        </a:lnTo>
                        <a:lnTo>
                          <a:pt x="21029" y="55349"/>
                        </a:lnTo>
                        <a:lnTo>
                          <a:pt x="34497" y="32016"/>
                        </a:lnTo>
                        <a:lnTo>
                          <a:pt x="61373" y="32016"/>
                        </a:lnTo>
                        <a:lnTo>
                          <a:pt x="74841" y="55349"/>
                        </a:lnTo>
                        <a:lnTo>
                          <a:pt x="61373" y="78681"/>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1111" name="Graphic 4773">
                <a:extLst>
                  <a:ext uri="{FF2B5EF4-FFF2-40B4-BE49-F238E27FC236}">
                    <a16:creationId xmlns:a16="http://schemas.microsoft.com/office/drawing/2014/main" id="{49645761-F266-8185-84A2-E80ECEBA76B6}"/>
                  </a:ext>
                </a:extLst>
              </p:cNvPr>
              <p:cNvGrpSpPr/>
              <p:nvPr/>
            </p:nvGrpSpPr>
            <p:grpSpPr>
              <a:xfrm>
                <a:off x="3924418" y="4634731"/>
                <a:ext cx="680365" cy="187664"/>
                <a:chOff x="3924418" y="4634731"/>
                <a:chExt cx="680365" cy="187664"/>
              </a:xfrm>
              <a:grpFill/>
            </p:grpSpPr>
            <p:sp>
              <p:nvSpPr>
                <p:cNvPr id="1112" name="Freeform: Shape 1111">
                  <a:extLst>
                    <a:ext uri="{FF2B5EF4-FFF2-40B4-BE49-F238E27FC236}">
                      <a16:creationId xmlns:a16="http://schemas.microsoft.com/office/drawing/2014/main" id="{D7DB6E99-AACB-662B-2DC3-0E4219729935}"/>
                    </a:ext>
                  </a:extLst>
                </p:cNvPr>
                <p:cNvSpPr/>
                <p:nvPr/>
              </p:nvSpPr>
              <p:spPr>
                <a:xfrm>
                  <a:off x="3924418" y="4634731"/>
                  <a:ext cx="680365" cy="187664"/>
                </a:xfrm>
                <a:custGeom>
                  <a:avLst/>
                  <a:gdLst>
                    <a:gd name="connsiteX0" fmla="*/ 89491 w 680365"/>
                    <a:gd name="connsiteY0" fmla="*/ 122452 h 187664"/>
                    <a:gd name="connsiteX1" fmla="*/ 497545 w 680365"/>
                    <a:gd name="connsiteY1" fmla="*/ 122452 h 187664"/>
                    <a:gd name="connsiteX2" fmla="*/ 586445 w 680365"/>
                    <a:gd name="connsiteY2" fmla="*/ 187665 h 187664"/>
                    <a:gd name="connsiteX3" fmla="*/ 680366 w 680365"/>
                    <a:gd name="connsiteY3" fmla="*/ 93862 h 187664"/>
                    <a:gd name="connsiteX4" fmla="*/ 586445 w 680365"/>
                    <a:gd name="connsiteY4" fmla="*/ 0 h 187664"/>
                    <a:gd name="connsiteX5" fmla="*/ 497308 w 680365"/>
                    <a:gd name="connsiteY5" fmla="*/ 66099 h 187664"/>
                    <a:gd name="connsiteX6" fmla="*/ 89491 w 680365"/>
                    <a:gd name="connsiteY6" fmla="*/ 66099 h 187664"/>
                    <a:gd name="connsiteX7" fmla="*/ 89491 w 680365"/>
                    <a:gd name="connsiteY7" fmla="*/ 71711 h 187664"/>
                    <a:gd name="connsiteX8" fmla="*/ 495536 w 680365"/>
                    <a:gd name="connsiteY8" fmla="*/ 71711 h 187664"/>
                    <a:gd name="connsiteX9" fmla="*/ 492878 w 680365"/>
                    <a:gd name="connsiteY9" fmla="*/ 91085 h 187664"/>
                    <a:gd name="connsiteX10" fmla="*/ 0 w 680365"/>
                    <a:gd name="connsiteY10" fmla="*/ 91085 h 187664"/>
                    <a:gd name="connsiteX11" fmla="*/ 0 w 680365"/>
                    <a:gd name="connsiteY11" fmla="*/ 96638 h 187664"/>
                    <a:gd name="connsiteX12" fmla="*/ 492878 w 680365"/>
                    <a:gd name="connsiteY12" fmla="*/ 96638 h 187664"/>
                    <a:gd name="connsiteX13" fmla="*/ 495773 w 680365"/>
                    <a:gd name="connsiteY13" fmla="*/ 116899 h 187664"/>
                    <a:gd name="connsiteX14" fmla="*/ 89432 w 680365"/>
                    <a:gd name="connsiteY14" fmla="*/ 116840 h 187664"/>
                    <a:gd name="connsiteX15" fmla="*/ 89432 w 680365"/>
                    <a:gd name="connsiteY15" fmla="*/ 122452 h 187664"/>
                    <a:gd name="connsiteX16" fmla="*/ 586504 w 680365"/>
                    <a:gd name="connsiteY16" fmla="*/ 19729 h 187664"/>
                    <a:gd name="connsiteX17" fmla="*/ 660577 w 680365"/>
                    <a:gd name="connsiteY17" fmla="*/ 93803 h 187664"/>
                    <a:gd name="connsiteX18" fmla="*/ 586445 w 680365"/>
                    <a:gd name="connsiteY18" fmla="*/ 167876 h 187664"/>
                    <a:gd name="connsiteX19" fmla="*/ 512371 w 680365"/>
                    <a:gd name="connsiteY19" fmla="*/ 93803 h 187664"/>
                    <a:gd name="connsiteX20" fmla="*/ 586504 w 680365"/>
                    <a:gd name="connsiteY20" fmla="*/ 19729 h 187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80365" h="187664">
                      <a:moveTo>
                        <a:pt x="89491" y="122452"/>
                      </a:moveTo>
                      <a:lnTo>
                        <a:pt x="497545" y="122452"/>
                      </a:lnTo>
                      <a:cubicBezTo>
                        <a:pt x="509713" y="160197"/>
                        <a:pt x="544682" y="187665"/>
                        <a:pt x="586445" y="187665"/>
                      </a:cubicBezTo>
                      <a:cubicBezTo>
                        <a:pt x="638308" y="187665"/>
                        <a:pt x="680366" y="145666"/>
                        <a:pt x="680366" y="93862"/>
                      </a:cubicBezTo>
                      <a:cubicBezTo>
                        <a:pt x="680366" y="41999"/>
                        <a:pt x="638367" y="0"/>
                        <a:pt x="586445" y="0"/>
                      </a:cubicBezTo>
                      <a:cubicBezTo>
                        <a:pt x="544387" y="0"/>
                        <a:pt x="509181" y="27940"/>
                        <a:pt x="497308" y="66099"/>
                      </a:cubicBezTo>
                      <a:lnTo>
                        <a:pt x="89491" y="66099"/>
                      </a:lnTo>
                      <a:lnTo>
                        <a:pt x="89491" y="71711"/>
                      </a:lnTo>
                      <a:lnTo>
                        <a:pt x="495536" y="71711"/>
                      </a:lnTo>
                      <a:cubicBezTo>
                        <a:pt x="494060" y="77972"/>
                        <a:pt x="493114" y="84411"/>
                        <a:pt x="492878" y="91085"/>
                      </a:cubicBezTo>
                      <a:lnTo>
                        <a:pt x="0" y="91085"/>
                      </a:lnTo>
                      <a:lnTo>
                        <a:pt x="0" y="96638"/>
                      </a:lnTo>
                      <a:lnTo>
                        <a:pt x="492878" y="96638"/>
                      </a:lnTo>
                      <a:cubicBezTo>
                        <a:pt x="493056" y="103608"/>
                        <a:pt x="494119" y="110401"/>
                        <a:pt x="495773" y="116899"/>
                      </a:cubicBezTo>
                      <a:lnTo>
                        <a:pt x="89432" y="116840"/>
                      </a:lnTo>
                      <a:lnTo>
                        <a:pt x="89432" y="122452"/>
                      </a:lnTo>
                      <a:close/>
                      <a:moveTo>
                        <a:pt x="586504" y="19729"/>
                      </a:moveTo>
                      <a:cubicBezTo>
                        <a:pt x="627439" y="19729"/>
                        <a:pt x="660636" y="52927"/>
                        <a:pt x="660577" y="93803"/>
                      </a:cubicBezTo>
                      <a:cubicBezTo>
                        <a:pt x="660577" y="134738"/>
                        <a:pt x="627439" y="167876"/>
                        <a:pt x="586445" y="167876"/>
                      </a:cubicBezTo>
                      <a:cubicBezTo>
                        <a:pt x="545509" y="167876"/>
                        <a:pt x="512371" y="134679"/>
                        <a:pt x="512371" y="93803"/>
                      </a:cubicBezTo>
                      <a:cubicBezTo>
                        <a:pt x="512430" y="52868"/>
                        <a:pt x="545568" y="19729"/>
                        <a:pt x="586504" y="19729"/>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13" name="Freeform: Shape 1112">
                  <a:extLst>
                    <a:ext uri="{FF2B5EF4-FFF2-40B4-BE49-F238E27FC236}">
                      <a16:creationId xmlns:a16="http://schemas.microsoft.com/office/drawing/2014/main" id="{3A44EE67-5673-B015-A52C-5116E3A361E6}"/>
                    </a:ext>
                  </a:extLst>
                </p:cNvPr>
                <p:cNvSpPr/>
                <p:nvPr/>
              </p:nvSpPr>
              <p:spPr>
                <a:xfrm>
                  <a:off x="4453269" y="4670941"/>
                  <a:ext cx="115186" cy="115186"/>
                </a:xfrm>
                <a:custGeom>
                  <a:avLst/>
                  <a:gdLst>
                    <a:gd name="connsiteX0" fmla="*/ 57593 w 115186"/>
                    <a:gd name="connsiteY0" fmla="*/ 115186 h 115186"/>
                    <a:gd name="connsiteX1" fmla="*/ 115186 w 115186"/>
                    <a:gd name="connsiteY1" fmla="*/ 57593 h 115186"/>
                    <a:gd name="connsiteX2" fmla="*/ 57593 w 115186"/>
                    <a:gd name="connsiteY2" fmla="*/ 0 h 115186"/>
                    <a:gd name="connsiteX3" fmla="*/ 0 w 115186"/>
                    <a:gd name="connsiteY3" fmla="*/ 57593 h 115186"/>
                    <a:gd name="connsiteX4" fmla="*/ 57593 w 115186"/>
                    <a:gd name="connsiteY4" fmla="*/ 115186 h 115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86" h="115186">
                      <a:moveTo>
                        <a:pt x="57593" y="115186"/>
                      </a:moveTo>
                      <a:cubicBezTo>
                        <a:pt x="89490" y="115186"/>
                        <a:pt x="115186" y="89432"/>
                        <a:pt x="115186" y="57593"/>
                      </a:cubicBezTo>
                      <a:cubicBezTo>
                        <a:pt x="115186" y="25813"/>
                        <a:pt x="89490" y="0"/>
                        <a:pt x="57593" y="0"/>
                      </a:cubicBezTo>
                      <a:cubicBezTo>
                        <a:pt x="25813" y="0"/>
                        <a:pt x="0" y="25813"/>
                        <a:pt x="0" y="57593"/>
                      </a:cubicBezTo>
                      <a:cubicBezTo>
                        <a:pt x="59" y="89432"/>
                        <a:pt x="25813" y="115186"/>
                        <a:pt x="57593" y="11518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grpSp>
        <p:nvGrpSpPr>
          <p:cNvPr id="1382" name="Group 1381">
            <a:extLst>
              <a:ext uri="{FF2B5EF4-FFF2-40B4-BE49-F238E27FC236}">
                <a16:creationId xmlns:a16="http://schemas.microsoft.com/office/drawing/2014/main" id="{99C748C2-F06E-C103-B843-2EB634169EFA}"/>
              </a:ext>
            </a:extLst>
          </p:cNvPr>
          <p:cNvGrpSpPr/>
          <p:nvPr userDrawn="1"/>
        </p:nvGrpSpPr>
        <p:grpSpPr>
          <a:xfrm>
            <a:off x="895193" y="21799161"/>
            <a:ext cx="10232284" cy="1891046"/>
            <a:chOff x="824337" y="7216576"/>
            <a:chExt cx="10232284" cy="3636623"/>
          </a:xfrm>
        </p:grpSpPr>
        <p:grpSp>
          <p:nvGrpSpPr>
            <p:cNvPr id="1383" name="Graphic 4773">
              <a:extLst>
                <a:ext uri="{FF2B5EF4-FFF2-40B4-BE49-F238E27FC236}">
                  <a16:creationId xmlns:a16="http://schemas.microsoft.com/office/drawing/2014/main" id="{FBAE88F2-635E-4908-1951-D69CDC430A1F}"/>
                </a:ext>
              </a:extLst>
            </p:cNvPr>
            <p:cNvGrpSpPr/>
            <p:nvPr userDrawn="1"/>
          </p:nvGrpSpPr>
          <p:grpSpPr>
            <a:xfrm>
              <a:off x="824337" y="7216576"/>
              <a:ext cx="4296304" cy="3636623"/>
              <a:chOff x="8624" y="1576512"/>
              <a:chExt cx="5170376" cy="3982601"/>
            </a:xfrm>
            <a:solidFill>
              <a:schemeClr val="bg1">
                <a:lumMod val="95000"/>
                <a:alpha val="76000"/>
              </a:schemeClr>
            </a:solidFill>
          </p:grpSpPr>
          <p:grpSp>
            <p:nvGrpSpPr>
              <p:cNvPr id="1521" name="Graphic 4773">
                <a:extLst>
                  <a:ext uri="{FF2B5EF4-FFF2-40B4-BE49-F238E27FC236}">
                    <a16:creationId xmlns:a16="http://schemas.microsoft.com/office/drawing/2014/main" id="{59E76048-B633-267A-85FB-5A37363BF620}"/>
                  </a:ext>
                </a:extLst>
              </p:cNvPr>
              <p:cNvGrpSpPr/>
              <p:nvPr/>
            </p:nvGrpSpPr>
            <p:grpSpPr>
              <a:xfrm>
                <a:off x="8624" y="1576512"/>
                <a:ext cx="5170376" cy="3982601"/>
                <a:chOff x="8624" y="1576512"/>
                <a:chExt cx="5170376" cy="3982601"/>
              </a:xfrm>
              <a:grpFill/>
            </p:grpSpPr>
            <p:sp>
              <p:nvSpPr>
                <p:cNvPr id="1525" name="Freeform: Shape 1524">
                  <a:extLst>
                    <a:ext uri="{FF2B5EF4-FFF2-40B4-BE49-F238E27FC236}">
                      <a16:creationId xmlns:a16="http://schemas.microsoft.com/office/drawing/2014/main" id="{5A4E5CAC-9B06-FFA6-4C4E-3E6B8B77ED37}"/>
                    </a:ext>
                  </a:extLst>
                </p:cNvPr>
                <p:cNvSpPr/>
                <p:nvPr/>
              </p:nvSpPr>
              <p:spPr>
                <a:xfrm>
                  <a:off x="1467647" y="2244945"/>
                  <a:ext cx="3526878" cy="437352"/>
                </a:xfrm>
                <a:custGeom>
                  <a:avLst/>
                  <a:gdLst>
                    <a:gd name="connsiteX0" fmla="*/ 2146182 w 3526878"/>
                    <a:gd name="connsiteY0" fmla="*/ 5907 h 437352"/>
                    <a:gd name="connsiteX1" fmla="*/ 1085407 w 3526878"/>
                    <a:gd name="connsiteY1" fmla="*/ 5907 h 437352"/>
                    <a:gd name="connsiteX2" fmla="*/ 967267 w 3526878"/>
                    <a:gd name="connsiteY2" fmla="*/ 124047 h 437352"/>
                    <a:gd name="connsiteX3" fmla="*/ 41467 w 3526878"/>
                    <a:gd name="connsiteY3" fmla="*/ 124047 h 437352"/>
                    <a:gd name="connsiteX4" fmla="*/ 20911 w 3526878"/>
                    <a:gd name="connsiteY4" fmla="*/ 142004 h 437352"/>
                    <a:gd name="connsiteX5" fmla="*/ 0 w 3526878"/>
                    <a:gd name="connsiteY5" fmla="*/ 121093 h 437352"/>
                    <a:gd name="connsiteX6" fmla="*/ 20911 w 3526878"/>
                    <a:gd name="connsiteY6" fmla="*/ 100182 h 437352"/>
                    <a:gd name="connsiteX7" fmla="*/ 41467 w 3526878"/>
                    <a:gd name="connsiteY7" fmla="*/ 118140 h 437352"/>
                    <a:gd name="connsiteX8" fmla="*/ 964787 w 3526878"/>
                    <a:gd name="connsiteY8" fmla="*/ 118140 h 437352"/>
                    <a:gd name="connsiteX9" fmla="*/ 1082926 w 3526878"/>
                    <a:gd name="connsiteY9" fmla="*/ 0 h 437352"/>
                    <a:gd name="connsiteX10" fmla="*/ 2148604 w 3526878"/>
                    <a:gd name="connsiteY10" fmla="*/ 0 h 437352"/>
                    <a:gd name="connsiteX11" fmla="*/ 2562092 w 3526878"/>
                    <a:gd name="connsiteY11" fmla="*/ 413488 h 437352"/>
                    <a:gd name="connsiteX12" fmla="*/ 3485412 w 3526878"/>
                    <a:gd name="connsiteY12" fmla="*/ 413488 h 437352"/>
                    <a:gd name="connsiteX13" fmla="*/ 3505968 w 3526878"/>
                    <a:gd name="connsiteY13" fmla="*/ 395531 h 437352"/>
                    <a:gd name="connsiteX14" fmla="*/ 3526879 w 3526878"/>
                    <a:gd name="connsiteY14" fmla="*/ 416442 h 437352"/>
                    <a:gd name="connsiteX15" fmla="*/ 3505968 w 3526878"/>
                    <a:gd name="connsiteY15" fmla="*/ 437353 h 437352"/>
                    <a:gd name="connsiteX16" fmla="*/ 3485412 w 3526878"/>
                    <a:gd name="connsiteY16" fmla="*/ 419395 h 437352"/>
                    <a:gd name="connsiteX17" fmla="*/ 2559670 w 3526878"/>
                    <a:gd name="connsiteY17" fmla="*/ 419395 h 437352"/>
                    <a:gd name="connsiteX18" fmla="*/ 2146182 w 3526878"/>
                    <a:gd name="connsiteY18" fmla="*/ 5907 h 437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526878" h="437352">
                      <a:moveTo>
                        <a:pt x="2146182" y="5907"/>
                      </a:moveTo>
                      <a:lnTo>
                        <a:pt x="1085407" y="5907"/>
                      </a:lnTo>
                      <a:lnTo>
                        <a:pt x="967267" y="124047"/>
                      </a:lnTo>
                      <a:lnTo>
                        <a:pt x="41467" y="124047"/>
                      </a:lnTo>
                      <a:cubicBezTo>
                        <a:pt x="40049" y="134148"/>
                        <a:pt x="31425" y="142004"/>
                        <a:pt x="20911" y="142004"/>
                      </a:cubicBezTo>
                      <a:cubicBezTo>
                        <a:pt x="9392" y="142004"/>
                        <a:pt x="0" y="132671"/>
                        <a:pt x="0" y="121093"/>
                      </a:cubicBezTo>
                      <a:cubicBezTo>
                        <a:pt x="0" y="109515"/>
                        <a:pt x="9333" y="100182"/>
                        <a:pt x="20911" y="100182"/>
                      </a:cubicBezTo>
                      <a:cubicBezTo>
                        <a:pt x="31425" y="100182"/>
                        <a:pt x="40049" y="107980"/>
                        <a:pt x="41467" y="118140"/>
                      </a:cubicBezTo>
                      <a:lnTo>
                        <a:pt x="964787" y="118140"/>
                      </a:lnTo>
                      <a:lnTo>
                        <a:pt x="1082926" y="0"/>
                      </a:lnTo>
                      <a:lnTo>
                        <a:pt x="2148604" y="0"/>
                      </a:lnTo>
                      <a:lnTo>
                        <a:pt x="2562092" y="413488"/>
                      </a:lnTo>
                      <a:lnTo>
                        <a:pt x="3485412" y="413488"/>
                      </a:lnTo>
                      <a:cubicBezTo>
                        <a:pt x="3486829" y="403388"/>
                        <a:pt x="3495454" y="395531"/>
                        <a:pt x="3505968" y="395531"/>
                      </a:cubicBezTo>
                      <a:cubicBezTo>
                        <a:pt x="3517487" y="395531"/>
                        <a:pt x="3526879" y="404864"/>
                        <a:pt x="3526879" y="416442"/>
                      </a:cubicBezTo>
                      <a:cubicBezTo>
                        <a:pt x="3526879" y="427961"/>
                        <a:pt x="3517546" y="437353"/>
                        <a:pt x="3505968" y="437353"/>
                      </a:cubicBezTo>
                      <a:cubicBezTo>
                        <a:pt x="3495454" y="437353"/>
                        <a:pt x="3486829" y="429555"/>
                        <a:pt x="3485412" y="419395"/>
                      </a:cubicBezTo>
                      <a:lnTo>
                        <a:pt x="2559670" y="419395"/>
                      </a:lnTo>
                      <a:lnTo>
                        <a:pt x="2146182" y="590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26" name="Freeform: Shape 1525">
                  <a:extLst>
                    <a:ext uri="{FF2B5EF4-FFF2-40B4-BE49-F238E27FC236}">
                      <a16:creationId xmlns:a16="http://schemas.microsoft.com/office/drawing/2014/main" id="{BD4B7A76-137B-5261-6393-494E53B848E2}"/>
                    </a:ext>
                  </a:extLst>
                </p:cNvPr>
                <p:cNvSpPr/>
                <p:nvPr/>
              </p:nvSpPr>
              <p:spPr>
                <a:xfrm>
                  <a:off x="1762996" y="3880942"/>
                  <a:ext cx="2640891" cy="1678172"/>
                </a:xfrm>
                <a:custGeom>
                  <a:avLst/>
                  <a:gdLst>
                    <a:gd name="connsiteX0" fmla="*/ 0 w 2640891"/>
                    <a:gd name="connsiteY0" fmla="*/ 670678 h 1678172"/>
                    <a:gd name="connsiteX1" fmla="*/ 20911 w 2640891"/>
                    <a:gd name="connsiteY1" fmla="*/ 691589 h 1678172"/>
                    <a:gd name="connsiteX2" fmla="*/ 41467 w 2640891"/>
                    <a:gd name="connsiteY2" fmla="*/ 673632 h 1678172"/>
                    <a:gd name="connsiteX3" fmla="*/ 1260136 w 2640891"/>
                    <a:gd name="connsiteY3" fmla="*/ 673632 h 1678172"/>
                    <a:gd name="connsiteX4" fmla="*/ 1857921 w 2640891"/>
                    <a:gd name="connsiteY4" fmla="*/ 1271418 h 1678172"/>
                    <a:gd name="connsiteX5" fmla="*/ 1789696 w 2640891"/>
                    <a:gd name="connsiteY5" fmla="*/ 1438585 h 1678172"/>
                    <a:gd name="connsiteX6" fmla="*/ 2029283 w 2640891"/>
                    <a:gd name="connsiteY6" fmla="*/ 1678172 h 1678172"/>
                    <a:gd name="connsiteX7" fmla="*/ 2268870 w 2640891"/>
                    <a:gd name="connsiteY7" fmla="*/ 1438585 h 1678172"/>
                    <a:gd name="connsiteX8" fmla="*/ 2032236 w 2640891"/>
                    <a:gd name="connsiteY8" fmla="*/ 1199116 h 1678172"/>
                    <a:gd name="connsiteX9" fmla="*/ 2032236 w 2640891"/>
                    <a:gd name="connsiteY9" fmla="*/ 23864 h 1678172"/>
                    <a:gd name="connsiteX10" fmla="*/ 2599424 w 2640891"/>
                    <a:gd name="connsiteY10" fmla="*/ 23864 h 1678172"/>
                    <a:gd name="connsiteX11" fmla="*/ 2619981 w 2640891"/>
                    <a:gd name="connsiteY11" fmla="*/ 41822 h 1678172"/>
                    <a:gd name="connsiteX12" fmla="*/ 2640891 w 2640891"/>
                    <a:gd name="connsiteY12" fmla="*/ 20911 h 1678172"/>
                    <a:gd name="connsiteX13" fmla="*/ 2619981 w 2640891"/>
                    <a:gd name="connsiteY13" fmla="*/ 0 h 1678172"/>
                    <a:gd name="connsiteX14" fmla="*/ 2599424 w 2640891"/>
                    <a:gd name="connsiteY14" fmla="*/ 17957 h 1678172"/>
                    <a:gd name="connsiteX15" fmla="*/ 2026329 w 2640891"/>
                    <a:gd name="connsiteY15" fmla="*/ 17957 h 1678172"/>
                    <a:gd name="connsiteX16" fmla="*/ 2026329 w 2640891"/>
                    <a:gd name="connsiteY16" fmla="*/ 1199116 h 1678172"/>
                    <a:gd name="connsiteX17" fmla="*/ 1862116 w 2640891"/>
                    <a:gd name="connsiteY17" fmla="*/ 1267283 h 1678172"/>
                    <a:gd name="connsiteX18" fmla="*/ 1262617 w 2640891"/>
                    <a:gd name="connsiteY18" fmla="*/ 667725 h 1678172"/>
                    <a:gd name="connsiteX19" fmla="*/ 41467 w 2640891"/>
                    <a:gd name="connsiteY19" fmla="*/ 667725 h 1678172"/>
                    <a:gd name="connsiteX20" fmla="*/ 20911 w 2640891"/>
                    <a:gd name="connsiteY20" fmla="*/ 649768 h 1678172"/>
                    <a:gd name="connsiteX21" fmla="*/ 0 w 2640891"/>
                    <a:gd name="connsiteY21" fmla="*/ 670678 h 1678172"/>
                    <a:gd name="connsiteX22" fmla="*/ 2026329 w 2640891"/>
                    <a:gd name="connsiteY22" fmla="*/ 1379456 h 1678172"/>
                    <a:gd name="connsiteX23" fmla="*/ 1989529 w 2640891"/>
                    <a:gd name="connsiteY23" fmla="*/ 1394696 h 1678172"/>
                    <a:gd name="connsiteX24" fmla="*/ 1866250 w 2640891"/>
                    <a:gd name="connsiteY24" fmla="*/ 1271418 h 1678172"/>
                    <a:gd name="connsiteX25" fmla="*/ 2026329 w 2640891"/>
                    <a:gd name="connsiteY25" fmla="*/ 1205023 h 1678172"/>
                    <a:gd name="connsiteX26" fmla="*/ 2026329 w 2640891"/>
                    <a:gd name="connsiteY26" fmla="*/ 1379456 h 1678172"/>
                    <a:gd name="connsiteX27" fmla="*/ 1862116 w 2640891"/>
                    <a:gd name="connsiteY27" fmla="*/ 1275612 h 1678172"/>
                    <a:gd name="connsiteX28" fmla="*/ 1985394 w 2640891"/>
                    <a:gd name="connsiteY28" fmla="*/ 1398890 h 1678172"/>
                    <a:gd name="connsiteX29" fmla="*/ 1970036 w 2640891"/>
                    <a:gd name="connsiteY29" fmla="*/ 1438644 h 1678172"/>
                    <a:gd name="connsiteX30" fmla="*/ 2029283 w 2640891"/>
                    <a:gd name="connsiteY30" fmla="*/ 1497891 h 1678172"/>
                    <a:gd name="connsiteX31" fmla="*/ 2088530 w 2640891"/>
                    <a:gd name="connsiteY31" fmla="*/ 1438644 h 1678172"/>
                    <a:gd name="connsiteX32" fmla="*/ 2032236 w 2640891"/>
                    <a:gd name="connsiteY32" fmla="*/ 1379515 h 1678172"/>
                    <a:gd name="connsiteX33" fmla="*/ 2032236 w 2640891"/>
                    <a:gd name="connsiteY33" fmla="*/ 1205023 h 1678172"/>
                    <a:gd name="connsiteX34" fmla="*/ 2262963 w 2640891"/>
                    <a:gd name="connsiteY34" fmla="*/ 1438585 h 1678172"/>
                    <a:gd name="connsiteX35" fmla="*/ 2029283 w 2640891"/>
                    <a:gd name="connsiteY35" fmla="*/ 1672265 h 1678172"/>
                    <a:gd name="connsiteX36" fmla="*/ 1795603 w 2640891"/>
                    <a:gd name="connsiteY36" fmla="*/ 1438585 h 1678172"/>
                    <a:gd name="connsiteX37" fmla="*/ 1862116 w 2640891"/>
                    <a:gd name="connsiteY37" fmla="*/ 1275612 h 16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640891" h="1678172">
                      <a:moveTo>
                        <a:pt x="0" y="670678"/>
                      </a:moveTo>
                      <a:cubicBezTo>
                        <a:pt x="0" y="682197"/>
                        <a:pt x="9333" y="691589"/>
                        <a:pt x="20911" y="691589"/>
                      </a:cubicBezTo>
                      <a:cubicBezTo>
                        <a:pt x="31425" y="691589"/>
                        <a:pt x="40049" y="683792"/>
                        <a:pt x="41467" y="673632"/>
                      </a:cubicBezTo>
                      <a:lnTo>
                        <a:pt x="1260136" y="673632"/>
                      </a:lnTo>
                      <a:lnTo>
                        <a:pt x="1857921" y="1271418"/>
                      </a:lnTo>
                      <a:cubicBezTo>
                        <a:pt x="1815746" y="1314598"/>
                        <a:pt x="1789696" y="1373608"/>
                        <a:pt x="1789696" y="1438585"/>
                      </a:cubicBezTo>
                      <a:cubicBezTo>
                        <a:pt x="1789696" y="1570665"/>
                        <a:pt x="1897144" y="1678172"/>
                        <a:pt x="2029283" y="1678172"/>
                      </a:cubicBezTo>
                      <a:cubicBezTo>
                        <a:pt x="2161363" y="1678172"/>
                        <a:pt x="2268870" y="1570724"/>
                        <a:pt x="2268870" y="1438585"/>
                      </a:cubicBezTo>
                      <a:cubicBezTo>
                        <a:pt x="2268870" y="1307450"/>
                        <a:pt x="2163017" y="1200711"/>
                        <a:pt x="2032236" y="1199116"/>
                      </a:cubicBezTo>
                      <a:lnTo>
                        <a:pt x="2032236" y="23864"/>
                      </a:lnTo>
                      <a:lnTo>
                        <a:pt x="2599424" y="23864"/>
                      </a:lnTo>
                      <a:cubicBezTo>
                        <a:pt x="2600842" y="33965"/>
                        <a:pt x="2609466" y="41822"/>
                        <a:pt x="2619981" y="41822"/>
                      </a:cubicBezTo>
                      <a:cubicBezTo>
                        <a:pt x="2631499" y="41822"/>
                        <a:pt x="2640891" y="32488"/>
                        <a:pt x="2640891" y="20911"/>
                      </a:cubicBezTo>
                      <a:cubicBezTo>
                        <a:pt x="2640891" y="9392"/>
                        <a:pt x="2631558" y="0"/>
                        <a:pt x="2619981" y="0"/>
                      </a:cubicBezTo>
                      <a:cubicBezTo>
                        <a:pt x="2609466" y="0"/>
                        <a:pt x="2600842" y="7797"/>
                        <a:pt x="2599424" y="17957"/>
                      </a:cubicBezTo>
                      <a:lnTo>
                        <a:pt x="2026329" y="17957"/>
                      </a:lnTo>
                      <a:lnTo>
                        <a:pt x="2026329" y="1199116"/>
                      </a:lnTo>
                      <a:cubicBezTo>
                        <a:pt x="1962534" y="1199884"/>
                        <a:pt x="1904646" y="1225757"/>
                        <a:pt x="1862116" y="1267283"/>
                      </a:cubicBezTo>
                      <a:lnTo>
                        <a:pt x="1262617" y="667725"/>
                      </a:lnTo>
                      <a:lnTo>
                        <a:pt x="41467" y="667725"/>
                      </a:lnTo>
                      <a:cubicBezTo>
                        <a:pt x="40049" y="657624"/>
                        <a:pt x="31425" y="649768"/>
                        <a:pt x="20911" y="649768"/>
                      </a:cubicBezTo>
                      <a:cubicBezTo>
                        <a:pt x="9333" y="649827"/>
                        <a:pt x="0" y="659159"/>
                        <a:pt x="0" y="670678"/>
                      </a:cubicBezTo>
                      <a:close/>
                      <a:moveTo>
                        <a:pt x="2026329" y="1379456"/>
                      </a:moveTo>
                      <a:cubicBezTo>
                        <a:pt x="2012212" y="1380165"/>
                        <a:pt x="1999394" y="1385777"/>
                        <a:pt x="1989529" y="1394696"/>
                      </a:cubicBezTo>
                      <a:lnTo>
                        <a:pt x="1866250" y="1271418"/>
                      </a:lnTo>
                      <a:cubicBezTo>
                        <a:pt x="1907717" y="1230955"/>
                        <a:pt x="1964129" y="1205791"/>
                        <a:pt x="2026329" y="1205023"/>
                      </a:cubicBezTo>
                      <a:lnTo>
                        <a:pt x="2026329" y="1379456"/>
                      </a:lnTo>
                      <a:close/>
                      <a:moveTo>
                        <a:pt x="1862116" y="1275612"/>
                      </a:moveTo>
                      <a:lnTo>
                        <a:pt x="1985394" y="1398890"/>
                      </a:lnTo>
                      <a:cubicBezTo>
                        <a:pt x="1975884" y="1409405"/>
                        <a:pt x="1970036" y="1423286"/>
                        <a:pt x="1970036" y="1438644"/>
                      </a:cubicBezTo>
                      <a:cubicBezTo>
                        <a:pt x="1970036" y="1471369"/>
                        <a:pt x="1996558" y="1497891"/>
                        <a:pt x="2029283" y="1497891"/>
                      </a:cubicBezTo>
                      <a:cubicBezTo>
                        <a:pt x="2062007" y="1497891"/>
                        <a:pt x="2088530" y="1471369"/>
                        <a:pt x="2088530" y="1438644"/>
                      </a:cubicBezTo>
                      <a:cubicBezTo>
                        <a:pt x="2088530" y="1406865"/>
                        <a:pt x="2063602" y="1381051"/>
                        <a:pt x="2032236" y="1379515"/>
                      </a:cubicBezTo>
                      <a:lnTo>
                        <a:pt x="2032236" y="1205023"/>
                      </a:lnTo>
                      <a:cubicBezTo>
                        <a:pt x="2159709" y="1206618"/>
                        <a:pt x="2262963" y="1310758"/>
                        <a:pt x="2262963" y="1438585"/>
                      </a:cubicBezTo>
                      <a:cubicBezTo>
                        <a:pt x="2262963" y="1567416"/>
                        <a:pt x="2158114" y="1672265"/>
                        <a:pt x="2029283" y="1672265"/>
                      </a:cubicBezTo>
                      <a:cubicBezTo>
                        <a:pt x="1900452" y="1672265"/>
                        <a:pt x="1795603" y="1567416"/>
                        <a:pt x="1795603" y="1438585"/>
                      </a:cubicBezTo>
                      <a:cubicBezTo>
                        <a:pt x="1795603" y="1375262"/>
                        <a:pt x="1821003" y="1317729"/>
                        <a:pt x="1862116" y="1275612"/>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27" name="Freeform: Shape 1526">
                  <a:extLst>
                    <a:ext uri="{FF2B5EF4-FFF2-40B4-BE49-F238E27FC236}">
                      <a16:creationId xmlns:a16="http://schemas.microsoft.com/office/drawing/2014/main" id="{B5EC54D3-1C4B-8E04-84DA-463EFBF395A2}"/>
                    </a:ext>
                  </a:extLst>
                </p:cNvPr>
                <p:cNvSpPr/>
                <p:nvPr/>
              </p:nvSpPr>
              <p:spPr>
                <a:xfrm>
                  <a:off x="345321" y="4176350"/>
                  <a:ext cx="2877111" cy="201073"/>
                </a:xfrm>
                <a:custGeom>
                  <a:avLst/>
                  <a:gdLst>
                    <a:gd name="connsiteX0" fmla="*/ 20911 w 2877111"/>
                    <a:gd name="connsiteY0" fmla="*/ 0 h 201073"/>
                    <a:gd name="connsiteX1" fmla="*/ 41467 w 2877111"/>
                    <a:gd name="connsiteY1" fmla="*/ 17957 h 201073"/>
                    <a:gd name="connsiteX2" fmla="*/ 849069 w 2877111"/>
                    <a:gd name="connsiteY2" fmla="*/ 17957 h 201073"/>
                    <a:gd name="connsiteX3" fmla="*/ 1026278 w 2877111"/>
                    <a:gd name="connsiteY3" fmla="*/ 195166 h 201073"/>
                    <a:gd name="connsiteX4" fmla="*/ 1438585 w 2877111"/>
                    <a:gd name="connsiteY4" fmla="*/ 195166 h 201073"/>
                    <a:gd name="connsiteX5" fmla="*/ 1850833 w 2877111"/>
                    <a:gd name="connsiteY5" fmla="*/ 195166 h 201073"/>
                    <a:gd name="connsiteX6" fmla="*/ 2028042 w 2877111"/>
                    <a:gd name="connsiteY6" fmla="*/ 17957 h 201073"/>
                    <a:gd name="connsiteX7" fmla="*/ 2835644 w 2877111"/>
                    <a:gd name="connsiteY7" fmla="*/ 17957 h 201073"/>
                    <a:gd name="connsiteX8" fmla="*/ 2856201 w 2877111"/>
                    <a:gd name="connsiteY8" fmla="*/ 0 h 201073"/>
                    <a:gd name="connsiteX9" fmla="*/ 2877111 w 2877111"/>
                    <a:gd name="connsiteY9" fmla="*/ 20911 h 201073"/>
                    <a:gd name="connsiteX10" fmla="*/ 2856201 w 2877111"/>
                    <a:gd name="connsiteY10" fmla="*/ 41821 h 201073"/>
                    <a:gd name="connsiteX11" fmla="*/ 2835644 w 2877111"/>
                    <a:gd name="connsiteY11" fmla="*/ 23864 h 201073"/>
                    <a:gd name="connsiteX12" fmla="*/ 2030523 w 2877111"/>
                    <a:gd name="connsiteY12" fmla="*/ 23864 h 201073"/>
                    <a:gd name="connsiteX13" fmla="*/ 1853314 w 2877111"/>
                    <a:gd name="connsiteY13" fmla="*/ 201073 h 201073"/>
                    <a:gd name="connsiteX14" fmla="*/ 1438585 w 2877111"/>
                    <a:gd name="connsiteY14" fmla="*/ 201073 h 201073"/>
                    <a:gd name="connsiteX15" fmla="*/ 1023856 w 2877111"/>
                    <a:gd name="connsiteY15" fmla="*/ 201073 h 201073"/>
                    <a:gd name="connsiteX16" fmla="*/ 846647 w 2877111"/>
                    <a:gd name="connsiteY16" fmla="*/ 23864 h 201073"/>
                    <a:gd name="connsiteX17" fmla="*/ 41467 w 2877111"/>
                    <a:gd name="connsiteY17" fmla="*/ 23864 h 201073"/>
                    <a:gd name="connsiteX18" fmla="*/ 20911 w 2877111"/>
                    <a:gd name="connsiteY18" fmla="*/ 41821 h 201073"/>
                    <a:gd name="connsiteX19" fmla="*/ 0 w 2877111"/>
                    <a:gd name="connsiteY19" fmla="*/ 20911 h 201073"/>
                    <a:gd name="connsiteX20" fmla="*/ 20911 w 2877111"/>
                    <a:gd name="connsiteY20" fmla="*/ 0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877111" h="201073">
                      <a:moveTo>
                        <a:pt x="20911" y="0"/>
                      </a:moveTo>
                      <a:cubicBezTo>
                        <a:pt x="31425" y="0"/>
                        <a:pt x="40049" y="7797"/>
                        <a:pt x="41467" y="17957"/>
                      </a:cubicBezTo>
                      <a:lnTo>
                        <a:pt x="849069" y="17957"/>
                      </a:lnTo>
                      <a:lnTo>
                        <a:pt x="1026278" y="195166"/>
                      </a:lnTo>
                      <a:lnTo>
                        <a:pt x="1438585" y="195166"/>
                      </a:lnTo>
                      <a:lnTo>
                        <a:pt x="1850833" y="195166"/>
                      </a:lnTo>
                      <a:lnTo>
                        <a:pt x="2028042" y="17957"/>
                      </a:lnTo>
                      <a:lnTo>
                        <a:pt x="2835644" y="17957"/>
                      </a:lnTo>
                      <a:cubicBezTo>
                        <a:pt x="2837062" y="7856"/>
                        <a:pt x="2845686" y="0"/>
                        <a:pt x="2856201" y="0"/>
                      </a:cubicBezTo>
                      <a:cubicBezTo>
                        <a:pt x="2867719" y="0"/>
                        <a:pt x="2877111" y="9333"/>
                        <a:pt x="2877111" y="20911"/>
                      </a:cubicBezTo>
                      <a:cubicBezTo>
                        <a:pt x="2877111" y="32429"/>
                        <a:pt x="2867778" y="41821"/>
                        <a:pt x="2856201" y="41821"/>
                      </a:cubicBezTo>
                      <a:cubicBezTo>
                        <a:pt x="2845686" y="41821"/>
                        <a:pt x="2837062" y="34024"/>
                        <a:pt x="2835644" y="23864"/>
                      </a:cubicBezTo>
                      <a:lnTo>
                        <a:pt x="2030523" y="23864"/>
                      </a:lnTo>
                      <a:lnTo>
                        <a:pt x="1853314" y="201073"/>
                      </a:lnTo>
                      <a:lnTo>
                        <a:pt x="1438585" y="201073"/>
                      </a:lnTo>
                      <a:lnTo>
                        <a:pt x="1023856" y="201073"/>
                      </a:lnTo>
                      <a:lnTo>
                        <a:pt x="846647" y="23864"/>
                      </a:lnTo>
                      <a:lnTo>
                        <a:pt x="41467" y="23864"/>
                      </a:lnTo>
                      <a:cubicBezTo>
                        <a:pt x="40049" y="33965"/>
                        <a:pt x="31425" y="41821"/>
                        <a:pt x="20911" y="41821"/>
                      </a:cubicBezTo>
                      <a:cubicBezTo>
                        <a:pt x="9392" y="41821"/>
                        <a:pt x="0" y="32488"/>
                        <a:pt x="0" y="20911"/>
                      </a:cubicBezTo>
                      <a:cubicBezTo>
                        <a:pt x="0" y="9333"/>
                        <a:pt x="9333" y="0"/>
                        <a:pt x="20911" y="0"/>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28" name="Freeform: Shape 1527">
                  <a:extLst>
                    <a:ext uri="{FF2B5EF4-FFF2-40B4-BE49-F238E27FC236}">
                      <a16:creationId xmlns:a16="http://schemas.microsoft.com/office/drawing/2014/main" id="{64431B2B-3B9E-7048-7291-D06C0B33A231}"/>
                    </a:ext>
                  </a:extLst>
                </p:cNvPr>
                <p:cNvSpPr/>
                <p:nvPr/>
              </p:nvSpPr>
              <p:spPr>
                <a:xfrm>
                  <a:off x="8624" y="2522337"/>
                  <a:ext cx="4749622" cy="1737182"/>
                </a:xfrm>
                <a:custGeom>
                  <a:avLst/>
                  <a:gdLst>
                    <a:gd name="connsiteX0" fmla="*/ 0 w 4749622"/>
                    <a:gd name="connsiteY0" fmla="*/ 552539 h 1737182"/>
                    <a:gd name="connsiteX1" fmla="*/ 20911 w 4749622"/>
                    <a:gd name="connsiteY1" fmla="*/ 573449 h 1737182"/>
                    <a:gd name="connsiteX2" fmla="*/ 41467 w 4749622"/>
                    <a:gd name="connsiteY2" fmla="*/ 555492 h 1737182"/>
                    <a:gd name="connsiteX3" fmla="*/ 1185767 w 4749622"/>
                    <a:gd name="connsiteY3" fmla="*/ 555492 h 1737182"/>
                    <a:gd name="connsiteX4" fmla="*/ 1362976 w 4749622"/>
                    <a:gd name="connsiteY4" fmla="*/ 378283 h 1737182"/>
                    <a:gd name="connsiteX5" fmla="*/ 1716863 w 4749622"/>
                    <a:gd name="connsiteY5" fmla="*/ 378283 h 1737182"/>
                    <a:gd name="connsiteX6" fmla="*/ 1772270 w 4749622"/>
                    <a:gd name="connsiteY6" fmla="*/ 433690 h 1737182"/>
                    <a:gd name="connsiteX7" fmla="*/ 1772270 w 4749622"/>
                    <a:gd name="connsiteY7" fmla="*/ 1258127 h 1737182"/>
                    <a:gd name="connsiteX8" fmla="*/ 1535637 w 4749622"/>
                    <a:gd name="connsiteY8" fmla="*/ 1497596 h 1737182"/>
                    <a:gd name="connsiteX9" fmla="*/ 1775224 w 4749622"/>
                    <a:gd name="connsiteY9" fmla="*/ 1737183 h 1737182"/>
                    <a:gd name="connsiteX10" fmla="*/ 2014811 w 4749622"/>
                    <a:gd name="connsiteY10" fmla="*/ 1497596 h 1737182"/>
                    <a:gd name="connsiteX11" fmla="*/ 1946585 w 4749622"/>
                    <a:gd name="connsiteY11" fmla="*/ 1330428 h 1737182"/>
                    <a:gd name="connsiteX12" fmla="*/ 2367162 w 4749622"/>
                    <a:gd name="connsiteY12" fmla="*/ 909852 h 1737182"/>
                    <a:gd name="connsiteX13" fmla="*/ 3664275 w 4749622"/>
                    <a:gd name="connsiteY13" fmla="*/ 909852 h 1737182"/>
                    <a:gd name="connsiteX14" fmla="*/ 3959624 w 4749622"/>
                    <a:gd name="connsiteY14" fmla="*/ 1205200 h 1737182"/>
                    <a:gd name="connsiteX15" fmla="*/ 4708156 w 4749622"/>
                    <a:gd name="connsiteY15" fmla="*/ 1205200 h 1737182"/>
                    <a:gd name="connsiteX16" fmla="*/ 4728712 w 4749622"/>
                    <a:gd name="connsiteY16" fmla="*/ 1223158 h 1737182"/>
                    <a:gd name="connsiteX17" fmla="*/ 4749623 w 4749622"/>
                    <a:gd name="connsiteY17" fmla="*/ 1202247 h 1737182"/>
                    <a:gd name="connsiteX18" fmla="*/ 4728712 w 4749622"/>
                    <a:gd name="connsiteY18" fmla="*/ 1181336 h 1737182"/>
                    <a:gd name="connsiteX19" fmla="*/ 4708156 w 4749622"/>
                    <a:gd name="connsiteY19" fmla="*/ 1199293 h 1737182"/>
                    <a:gd name="connsiteX20" fmla="*/ 3962105 w 4749622"/>
                    <a:gd name="connsiteY20" fmla="*/ 1199293 h 1737182"/>
                    <a:gd name="connsiteX21" fmla="*/ 3666756 w 4749622"/>
                    <a:gd name="connsiteY21" fmla="*/ 903945 h 1737182"/>
                    <a:gd name="connsiteX22" fmla="*/ 2364740 w 4749622"/>
                    <a:gd name="connsiteY22" fmla="*/ 903945 h 1737182"/>
                    <a:gd name="connsiteX23" fmla="*/ 1942450 w 4749622"/>
                    <a:gd name="connsiteY23" fmla="*/ 1326235 h 1737182"/>
                    <a:gd name="connsiteX24" fmla="*/ 1778236 w 4749622"/>
                    <a:gd name="connsiteY24" fmla="*/ 1258068 h 1737182"/>
                    <a:gd name="connsiteX25" fmla="*/ 1778236 w 4749622"/>
                    <a:gd name="connsiteY25" fmla="*/ 433690 h 1737182"/>
                    <a:gd name="connsiteX26" fmla="*/ 1833644 w 4749622"/>
                    <a:gd name="connsiteY26" fmla="*/ 378283 h 1737182"/>
                    <a:gd name="connsiteX27" fmla="*/ 2719159 w 4749622"/>
                    <a:gd name="connsiteY27" fmla="*/ 378283 h 1737182"/>
                    <a:gd name="connsiteX28" fmla="*/ 2955438 w 4749622"/>
                    <a:gd name="connsiteY28" fmla="*/ 614562 h 1737182"/>
                    <a:gd name="connsiteX29" fmla="*/ 4058389 w 4749622"/>
                    <a:gd name="connsiteY29" fmla="*/ 614562 h 1737182"/>
                    <a:gd name="connsiteX30" fmla="*/ 4078945 w 4749622"/>
                    <a:gd name="connsiteY30" fmla="*/ 632519 h 1737182"/>
                    <a:gd name="connsiteX31" fmla="*/ 4099856 w 4749622"/>
                    <a:gd name="connsiteY31" fmla="*/ 611608 h 1737182"/>
                    <a:gd name="connsiteX32" fmla="*/ 4078945 w 4749622"/>
                    <a:gd name="connsiteY32" fmla="*/ 590698 h 1737182"/>
                    <a:gd name="connsiteX33" fmla="*/ 4058389 w 4749622"/>
                    <a:gd name="connsiteY33" fmla="*/ 608655 h 1737182"/>
                    <a:gd name="connsiteX34" fmla="*/ 2957919 w 4749622"/>
                    <a:gd name="connsiteY34" fmla="*/ 608655 h 1737182"/>
                    <a:gd name="connsiteX35" fmla="*/ 2721640 w 4749622"/>
                    <a:gd name="connsiteY35" fmla="*/ 372376 h 1737182"/>
                    <a:gd name="connsiteX36" fmla="*/ 1833644 w 4749622"/>
                    <a:gd name="connsiteY36" fmla="*/ 372376 h 1737182"/>
                    <a:gd name="connsiteX37" fmla="*/ 1778236 w 4749622"/>
                    <a:gd name="connsiteY37" fmla="*/ 316968 h 1737182"/>
                    <a:gd name="connsiteX38" fmla="*/ 1778236 w 4749622"/>
                    <a:gd name="connsiteY38" fmla="*/ 17957 h 1737182"/>
                    <a:gd name="connsiteX39" fmla="*/ 909793 w 4749622"/>
                    <a:gd name="connsiteY39" fmla="*/ 17957 h 1737182"/>
                    <a:gd name="connsiteX40" fmla="*/ 889236 w 4749622"/>
                    <a:gd name="connsiteY40" fmla="*/ 0 h 1737182"/>
                    <a:gd name="connsiteX41" fmla="*/ 868326 w 4749622"/>
                    <a:gd name="connsiteY41" fmla="*/ 20911 h 1737182"/>
                    <a:gd name="connsiteX42" fmla="*/ 889236 w 4749622"/>
                    <a:gd name="connsiteY42" fmla="*/ 41821 h 1737182"/>
                    <a:gd name="connsiteX43" fmla="*/ 909793 w 4749622"/>
                    <a:gd name="connsiteY43" fmla="*/ 23864 h 1737182"/>
                    <a:gd name="connsiteX44" fmla="*/ 1772329 w 4749622"/>
                    <a:gd name="connsiteY44" fmla="*/ 23864 h 1737182"/>
                    <a:gd name="connsiteX45" fmla="*/ 1772329 w 4749622"/>
                    <a:gd name="connsiteY45" fmla="*/ 316968 h 1737182"/>
                    <a:gd name="connsiteX46" fmla="*/ 1716922 w 4749622"/>
                    <a:gd name="connsiteY46" fmla="*/ 372376 h 1737182"/>
                    <a:gd name="connsiteX47" fmla="*/ 1360613 w 4749622"/>
                    <a:gd name="connsiteY47" fmla="*/ 372376 h 1737182"/>
                    <a:gd name="connsiteX48" fmla="*/ 1183404 w 4749622"/>
                    <a:gd name="connsiteY48" fmla="*/ 549585 h 1737182"/>
                    <a:gd name="connsiteX49" fmla="*/ 41467 w 4749622"/>
                    <a:gd name="connsiteY49" fmla="*/ 549585 h 1737182"/>
                    <a:gd name="connsiteX50" fmla="*/ 20911 w 4749622"/>
                    <a:gd name="connsiteY50" fmla="*/ 531628 h 1737182"/>
                    <a:gd name="connsiteX51" fmla="*/ 0 w 4749622"/>
                    <a:gd name="connsiteY51" fmla="*/ 552539 h 1737182"/>
                    <a:gd name="connsiteX52" fmla="*/ 1938256 w 4749622"/>
                    <a:gd name="connsiteY52" fmla="*/ 1330488 h 1737182"/>
                    <a:gd name="connsiteX53" fmla="*/ 1814623 w 4749622"/>
                    <a:gd name="connsiteY53" fmla="*/ 1454120 h 1737182"/>
                    <a:gd name="connsiteX54" fmla="*/ 1778177 w 4749622"/>
                    <a:gd name="connsiteY54" fmla="*/ 1439058 h 1737182"/>
                    <a:gd name="connsiteX55" fmla="*/ 1778177 w 4749622"/>
                    <a:gd name="connsiteY55" fmla="*/ 1264093 h 1737182"/>
                    <a:gd name="connsiteX56" fmla="*/ 1938256 w 4749622"/>
                    <a:gd name="connsiteY56" fmla="*/ 1330488 h 1737182"/>
                    <a:gd name="connsiteX57" fmla="*/ 1772329 w 4749622"/>
                    <a:gd name="connsiteY57" fmla="*/ 1264093 h 1737182"/>
                    <a:gd name="connsiteX58" fmla="*/ 1772329 w 4749622"/>
                    <a:gd name="connsiteY58" fmla="*/ 1439058 h 1737182"/>
                    <a:gd name="connsiteX59" fmla="*/ 1716508 w 4749622"/>
                    <a:gd name="connsiteY59" fmla="*/ 1497714 h 1737182"/>
                    <a:gd name="connsiteX60" fmla="*/ 1775283 w 4749622"/>
                    <a:gd name="connsiteY60" fmla="*/ 1556489 h 1737182"/>
                    <a:gd name="connsiteX61" fmla="*/ 1834057 w 4749622"/>
                    <a:gd name="connsiteY61" fmla="*/ 1497714 h 1737182"/>
                    <a:gd name="connsiteX62" fmla="*/ 1818817 w 4749622"/>
                    <a:gd name="connsiteY62" fmla="*/ 1458315 h 1737182"/>
                    <a:gd name="connsiteX63" fmla="*/ 1942450 w 4749622"/>
                    <a:gd name="connsiteY63" fmla="*/ 1334682 h 1737182"/>
                    <a:gd name="connsiteX64" fmla="*/ 2008904 w 4749622"/>
                    <a:gd name="connsiteY64" fmla="*/ 1497714 h 1737182"/>
                    <a:gd name="connsiteX65" fmla="*/ 1775224 w 4749622"/>
                    <a:gd name="connsiteY65" fmla="*/ 1731394 h 1737182"/>
                    <a:gd name="connsiteX66" fmla="*/ 1541544 w 4749622"/>
                    <a:gd name="connsiteY66" fmla="*/ 1497714 h 1737182"/>
                    <a:gd name="connsiteX67" fmla="*/ 1772329 w 4749622"/>
                    <a:gd name="connsiteY67" fmla="*/ 1264093 h 173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4749622" h="1737182">
                      <a:moveTo>
                        <a:pt x="0" y="552539"/>
                      </a:moveTo>
                      <a:cubicBezTo>
                        <a:pt x="0" y="564057"/>
                        <a:pt x="9333" y="573449"/>
                        <a:pt x="20911" y="573449"/>
                      </a:cubicBezTo>
                      <a:cubicBezTo>
                        <a:pt x="31425" y="573449"/>
                        <a:pt x="40049" y="565652"/>
                        <a:pt x="41467" y="555492"/>
                      </a:cubicBezTo>
                      <a:lnTo>
                        <a:pt x="1185767" y="555492"/>
                      </a:lnTo>
                      <a:lnTo>
                        <a:pt x="1362976" y="378283"/>
                      </a:lnTo>
                      <a:lnTo>
                        <a:pt x="1716863" y="378283"/>
                      </a:lnTo>
                      <a:cubicBezTo>
                        <a:pt x="1718340" y="408231"/>
                        <a:pt x="1742322" y="432213"/>
                        <a:pt x="1772270" y="433690"/>
                      </a:cubicBezTo>
                      <a:lnTo>
                        <a:pt x="1772270" y="1258127"/>
                      </a:lnTo>
                      <a:cubicBezTo>
                        <a:pt x="1641549" y="1259722"/>
                        <a:pt x="1535637" y="1366520"/>
                        <a:pt x="1535637" y="1497596"/>
                      </a:cubicBezTo>
                      <a:cubicBezTo>
                        <a:pt x="1535637" y="1629676"/>
                        <a:pt x="1643085" y="1737183"/>
                        <a:pt x="1775224" y="1737183"/>
                      </a:cubicBezTo>
                      <a:cubicBezTo>
                        <a:pt x="1907304" y="1737183"/>
                        <a:pt x="2014811" y="1629735"/>
                        <a:pt x="2014811" y="1497596"/>
                      </a:cubicBezTo>
                      <a:cubicBezTo>
                        <a:pt x="2014811" y="1432619"/>
                        <a:pt x="1988761" y="1373608"/>
                        <a:pt x="1946585" y="1330428"/>
                      </a:cubicBezTo>
                      <a:lnTo>
                        <a:pt x="2367162" y="909852"/>
                      </a:lnTo>
                      <a:lnTo>
                        <a:pt x="3664275" y="909852"/>
                      </a:lnTo>
                      <a:lnTo>
                        <a:pt x="3959624" y="1205200"/>
                      </a:lnTo>
                      <a:lnTo>
                        <a:pt x="4708156" y="1205200"/>
                      </a:lnTo>
                      <a:cubicBezTo>
                        <a:pt x="4709574" y="1215301"/>
                        <a:pt x="4718198" y="1223158"/>
                        <a:pt x="4728712" y="1223158"/>
                      </a:cubicBezTo>
                      <a:cubicBezTo>
                        <a:pt x="4740231" y="1223158"/>
                        <a:pt x="4749623" y="1213825"/>
                        <a:pt x="4749623" y="1202247"/>
                      </a:cubicBezTo>
                      <a:cubicBezTo>
                        <a:pt x="4749623" y="1190729"/>
                        <a:pt x="4740290" y="1181336"/>
                        <a:pt x="4728712" y="1181336"/>
                      </a:cubicBezTo>
                      <a:cubicBezTo>
                        <a:pt x="4718198" y="1181336"/>
                        <a:pt x="4709574" y="1189134"/>
                        <a:pt x="4708156" y="1199293"/>
                      </a:cubicBezTo>
                      <a:lnTo>
                        <a:pt x="3962105" y="1199293"/>
                      </a:lnTo>
                      <a:lnTo>
                        <a:pt x="3666756" y="903945"/>
                      </a:lnTo>
                      <a:lnTo>
                        <a:pt x="2364740" y="903945"/>
                      </a:lnTo>
                      <a:lnTo>
                        <a:pt x="1942450" y="1326235"/>
                      </a:lnTo>
                      <a:cubicBezTo>
                        <a:pt x="1899920" y="1284708"/>
                        <a:pt x="1842032" y="1258895"/>
                        <a:pt x="1778236" y="1258068"/>
                      </a:cubicBezTo>
                      <a:lnTo>
                        <a:pt x="1778236" y="433690"/>
                      </a:lnTo>
                      <a:cubicBezTo>
                        <a:pt x="1808185" y="432213"/>
                        <a:pt x="1832167" y="408231"/>
                        <a:pt x="1833644" y="378283"/>
                      </a:cubicBezTo>
                      <a:lnTo>
                        <a:pt x="2719159" y="378283"/>
                      </a:lnTo>
                      <a:lnTo>
                        <a:pt x="2955438" y="614562"/>
                      </a:lnTo>
                      <a:lnTo>
                        <a:pt x="4058389" y="614562"/>
                      </a:lnTo>
                      <a:cubicBezTo>
                        <a:pt x="4059806" y="624663"/>
                        <a:pt x="4068430" y="632519"/>
                        <a:pt x="4078945" y="632519"/>
                      </a:cubicBezTo>
                      <a:cubicBezTo>
                        <a:pt x="4090463" y="632519"/>
                        <a:pt x="4099856" y="623186"/>
                        <a:pt x="4099856" y="611608"/>
                      </a:cubicBezTo>
                      <a:cubicBezTo>
                        <a:pt x="4099856" y="600031"/>
                        <a:pt x="4090523" y="590698"/>
                        <a:pt x="4078945" y="590698"/>
                      </a:cubicBezTo>
                      <a:cubicBezTo>
                        <a:pt x="4068430" y="590698"/>
                        <a:pt x="4059806" y="598495"/>
                        <a:pt x="4058389" y="608655"/>
                      </a:cubicBezTo>
                      <a:lnTo>
                        <a:pt x="2957919" y="608655"/>
                      </a:lnTo>
                      <a:lnTo>
                        <a:pt x="2721640" y="372376"/>
                      </a:lnTo>
                      <a:lnTo>
                        <a:pt x="1833644" y="372376"/>
                      </a:lnTo>
                      <a:cubicBezTo>
                        <a:pt x="1832167" y="342427"/>
                        <a:pt x="1808185" y="318445"/>
                        <a:pt x="1778236" y="316968"/>
                      </a:cubicBezTo>
                      <a:lnTo>
                        <a:pt x="1778236" y="17957"/>
                      </a:lnTo>
                      <a:lnTo>
                        <a:pt x="909793" y="17957"/>
                      </a:lnTo>
                      <a:cubicBezTo>
                        <a:pt x="908375" y="7856"/>
                        <a:pt x="899751" y="0"/>
                        <a:pt x="889236" y="0"/>
                      </a:cubicBezTo>
                      <a:cubicBezTo>
                        <a:pt x="877718" y="0"/>
                        <a:pt x="868326" y="9333"/>
                        <a:pt x="868326" y="20911"/>
                      </a:cubicBezTo>
                      <a:cubicBezTo>
                        <a:pt x="868326" y="32488"/>
                        <a:pt x="877659" y="41821"/>
                        <a:pt x="889236" y="41821"/>
                      </a:cubicBezTo>
                      <a:cubicBezTo>
                        <a:pt x="899751" y="41821"/>
                        <a:pt x="908375" y="34024"/>
                        <a:pt x="909793" y="23864"/>
                      </a:cubicBezTo>
                      <a:lnTo>
                        <a:pt x="1772329" y="23864"/>
                      </a:lnTo>
                      <a:lnTo>
                        <a:pt x="1772329" y="316968"/>
                      </a:lnTo>
                      <a:cubicBezTo>
                        <a:pt x="1742381" y="318445"/>
                        <a:pt x="1718399" y="342427"/>
                        <a:pt x="1716922" y="372376"/>
                      </a:cubicBezTo>
                      <a:lnTo>
                        <a:pt x="1360613" y="372376"/>
                      </a:lnTo>
                      <a:lnTo>
                        <a:pt x="1183404" y="549585"/>
                      </a:lnTo>
                      <a:lnTo>
                        <a:pt x="41467" y="549585"/>
                      </a:lnTo>
                      <a:cubicBezTo>
                        <a:pt x="40049" y="539484"/>
                        <a:pt x="31425" y="531628"/>
                        <a:pt x="20911" y="531628"/>
                      </a:cubicBezTo>
                      <a:cubicBezTo>
                        <a:pt x="9333" y="531687"/>
                        <a:pt x="0" y="541020"/>
                        <a:pt x="0" y="552539"/>
                      </a:cubicBezTo>
                      <a:close/>
                      <a:moveTo>
                        <a:pt x="1938256" y="1330488"/>
                      </a:moveTo>
                      <a:lnTo>
                        <a:pt x="1814623" y="1454120"/>
                      </a:lnTo>
                      <a:cubicBezTo>
                        <a:pt x="1804877" y="1445319"/>
                        <a:pt x="1792177" y="1439767"/>
                        <a:pt x="1778177" y="1439058"/>
                      </a:cubicBezTo>
                      <a:lnTo>
                        <a:pt x="1778177" y="1264093"/>
                      </a:lnTo>
                      <a:cubicBezTo>
                        <a:pt x="1840437" y="1264861"/>
                        <a:pt x="1896789" y="1290025"/>
                        <a:pt x="1938256" y="1330488"/>
                      </a:cubicBezTo>
                      <a:close/>
                      <a:moveTo>
                        <a:pt x="1772329" y="1264093"/>
                      </a:moveTo>
                      <a:lnTo>
                        <a:pt x="1772329" y="1439058"/>
                      </a:lnTo>
                      <a:cubicBezTo>
                        <a:pt x="1741259" y="1440594"/>
                        <a:pt x="1716508" y="1466230"/>
                        <a:pt x="1716508" y="1497714"/>
                      </a:cubicBezTo>
                      <a:cubicBezTo>
                        <a:pt x="1716508" y="1530202"/>
                        <a:pt x="1742794" y="1556489"/>
                        <a:pt x="1775283" y="1556489"/>
                      </a:cubicBezTo>
                      <a:cubicBezTo>
                        <a:pt x="1807771" y="1556489"/>
                        <a:pt x="1834057" y="1530202"/>
                        <a:pt x="1834057" y="1497714"/>
                      </a:cubicBezTo>
                      <a:cubicBezTo>
                        <a:pt x="1834057" y="1482533"/>
                        <a:pt x="1828268" y="1468770"/>
                        <a:pt x="1818817" y="1458315"/>
                      </a:cubicBezTo>
                      <a:lnTo>
                        <a:pt x="1942450" y="1334682"/>
                      </a:lnTo>
                      <a:cubicBezTo>
                        <a:pt x="1983563" y="1376798"/>
                        <a:pt x="2008904" y="1434332"/>
                        <a:pt x="2008904" y="1497714"/>
                      </a:cubicBezTo>
                      <a:cubicBezTo>
                        <a:pt x="2008904" y="1626545"/>
                        <a:pt x="1904055" y="1731394"/>
                        <a:pt x="1775224" y="1731394"/>
                      </a:cubicBezTo>
                      <a:cubicBezTo>
                        <a:pt x="1646393" y="1731394"/>
                        <a:pt x="1541544" y="1626545"/>
                        <a:pt x="1541544" y="1497714"/>
                      </a:cubicBezTo>
                      <a:cubicBezTo>
                        <a:pt x="1541603" y="1369828"/>
                        <a:pt x="1644857" y="1265688"/>
                        <a:pt x="1772329" y="126409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29" name="Freeform: Shape 1528">
                  <a:extLst>
                    <a:ext uri="{FF2B5EF4-FFF2-40B4-BE49-F238E27FC236}">
                      <a16:creationId xmlns:a16="http://schemas.microsoft.com/office/drawing/2014/main" id="{407611F8-D95C-924E-7188-869AF665B3E2}"/>
                    </a:ext>
                  </a:extLst>
                </p:cNvPr>
                <p:cNvSpPr/>
                <p:nvPr/>
              </p:nvSpPr>
              <p:spPr>
                <a:xfrm>
                  <a:off x="1113287" y="1831457"/>
                  <a:ext cx="2936180" cy="201073"/>
                </a:xfrm>
                <a:custGeom>
                  <a:avLst/>
                  <a:gdLst>
                    <a:gd name="connsiteX0" fmla="*/ 2915270 w 2936180"/>
                    <a:gd name="connsiteY0" fmla="*/ 201073 h 201073"/>
                    <a:gd name="connsiteX1" fmla="*/ 2894714 w 2936180"/>
                    <a:gd name="connsiteY1" fmla="*/ 183116 h 201073"/>
                    <a:gd name="connsiteX2" fmla="*/ 1791704 w 2936180"/>
                    <a:gd name="connsiteY2" fmla="*/ 183116 h 201073"/>
                    <a:gd name="connsiteX3" fmla="*/ 1614495 w 2936180"/>
                    <a:gd name="connsiteY3" fmla="*/ 5907 h 201073"/>
                    <a:gd name="connsiteX4" fmla="*/ 671860 w 2936180"/>
                    <a:gd name="connsiteY4" fmla="*/ 5907 h 201073"/>
                    <a:gd name="connsiteX5" fmla="*/ 553720 w 2936180"/>
                    <a:gd name="connsiteY5" fmla="*/ 124047 h 201073"/>
                    <a:gd name="connsiteX6" fmla="*/ 41467 w 2936180"/>
                    <a:gd name="connsiteY6" fmla="*/ 124047 h 201073"/>
                    <a:gd name="connsiteX7" fmla="*/ 20911 w 2936180"/>
                    <a:gd name="connsiteY7" fmla="*/ 142004 h 201073"/>
                    <a:gd name="connsiteX8" fmla="*/ 0 w 2936180"/>
                    <a:gd name="connsiteY8" fmla="*/ 121093 h 201073"/>
                    <a:gd name="connsiteX9" fmla="*/ 20911 w 2936180"/>
                    <a:gd name="connsiteY9" fmla="*/ 100182 h 201073"/>
                    <a:gd name="connsiteX10" fmla="*/ 41467 w 2936180"/>
                    <a:gd name="connsiteY10" fmla="*/ 118140 h 201073"/>
                    <a:gd name="connsiteX11" fmla="*/ 551298 w 2936180"/>
                    <a:gd name="connsiteY11" fmla="*/ 118140 h 201073"/>
                    <a:gd name="connsiteX12" fmla="*/ 669438 w 2936180"/>
                    <a:gd name="connsiteY12" fmla="*/ 0 h 201073"/>
                    <a:gd name="connsiteX13" fmla="*/ 1616976 w 2936180"/>
                    <a:gd name="connsiteY13" fmla="*/ 0 h 201073"/>
                    <a:gd name="connsiteX14" fmla="*/ 1794185 w 2936180"/>
                    <a:gd name="connsiteY14" fmla="*/ 177209 h 201073"/>
                    <a:gd name="connsiteX15" fmla="*/ 2894714 w 2936180"/>
                    <a:gd name="connsiteY15" fmla="*/ 177209 h 201073"/>
                    <a:gd name="connsiteX16" fmla="*/ 2915270 w 2936180"/>
                    <a:gd name="connsiteY16" fmla="*/ 159252 h 201073"/>
                    <a:gd name="connsiteX17" fmla="*/ 2936181 w 2936180"/>
                    <a:gd name="connsiteY17" fmla="*/ 180163 h 201073"/>
                    <a:gd name="connsiteX18" fmla="*/ 2915270 w 2936180"/>
                    <a:gd name="connsiteY18" fmla="*/ 201073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36180" h="201073">
                      <a:moveTo>
                        <a:pt x="2915270" y="201073"/>
                      </a:moveTo>
                      <a:cubicBezTo>
                        <a:pt x="2904756" y="201073"/>
                        <a:pt x="2896132" y="193276"/>
                        <a:pt x="2894714" y="183116"/>
                      </a:cubicBezTo>
                      <a:lnTo>
                        <a:pt x="1791704" y="183116"/>
                      </a:lnTo>
                      <a:lnTo>
                        <a:pt x="1614495" y="5907"/>
                      </a:lnTo>
                      <a:lnTo>
                        <a:pt x="671860" y="5907"/>
                      </a:lnTo>
                      <a:lnTo>
                        <a:pt x="553720" y="124047"/>
                      </a:lnTo>
                      <a:lnTo>
                        <a:pt x="41467" y="124047"/>
                      </a:lnTo>
                      <a:cubicBezTo>
                        <a:pt x="40049" y="134147"/>
                        <a:pt x="31425" y="142004"/>
                        <a:pt x="20911" y="142004"/>
                      </a:cubicBezTo>
                      <a:cubicBezTo>
                        <a:pt x="9392" y="142004"/>
                        <a:pt x="0" y="132671"/>
                        <a:pt x="0" y="121093"/>
                      </a:cubicBezTo>
                      <a:cubicBezTo>
                        <a:pt x="0" y="109574"/>
                        <a:pt x="9333" y="100182"/>
                        <a:pt x="20911" y="100182"/>
                      </a:cubicBezTo>
                      <a:cubicBezTo>
                        <a:pt x="31425" y="100182"/>
                        <a:pt x="40049" y="107980"/>
                        <a:pt x="41467" y="118140"/>
                      </a:cubicBezTo>
                      <a:lnTo>
                        <a:pt x="551298" y="118140"/>
                      </a:lnTo>
                      <a:lnTo>
                        <a:pt x="669438" y="0"/>
                      </a:lnTo>
                      <a:lnTo>
                        <a:pt x="1616976" y="0"/>
                      </a:lnTo>
                      <a:lnTo>
                        <a:pt x="1794185" y="177209"/>
                      </a:lnTo>
                      <a:lnTo>
                        <a:pt x="2894714" y="177209"/>
                      </a:lnTo>
                      <a:cubicBezTo>
                        <a:pt x="2896132" y="167108"/>
                        <a:pt x="2904756" y="159252"/>
                        <a:pt x="2915270" y="159252"/>
                      </a:cubicBezTo>
                      <a:cubicBezTo>
                        <a:pt x="2926789" y="159252"/>
                        <a:pt x="2936181" y="168585"/>
                        <a:pt x="2936181" y="180163"/>
                      </a:cubicBezTo>
                      <a:cubicBezTo>
                        <a:pt x="2936181" y="191741"/>
                        <a:pt x="2926789" y="201073"/>
                        <a:pt x="2915270" y="20107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30" name="Freeform: Shape 1529">
                  <a:extLst>
                    <a:ext uri="{FF2B5EF4-FFF2-40B4-BE49-F238E27FC236}">
                      <a16:creationId xmlns:a16="http://schemas.microsoft.com/office/drawing/2014/main" id="{65959B56-46A3-F9B3-DF82-BE3C1B59E544}"/>
                    </a:ext>
                  </a:extLst>
                </p:cNvPr>
                <p:cNvSpPr/>
                <p:nvPr/>
              </p:nvSpPr>
              <p:spPr>
                <a:xfrm>
                  <a:off x="3939625" y="1922670"/>
                  <a:ext cx="177764" cy="177840"/>
                </a:xfrm>
                <a:custGeom>
                  <a:avLst/>
                  <a:gdLst>
                    <a:gd name="connsiteX0" fmla="*/ 19348 w 177764"/>
                    <a:gd name="connsiteY0" fmla="*/ 144416 h 177840"/>
                    <a:gd name="connsiteX1" fmla="*/ 19348 w 177764"/>
                    <a:gd name="connsiteY1" fmla="*/ 175369 h 177840"/>
                    <a:gd name="connsiteX2" fmla="*/ 27736 w 177764"/>
                    <a:gd name="connsiteY2" fmla="*/ 166922 h 177840"/>
                    <a:gd name="connsiteX3" fmla="*/ 27736 w 177764"/>
                    <a:gd name="connsiteY3" fmla="*/ 153513 h 177840"/>
                    <a:gd name="connsiteX4" fmla="*/ 144340 w 177764"/>
                    <a:gd name="connsiteY4" fmla="*/ 158475 h 177840"/>
                    <a:gd name="connsiteX5" fmla="*/ 175293 w 177764"/>
                    <a:gd name="connsiteY5" fmla="*/ 158475 h 177840"/>
                    <a:gd name="connsiteX6" fmla="*/ 166846 w 177764"/>
                    <a:gd name="connsiteY6" fmla="*/ 150028 h 177840"/>
                    <a:gd name="connsiteX7" fmla="*/ 153437 w 177764"/>
                    <a:gd name="connsiteY7" fmla="*/ 150028 h 177840"/>
                    <a:gd name="connsiteX8" fmla="*/ 158399 w 177764"/>
                    <a:gd name="connsiteY8" fmla="*/ 33424 h 177840"/>
                    <a:gd name="connsiteX9" fmla="*/ 158399 w 177764"/>
                    <a:gd name="connsiteY9" fmla="*/ 2472 h 177840"/>
                    <a:gd name="connsiteX10" fmla="*/ 149952 w 177764"/>
                    <a:gd name="connsiteY10" fmla="*/ 10919 h 177840"/>
                    <a:gd name="connsiteX11" fmla="*/ 149952 w 177764"/>
                    <a:gd name="connsiteY11" fmla="*/ 24327 h 177840"/>
                    <a:gd name="connsiteX12" fmla="*/ 33348 w 177764"/>
                    <a:gd name="connsiteY12" fmla="*/ 19366 h 177840"/>
                    <a:gd name="connsiteX13" fmla="*/ 2395 w 177764"/>
                    <a:gd name="connsiteY13" fmla="*/ 19366 h 177840"/>
                    <a:gd name="connsiteX14" fmla="*/ 10843 w 177764"/>
                    <a:gd name="connsiteY14" fmla="*/ 27813 h 177840"/>
                    <a:gd name="connsiteX15" fmla="*/ 24251 w 177764"/>
                    <a:gd name="connsiteY15" fmla="*/ 27813 h 177840"/>
                    <a:gd name="connsiteX16" fmla="*/ 19348 w 177764"/>
                    <a:gd name="connsiteY16" fmla="*/ 144416 h 177840"/>
                    <a:gd name="connsiteX17" fmla="*/ 27796 w 177764"/>
                    <a:gd name="connsiteY17" fmla="*/ 30530 h 177840"/>
                    <a:gd name="connsiteX18" fmla="*/ 27796 w 177764"/>
                    <a:gd name="connsiteY18" fmla="*/ 44707 h 177840"/>
                    <a:gd name="connsiteX19" fmla="*/ 36242 w 177764"/>
                    <a:gd name="connsiteY19" fmla="*/ 53154 h 177840"/>
                    <a:gd name="connsiteX20" fmla="*/ 36242 w 177764"/>
                    <a:gd name="connsiteY20" fmla="*/ 22792 h 177840"/>
                    <a:gd name="connsiteX21" fmla="*/ 147412 w 177764"/>
                    <a:gd name="connsiteY21" fmla="*/ 27872 h 177840"/>
                    <a:gd name="connsiteX22" fmla="*/ 133235 w 177764"/>
                    <a:gd name="connsiteY22" fmla="*/ 27872 h 177840"/>
                    <a:gd name="connsiteX23" fmla="*/ 124788 w 177764"/>
                    <a:gd name="connsiteY23" fmla="*/ 36319 h 177840"/>
                    <a:gd name="connsiteX24" fmla="*/ 155150 w 177764"/>
                    <a:gd name="connsiteY24" fmla="*/ 36319 h 177840"/>
                    <a:gd name="connsiteX25" fmla="*/ 150070 w 177764"/>
                    <a:gd name="connsiteY25" fmla="*/ 147488 h 177840"/>
                    <a:gd name="connsiteX26" fmla="*/ 150070 w 177764"/>
                    <a:gd name="connsiteY26" fmla="*/ 133311 h 177840"/>
                    <a:gd name="connsiteX27" fmla="*/ 141623 w 177764"/>
                    <a:gd name="connsiteY27" fmla="*/ 124864 h 177840"/>
                    <a:gd name="connsiteX28" fmla="*/ 141623 w 177764"/>
                    <a:gd name="connsiteY28" fmla="*/ 155226 h 177840"/>
                    <a:gd name="connsiteX29" fmla="*/ 30453 w 177764"/>
                    <a:gd name="connsiteY29" fmla="*/ 150146 h 177840"/>
                    <a:gd name="connsiteX30" fmla="*/ 44630 w 177764"/>
                    <a:gd name="connsiteY30" fmla="*/ 150146 h 177840"/>
                    <a:gd name="connsiteX31" fmla="*/ 53077 w 177764"/>
                    <a:gd name="connsiteY31" fmla="*/ 141699 h 177840"/>
                    <a:gd name="connsiteX32" fmla="*/ 22715 w 177764"/>
                    <a:gd name="connsiteY32" fmla="*/ 141699 h 177840"/>
                    <a:gd name="connsiteX33" fmla="*/ 27796 w 177764"/>
                    <a:gd name="connsiteY33" fmla="*/ 30530 h 177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840">
                      <a:moveTo>
                        <a:pt x="19348" y="144416"/>
                      </a:moveTo>
                      <a:lnTo>
                        <a:pt x="19348" y="175369"/>
                      </a:lnTo>
                      <a:lnTo>
                        <a:pt x="27736" y="166922"/>
                      </a:lnTo>
                      <a:lnTo>
                        <a:pt x="27736" y="153513"/>
                      </a:lnTo>
                      <a:cubicBezTo>
                        <a:pt x="60107" y="184170"/>
                        <a:pt x="110080" y="185883"/>
                        <a:pt x="144340" y="158475"/>
                      </a:cubicBezTo>
                      <a:lnTo>
                        <a:pt x="175293" y="158475"/>
                      </a:lnTo>
                      <a:lnTo>
                        <a:pt x="166846" y="150028"/>
                      </a:lnTo>
                      <a:lnTo>
                        <a:pt x="153437" y="150028"/>
                      </a:lnTo>
                      <a:cubicBezTo>
                        <a:pt x="184094" y="117599"/>
                        <a:pt x="185807" y="67685"/>
                        <a:pt x="158399" y="33424"/>
                      </a:cubicBezTo>
                      <a:lnTo>
                        <a:pt x="158399" y="2472"/>
                      </a:lnTo>
                      <a:lnTo>
                        <a:pt x="149952" y="10919"/>
                      </a:lnTo>
                      <a:lnTo>
                        <a:pt x="149952" y="24327"/>
                      </a:lnTo>
                      <a:cubicBezTo>
                        <a:pt x="117581" y="-6330"/>
                        <a:pt x="67609" y="-8043"/>
                        <a:pt x="33348" y="19366"/>
                      </a:cubicBezTo>
                      <a:lnTo>
                        <a:pt x="2395" y="19366"/>
                      </a:lnTo>
                      <a:lnTo>
                        <a:pt x="10843" y="27813"/>
                      </a:lnTo>
                      <a:lnTo>
                        <a:pt x="24251" y="27813"/>
                      </a:lnTo>
                      <a:cubicBezTo>
                        <a:pt x="-6347" y="60242"/>
                        <a:pt x="-8001" y="110156"/>
                        <a:pt x="19348" y="144416"/>
                      </a:cubicBezTo>
                      <a:close/>
                      <a:moveTo>
                        <a:pt x="27796" y="30530"/>
                      </a:moveTo>
                      <a:lnTo>
                        <a:pt x="27796" y="44707"/>
                      </a:lnTo>
                      <a:lnTo>
                        <a:pt x="36242" y="53154"/>
                      </a:lnTo>
                      <a:lnTo>
                        <a:pt x="36242" y="22792"/>
                      </a:lnTo>
                      <a:cubicBezTo>
                        <a:pt x="68967" y="-3317"/>
                        <a:pt x="116636" y="-1604"/>
                        <a:pt x="147412" y="27872"/>
                      </a:cubicBezTo>
                      <a:lnTo>
                        <a:pt x="133235" y="27872"/>
                      </a:lnTo>
                      <a:lnTo>
                        <a:pt x="124788" y="36319"/>
                      </a:lnTo>
                      <a:lnTo>
                        <a:pt x="155150" y="36319"/>
                      </a:lnTo>
                      <a:cubicBezTo>
                        <a:pt x="181259" y="69043"/>
                        <a:pt x="179546" y="116713"/>
                        <a:pt x="150070" y="147488"/>
                      </a:cubicBezTo>
                      <a:lnTo>
                        <a:pt x="150070" y="133311"/>
                      </a:lnTo>
                      <a:lnTo>
                        <a:pt x="141623" y="124864"/>
                      </a:lnTo>
                      <a:lnTo>
                        <a:pt x="141623" y="155226"/>
                      </a:lnTo>
                      <a:cubicBezTo>
                        <a:pt x="108898" y="181335"/>
                        <a:pt x="61229" y="179622"/>
                        <a:pt x="30453" y="150146"/>
                      </a:cubicBezTo>
                      <a:lnTo>
                        <a:pt x="44630" y="150146"/>
                      </a:lnTo>
                      <a:lnTo>
                        <a:pt x="53077" y="141699"/>
                      </a:lnTo>
                      <a:lnTo>
                        <a:pt x="22715" y="141699"/>
                      </a:lnTo>
                      <a:cubicBezTo>
                        <a:pt x="-3334" y="108974"/>
                        <a:pt x="-1681" y="61305"/>
                        <a:pt x="27796" y="30530"/>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31" name="Freeform: Shape 1530">
                  <a:extLst>
                    <a:ext uri="{FF2B5EF4-FFF2-40B4-BE49-F238E27FC236}">
                      <a16:creationId xmlns:a16="http://schemas.microsoft.com/office/drawing/2014/main" id="{CDC1DCAB-03F3-E646-AA09-F2AC37AB6552}"/>
                    </a:ext>
                  </a:extLst>
                </p:cNvPr>
                <p:cNvSpPr/>
                <p:nvPr/>
              </p:nvSpPr>
              <p:spPr>
                <a:xfrm>
                  <a:off x="3112330" y="4108370"/>
                  <a:ext cx="177787" cy="177790"/>
                </a:xfrm>
                <a:custGeom>
                  <a:avLst/>
                  <a:gdLst>
                    <a:gd name="connsiteX0" fmla="*/ 19372 w 177787"/>
                    <a:gd name="connsiteY0" fmla="*/ 144357 h 177790"/>
                    <a:gd name="connsiteX1" fmla="*/ 19372 w 177787"/>
                    <a:gd name="connsiteY1" fmla="*/ 175310 h 177790"/>
                    <a:gd name="connsiteX2" fmla="*/ 27760 w 177787"/>
                    <a:gd name="connsiteY2" fmla="*/ 166863 h 177790"/>
                    <a:gd name="connsiteX3" fmla="*/ 27760 w 177787"/>
                    <a:gd name="connsiteY3" fmla="*/ 153454 h 177790"/>
                    <a:gd name="connsiteX4" fmla="*/ 144363 w 177787"/>
                    <a:gd name="connsiteY4" fmla="*/ 158475 h 177790"/>
                    <a:gd name="connsiteX5" fmla="*/ 175316 w 177787"/>
                    <a:gd name="connsiteY5" fmla="*/ 158475 h 177790"/>
                    <a:gd name="connsiteX6" fmla="*/ 166869 w 177787"/>
                    <a:gd name="connsiteY6" fmla="*/ 150028 h 177790"/>
                    <a:gd name="connsiteX7" fmla="*/ 153460 w 177787"/>
                    <a:gd name="connsiteY7" fmla="*/ 150028 h 177790"/>
                    <a:gd name="connsiteX8" fmla="*/ 158422 w 177787"/>
                    <a:gd name="connsiteY8" fmla="*/ 33424 h 177790"/>
                    <a:gd name="connsiteX9" fmla="*/ 158422 w 177787"/>
                    <a:gd name="connsiteY9" fmla="*/ 2472 h 177790"/>
                    <a:gd name="connsiteX10" fmla="*/ 149975 w 177787"/>
                    <a:gd name="connsiteY10" fmla="*/ 10918 h 177790"/>
                    <a:gd name="connsiteX11" fmla="*/ 149975 w 177787"/>
                    <a:gd name="connsiteY11" fmla="*/ 24327 h 177790"/>
                    <a:gd name="connsiteX12" fmla="*/ 33371 w 177787"/>
                    <a:gd name="connsiteY12" fmla="*/ 19365 h 177790"/>
                    <a:gd name="connsiteX13" fmla="*/ 2419 w 177787"/>
                    <a:gd name="connsiteY13" fmla="*/ 19365 h 177790"/>
                    <a:gd name="connsiteX14" fmla="*/ 10866 w 177787"/>
                    <a:gd name="connsiteY14" fmla="*/ 27812 h 177790"/>
                    <a:gd name="connsiteX15" fmla="*/ 24275 w 177787"/>
                    <a:gd name="connsiteY15" fmla="*/ 27812 h 177790"/>
                    <a:gd name="connsiteX16" fmla="*/ 19372 w 177787"/>
                    <a:gd name="connsiteY16" fmla="*/ 144357 h 177790"/>
                    <a:gd name="connsiteX17" fmla="*/ 27760 w 177787"/>
                    <a:gd name="connsiteY17" fmla="*/ 30411 h 177790"/>
                    <a:gd name="connsiteX18" fmla="*/ 27760 w 177787"/>
                    <a:gd name="connsiteY18" fmla="*/ 44588 h 177790"/>
                    <a:gd name="connsiteX19" fmla="*/ 36207 w 177787"/>
                    <a:gd name="connsiteY19" fmla="*/ 53035 h 177790"/>
                    <a:gd name="connsiteX20" fmla="*/ 36207 w 177787"/>
                    <a:gd name="connsiteY20" fmla="*/ 22673 h 177790"/>
                    <a:gd name="connsiteX21" fmla="*/ 147376 w 177787"/>
                    <a:gd name="connsiteY21" fmla="*/ 27754 h 177790"/>
                    <a:gd name="connsiteX22" fmla="*/ 133199 w 177787"/>
                    <a:gd name="connsiteY22" fmla="*/ 27754 h 177790"/>
                    <a:gd name="connsiteX23" fmla="*/ 124752 w 177787"/>
                    <a:gd name="connsiteY23" fmla="*/ 36201 h 177790"/>
                    <a:gd name="connsiteX24" fmla="*/ 155114 w 177787"/>
                    <a:gd name="connsiteY24" fmla="*/ 36201 h 177790"/>
                    <a:gd name="connsiteX25" fmla="*/ 150034 w 177787"/>
                    <a:gd name="connsiteY25" fmla="*/ 147370 h 177790"/>
                    <a:gd name="connsiteX26" fmla="*/ 150034 w 177787"/>
                    <a:gd name="connsiteY26" fmla="*/ 133193 h 177790"/>
                    <a:gd name="connsiteX27" fmla="*/ 141587 w 177787"/>
                    <a:gd name="connsiteY27" fmla="*/ 124746 h 177790"/>
                    <a:gd name="connsiteX28" fmla="*/ 141587 w 177787"/>
                    <a:gd name="connsiteY28" fmla="*/ 155108 h 177790"/>
                    <a:gd name="connsiteX29" fmla="*/ 30418 w 177787"/>
                    <a:gd name="connsiteY29" fmla="*/ 150028 h 177790"/>
                    <a:gd name="connsiteX30" fmla="*/ 44595 w 177787"/>
                    <a:gd name="connsiteY30" fmla="*/ 150028 h 177790"/>
                    <a:gd name="connsiteX31" fmla="*/ 53041 w 177787"/>
                    <a:gd name="connsiteY31" fmla="*/ 141581 h 177790"/>
                    <a:gd name="connsiteX32" fmla="*/ 22680 w 177787"/>
                    <a:gd name="connsiteY32" fmla="*/ 141581 h 177790"/>
                    <a:gd name="connsiteX33" fmla="*/ 27760 w 177787"/>
                    <a:gd name="connsiteY33" fmla="*/ 30411 h 177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87" h="177790">
                      <a:moveTo>
                        <a:pt x="19372" y="144357"/>
                      </a:moveTo>
                      <a:lnTo>
                        <a:pt x="19372" y="175310"/>
                      </a:lnTo>
                      <a:lnTo>
                        <a:pt x="27760" y="166863"/>
                      </a:lnTo>
                      <a:lnTo>
                        <a:pt x="27760" y="153454"/>
                      </a:lnTo>
                      <a:cubicBezTo>
                        <a:pt x="60130" y="184111"/>
                        <a:pt x="110103" y="185824"/>
                        <a:pt x="144363" y="158475"/>
                      </a:cubicBezTo>
                      <a:lnTo>
                        <a:pt x="175316" y="158475"/>
                      </a:lnTo>
                      <a:lnTo>
                        <a:pt x="166869" y="150028"/>
                      </a:lnTo>
                      <a:lnTo>
                        <a:pt x="153460" y="150028"/>
                      </a:lnTo>
                      <a:cubicBezTo>
                        <a:pt x="184117" y="117598"/>
                        <a:pt x="185830" y="67684"/>
                        <a:pt x="158422" y="33424"/>
                      </a:cubicBezTo>
                      <a:lnTo>
                        <a:pt x="158422" y="2472"/>
                      </a:lnTo>
                      <a:lnTo>
                        <a:pt x="149975" y="10918"/>
                      </a:lnTo>
                      <a:lnTo>
                        <a:pt x="149975" y="24327"/>
                      </a:lnTo>
                      <a:cubicBezTo>
                        <a:pt x="117605" y="-6330"/>
                        <a:pt x="67632" y="-8043"/>
                        <a:pt x="33371" y="19365"/>
                      </a:cubicBezTo>
                      <a:lnTo>
                        <a:pt x="2419" y="19365"/>
                      </a:lnTo>
                      <a:lnTo>
                        <a:pt x="10866" y="27812"/>
                      </a:lnTo>
                      <a:lnTo>
                        <a:pt x="24275" y="27812"/>
                      </a:lnTo>
                      <a:cubicBezTo>
                        <a:pt x="-6324" y="60124"/>
                        <a:pt x="-8036" y="110038"/>
                        <a:pt x="19372" y="144357"/>
                      </a:cubicBezTo>
                      <a:close/>
                      <a:moveTo>
                        <a:pt x="27760" y="30411"/>
                      </a:moveTo>
                      <a:lnTo>
                        <a:pt x="27760" y="44588"/>
                      </a:lnTo>
                      <a:lnTo>
                        <a:pt x="36207" y="53035"/>
                      </a:lnTo>
                      <a:lnTo>
                        <a:pt x="36207" y="22673"/>
                      </a:lnTo>
                      <a:cubicBezTo>
                        <a:pt x="68931" y="-3435"/>
                        <a:pt x="116601" y="-1723"/>
                        <a:pt x="147376" y="27754"/>
                      </a:cubicBezTo>
                      <a:lnTo>
                        <a:pt x="133199" y="27754"/>
                      </a:lnTo>
                      <a:lnTo>
                        <a:pt x="124752" y="36201"/>
                      </a:lnTo>
                      <a:lnTo>
                        <a:pt x="155114" y="36201"/>
                      </a:lnTo>
                      <a:cubicBezTo>
                        <a:pt x="181223" y="68925"/>
                        <a:pt x="179510" y="116594"/>
                        <a:pt x="150034" y="147370"/>
                      </a:cubicBezTo>
                      <a:lnTo>
                        <a:pt x="150034" y="133193"/>
                      </a:lnTo>
                      <a:lnTo>
                        <a:pt x="141587" y="124746"/>
                      </a:lnTo>
                      <a:lnTo>
                        <a:pt x="141587" y="155108"/>
                      </a:lnTo>
                      <a:cubicBezTo>
                        <a:pt x="108862" y="181158"/>
                        <a:pt x="61193" y="179504"/>
                        <a:pt x="30418" y="150028"/>
                      </a:cubicBezTo>
                      <a:lnTo>
                        <a:pt x="44595" y="150028"/>
                      </a:lnTo>
                      <a:lnTo>
                        <a:pt x="53041" y="141581"/>
                      </a:lnTo>
                      <a:lnTo>
                        <a:pt x="22680" y="141581"/>
                      </a:lnTo>
                      <a:cubicBezTo>
                        <a:pt x="-3370" y="108856"/>
                        <a:pt x="-1657" y="61187"/>
                        <a:pt x="27760" y="30411"/>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32" name="Freeform: Shape 1531">
                  <a:extLst>
                    <a:ext uri="{FF2B5EF4-FFF2-40B4-BE49-F238E27FC236}">
                      <a16:creationId xmlns:a16="http://schemas.microsoft.com/office/drawing/2014/main" id="{FC082F4A-B93A-CCCD-FE50-CA929E8A44A8}"/>
                    </a:ext>
                  </a:extLst>
                </p:cNvPr>
                <p:cNvSpPr/>
                <p:nvPr/>
              </p:nvSpPr>
              <p:spPr>
                <a:xfrm>
                  <a:off x="808927" y="2454830"/>
                  <a:ext cx="177764" cy="177731"/>
                </a:xfrm>
                <a:custGeom>
                  <a:avLst/>
                  <a:gdLst>
                    <a:gd name="connsiteX0" fmla="*/ 19348 w 177764"/>
                    <a:gd name="connsiteY0" fmla="*/ 144239 h 177731"/>
                    <a:gd name="connsiteX1" fmla="*/ 19348 w 177764"/>
                    <a:gd name="connsiteY1" fmla="*/ 175192 h 177731"/>
                    <a:gd name="connsiteX2" fmla="*/ 27736 w 177764"/>
                    <a:gd name="connsiteY2" fmla="*/ 166804 h 177731"/>
                    <a:gd name="connsiteX3" fmla="*/ 27736 w 177764"/>
                    <a:gd name="connsiteY3" fmla="*/ 153395 h 177731"/>
                    <a:gd name="connsiteX4" fmla="*/ 144340 w 177764"/>
                    <a:gd name="connsiteY4" fmla="*/ 158416 h 177731"/>
                    <a:gd name="connsiteX5" fmla="*/ 175293 w 177764"/>
                    <a:gd name="connsiteY5" fmla="*/ 158416 h 177731"/>
                    <a:gd name="connsiteX6" fmla="*/ 166846 w 177764"/>
                    <a:gd name="connsiteY6" fmla="*/ 150028 h 177731"/>
                    <a:gd name="connsiteX7" fmla="*/ 153437 w 177764"/>
                    <a:gd name="connsiteY7" fmla="*/ 150028 h 177731"/>
                    <a:gd name="connsiteX8" fmla="*/ 158399 w 177764"/>
                    <a:gd name="connsiteY8" fmla="*/ 33424 h 177731"/>
                    <a:gd name="connsiteX9" fmla="*/ 158399 w 177764"/>
                    <a:gd name="connsiteY9" fmla="*/ 2472 h 177731"/>
                    <a:gd name="connsiteX10" fmla="*/ 149952 w 177764"/>
                    <a:gd name="connsiteY10" fmla="*/ 10919 h 177731"/>
                    <a:gd name="connsiteX11" fmla="*/ 149952 w 177764"/>
                    <a:gd name="connsiteY11" fmla="*/ 24328 h 177731"/>
                    <a:gd name="connsiteX12" fmla="*/ 33348 w 177764"/>
                    <a:gd name="connsiteY12" fmla="*/ 19365 h 177731"/>
                    <a:gd name="connsiteX13" fmla="*/ 2395 w 177764"/>
                    <a:gd name="connsiteY13" fmla="*/ 19365 h 177731"/>
                    <a:gd name="connsiteX14" fmla="*/ 10842 w 177764"/>
                    <a:gd name="connsiteY14" fmla="*/ 27813 h 177731"/>
                    <a:gd name="connsiteX15" fmla="*/ 24251 w 177764"/>
                    <a:gd name="connsiteY15" fmla="*/ 27813 h 177731"/>
                    <a:gd name="connsiteX16" fmla="*/ 19348 w 177764"/>
                    <a:gd name="connsiteY16" fmla="*/ 144239 h 177731"/>
                    <a:gd name="connsiteX17" fmla="*/ 27795 w 177764"/>
                    <a:gd name="connsiteY17" fmla="*/ 30293 h 177731"/>
                    <a:gd name="connsiteX18" fmla="*/ 27795 w 177764"/>
                    <a:gd name="connsiteY18" fmla="*/ 44470 h 177731"/>
                    <a:gd name="connsiteX19" fmla="*/ 36242 w 177764"/>
                    <a:gd name="connsiteY19" fmla="*/ 52917 h 177731"/>
                    <a:gd name="connsiteX20" fmla="*/ 36242 w 177764"/>
                    <a:gd name="connsiteY20" fmla="*/ 22555 h 177731"/>
                    <a:gd name="connsiteX21" fmla="*/ 147412 w 177764"/>
                    <a:gd name="connsiteY21" fmla="*/ 27635 h 177731"/>
                    <a:gd name="connsiteX22" fmla="*/ 133235 w 177764"/>
                    <a:gd name="connsiteY22" fmla="*/ 27635 h 177731"/>
                    <a:gd name="connsiteX23" fmla="*/ 124788 w 177764"/>
                    <a:gd name="connsiteY23" fmla="*/ 36082 h 177731"/>
                    <a:gd name="connsiteX24" fmla="*/ 155150 w 177764"/>
                    <a:gd name="connsiteY24" fmla="*/ 36082 h 177731"/>
                    <a:gd name="connsiteX25" fmla="*/ 150070 w 177764"/>
                    <a:gd name="connsiteY25" fmla="*/ 147252 h 177731"/>
                    <a:gd name="connsiteX26" fmla="*/ 150070 w 177764"/>
                    <a:gd name="connsiteY26" fmla="*/ 133075 h 177731"/>
                    <a:gd name="connsiteX27" fmla="*/ 141623 w 177764"/>
                    <a:gd name="connsiteY27" fmla="*/ 124628 h 177731"/>
                    <a:gd name="connsiteX28" fmla="*/ 141623 w 177764"/>
                    <a:gd name="connsiteY28" fmla="*/ 154990 h 177731"/>
                    <a:gd name="connsiteX29" fmla="*/ 30454 w 177764"/>
                    <a:gd name="connsiteY29" fmla="*/ 149910 h 177731"/>
                    <a:gd name="connsiteX30" fmla="*/ 44630 w 177764"/>
                    <a:gd name="connsiteY30" fmla="*/ 149910 h 177731"/>
                    <a:gd name="connsiteX31" fmla="*/ 53077 w 177764"/>
                    <a:gd name="connsiteY31" fmla="*/ 141463 h 177731"/>
                    <a:gd name="connsiteX32" fmla="*/ 22715 w 177764"/>
                    <a:gd name="connsiteY32" fmla="*/ 141463 h 177731"/>
                    <a:gd name="connsiteX33" fmla="*/ 27795 w 177764"/>
                    <a:gd name="connsiteY33" fmla="*/ 30293 h 177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731">
                      <a:moveTo>
                        <a:pt x="19348" y="144239"/>
                      </a:moveTo>
                      <a:lnTo>
                        <a:pt x="19348" y="175192"/>
                      </a:lnTo>
                      <a:lnTo>
                        <a:pt x="27736" y="166804"/>
                      </a:lnTo>
                      <a:lnTo>
                        <a:pt x="27736" y="153395"/>
                      </a:lnTo>
                      <a:cubicBezTo>
                        <a:pt x="60107" y="184052"/>
                        <a:pt x="110080" y="185765"/>
                        <a:pt x="144340" y="158416"/>
                      </a:cubicBezTo>
                      <a:lnTo>
                        <a:pt x="175293" y="158416"/>
                      </a:lnTo>
                      <a:lnTo>
                        <a:pt x="166846" y="150028"/>
                      </a:lnTo>
                      <a:lnTo>
                        <a:pt x="153437" y="150028"/>
                      </a:lnTo>
                      <a:cubicBezTo>
                        <a:pt x="184094" y="117599"/>
                        <a:pt x="185807" y="67685"/>
                        <a:pt x="158399" y="33424"/>
                      </a:cubicBezTo>
                      <a:lnTo>
                        <a:pt x="158399" y="2472"/>
                      </a:lnTo>
                      <a:lnTo>
                        <a:pt x="149952" y="10919"/>
                      </a:lnTo>
                      <a:lnTo>
                        <a:pt x="149952" y="24328"/>
                      </a:lnTo>
                      <a:cubicBezTo>
                        <a:pt x="117582" y="-6330"/>
                        <a:pt x="67608" y="-8043"/>
                        <a:pt x="33348" y="19365"/>
                      </a:cubicBezTo>
                      <a:lnTo>
                        <a:pt x="2395" y="19365"/>
                      </a:lnTo>
                      <a:lnTo>
                        <a:pt x="10842" y="27813"/>
                      </a:lnTo>
                      <a:lnTo>
                        <a:pt x="24251" y="27813"/>
                      </a:lnTo>
                      <a:cubicBezTo>
                        <a:pt x="-6347" y="60006"/>
                        <a:pt x="-8001" y="109920"/>
                        <a:pt x="19348" y="144239"/>
                      </a:cubicBezTo>
                      <a:close/>
                      <a:moveTo>
                        <a:pt x="27795" y="30293"/>
                      </a:moveTo>
                      <a:lnTo>
                        <a:pt x="27795" y="44470"/>
                      </a:lnTo>
                      <a:lnTo>
                        <a:pt x="36242" y="52917"/>
                      </a:lnTo>
                      <a:lnTo>
                        <a:pt x="36242" y="22555"/>
                      </a:lnTo>
                      <a:cubicBezTo>
                        <a:pt x="68967" y="-3553"/>
                        <a:pt x="116636" y="-1841"/>
                        <a:pt x="147412" y="27635"/>
                      </a:cubicBezTo>
                      <a:lnTo>
                        <a:pt x="133235" y="27635"/>
                      </a:lnTo>
                      <a:lnTo>
                        <a:pt x="124788" y="36082"/>
                      </a:lnTo>
                      <a:lnTo>
                        <a:pt x="155150" y="36082"/>
                      </a:lnTo>
                      <a:cubicBezTo>
                        <a:pt x="181259" y="68807"/>
                        <a:pt x="179546" y="116476"/>
                        <a:pt x="150070" y="147252"/>
                      </a:cubicBezTo>
                      <a:lnTo>
                        <a:pt x="150070" y="133075"/>
                      </a:lnTo>
                      <a:lnTo>
                        <a:pt x="141623" y="124628"/>
                      </a:lnTo>
                      <a:lnTo>
                        <a:pt x="141623" y="154990"/>
                      </a:lnTo>
                      <a:cubicBezTo>
                        <a:pt x="108898" y="181040"/>
                        <a:pt x="61229" y="179386"/>
                        <a:pt x="30454" y="149910"/>
                      </a:cubicBezTo>
                      <a:lnTo>
                        <a:pt x="44630" y="149910"/>
                      </a:lnTo>
                      <a:lnTo>
                        <a:pt x="53077" y="141463"/>
                      </a:lnTo>
                      <a:lnTo>
                        <a:pt x="22715" y="141463"/>
                      </a:lnTo>
                      <a:cubicBezTo>
                        <a:pt x="-3334" y="108738"/>
                        <a:pt x="-1680" y="61069"/>
                        <a:pt x="27795" y="3029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1533" name="Graphic 4773">
                  <a:extLst>
                    <a:ext uri="{FF2B5EF4-FFF2-40B4-BE49-F238E27FC236}">
                      <a16:creationId xmlns:a16="http://schemas.microsoft.com/office/drawing/2014/main" id="{322FBFB8-863E-28E3-A1E3-717025A39769}"/>
                    </a:ext>
                  </a:extLst>
                </p:cNvPr>
                <p:cNvGrpSpPr/>
                <p:nvPr/>
              </p:nvGrpSpPr>
              <p:grpSpPr>
                <a:xfrm>
                  <a:off x="1739250" y="2188416"/>
                  <a:ext cx="502742" cy="119025"/>
                  <a:chOff x="1739250" y="2188416"/>
                  <a:chExt cx="502742" cy="119025"/>
                </a:xfrm>
                <a:grpFill/>
              </p:grpSpPr>
              <p:sp>
                <p:nvSpPr>
                  <p:cNvPr id="1654" name="Freeform: Shape 1653">
                    <a:extLst>
                      <a:ext uri="{FF2B5EF4-FFF2-40B4-BE49-F238E27FC236}">
                        <a16:creationId xmlns:a16="http://schemas.microsoft.com/office/drawing/2014/main" id="{067324C7-BF93-4563-4C40-8E0E8F7A60E1}"/>
                      </a:ext>
                    </a:extLst>
                  </p:cNvPr>
                  <p:cNvSpPr/>
                  <p:nvPr/>
                </p:nvSpPr>
                <p:spPr>
                  <a:xfrm>
                    <a:off x="2096208" y="2188475"/>
                    <a:ext cx="145784" cy="118966"/>
                  </a:xfrm>
                  <a:custGeom>
                    <a:avLst/>
                    <a:gdLst>
                      <a:gd name="connsiteX0" fmla="*/ 0 w 145784"/>
                      <a:gd name="connsiteY0" fmla="*/ 35678 h 118966"/>
                      <a:gd name="connsiteX1" fmla="*/ 0 w 145784"/>
                      <a:gd name="connsiteY1" fmla="*/ 83289 h 118966"/>
                      <a:gd name="connsiteX2" fmla="*/ 35678 w 145784"/>
                      <a:gd name="connsiteY2" fmla="*/ 118967 h 118966"/>
                      <a:gd name="connsiteX3" fmla="*/ 83288 w 145784"/>
                      <a:gd name="connsiteY3" fmla="*/ 118967 h 118966"/>
                      <a:gd name="connsiteX4" fmla="*/ 118494 w 145784"/>
                      <a:gd name="connsiteY4" fmla="*/ 88959 h 118966"/>
                      <a:gd name="connsiteX5" fmla="*/ 145784 w 145784"/>
                      <a:gd name="connsiteY5" fmla="*/ 59483 h 118966"/>
                      <a:gd name="connsiteX6" fmla="*/ 118494 w 145784"/>
                      <a:gd name="connsiteY6" fmla="*/ 30008 h 118966"/>
                      <a:gd name="connsiteX7" fmla="*/ 83288 w 145784"/>
                      <a:gd name="connsiteY7" fmla="*/ 0 h 118966"/>
                      <a:gd name="connsiteX8" fmla="*/ 35678 w 145784"/>
                      <a:gd name="connsiteY8" fmla="*/ 0 h 118966"/>
                      <a:gd name="connsiteX9" fmla="*/ 0 w 145784"/>
                      <a:gd name="connsiteY9" fmla="*/ 35678 h 118966"/>
                      <a:gd name="connsiteX10" fmla="*/ 5966 w 145784"/>
                      <a:gd name="connsiteY10" fmla="*/ 35678 h 118966"/>
                      <a:gd name="connsiteX11" fmla="*/ 35678 w 145784"/>
                      <a:gd name="connsiteY11" fmla="*/ 5907 h 118966"/>
                      <a:gd name="connsiteX12" fmla="*/ 83288 w 145784"/>
                      <a:gd name="connsiteY12" fmla="*/ 5907 h 118966"/>
                      <a:gd name="connsiteX13" fmla="*/ 112469 w 145784"/>
                      <a:gd name="connsiteY13" fmla="*/ 30067 h 118966"/>
                      <a:gd name="connsiteX14" fmla="*/ 86242 w 145784"/>
                      <a:gd name="connsiteY14" fmla="*/ 59424 h 118966"/>
                      <a:gd name="connsiteX15" fmla="*/ 112469 w 145784"/>
                      <a:gd name="connsiteY15" fmla="*/ 88782 h 118966"/>
                      <a:gd name="connsiteX16" fmla="*/ 83288 w 145784"/>
                      <a:gd name="connsiteY16" fmla="*/ 112942 h 118966"/>
                      <a:gd name="connsiteX17" fmla="*/ 35678 w 145784"/>
                      <a:gd name="connsiteY17" fmla="*/ 112942 h 118966"/>
                      <a:gd name="connsiteX18" fmla="*/ 5966 w 145784"/>
                      <a:gd name="connsiteY18" fmla="*/ 83171 h 118966"/>
                      <a:gd name="connsiteX19" fmla="*/ 5966 w 145784"/>
                      <a:gd name="connsiteY19" fmla="*/ 3567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0" y="35678"/>
                        </a:moveTo>
                        <a:lnTo>
                          <a:pt x="0" y="83289"/>
                        </a:lnTo>
                        <a:cubicBezTo>
                          <a:pt x="0" y="103018"/>
                          <a:pt x="16008" y="118967"/>
                          <a:pt x="35678" y="118967"/>
                        </a:cubicBezTo>
                        <a:lnTo>
                          <a:pt x="83288" y="118967"/>
                        </a:lnTo>
                        <a:cubicBezTo>
                          <a:pt x="101068" y="118967"/>
                          <a:pt x="115777" y="105971"/>
                          <a:pt x="118494" y="88959"/>
                        </a:cubicBezTo>
                        <a:cubicBezTo>
                          <a:pt x="133734" y="87660"/>
                          <a:pt x="145784" y="75019"/>
                          <a:pt x="145784" y="59483"/>
                        </a:cubicBezTo>
                        <a:cubicBezTo>
                          <a:pt x="145784" y="43948"/>
                          <a:pt x="133734" y="31248"/>
                          <a:pt x="118494" y="30008"/>
                        </a:cubicBezTo>
                        <a:cubicBezTo>
                          <a:pt x="115777" y="12996"/>
                          <a:pt x="101068" y="0"/>
                          <a:pt x="83288" y="0"/>
                        </a:cubicBezTo>
                        <a:lnTo>
                          <a:pt x="35678" y="0"/>
                        </a:lnTo>
                        <a:cubicBezTo>
                          <a:pt x="16008" y="-59"/>
                          <a:pt x="0" y="15949"/>
                          <a:pt x="0" y="35678"/>
                        </a:cubicBezTo>
                        <a:close/>
                        <a:moveTo>
                          <a:pt x="5966" y="35678"/>
                        </a:moveTo>
                        <a:cubicBezTo>
                          <a:pt x="5966" y="19257"/>
                          <a:pt x="19316" y="5907"/>
                          <a:pt x="35678" y="5907"/>
                        </a:cubicBezTo>
                        <a:lnTo>
                          <a:pt x="83288" y="5907"/>
                        </a:lnTo>
                        <a:cubicBezTo>
                          <a:pt x="97761" y="5907"/>
                          <a:pt x="109870" y="16303"/>
                          <a:pt x="112469" y="30067"/>
                        </a:cubicBezTo>
                        <a:cubicBezTo>
                          <a:pt x="97761" y="31839"/>
                          <a:pt x="86242" y="44244"/>
                          <a:pt x="86242" y="59424"/>
                        </a:cubicBezTo>
                        <a:cubicBezTo>
                          <a:pt x="86242" y="74664"/>
                          <a:pt x="97701" y="87010"/>
                          <a:pt x="112469" y="88782"/>
                        </a:cubicBezTo>
                        <a:cubicBezTo>
                          <a:pt x="109870" y="102545"/>
                          <a:pt x="97761" y="112942"/>
                          <a:pt x="83288" y="112942"/>
                        </a:cubicBezTo>
                        <a:lnTo>
                          <a:pt x="35678" y="112942"/>
                        </a:lnTo>
                        <a:cubicBezTo>
                          <a:pt x="19257" y="112942"/>
                          <a:pt x="5966" y="99592"/>
                          <a:pt x="5966" y="83171"/>
                        </a:cubicBezTo>
                        <a:lnTo>
                          <a:pt x="5966" y="35678"/>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55" name="Freeform: Shape 1654">
                    <a:extLst>
                      <a:ext uri="{FF2B5EF4-FFF2-40B4-BE49-F238E27FC236}">
                        <a16:creationId xmlns:a16="http://schemas.microsoft.com/office/drawing/2014/main" id="{2972DF33-AAB9-13FF-44B3-627CB2A6726C}"/>
                      </a:ext>
                    </a:extLst>
                  </p:cNvPr>
                  <p:cNvSpPr/>
                  <p:nvPr/>
                </p:nvSpPr>
                <p:spPr>
                  <a:xfrm>
                    <a:off x="1739250" y="2188416"/>
                    <a:ext cx="145784" cy="118966"/>
                  </a:xfrm>
                  <a:custGeom>
                    <a:avLst/>
                    <a:gdLst>
                      <a:gd name="connsiteX0" fmla="*/ 145784 w 145784"/>
                      <a:gd name="connsiteY0" fmla="*/ 83288 h 118966"/>
                      <a:gd name="connsiteX1" fmla="*/ 145784 w 145784"/>
                      <a:gd name="connsiteY1" fmla="*/ 35678 h 118966"/>
                      <a:gd name="connsiteX2" fmla="*/ 110106 w 145784"/>
                      <a:gd name="connsiteY2" fmla="*/ 0 h 118966"/>
                      <a:gd name="connsiteX3" fmla="*/ 62496 w 145784"/>
                      <a:gd name="connsiteY3" fmla="*/ 0 h 118966"/>
                      <a:gd name="connsiteX4" fmla="*/ 27290 w 145784"/>
                      <a:gd name="connsiteY4" fmla="*/ 30007 h 118966"/>
                      <a:gd name="connsiteX5" fmla="*/ 0 w 145784"/>
                      <a:gd name="connsiteY5" fmla="*/ 59483 h 118966"/>
                      <a:gd name="connsiteX6" fmla="*/ 27290 w 145784"/>
                      <a:gd name="connsiteY6" fmla="*/ 88959 h 118966"/>
                      <a:gd name="connsiteX7" fmla="*/ 62496 w 145784"/>
                      <a:gd name="connsiteY7" fmla="*/ 118966 h 118966"/>
                      <a:gd name="connsiteX8" fmla="*/ 110106 w 145784"/>
                      <a:gd name="connsiteY8" fmla="*/ 118966 h 118966"/>
                      <a:gd name="connsiteX9" fmla="*/ 145784 w 145784"/>
                      <a:gd name="connsiteY9" fmla="*/ 83288 h 118966"/>
                      <a:gd name="connsiteX10" fmla="*/ 139877 w 145784"/>
                      <a:gd name="connsiteY10" fmla="*/ 83288 h 118966"/>
                      <a:gd name="connsiteX11" fmla="*/ 110106 w 145784"/>
                      <a:gd name="connsiteY11" fmla="*/ 113059 h 118966"/>
                      <a:gd name="connsiteX12" fmla="*/ 62496 w 145784"/>
                      <a:gd name="connsiteY12" fmla="*/ 113059 h 118966"/>
                      <a:gd name="connsiteX13" fmla="*/ 33315 w 145784"/>
                      <a:gd name="connsiteY13" fmla="*/ 88900 h 118966"/>
                      <a:gd name="connsiteX14" fmla="*/ 59542 w 145784"/>
                      <a:gd name="connsiteY14" fmla="*/ 59542 h 118966"/>
                      <a:gd name="connsiteX15" fmla="*/ 33315 w 145784"/>
                      <a:gd name="connsiteY15" fmla="*/ 30185 h 118966"/>
                      <a:gd name="connsiteX16" fmla="*/ 62496 w 145784"/>
                      <a:gd name="connsiteY16" fmla="*/ 6025 h 118966"/>
                      <a:gd name="connsiteX17" fmla="*/ 110106 w 145784"/>
                      <a:gd name="connsiteY17" fmla="*/ 6025 h 118966"/>
                      <a:gd name="connsiteX18" fmla="*/ 139877 w 145784"/>
                      <a:gd name="connsiteY18" fmla="*/ 35796 h 118966"/>
                      <a:gd name="connsiteX19" fmla="*/ 139877 w 145784"/>
                      <a:gd name="connsiteY19" fmla="*/ 8328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145784" y="83288"/>
                        </a:moveTo>
                        <a:lnTo>
                          <a:pt x="145784" y="35678"/>
                        </a:lnTo>
                        <a:cubicBezTo>
                          <a:pt x="145784" y="15949"/>
                          <a:pt x="129776" y="0"/>
                          <a:pt x="110106" y="0"/>
                        </a:cubicBezTo>
                        <a:lnTo>
                          <a:pt x="62496" y="0"/>
                        </a:lnTo>
                        <a:cubicBezTo>
                          <a:pt x="44716" y="0"/>
                          <a:pt x="30007" y="12995"/>
                          <a:pt x="27290" y="30007"/>
                        </a:cubicBezTo>
                        <a:cubicBezTo>
                          <a:pt x="12050" y="31307"/>
                          <a:pt x="0" y="43889"/>
                          <a:pt x="0" y="59483"/>
                        </a:cubicBezTo>
                        <a:cubicBezTo>
                          <a:pt x="0" y="75078"/>
                          <a:pt x="12050" y="87718"/>
                          <a:pt x="27290" y="88959"/>
                        </a:cubicBezTo>
                        <a:cubicBezTo>
                          <a:pt x="30007" y="105971"/>
                          <a:pt x="44716" y="118966"/>
                          <a:pt x="62496" y="118966"/>
                        </a:cubicBezTo>
                        <a:lnTo>
                          <a:pt x="110106" y="118966"/>
                        </a:lnTo>
                        <a:cubicBezTo>
                          <a:pt x="129835" y="118966"/>
                          <a:pt x="145784" y="103018"/>
                          <a:pt x="145784" y="83288"/>
                        </a:cubicBezTo>
                        <a:close/>
                        <a:moveTo>
                          <a:pt x="139877" y="83288"/>
                        </a:moveTo>
                        <a:cubicBezTo>
                          <a:pt x="139877" y="99710"/>
                          <a:pt x="126527" y="113059"/>
                          <a:pt x="110106" y="113059"/>
                        </a:cubicBezTo>
                        <a:lnTo>
                          <a:pt x="62496" y="113059"/>
                        </a:lnTo>
                        <a:cubicBezTo>
                          <a:pt x="48024" y="113059"/>
                          <a:pt x="35914" y="102663"/>
                          <a:pt x="33315" y="88900"/>
                        </a:cubicBezTo>
                        <a:cubicBezTo>
                          <a:pt x="48083" y="87128"/>
                          <a:pt x="59542" y="74723"/>
                          <a:pt x="59542" y="59542"/>
                        </a:cubicBezTo>
                        <a:cubicBezTo>
                          <a:pt x="59542" y="44361"/>
                          <a:pt x="48083" y="31957"/>
                          <a:pt x="33315" y="30185"/>
                        </a:cubicBezTo>
                        <a:cubicBezTo>
                          <a:pt x="35914" y="16421"/>
                          <a:pt x="48024" y="6025"/>
                          <a:pt x="62496" y="6025"/>
                        </a:cubicBezTo>
                        <a:lnTo>
                          <a:pt x="110106" y="6025"/>
                        </a:lnTo>
                        <a:cubicBezTo>
                          <a:pt x="126527" y="6025"/>
                          <a:pt x="139877" y="19375"/>
                          <a:pt x="139877" y="35796"/>
                        </a:cubicBezTo>
                        <a:lnTo>
                          <a:pt x="139877" y="83288"/>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56" name="Freeform: Shape 1655">
                    <a:extLst>
                      <a:ext uri="{FF2B5EF4-FFF2-40B4-BE49-F238E27FC236}">
                        <a16:creationId xmlns:a16="http://schemas.microsoft.com/office/drawing/2014/main" id="{2551E638-79FF-497E-BE3B-ED439267F45B}"/>
                      </a:ext>
                    </a:extLst>
                  </p:cNvPr>
                  <p:cNvSpPr/>
                  <p:nvPr/>
                </p:nvSpPr>
                <p:spPr>
                  <a:xfrm>
                    <a:off x="1900510" y="2188475"/>
                    <a:ext cx="176559" cy="118907"/>
                  </a:xfrm>
                  <a:custGeom>
                    <a:avLst/>
                    <a:gdLst>
                      <a:gd name="connsiteX0" fmla="*/ 28354 w 176559"/>
                      <a:gd name="connsiteY0" fmla="*/ 89018 h 118907"/>
                      <a:gd name="connsiteX1" fmla="*/ 63559 w 176559"/>
                      <a:gd name="connsiteY1" fmla="*/ 118907 h 118907"/>
                      <a:gd name="connsiteX2" fmla="*/ 111170 w 176559"/>
                      <a:gd name="connsiteY2" fmla="*/ 118907 h 118907"/>
                      <a:gd name="connsiteX3" fmla="*/ 146316 w 176559"/>
                      <a:gd name="connsiteY3" fmla="*/ 89136 h 118907"/>
                      <a:gd name="connsiteX4" fmla="*/ 146848 w 176559"/>
                      <a:gd name="connsiteY4" fmla="*/ 89195 h 118907"/>
                      <a:gd name="connsiteX5" fmla="*/ 176560 w 176559"/>
                      <a:gd name="connsiteY5" fmla="*/ 59483 h 118907"/>
                      <a:gd name="connsiteX6" fmla="*/ 146848 w 176559"/>
                      <a:gd name="connsiteY6" fmla="*/ 29712 h 118907"/>
                      <a:gd name="connsiteX7" fmla="*/ 146316 w 176559"/>
                      <a:gd name="connsiteY7" fmla="*/ 29771 h 118907"/>
                      <a:gd name="connsiteX8" fmla="*/ 111170 w 176559"/>
                      <a:gd name="connsiteY8" fmla="*/ 0 h 118907"/>
                      <a:gd name="connsiteX9" fmla="*/ 63559 w 176559"/>
                      <a:gd name="connsiteY9" fmla="*/ 0 h 118907"/>
                      <a:gd name="connsiteX10" fmla="*/ 28354 w 176559"/>
                      <a:gd name="connsiteY10" fmla="*/ 29889 h 118907"/>
                      <a:gd name="connsiteX11" fmla="*/ 0 w 176559"/>
                      <a:gd name="connsiteY11" fmla="*/ 59483 h 118907"/>
                      <a:gd name="connsiteX12" fmla="*/ 28354 w 176559"/>
                      <a:gd name="connsiteY12" fmla="*/ 89018 h 118907"/>
                      <a:gd name="connsiteX13" fmla="*/ 34320 w 176559"/>
                      <a:gd name="connsiteY13" fmla="*/ 88723 h 118907"/>
                      <a:gd name="connsiteX14" fmla="*/ 59424 w 176559"/>
                      <a:gd name="connsiteY14" fmla="*/ 59424 h 118907"/>
                      <a:gd name="connsiteX15" fmla="*/ 34320 w 176559"/>
                      <a:gd name="connsiteY15" fmla="*/ 30126 h 118907"/>
                      <a:gd name="connsiteX16" fmla="*/ 63500 w 176559"/>
                      <a:gd name="connsiteY16" fmla="*/ 5848 h 118907"/>
                      <a:gd name="connsiteX17" fmla="*/ 111110 w 176559"/>
                      <a:gd name="connsiteY17" fmla="*/ 5848 h 118907"/>
                      <a:gd name="connsiteX18" fmla="*/ 140350 w 176559"/>
                      <a:gd name="connsiteY18" fmla="*/ 30421 h 118907"/>
                      <a:gd name="connsiteX19" fmla="*/ 117077 w 176559"/>
                      <a:gd name="connsiteY19" fmla="*/ 59424 h 118907"/>
                      <a:gd name="connsiteX20" fmla="*/ 140350 w 176559"/>
                      <a:gd name="connsiteY20" fmla="*/ 88427 h 118907"/>
                      <a:gd name="connsiteX21" fmla="*/ 111110 w 176559"/>
                      <a:gd name="connsiteY21" fmla="*/ 113001 h 118907"/>
                      <a:gd name="connsiteX22" fmla="*/ 63500 w 176559"/>
                      <a:gd name="connsiteY22" fmla="*/ 113001 h 118907"/>
                      <a:gd name="connsiteX23" fmla="*/ 34320 w 176559"/>
                      <a:gd name="connsiteY23" fmla="*/ 88723 h 118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559" h="118907">
                        <a:moveTo>
                          <a:pt x="28354" y="89018"/>
                        </a:moveTo>
                        <a:cubicBezTo>
                          <a:pt x="31130" y="105971"/>
                          <a:pt x="45779" y="118907"/>
                          <a:pt x="63559" y="118907"/>
                        </a:cubicBezTo>
                        <a:lnTo>
                          <a:pt x="111170" y="118907"/>
                        </a:lnTo>
                        <a:cubicBezTo>
                          <a:pt x="128890" y="118907"/>
                          <a:pt x="143540" y="106030"/>
                          <a:pt x="146316" y="89136"/>
                        </a:cubicBezTo>
                        <a:cubicBezTo>
                          <a:pt x="146493" y="89136"/>
                          <a:pt x="146671" y="89195"/>
                          <a:pt x="146848" y="89195"/>
                        </a:cubicBezTo>
                        <a:cubicBezTo>
                          <a:pt x="163269" y="89195"/>
                          <a:pt x="176560" y="75905"/>
                          <a:pt x="176560" y="59483"/>
                        </a:cubicBezTo>
                        <a:cubicBezTo>
                          <a:pt x="176560" y="43062"/>
                          <a:pt x="163269" y="29712"/>
                          <a:pt x="146848" y="29712"/>
                        </a:cubicBezTo>
                        <a:cubicBezTo>
                          <a:pt x="146671" y="29712"/>
                          <a:pt x="146493" y="29771"/>
                          <a:pt x="146316" y="29771"/>
                        </a:cubicBezTo>
                        <a:cubicBezTo>
                          <a:pt x="143481" y="12877"/>
                          <a:pt x="128831" y="0"/>
                          <a:pt x="111170" y="0"/>
                        </a:cubicBezTo>
                        <a:lnTo>
                          <a:pt x="63559" y="0"/>
                        </a:lnTo>
                        <a:cubicBezTo>
                          <a:pt x="45838" y="0"/>
                          <a:pt x="31189" y="12936"/>
                          <a:pt x="28354" y="29889"/>
                        </a:cubicBezTo>
                        <a:cubicBezTo>
                          <a:pt x="12582" y="30598"/>
                          <a:pt x="0" y="43534"/>
                          <a:pt x="0" y="59483"/>
                        </a:cubicBezTo>
                        <a:cubicBezTo>
                          <a:pt x="-59" y="75432"/>
                          <a:pt x="12582" y="88309"/>
                          <a:pt x="28354" y="89018"/>
                        </a:cubicBezTo>
                        <a:close/>
                        <a:moveTo>
                          <a:pt x="34320" y="88723"/>
                        </a:moveTo>
                        <a:cubicBezTo>
                          <a:pt x="48556" y="86478"/>
                          <a:pt x="59424" y="74310"/>
                          <a:pt x="59424" y="59424"/>
                        </a:cubicBezTo>
                        <a:cubicBezTo>
                          <a:pt x="59424" y="44598"/>
                          <a:pt x="48497" y="32370"/>
                          <a:pt x="34320" y="30126"/>
                        </a:cubicBezTo>
                        <a:cubicBezTo>
                          <a:pt x="36919" y="16362"/>
                          <a:pt x="48969" y="5848"/>
                          <a:pt x="63500" y="5848"/>
                        </a:cubicBezTo>
                        <a:lnTo>
                          <a:pt x="111110" y="5848"/>
                        </a:lnTo>
                        <a:cubicBezTo>
                          <a:pt x="125760" y="5848"/>
                          <a:pt x="137869" y="16481"/>
                          <a:pt x="140350" y="30421"/>
                        </a:cubicBezTo>
                        <a:cubicBezTo>
                          <a:pt x="127059" y="33375"/>
                          <a:pt x="117077" y="45189"/>
                          <a:pt x="117077" y="59424"/>
                        </a:cubicBezTo>
                        <a:cubicBezTo>
                          <a:pt x="117077" y="73601"/>
                          <a:pt x="127059" y="85474"/>
                          <a:pt x="140350" y="88427"/>
                        </a:cubicBezTo>
                        <a:cubicBezTo>
                          <a:pt x="137869" y="102368"/>
                          <a:pt x="125760" y="113001"/>
                          <a:pt x="111110" y="113001"/>
                        </a:cubicBezTo>
                        <a:lnTo>
                          <a:pt x="63500" y="113001"/>
                        </a:lnTo>
                        <a:cubicBezTo>
                          <a:pt x="48969" y="113001"/>
                          <a:pt x="36919" y="102486"/>
                          <a:pt x="34320" y="8872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534" name="Graphic 4773">
                  <a:extLst>
                    <a:ext uri="{FF2B5EF4-FFF2-40B4-BE49-F238E27FC236}">
                      <a16:creationId xmlns:a16="http://schemas.microsoft.com/office/drawing/2014/main" id="{15FE52A6-1554-F223-9BDB-36527022B2F1}"/>
                    </a:ext>
                  </a:extLst>
                </p:cNvPr>
                <p:cNvGrpSpPr/>
                <p:nvPr/>
              </p:nvGrpSpPr>
              <p:grpSpPr>
                <a:xfrm>
                  <a:off x="2558193" y="4022355"/>
                  <a:ext cx="400670" cy="114063"/>
                  <a:chOff x="2558193" y="4022355"/>
                  <a:chExt cx="400670" cy="114063"/>
                </a:xfrm>
                <a:grpFill/>
              </p:grpSpPr>
              <p:grpSp>
                <p:nvGrpSpPr>
                  <p:cNvPr id="1644" name="Graphic 4773">
                    <a:extLst>
                      <a:ext uri="{FF2B5EF4-FFF2-40B4-BE49-F238E27FC236}">
                        <a16:creationId xmlns:a16="http://schemas.microsoft.com/office/drawing/2014/main" id="{1885C3CD-432E-1E3A-B37C-CFF16B7C7188}"/>
                      </a:ext>
                    </a:extLst>
                  </p:cNvPr>
                  <p:cNvGrpSpPr/>
                  <p:nvPr/>
                </p:nvGrpSpPr>
                <p:grpSpPr>
                  <a:xfrm>
                    <a:off x="2558193" y="4022355"/>
                    <a:ext cx="114004" cy="114004"/>
                    <a:chOff x="2558193" y="4022355"/>
                    <a:chExt cx="114004" cy="114004"/>
                  </a:xfrm>
                  <a:grpFill/>
                </p:grpSpPr>
                <p:sp>
                  <p:nvSpPr>
                    <p:cNvPr id="1652" name="Freeform: Shape 1651">
                      <a:extLst>
                        <a:ext uri="{FF2B5EF4-FFF2-40B4-BE49-F238E27FC236}">
                          <a16:creationId xmlns:a16="http://schemas.microsoft.com/office/drawing/2014/main" id="{60DF9702-61DF-AEBD-CE00-A1C4660FE506}"/>
                        </a:ext>
                      </a:extLst>
                    </p:cNvPr>
                    <p:cNvSpPr/>
                    <p:nvPr/>
                  </p:nvSpPr>
                  <p:spPr>
                    <a:xfrm>
                      <a:off x="2558193" y="4022355"/>
                      <a:ext cx="114004" cy="114004"/>
                    </a:xfrm>
                    <a:custGeom>
                      <a:avLst/>
                      <a:gdLst>
                        <a:gd name="connsiteX0" fmla="*/ 34201 w 114004"/>
                        <a:gd name="connsiteY0" fmla="*/ 114005 h 114004"/>
                        <a:gd name="connsiteX1" fmla="*/ 79803 w 114004"/>
                        <a:gd name="connsiteY1" fmla="*/ 114005 h 114004"/>
                        <a:gd name="connsiteX2" fmla="*/ 114005 w 114004"/>
                        <a:gd name="connsiteY2" fmla="*/ 79803 h 114004"/>
                        <a:gd name="connsiteX3" fmla="*/ 114005 w 114004"/>
                        <a:gd name="connsiteY3" fmla="*/ 34201 h 114004"/>
                        <a:gd name="connsiteX4" fmla="*/ 79803 w 114004"/>
                        <a:gd name="connsiteY4" fmla="*/ 0 h 114004"/>
                        <a:gd name="connsiteX5" fmla="*/ 34201 w 114004"/>
                        <a:gd name="connsiteY5" fmla="*/ 0 h 114004"/>
                        <a:gd name="connsiteX6" fmla="*/ 0 w 114004"/>
                        <a:gd name="connsiteY6" fmla="*/ 34201 h 114004"/>
                        <a:gd name="connsiteX7" fmla="*/ 0 w 114004"/>
                        <a:gd name="connsiteY7" fmla="*/ 79803 h 114004"/>
                        <a:gd name="connsiteX8" fmla="*/ 34201 w 114004"/>
                        <a:gd name="connsiteY8" fmla="*/ 114005 h 114004"/>
                        <a:gd name="connsiteX9" fmla="*/ 34201 w 114004"/>
                        <a:gd name="connsiteY9" fmla="*/ 108334 h 114004"/>
                        <a:gd name="connsiteX10" fmla="*/ 5730 w 114004"/>
                        <a:gd name="connsiteY10" fmla="*/ 79862 h 114004"/>
                        <a:gd name="connsiteX11" fmla="*/ 5730 w 114004"/>
                        <a:gd name="connsiteY11" fmla="*/ 34260 h 114004"/>
                        <a:gd name="connsiteX12" fmla="*/ 34201 w 114004"/>
                        <a:gd name="connsiteY12" fmla="*/ 5789 h 114004"/>
                        <a:gd name="connsiteX13" fmla="*/ 79803 w 114004"/>
                        <a:gd name="connsiteY13" fmla="*/ 5789 h 114004"/>
                        <a:gd name="connsiteX14" fmla="*/ 108275 w 114004"/>
                        <a:gd name="connsiteY14" fmla="*/ 34260 h 114004"/>
                        <a:gd name="connsiteX15" fmla="*/ 108275 w 114004"/>
                        <a:gd name="connsiteY15" fmla="*/ 79862 h 114004"/>
                        <a:gd name="connsiteX16" fmla="*/ 79803 w 114004"/>
                        <a:gd name="connsiteY16" fmla="*/ 108334 h 114004"/>
                        <a:gd name="connsiteX17" fmla="*/ 34201 w 114004"/>
                        <a:gd name="connsiteY17" fmla="*/ 108334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34201" y="114005"/>
                          </a:moveTo>
                          <a:lnTo>
                            <a:pt x="79803" y="114005"/>
                          </a:lnTo>
                          <a:cubicBezTo>
                            <a:pt x="98706" y="114005"/>
                            <a:pt x="114005" y="98705"/>
                            <a:pt x="114005" y="79803"/>
                          </a:cubicBezTo>
                          <a:lnTo>
                            <a:pt x="114005" y="34201"/>
                          </a:lnTo>
                          <a:cubicBezTo>
                            <a:pt x="114005" y="15299"/>
                            <a:pt x="98706" y="0"/>
                            <a:pt x="79803" y="0"/>
                          </a:cubicBezTo>
                          <a:lnTo>
                            <a:pt x="34201" y="0"/>
                          </a:lnTo>
                          <a:cubicBezTo>
                            <a:pt x="15299" y="0"/>
                            <a:pt x="0" y="15299"/>
                            <a:pt x="0" y="34201"/>
                          </a:cubicBezTo>
                          <a:lnTo>
                            <a:pt x="0" y="79803"/>
                          </a:lnTo>
                          <a:cubicBezTo>
                            <a:pt x="0" y="98705"/>
                            <a:pt x="15358" y="114005"/>
                            <a:pt x="34201" y="114005"/>
                          </a:cubicBezTo>
                          <a:close/>
                          <a:moveTo>
                            <a:pt x="34201" y="108334"/>
                          </a:moveTo>
                          <a:cubicBezTo>
                            <a:pt x="18489" y="108334"/>
                            <a:pt x="5730" y="95575"/>
                            <a:pt x="5730" y="79862"/>
                          </a:cubicBezTo>
                          <a:lnTo>
                            <a:pt x="5730" y="34260"/>
                          </a:lnTo>
                          <a:cubicBezTo>
                            <a:pt x="5730" y="18548"/>
                            <a:pt x="18489" y="5789"/>
                            <a:pt x="34201" y="5789"/>
                          </a:cubicBezTo>
                          <a:lnTo>
                            <a:pt x="79803" y="5789"/>
                          </a:lnTo>
                          <a:cubicBezTo>
                            <a:pt x="95516" y="5789"/>
                            <a:pt x="108275" y="18548"/>
                            <a:pt x="108275" y="34260"/>
                          </a:cubicBezTo>
                          <a:lnTo>
                            <a:pt x="108275" y="79862"/>
                          </a:lnTo>
                          <a:cubicBezTo>
                            <a:pt x="108275" y="95575"/>
                            <a:pt x="95516" y="108334"/>
                            <a:pt x="79803" y="108334"/>
                          </a:cubicBezTo>
                          <a:lnTo>
                            <a:pt x="34201" y="108334"/>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53" name="Freeform: Shape 1652">
                      <a:extLst>
                        <a:ext uri="{FF2B5EF4-FFF2-40B4-BE49-F238E27FC236}">
                          <a16:creationId xmlns:a16="http://schemas.microsoft.com/office/drawing/2014/main" id="{EDAD6408-291E-0272-B922-9748E0A4EE39}"/>
                        </a:ext>
                      </a:extLst>
                    </p:cNvPr>
                    <p:cNvSpPr/>
                    <p:nvPr/>
                  </p:nvSpPr>
                  <p:spPr>
                    <a:xfrm>
                      <a:off x="2593812" y="4054725"/>
                      <a:ext cx="42766" cy="49323"/>
                    </a:xfrm>
                    <a:custGeom>
                      <a:avLst/>
                      <a:gdLst>
                        <a:gd name="connsiteX0" fmla="*/ 42767 w 42766"/>
                        <a:gd name="connsiteY0" fmla="*/ 0 h 49323"/>
                        <a:gd name="connsiteX1" fmla="*/ 42767 w 42766"/>
                        <a:gd name="connsiteY1" fmla="*/ 49323 h 49323"/>
                        <a:gd name="connsiteX2" fmla="*/ 0 w 42766"/>
                        <a:gd name="connsiteY2" fmla="*/ 24691 h 49323"/>
                      </a:gdLst>
                      <a:ahLst/>
                      <a:cxnLst>
                        <a:cxn ang="0">
                          <a:pos x="connsiteX0" y="connsiteY0"/>
                        </a:cxn>
                        <a:cxn ang="0">
                          <a:pos x="connsiteX1" y="connsiteY1"/>
                        </a:cxn>
                        <a:cxn ang="0">
                          <a:pos x="connsiteX2" y="connsiteY2"/>
                        </a:cxn>
                      </a:cxnLst>
                      <a:rect l="l" t="t" r="r" b="b"/>
                      <a:pathLst>
                        <a:path w="42766" h="49323">
                          <a:moveTo>
                            <a:pt x="42767" y="0"/>
                          </a:moveTo>
                          <a:lnTo>
                            <a:pt x="42767" y="49323"/>
                          </a:lnTo>
                          <a:lnTo>
                            <a:pt x="0" y="24691"/>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645" name="Graphic 4773">
                    <a:extLst>
                      <a:ext uri="{FF2B5EF4-FFF2-40B4-BE49-F238E27FC236}">
                        <a16:creationId xmlns:a16="http://schemas.microsoft.com/office/drawing/2014/main" id="{3492D569-1F97-22E5-68CA-BB5BE3CA3A00}"/>
                      </a:ext>
                    </a:extLst>
                  </p:cNvPr>
                  <p:cNvGrpSpPr/>
                  <p:nvPr/>
                </p:nvGrpSpPr>
                <p:grpSpPr>
                  <a:xfrm>
                    <a:off x="2844858" y="4022414"/>
                    <a:ext cx="114004" cy="114004"/>
                    <a:chOff x="2844858" y="4022414"/>
                    <a:chExt cx="114004" cy="114004"/>
                  </a:xfrm>
                  <a:grpFill/>
                </p:grpSpPr>
                <p:sp>
                  <p:nvSpPr>
                    <p:cNvPr id="1650" name="Freeform: Shape 1649">
                      <a:extLst>
                        <a:ext uri="{FF2B5EF4-FFF2-40B4-BE49-F238E27FC236}">
                          <a16:creationId xmlns:a16="http://schemas.microsoft.com/office/drawing/2014/main" id="{4DA2A9B6-5722-8DC9-E688-CEFB0CA6E96B}"/>
                        </a:ext>
                      </a:extLst>
                    </p:cNvPr>
                    <p:cNvSpPr/>
                    <p:nvPr/>
                  </p:nvSpPr>
                  <p:spPr>
                    <a:xfrm>
                      <a:off x="2844858" y="4022414"/>
                      <a:ext cx="114004" cy="114004"/>
                    </a:xfrm>
                    <a:custGeom>
                      <a:avLst/>
                      <a:gdLst>
                        <a:gd name="connsiteX0" fmla="*/ 79803 w 114004"/>
                        <a:gd name="connsiteY0" fmla="*/ 0 h 114004"/>
                        <a:gd name="connsiteX1" fmla="*/ 34201 w 114004"/>
                        <a:gd name="connsiteY1" fmla="*/ 0 h 114004"/>
                        <a:gd name="connsiteX2" fmla="*/ 0 w 114004"/>
                        <a:gd name="connsiteY2" fmla="*/ 34201 h 114004"/>
                        <a:gd name="connsiteX3" fmla="*/ 0 w 114004"/>
                        <a:gd name="connsiteY3" fmla="*/ 79803 h 114004"/>
                        <a:gd name="connsiteX4" fmla="*/ 34201 w 114004"/>
                        <a:gd name="connsiteY4" fmla="*/ 114005 h 114004"/>
                        <a:gd name="connsiteX5" fmla="*/ 79803 w 114004"/>
                        <a:gd name="connsiteY5" fmla="*/ 114005 h 114004"/>
                        <a:gd name="connsiteX6" fmla="*/ 114005 w 114004"/>
                        <a:gd name="connsiteY6" fmla="*/ 79803 h 114004"/>
                        <a:gd name="connsiteX7" fmla="*/ 114005 w 114004"/>
                        <a:gd name="connsiteY7" fmla="*/ 34201 h 114004"/>
                        <a:gd name="connsiteX8" fmla="*/ 79803 w 114004"/>
                        <a:gd name="connsiteY8" fmla="*/ 0 h 114004"/>
                        <a:gd name="connsiteX9" fmla="*/ 79803 w 114004"/>
                        <a:gd name="connsiteY9" fmla="*/ 5670 h 114004"/>
                        <a:gd name="connsiteX10" fmla="*/ 108275 w 114004"/>
                        <a:gd name="connsiteY10" fmla="*/ 34142 h 114004"/>
                        <a:gd name="connsiteX11" fmla="*/ 108275 w 114004"/>
                        <a:gd name="connsiteY11" fmla="*/ 79744 h 114004"/>
                        <a:gd name="connsiteX12" fmla="*/ 79803 w 114004"/>
                        <a:gd name="connsiteY12" fmla="*/ 108216 h 114004"/>
                        <a:gd name="connsiteX13" fmla="*/ 34201 w 114004"/>
                        <a:gd name="connsiteY13" fmla="*/ 108216 h 114004"/>
                        <a:gd name="connsiteX14" fmla="*/ 5730 w 114004"/>
                        <a:gd name="connsiteY14" fmla="*/ 79744 h 114004"/>
                        <a:gd name="connsiteX15" fmla="*/ 5730 w 114004"/>
                        <a:gd name="connsiteY15" fmla="*/ 34142 h 114004"/>
                        <a:gd name="connsiteX16" fmla="*/ 34201 w 114004"/>
                        <a:gd name="connsiteY16" fmla="*/ 5670 h 114004"/>
                        <a:gd name="connsiteX17" fmla="*/ 79803 w 114004"/>
                        <a:gd name="connsiteY17" fmla="*/ 5670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79803" y="0"/>
                          </a:moveTo>
                          <a:lnTo>
                            <a:pt x="34201" y="0"/>
                          </a:lnTo>
                          <a:cubicBezTo>
                            <a:pt x="15299" y="0"/>
                            <a:pt x="0" y="15299"/>
                            <a:pt x="0" y="34201"/>
                          </a:cubicBez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close/>
                          <a:moveTo>
                            <a:pt x="79803" y="5670"/>
                          </a:moveTo>
                          <a:cubicBezTo>
                            <a:pt x="95516" y="5670"/>
                            <a:pt x="108275" y="18489"/>
                            <a:pt x="108275" y="34142"/>
                          </a:cubicBezTo>
                          <a:lnTo>
                            <a:pt x="108275" y="79744"/>
                          </a:lnTo>
                          <a:cubicBezTo>
                            <a:pt x="108275" y="95457"/>
                            <a:pt x="95516" y="108216"/>
                            <a:pt x="79803" y="108216"/>
                          </a:cubicBezTo>
                          <a:lnTo>
                            <a:pt x="34201" y="108216"/>
                          </a:lnTo>
                          <a:cubicBezTo>
                            <a:pt x="18489" y="108216"/>
                            <a:pt x="5730" y="95457"/>
                            <a:pt x="5730" y="79744"/>
                          </a:cubicBezTo>
                          <a:lnTo>
                            <a:pt x="5730" y="34142"/>
                          </a:lnTo>
                          <a:cubicBezTo>
                            <a:pt x="5730" y="18430"/>
                            <a:pt x="18489" y="5670"/>
                            <a:pt x="34201" y="5670"/>
                          </a:cubicBezTo>
                          <a:lnTo>
                            <a:pt x="79803" y="56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51" name="Freeform: Shape 1650">
                      <a:extLst>
                        <a:ext uri="{FF2B5EF4-FFF2-40B4-BE49-F238E27FC236}">
                          <a16:creationId xmlns:a16="http://schemas.microsoft.com/office/drawing/2014/main" id="{1629B754-633D-5E33-8F12-59E2E3BE5520}"/>
                        </a:ext>
                      </a:extLst>
                    </p:cNvPr>
                    <p:cNvSpPr/>
                    <p:nvPr/>
                  </p:nvSpPr>
                  <p:spPr>
                    <a:xfrm>
                      <a:off x="2880537" y="4054725"/>
                      <a:ext cx="42707" cy="49323"/>
                    </a:xfrm>
                    <a:custGeom>
                      <a:avLst/>
                      <a:gdLst>
                        <a:gd name="connsiteX0" fmla="*/ 0 w 42707"/>
                        <a:gd name="connsiteY0" fmla="*/ 49323 h 49323"/>
                        <a:gd name="connsiteX1" fmla="*/ 0 w 42707"/>
                        <a:gd name="connsiteY1" fmla="*/ 0 h 49323"/>
                        <a:gd name="connsiteX2" fmla="*/ 42708 w 42707"/>
                        <a:gd name="connsiteY2" fmla="*/ 24691 h 49323"/>
                      </a:gdLst>
                      <a:ahLst/>
                      <a:cxnLst>
                        <a:cxn ang="0">
                          <a:pos x="connsiteX0" y="connsiteY0"/>
                        </a:cxn>
                        <a:cxn ang="0">
                          <a:pos x="connsiteX1" y="connsiteY1"/>
                        </a:cxn>
                        <a:cxn ang="0">
                          <a:pos x="connsiteX2" y="connsiteY2"/>
                        </a:cxn>
                      </a:cxnLst>
                      <a:rect l="l" t="t" r="r" b="b"/>
                      <a:pathLst>
                        <a:path w="42707" h="49323">
                          <a:moveTo>
                            <a:pt x="0" y="49323"/>
                          </a:moveTo>
                          <a:lnTo>
                            <a:pt x="0" y="0"/>
                          </a:lnTo>
                          <a:lnTo>
                            <a:pt x="42708" y="24691"/>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646" name="Graphic 4773">
                    <a:extLst>
                      <a:ext uri="{FF2B5EF4-FFF2-40B4-BE49-F238E27FC236}">
                        <a16:creationId xmlns:a16="http://schemas.microsoft.com/office/drawing/2014/main" id="{836D0E6E-1D96-4AB8-DEAC-B0B0C3282779}"/>
                      </a:ext>
                    </a:extLst>
                  </p:cNvPr>
                  <p:cNvGrpSpPr/>
                  <p:nvPr/>
                </p:nvGrpSpPr>
                <p:grpSpPr>
                  <a:xfrm>
                    <a:off x="2702441" y="4022414"/>
                    <a:ext cx="114004" cy="114004"/>
                    <a:chOff x="2702441" y="4022414"/>
                    <a:chExt cx="114004" cy="114004"/>
                  </a:xfrm>
                  <a:grpFill/>
                </p:grpSpPr>
                <p:sp>
                  <p:nvSpPr>
                    <p:cNvPr id="1647" name="Freeform: Shape 1646">
                      <a:extLst>
                        <a:ext uri="{FF2B5EF4-FFF2-40B4-BE49-F238E27FC236}">
                          <a16:creationId xmlns:a16="http://schemas.microsoft.com/office/drawing/2014/main" id="{C990C275-C331-7ED2-4BC5-FD436C749E1D}"/>
                        </a:ext>
                      </a:extLst>
                    </p:cNvPr>
                    <p:cNvSpPr/>
                    <p:nvPr/>
                  </p:nvSpPr>
                  <p:spPr>
                    <a:xfrm>
                      <a:off x="2702441" y="4022414"/>
                      <a:ext cx="114004" cy="114004"/>
                    </a:xfrm>
                    <a:custGeom>
                      <a:avLst/>
                      <a:gdLst>
                        <a:gd name="connsiteX0" fmla="*/ 0 w 114004"/>
                        <a:gd name="connsiteY0" fmla="*/ 34201 h 114004"/>
                        <a:gd name="connsiteX1" fmla="*/ 0 w 114004"/>
                        <a:gd name="connsiteY1" fmla="*/ 79803 h 114004"/>
                        <a:gd name="connsiteX2" fmla="*/ 34201 w 114004"/>
                        <a:gd name="connsiteY2" fmla="*/ 114005 h 114004"/>
                        <a:gd name="connsiteX3" fmla="*/ 79803 w 114004"/>
                        <a:gd name="connsiteY3" fmla="*/ 114005 h 114004"/>
                        <a:gd name="connsiteX4" fmla="*/ 114005 w 114004"/>
                        <a:gd name="connsiteY4" fmla="*/ 79803 h 114004"/>
                        <a:gd name="connsiteX5" fmla="*/ 114005 w 114004"/>
                        <a:gd name="connsiteY5" fmla="*/ 34201 h 114004"/>
                        <a:gd name="connsiteX6" fmla="*/ 79803 w 114004"/>
                        <a:gd name="connsiteY6" fmla="*/ 0 h 114004"/>
                        <a:gd name="connsiteX7" fmla="*/ 34201 w 114004"/>
                        <a:gd name="connsiteY7" fmla="*/ 0 h 114004"/>
                        <a:gd name="connsiteX8" fmla="*/ 0 w 114004"/>
                        <a:gd name="connsiteY8" fmla="*/ 34201 h 114004"/>
                        <a:gd name="connsiteX9" fmla="*/ 5730 w 114004"/>
                        <a:gd name="connsiteY9" fmla="*/ 34201 h 114004"/>
                        <a:gd name="connsiteX10" fmla="*/ 34201 w 114004"/>
                        <a:gd name="connsiteY10" fmla="*/ 5730 h 114004"/>
                        <a:gd name="connsiteX11" fmla="*/ 79803 w 114004"/>
                        <a:gd name="connsiteY11" fmla="*/ 5730 h 114004"/>
                        <a:gd name="connsiteX12" fmla="*/ 108275 w 114004"/>
                        <a:gd name="connsiteY12" fmla="*/ 34201 h 114004"/>
                        <a:gd name="connsiteX13" fmla="*/ 108275 w 114004"/>
                        <a:gd name="connsiteY13" fmla="*/ 79803 h 114004"/>
                        <a:gd name="connsiteX14" fmla="*/ 79803 w 114004"/>
                        <a:gd name="connsiteY14" fmla="*/ 108275 h 114004"/>
                        <a:gd name="connsiteX15" fmla="*/ 34201 w 114004"/>
                        <a:gd name="connsiteY15" fmla="*/ 108275 h 114004"/>
                        <a:gd name="connsiteX16" fmla="*/ 5730 w 114004"/>
                        <a:gd name="connsiteY16" fmla="*/ 79803 h 114004"/>
                        <a:gd name="connsiteX17" fmla="*/ 5730 w 114004"/>
                        <a:gd name="connsiteY17" fmla="*/ 34201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0" y="34201"/>
                          </a:move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lnTo>
                            <a:pt x="34201" y="0"/>
                          </a:lnTo>
                          <a:cubicBezTo>
                            <a:pt x="15358" y="0"/>
                            <a:pt x="0" y="15299"/>
                            <a:pt x="0" y="34201"/>
                          </a:cubicBezTo>
                          <a:close/>
                          <a:moveTo>
                            <a:pt x="5730" y="34201"/>
                          </a:moveTo>
                          <a:cubicBezTo>
                            <a:pt x="5730" y="18489"/>
                            <a:pt x="18489" y="5730"/>
                            <a:pt x="34201" y="5730"/>
                          </a:cubicBezTo>
                          <a:lnTo>
                            <a:pt x="79803" y="5730"/>
                          </a:lnTo>
                          <a:cubicBezTo>
                            <a:pt x="95516" y="5730"/>
                            <a:pt x="108275" y="18489"/>
                            <a:pt x="108275" y="34201"/>
                          </a:cubicBezTo>
                          <a:lnTo>
                            <a:pt x="108275" y="79803"/>
                          </a:lnTo>
                          <a:cubicBezTo>
                            <a:pt x="108275" y="95516"/>
                            <a:pt x="95516" y="108275"/>
                            <a:pt x="79803" y="108275"/>
                          </a:cubicBezTo>
                          <a:lnTo>
                            <a:pt x="34201" y="108275"/>
                          </a:lnTo>
                          <a:cubicBezTo>
                            <a:pt x="18489" y="108275"/>
                            <a:pt x="5730" y="95516"/>
                            <a:pt x="5730" y="79803"/>
                          </a:cubicBezTo>
                          <a:lnTo>
                            <a:pt x="5730" y="34201"/>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48" name="Freeform: Shape 1647">
                      <a:extLst>
                        <a:ext uri="{FF2B5EF4-FFF2-40B4-BE49-F238E27FC236}">
                          <a16:creationId xmlns:a16="http://schemas.microsoft.com/office/drawing/2014/main" id="{3FB40DD2-DEDF-227C-ED60-D1959DEE1696}"/>
                        </a:ext>
                      </a:extLst>
                    </p:cNvPr>
                    <p:cNvSpPr/>
                    <p:nvPr/>
                  </p:nvSpPr>
                  <p:spPr>
                    <a:xfrm>
                      <a:off x="2765114"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49" name="Freeform: Shape 1648">
                      <a:extLst>
                        <a:ext uri="{FF2B5EF4-FFF2-40B4-BE49-F238E27FC236}">
                          <a16:creationId xmlns:a16="http://schemas.microsoft.com/office/drawing/2014/main" id="{D9CEE0BE-54EC-D6B7-BF6E-D8AF558DD7D6}"/>
                        </a:ext>
                      </a:extLst>
                    </p:cNvPr>
                    <p:cNvSpPr/>
                    <p:nvPr/>
                  </p:nvSpPr>
                  <p:spPr>
                    <a:xfrm>
                      <a:off x="2738533"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1535" name="Graphic 4773">
                  <a:extLst>
                    <a:ext uri="{FF2B5EF4-FFF2-40B4-BE49-F238E27FC236}">
                      <a16:creationId xmlns:a16="http://schemas.microsoft.com/office/drawing/2014/main" id="{26CDF81C-1F7E-A51F-021C-52DDBF68653E}"/>
                    </a:ext>
                  </a:extLst>
                </p:cNvPr>
                <p:cNvGrpSpPr/>
                <p:nvPr/>
              </p:nvGrpSpPr>
              <p:grpSpPr>
                <a:xfrm>
                  <a:off x="4176882" y="1893185"/>
                  <a:ext cx="116840" cy="236869"/>
                  <a:chOff x="4176882" y="1893185"/>
                  <a:chExt cx="116840" cy="236869"/>
                </a:xfrm>
                <a:grpFill/>
              </p:grpSpPr>
              <p:sp>
                <p:nvSpPr>
                  <p:cNvPr id="1642" name="Freeform: Shape 1641">
                    <a:extLst>
                      <a:ext uri="{FF2B5EF4-FFF2-40B4-BE49-F238E27FC236}">
                        <a16:creationId xmlns:a16="http://schemas.microsoft.com/office/drawing/2014/main" id="{3997F489-90C1-362E-5170-2C7357ECD6BB}"/>
                      </a:ext>
                    </a:extLst>
                  </p:cNvPr>
                  <p:cNvSpPr/>
                  <p:nvPr/>
                </p:nvSpPr>
                <p:spPr>
                  <a:xfrm>
                    <a:off x="4176941" y="2013274"/>
                    <a:ext cx="116781" cy="116781"/>
                  </a:xfrm>
                  <a:custGeom>
                    <a:avLst/>
                    <a:gdLst>
                      <a:gd name="connsiteX0" fmla="*/ 116781 w 116781"/>
                      <a:gd name="connsiteY0" fmla="*/ 97524 h 116781"/>
                      <a:gd name="connsiteX1" fmla="*/ 39813 w 116781"/>
                      <a:gd name="connsiteY1" fmla="*/ 20556 h 116781"/>
                      <a:gd name="connsiteX2" fmla="*/ 102782 w 116781"/>
                      <a:gd name="connsiteY2" fmla="*/ 20556 h 116781"/>
                      <a:gd name="connsiteX3" fmla="*/ 82225 w 116781"/>
                      <a:gd name="connsiteY3" fmla="*/ 0 h 116781"/>
                      <a:gd name="connsiteX4" fmla="*/ 0 w 116781"/>
                      <a:gd name="connsiteY4" fmla="*/ 0 h 116781"/>
                      <a:gd name="connsiteX5" fmla="*/ 0 w 116781"/>
                      <a:gd name="connsiteY5" fmla="*/ 82225 h 116781"/>
                      <a:gd name="connsiteX6" fmla="*/ 20556 w 116781"/>
                      <a:gd name="connsiteY6" fmla="*/ 102782 h 116781"/>
                      <a:gd name="connsiteX7" fmla="*/ 20556 w 116781"/>
                      <a:gd name="connsiteY7" fmla="*/ 39813 h 116781"/>
                      <a:gd name="connsiteX8" fmla="*/ 97524 w 116781"/>
                      <a:gd name="connsiteY8" fmla="*/ 116781 h 116781"/>
                      <a:gd name="connsiteX9" fmla="*/ 116781 w 116781"/>
                      <a:gd name="connsiteY9" fmla="*/ 97524 h 116781"/>
                      <a:gd name="connsiteX10" fmla="*/ 37746 w 116781"/>
                      <a:gd name="connsiteY10" fmla="*/ 22624 h 116781"/>
                      <a:gd name="connsiteX11" fmla="*/ 112646 w 116781"/>
                      <a:gd name="connsiteY11" fmla="*/ 97524 h 116781"/>
                      <a:gd name="connsiteX12" fmla="*/ 97465 w 116781"/>
                      <a:gd name="connsiteY12" fmla="*/ 112705 h 116781"/>
                      <a:gd name="connsiteX13" fmla="*/ 22565 w 116781"/>
                      <a:gd name="connsiteY13" fmla="*/ 37805 h 116781"/>
                      <a:gd name="connsiteX14" fmla="*/ 17603 w 116781"/>
                      <a:gd name="connsiteY14" fmla="*/ 32843 h 116781"/>
                      <a:gd name="connsiteX15" fmla="*/ 17603 w 116781"/>
                      <a:gd name="connsiteY15" fmla="*/ 39872 h 116781"/>
                      <a:gd name="connsiteX16" fmla="*/ 17603 w 116781"/>
                      <a:gd name="connsiteY16" fmla="*/ 95870 h 116781"/>
                      <a:gd name="connsiteX17" fmla="*/ 2835 w 116781"/>
                      <a:gd name="connsiteY17" fmla="*/ 81103 h 116781"/>
                      <a:gd name="connsiteX18" fmla="*/ 2835 w 116781"/>
                      <a:gd name="connsiteY18" fmla="*/ 2953 h 116781"/>
                      <a:gd name="connsiteX19" fmla="*/ 80985 w 116781"/>
                      <a:gd name="connsiteY19" fmla="*/ 2953 h 116781"/>
                      <a:gd name="connsiteX20" fmla="*/ 95752 w 116781"/>
                      <a:gd name="connsiteY20" fmla="*/ 17721 h 116781"/>
                      <a:gd name="connsiteX21" fmla="*/ 39813 w 116781"/>
                      <a:gd name="connsiteY21" fmla="*/ 17721 h 116781"/>
                      <a:gd name="connsiteX22" fmla="*/ 32784 w 116781"/>
                      <a:gd name="connsiteY22" fmla="*/ 17721 h 116781"/>
                      <a:gd name="connsiteX23" fmla="*/ 37746 w 116781"/>
                      <a:gd name="connsiteY23" fmla="*/ 2262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1">
                        <a:moveTo>
                          <a:pt x="116781" y="97524"/>
                        </a:moveTo>
                        <a:lnTo>
                          <a:pt x="39813" y="20556"/>
                        </a:lnTo>
                        <a:lnTo>
                          <a:pt x="102782" y="20556"/>
                        </a:lnTo>
                        <a:lnTo>
                          <a:pt x="82225" y="0"/>
                        </a:lnTo>
                        <a:lnTo>
                          <a:pt x="0" y="0"/>
                        </a:lnTo>
                        <a:lnTo>
                          <a:pt x="0" y="82225"/>
                        </a:lnTo>
                        <a:lnTo>
                          <a:pt x="20556" y="102782"/>
                        </a:lnTo>
                        <a:lnTo>
                          <a:pt x="20556" y="39813"/>
                        </a:lnTo>
                        <a:lnTo>
                          <a:pt x="97524" y="116781"/>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43" name="Freeform: Shape 1642">
                    <a:extLst>
                      <a:ext uri="{FF2B5EF4-FFF2-40B4-BE49-F238E27FC236}">
                        <a16:creationId xmlns:a16="http://schemas.microsoft.com/office/drawing/2014/main" id="{67D61D93-68CD-6BA3-4AF4-8C9CF3729D15}"/>
                      </a:ext>
                    </a:extLst>
                  </p:cNvPr>
                  <p:cNvSpPr/>
                  <p:nvPr/>
                </p:nvSpPr>
                <p:spPr>
                  <a:xfrm>
                    <a:off x="4176882" y="1893185"/>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7 w 116781"/>
                      <a:gd name="connsiteY5" fmla="*/ 76968 h 116780"/>
                      <a:gd name="connsiteX6" fmla="*/ 20557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7 h 116780"/>
                      <a:gd name="connsiteX11" fmla="*/ 2894 w 116781"/>
                      <a:gd name="connsiteY11" fmla="*/ 113887 h 116780"/>
                      <a:gd name="connsiteX12" fmla="*/ 2894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76 h 116780"/>
                      <a:gd name="connsiteX18" fmla="*/ 112705 w 116781"/>
                      <a:gd name="connsiteY18" fmla="*/ 19257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7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7" y="76968"/>
                        </a:lnTo>
                        <a:lnTo>
                          <a:pt x="20557" y="14000"/>
                        </a:lnTo>
                        <a:lnTo>
                          <a:pt x="0" y="34556"/>
                        </a:lnTo>
                        <a:lnTo>
                          <a:pt x="0" y="116781"/>
                        </a:lnTo>
                        <a:lnTo>
                          <a:pt x="82225" y="116781"/>
                        </a:lnTo>
                        <a:close/>
                        <a:moveTo>
                          <a:pt x="81044" y="113887"/>
                        </a:moveTo>
                        <a:lnTo>
                          <a:pt x="2894" y="113887"/>
                        </a:lnTo>
                        <a:lnTo>
                          <a:pt x="2894" y="35737"/>
                        </a:lnTo>
                        <a:lnTo>
                          <a:pt x="17662" y="20970"/>
                        </a:lnTo>
                        <a:lnTo>
                          <a:pt x="17662" y="76909"/>
                        </a:lnTo>
                        <a:lnTo>
                          <a:pt x="17662" y="83938"/>
                        </a:lnTo>
                        <a:lnTo>
                          <a:pt x="22624" y="78976"/>
                        </a:lnTo>
                        <a:lnTo>
                          <a:pt x="97524" y="4076"/>
                        </a:lnTo>
                        <a:lnTo>
                          <a:pt x="112705" y="19257"/>
                        </a:lnTo>
                        <a:lnTo>
                          <a:pt x="37805" y="94157"/>
                        </a:lnTo>
                        <a:lnTo>
                          <a:pt x="32843" y="99119"/>
                        </a:lnTo>
                        <a:lnTo>
                          <a:pt x="39872" y="99119"/>
                        </a:lnTo>
                        <a:lnTo>
                          <a:pt x="95811" y="99119"/>
                        </a:lnTo>
                        <a:lnTo>
                          <a:pt x="81044" y="11388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536" name="Graphic 4773">
                  <a:extLst>
                    <a:ext uri="{FF2B5EF4-FFF2-40B4-BE49-F238E27FC236}">
                      <a16:creationId xmlns:a16="http://schemas.microsoft.com/office/drawing/2014/main" id="{5BB4DF51-402D-1D66-0638-0A5D51B45F46}"/>
                    </a:ext>
                  </a:extLst>
                </p:cNvPr>
                <p:cNvGrpSpPr/>
                <p:nvPr/>
              </p:nvGrpSpPr>
              <p:grpSpPr>
                <a:xfrm>
                  <a:off x="632696" y="2425108"/>
                  <a:ext cx="116780" cy="236869"/>
                  <a:chOff x="632696" y="2425108"/>
                  <a:chExt cx="116780" cy="236869"/>
                </a:xfrm>
                <a:grpFill/>
              </p:grpSpPr>
              <p:sp>
                <p:nvSpPr>
                  <p:cNvPr id="1640" name="Freeform: Shape 1639">
                    <a:extLst>
                      <a:ext uri="{FF2B5EF4-FFF2-40B4-BE49-F238E27FC236}">
                        <a16:creationId xmlns:a16="http://schemas.microsoft.com/office/drawing/2014/main" id="{5905189A-7601-C403-2BA2-928534481B31}"/>
                      </a:ext>
                    </a:extLst>
                  </p:cNvPr>
                  <p:cNvSpPr/>
                  <p:nvPr/>
                </p:nvSpPr>
                <p:spPr>
                  <a:xfrm>
                    <a:off x="632696" y="2425108"/>
                    <a:ext cx="116780" cy="116781"/>
                  </a:xfrm>
                  <a:custGeom>
                    <a:avLst/>
                    <a:gdLst>
                      <a:gd name="connsiteX0" fmla="*/ 0 w 116780"/>
                      <a:gd name="connsiteY0" fmla="*/ 19257 h 116781"/>
                      <a:gd name="connsiteX1" fmla="*/ 76968 w 116780"/>
                      <a:gd name="connsiteY1" fmla="*/ 96225 h 116781"/>
                      <a:gd name="connsiteX2" fmla="*/ 14000 w 116780"/>
                      <a:gd name="connsiteY2" fmla="*/ 96225 h 116781"/>
                      <a:gd name="connsiteX3" fmla="*/ 34556 w 116780"/>
                      <a:gd name="connsiteY3" fmla="*/ 116781 h 116781"/>
                      <a:gd name="connsiteX4" fmla="*/ 116781 w 116780"/>
                      <a:gd name="connsiteY4" fmla="*/ 116781 h 116781"/>
                      <a:gd name="connsiteX5" fmla="*/ 116781 w 116780"/>
                      <a:gd name="connsiteY5" fmla="*/ 34556 h 116781"/>
                      <a:gd name="connsiteX6" fmla="*/ 96225 w 116780"/>
                      <a:gd name="connsiteY6" fmla="*/ 14000 h 116781"/>
                      <a:gd name="connsiteX7" fmla="*/ 96225 w 116780"/>
                      <a:gd name="connsiteY7" fmla="*/ 76968 h 116781"/>
                      <a:gd name="connsiteX8" fmla="*/ 19257 w 116780"/>
                      <a:gd name="connsiteY8" fmla="*/ 0 h 116781"/>
                      <a:gd name="connsiteX9" fmla="*/ 0 w 116780"/>
                      <a:gd name="connsiteY9" fmla="*/ 19257 h 116781"/>
                      <a:gd name="connsiteX10" fmla="*/ 79035 w 116780"/>
                      <a:gd name="connsiteY10" fmla="*/ 94216 h 116781"/>
                      <a:gd name="connsiteX11" fmla="*/ 4135 w 116780"/>
                      <a:gd name="connsiteY11" fmla="*/ 19316 h 116781"/>
                      <a:gd name="connsiteX12" fmla="*/ 19316 w 116780"/>
                      <a:gd name="connsiteY12" fmla="*/ 4135 h 116781"/>
                      <a:gd name="connsiteX13" fmla="*/ 94216 w 116780"/>
                      <a:gd name="connsiteY13" fmla="*/ 79035 h 116781"/>
                      <a:gd name="connsiteX14" fmla="*/ 99178 w 116780"/>
                      <a:gd name="connsiteY14" fmla="*/ 83997 h 116781"/>
                      <a:gd name="connsiteX15" fmla="*/ 99178 w 116780"/>
                      <a:gd name="connsiteY15" fmla="*/ 76968 h 116781"/>
                      <a:gd name="connsiteX16" fmla="*/ 99178 w 116780"/>
                      <a:gd name="connsiteY16" fmla="*/ 20970 h 116781"/>
                      <a:gd name="connsiteX17" fmla="*/ 113946 w 116780"/>
                      <a:gd name="connsiteY17" fmla="*/ 35737 h 116781"/>
                      <a:gd name="connsiteX18" fmla="*/ 113946 w 116780"/>
                      <a:gd name="connsiteY18" fmla="*/ 113887 h 116781"/>
                      <a:gd name="connsiteX19" fmla="*/ 35796 w 116780"/>
                      <a:gd name="connsiteY19" fmla="*/ 113887 h 116781"/>
                      <a:gd name="connsiteX20" fmla="*/ 21029 w 116780"/>
                      <a:gd name="connsiteY20" fmla="*/ 99119 h 116781"/>
                      <a:gd name="connsiteX21" fmla="*/ 76968 w 116780"/>
                      <a:gd name="connsiteY21" fmla="*/ 99119 h 116781"/>
                      <a:gd name="connsiteX22" fmla="*/ 83997 w 116780"/>
                      <a:gd name="connsiteY22" fmla="*/ 99119 h 116781"/>
                      <a:gd name="connsiteX23" fmla="*/ 79035 w 116780"/>
                      <a:gd name="connsiteY23" fmla="*/ 94216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0" y="19257"/>
                        </a:moveTo>
                        <a:lnTo>
                          <a:pt x="76968" y="96225"/>
                        </a:lnTo>
                        <a:lnTo>
                          <a:pt x="14000" y="96225"/>
                        </a:lnTo>
                        <a:lnTo>
                          <a:pt x="34556" y="116781"/>
                        </a:lnTo>
                        <a:lnTo>
                          <a:pt x="116781" y="116781"/>
                        </a:lnTo>
                        <a:lnTo>
                          <a:pt x="116781" y="34556"/>
                        </a:lnTo>
                        <a:lnTo>
                          <a:pt x="96225" y="14000"/>
                        </a:lnTo>
                        <a:lnTo>
                          <a:pt x="96225" y="76968"/>
                        </a:lnTo>
                        <a:lnTo>
                          <a:pt x="19257" y="0"/>
                        </a:lnTo>
                        <a:lnTo>
                          <a:pt x="0" y="19257"/>
                        </a:lnTo>
                        <a:close/>
                        <a:moveTo>
                          <a:pt x="79035" y="94216"/>
                        </a:moveTo>
                        <a:lnTo>
                          <a:pt x="4135" y="19316"/>
                        </a:lnTo>
                        <a:lnTo>
                          <a:pt x="19316" y="4135"/>
                        </a:lnTo>
                        <a:lnTo>
                          <a:pt x="94216" y="79035"/>
                        </a:lnTo>
                        <a:lnTo>
                          <a:pt x="99178" y="83997"/>
                        </a:lnTo>
                        <a:lnTo>
                          <a:pt x="99178" y="76968"/>
                        </a:lnTo>
                        <a:lnTo>
                          <a:pt x="99178" y="20970"/>
                        </a:lnTo>
                        <a:lnTo>
                          <a:pt x="113946" y="35737"/>
                        </a:lnTo>
                        <a:lnTo>
                          <a:pt x="113946" y="113887"/>
                        </a:lnTo>
                        <a:lnTo>
                          <a:pt x="35796" y="113887"/>
                        </a:lnTo>
                        <a:lnTo>
                          <a:pt x="21029" y="99119"/>
                        </a:lnTo>
                        <a:lnTo>
                          <a:pt x="76968" y="99119"/>
                        </a:lnTo>
                        <a:lnTo>
                          <a:pt x="83997" y="99119"/>
                        </a:lnTo>
                        <a:lnTo>
                          <a:pt x="79035" y="94216"/>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41" name="Freeform: Shape 1640">
                    <a:extLst>
                      <a:ext uri="{FF2B5EF4-FFF2-40B4-BE49-F238E27FC236}">
                        <a16:creationId xmlns:a16="http://schemas.microsoft.com/office/drawing/2014/main" id="{F8777614-5CEA-CE28-FBD5-BFFFEBFFAFED}"/>
                      </a:ext>
                    </a:extLst>
                  </p:cNvPr>
                  <p:cNvSpPr/>
                  <p:nvPr/>
                </p:nvSpPr>
                <p:spPr>
                  <a:xfrm>
                    <a:off x="632696" y="2545197"/>
                    <a:ext cx="116780" cy="116780"/>
                  </a:xfrm>
                  <a:custGeom>
                    <a:avLst/>
                    <a:gdLst>
                      <a:gd name="connsiteX0" fmla="*/ 34556 w 116780"/>
                      <a:gd name="connsiteY0" fmla="*/ 0 h 116780"/>
                      <a:gd name="connsiteX1" fmla="*/ 14000 w 116780"/>
                      <a:gd name="connsiteY1" fmla="*/ 20556 h 116780"/>
                      <a:gd name="connsiteX2" fmla="*/ 76968 w 116780"/>
                      <a:gd name="connsiteY2" fmla="*/ 20556 h 116780"/>
                      <a:gd name="connsiteX3" fmla="*/ 0 w 116780"/>
                      <a:gd name="connsiteY3" fmla="*/ 97524 h 116780"/>
                      <a:gd name="connsiteX4" fmla="*/ 19257 w 116780"/>
                      <a:gd name="connsiteY4" fmla="*/ 116781 h 116780"/>
                      <a:gd name="connsiteX5" fmla="*/ 96225 w 116780"/>
                      <a:gd name="connsiteY5" fmla="*/ 39813 h 116780"/>
                      <a:gd name="connsiteX6" fmla="*/ 96225 w 116780"/>
                      <a:gd name="connsiteY6" fmla="*/ 102781 h 116780"/>
                      <a:gd name="connsiteX7" fmla="*/ 116781 w 116780"/>
                      <a:gd name="connsiteY7" fmla="*/ 82225 h 116780"/>
                      <a:gd name="connsiteX8" fmla="*/ 116781 w 116780"/>
                      <a:gd name="connsiteY8" fmla="*/ 0 h 116780"/>
                      <a:gd name="connsiteX9" fmla="*/ 34556 w 116780"/>
                      <a:gd name="connsiteY9" fmla="*/ 0 h 116780"/>
                      <a:gd name="connsiteX10" fmla="*/ 35796 w 116780"/>
                      <a:gd name="connsiteY10" fmla="*/ 2894 h 116780"/>
                      <a:gd name="connsiteX11" fmla="*/ 113946 w 116780"/>
                      <a:gd name="connsiteY11" fmla="*/ 2894 h 116780"/>
                      <a:gd name="connsiteX12" fmla="*/ 113946 w 116780"/>
                      <a:gd name="connsiteY12" fmla="*/ 81044 h 116780"/>
                      <a:gd name="connsiteX13" fmla="*/ 99178 w 116780"/>
                      <a:gd name="connsiteY13" fmla="*/ 95811 h 116780"/>
                      <a:gd name="connsiteX14" fmla="*/ 99178 w 116780"/>
                      <a:gd name="connsiteY14" fmla="*/ 39872 h 116780"/>
                      <a:gd name="connsiteX15" fmla="*/ 99178 w 116780"/>
                      <a:gd name="connsiteY15" fmla="*/ 32843 h 116780"/>
                      <a:gd name="connsiteX16" fmla="*/ 94216 w 116780"/>
                      <a:gd name="connsiteY16" fmla="*/ 37805 h 116780"/>
                      <a:gd name="connsiteX17" fmla="*/ 19316 w 116780"/>
                      <a:gd name="connsiteY17" fmla="*/ 112705 h 116780"/>
                      <a:gd name="connsiteX18" fmla="*/ 4135 w 116780"/>
                      <a:gd name="connsiteY18" fmla="*/ 97524 h 116780"/>
                      <a:gd name="connsiteX19" fmla="*/ 79035 w 116780"/>
                      <a:gd name="connsiteY19" fmla="*/ 22624 h 116780"/>
                      <a:gd name="connsiteX20" fmla="*/ 83997 w 116780"/>
                      <a:gd name="connsiteY20" fmla="*/ 17662 h 116780"/>
                      <a:gd name="connsiteX21" fmla="*/ 76968 w 116780"/>
                      <a:gd name="connsiteY21" fmla="*/ 17662 h 116780"/>
                      <a:gd name="connsiteX22" fmla="*/ 21029 w 116780"/>
                      <a:gd name="connsiteY22" fmla="*/ 17662 h 116780"/>
                      <a:gd name="connsiteX23" fmla="*/ 35796 w 116780"/>
                      <a:gd name="connsiteY23" fmla="*/ 2894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0">
                        <a:moveTo>
                          <a:pt x="34556" y="0"/>
                        </a:moveTo>
                        <a:lnTo>
                          <a:pt x="14000" y="20556"/>
                        </a:lnTo>
                        <a:lnTo>
                          <a:pt x="76968" y="20556"/>
                        </a:lnTo>
                        <a:lnTo>
                          <a:pt x="0" y="97524"/>
                        </a:lnTo>
                        <a:lnTo>
                          <a:pt x="19257" y="116781"/>
                        </a:lnTo>
                        <a:lnTo>
                          <a:pt x="96225" y="39813"/>
                        </a:lnTo>
                        <a:lnTo>
                          <a:pt x="96225" y="102781"/>
                        </a:lnTo>
                        <a:lnTo>
                          <a:pt x="116781" y="82225"/>
                        </a:lnTo>
                        <a:lnTo>
                          <a:pt x="116781" y="0"/>
                        </a:lnTo>
                        <a:lnTo>
                          <a:pt x="34556" y="0"/>
                        </a:lnTo>
                        <a:close/>
                        <a:moveTo>
                          <a:pt x="35796" y="2894"/>
                        </a:moveTo>
                        <a:lnTo>
                          <a:pt x="113946" y="2894"/>
                        </a:lnTo>
                        <a:lnTo>
                          <a:pt x="113946" y="81044"/>
                        </a:lnTo>
                        <a:lnTo>
                          <a:pt x="99178" y="95811"/>
                        </a:lnTo>
                        <a:lnTo>
                          <a:pt x="99178" y="39872"/>
                        </a:lnTo>
                        <a:lnTo>
                          <a:pt x="99178" y="32843"/>
                        </a:lnTo>
                        <a:lnTo>
                          <a:pt x="94216" y="37805"/>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537" name="Graphic 4773">
                  <a:extLst>
                    <a:ext uri="{FF2B5EF4-FFF2-40B4-BE49-F238E27FC236}">
                      <a16:creationId xmlns:a16="http://schemas.microsoft.com/office/drawing/2014/main" id="{AC6C3EC4-C5E2-F86A-DE67-E99BB6AC8F2B}"/>
                    </a:ext>
                  </a:extLst>
                </p:cNvPr>
                <p:cNvGrpSpPr/>
                <p:nvPr/>
              </p:nvGrpSpPr>
              <p:grpSpPr>
                <a:xfrm>
                  <a:off x="1371068" y="3902502"/>
                  <a:ext cx="116780" cy="236929"/>
                  <a:chOff x="1371068" y="3902502"/>
                  <a:chExt cx="116780" cy="236929"/>
                </a:xfrm>
                <a:grpFill/>
              </p:grpSpPr>
              <p:sp>
                <p:nvSpPr>
                  <p:cNvPr id="1638" name="Freeform: Shape 1637">
                    <a:extLst>
                      <a:ext uri="{FF2B5EF4-FFF2-40B4-BE49-F238E27FC236}">
                        <a16:creationId xmlns:a16="http://schemas.microsoft.com/office/drawing/2014/main" id="{437E7B94-4F86-79F2-A162-B5B2DEAC988E}"/>
                      </a:ext>
                    </a:extLst>
                  </p:cNvPr>
                  <p:cNvSpPr/>
                  <p:nvPr/>
                </p:nvSpPr>
                <p:spPr>
                  <a:xfrm>
                    <a:off x="1371068" y="3902502"/>
                    <a:ext cx="116780" cy="116840"/>
                  </a:xfrm>
                  <a:custGeom>
                    <a:avLst/>
                    <a:gdLst>
                      <a:gd name="connsiteX0" fmla="*/ 0 w 116780"/>
                      <a:gd name="connsiteY0" fmla="*/ 19316 h 116840"/>
                      <a:gd name="connsiteX1" fmla="*/ 76968 w 116780"/>
                      <a:gd name="connsiteY1" fmla="*/ 96284 h 116840"/>
                      <a:gd name="connsiteX2" fmla="*/ 14000 w 116780"/>
                      <a:gd name="connsiteY2" fmla="*/ 96284 h 116840"/>
                      <a:gd name="connsiteX3" fmla="*/ 34556 w 116780"/>
                      <a:gd name="connsiteY3" fmla="*/ 116840 h 116840"/>
                      <a:gd name="connsiteX4" fmla="*/ 116781 w 116780"/>
                      <a:gd name="connsiteY4" fmla="*/ 116840 h 116840"/>
                      <a:gd name="connsiteX5" fmla="*/ 116781 w 116780"/>
                      <a:gd name="connsiteY5" fmla="*/ 34556 h 116840"/>
                      <a:gd name="connsiteX6" fmla="*/ 96225 w 116780"/>
                      <a:gd name="connsiteY6" fmla="*/ 14000 h 116840"/>
                      <a:gd name="connsiteX7" fmla="*/ 96225 w 116780"/>
                      <a:gd name="connsiteY7" fmla="*/ 76968 h 116840"/>
                      <a:gd name="connsiteX8" fmla="*/ 19257 w 116780"/>
                      <a:gd name="connsiteY8" fmla="*/ 0 h 116840"/>
                      <a:gd name="connsiteX9" fmla="*/ 0 w 116780"/>
                      <a:gd name="connsiteY9" fmla="*/ 19316 h 116840"/>
                      <a:gd name="connsiteX10" fmla="*/ 79035 w 116780"/>
                      <a:gd name="connsiteY10" fmla="*/ 94216 h 116840"/>
                      <a:gd name="connsiteX11" fmla="*/ 4135 w 116780"/>
                      <a:gd name="connsiteY11" fmla="*/ 19316 h 116840"/>
                      <a:gd name="connsiteX12" fmla="*/ 19316 w 116780"/>
                      <a:gd name="connsiteY12" fmla="*/ 4135 h 116840"/>
                      <a:gd name="connsiteX13" fmla="*/ 94216 w 116780"/>
                      <a:gd name="connsiteY13" fmla="*/ 79035 h 116840"/>
                      <a:gd name="connsiteX14" fmla="*/ 99178 w 116780"/>
                      <a:gd name="connsiteY14" fmla="*/ 83997 h 116840"/>
                      <a:gd name="connsiteX15" fmla="*/ 99178 w 116780"/>
                      <a:gd name="connsiteY15" fmla="*/ 76968 h 116840"/>
                      <a:gd name="connsiteX16" fmla="*/ 99178 w 116780"/>
                      <a:gd name="connsiteY16" fmla="*/ 21029 h 116840"/>
                      <a:gd name="connsiteX17" fmla="*/ 113946 w 116780"/>
                      <a:gd name="connsiteY17" fmla="*/ 35796 h 116840"/>
                      <a:gd name="connsiteX18" fmla="*/ 113946 w 116780"/>
                      <a:gd name="connsiteY18" fmla="*/ 113946 h 116840"/>
                      <a:gd name="connsiteX19" fmla="*/ 35796 w 116780"/>
                      <a:gd name="connsiteY19" fmla="*/ 113946 h 116840"/>
                      <a:gd name="connsiteX20" fmla="*/ 21029 w 116780"/>
                      <a:gd name="connsiteY20" fmla="*/ 99178 h 116840"/>
                      <a:gd name="connsiteX21" fmla="*/ 76968 w 116780"/>
                      <a:gd name="connsiteY21" fmla="*/ 99178 h 116840"/>
                      <a:gd name="connsiteX22" fmla="*/ 83997 w 116780"/>
                      <a:gd name="connsiteY22" fmla="*/ 99178 h 116840"/>
                      <a:gd name="connsiteX23" fmla="*/ 79035 w 116780"/>
                      <a:gd name="connsiteY23" fmla="*/ 94216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840">
                        <a:moveTo>
                          <a:pt x="0" y="19316"/>
                        </a:moveTo>
                        <a:lnTo>
                          <a:pt x="76968" y="96284"/>
                        </a:lnTo>
                        <a:lnTo>
                          <a:pt x="14000" y="96284"/>
                        </a:lnTo>
                        <a:lnTo>
                          <a:pt x="34556" y="116840"/>
                        </a:lnTo>
                        <a:lnTo>
                          <a:pt x="116781" y="116840"/>
                        </a:lnTo>
                        <a:lnTo>
                          <a:pt x="116781" y="34556"/>
                        </a:lnTo>
                        <a:lnTo>
                          <a:pt x="96225" y="14000"/>
                        </a:lnTo>
                        <a:lnTo>
                          <a:pt x="96225" y="76968"/>
                        </a:lnTo>
                        <a:lnTo>
                          <a:pt x="19257" y="0"/>
                        </a:lnTo>
                        <a:lnTo>
                          <a:pt x="0" y="19316"/>
                        </a:lnTo>
                        <a:close/>
                        <a:moveTo>
                          <a:pt x="79035" y="94216"/>
                        </a:moveTo>
                        <a:lnTo>
                          <a:pt x="4135" y="19316"/>
                        </a:lnTo>
                        <a:lnTo>
                          <a:pt x="19316" y="4135"/>
                        </a:lnTo>
                        <a:lnTo>
                          <a:pt x="94216" y="79035"/>
                        </a:lnTo>
                        <a:lnTo>
                          <a:pt x="99178" y="83997"/>
                        </a:lnTo>
                        <a:lnTo>
                          <a:pt x="99178" y="76968"/>
                        </a:lnTo>
                        <a:lnTo>
                          <a:pt x="99178" y="21029"/>
                        </a:lnTo>
                        <a:lnTo>
                          <a:pt x="113946" y="35796"/>
                        </a:lnTo>
                        <a:lnTo>
                          <a:pt x="113946" y="113946"/>
                        </a:lnTo>
                        <a:lnTo>
                          <a:pt x="35796" y="113946"/>
                        </a:lnTo>
                        <a:lnTo>
                          <a:pt x="21029" y="99178"/>
                        </a:lnTo>
                        <a:lnTo>
                          <a:pt x="76968" y="99178"/>
                        </a:lnTo>
                        <a:lnTo>
                          <a:pt x="83997" y="99178"/>
                        </a:lnTo>
                        <a:lnTo>
                          <a:pt x="79035" y="94216"/>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39" name="Freeform: Shape 1638">
                    <a:extLst>
                      <a:ext uri="{FF2B5EF4-FFF2-40B4-BE49-F238E27FC236}">
                        <a16:creationId xmlns:a16="http://schemas.microsoft.com/office/drawing/2014/main" id="{DC4E504F-553B-45EC-C7E8-8104F44A203C}"/>
                      </a:ext>
                    </a:extLst>
                  </p:cNvPr>
                  <p:cNvSpPr/>
                  <p:nvPr/>
                </p:nvSpPr>
                <p:spPr>
                  <a:xfrm>
                    <a:off x="1371068" y="4022650"/>
                    <a:ext cx="116780" cy="116781"/>
                  </a:xfrm>
                  <a:custGeom>
                    <a:avLst/>
                    <a:gdLst>
                      <a:gd name="connsiteX0" fmla="*/ 34556 w 116780"/>
                      <a:gd name="connsiteY0" fmla="*/ 0 h 116781"/>
                      <a:gd name="connsiteX1" fmla="*/ 14000 w 116780"/>
                      <a:gd name="connsiteY1" fmla="*/ 20556 h 116781"/>
                      <a:gd name="connsiteX2" fmla="*/ 76968 w 116780"/>
                      <a:gd name="connsiteY2" fmla="*/ 20556 h 116781"/>
                      <a:gd name="connsiteX3" fmla="*/ 0 w 116780"/>
                      <a:gd name="connsiteY3" fmla="*/ 97524 h 116781"/>
                      <a:gd name="connsiteX4" fmla="*/ 19257 w 116780"/>
                      <a:gd name="connsiteY4" fmla="*/ 116781 h 116781"/>
                      <a:gd name="connsiteX5" fmla="*/ 96225 w 116780"/>
                      <a:gd name="connsiteY5" fmla="*/ 39813 h 116781"/>
                      <a:gd name="connsiteX6" fmla="*/ 96225 w 116780"/>
                      <a:gd name="connsiteY6" fmla="*/ 102782 h 116781"/>
                      <a:gd name="connsiteX7" fmla="*/ 116781 w 116780"/>
                      <a:gd name="connsiteY7" fmla="*/ 82225 h 116781"/>
                      <a:gd name="connsiteX8" fmla="*/ 116781 w 116780"/>
                      <a:gd name="connsiteY8" fmla="*/ 0 h 116781"/>
                      <a:gd name="connsiteX9" fmla="*/ 34556 w 116780"/>
                      <a:gd name="connsiteY9" fmla="*/ 0 h 116781"/>
                      <a:gd name="connsiteX10" fmla="*/ 35796 w 116780"/>
                      <a:gd name="connsiteY10" fmla="*/ 2894 h 116781"/>
                      <a:gd name="connsiteX11" fmla="*/ 113946 w 116780"/>
                      <a:gd name="connsiteY11" fmla="*/ 2894 h 116781"/>
                      <a:gd name="connsiteX12" fmla="*/ 113946 w 116780"/>
                      <a:gd name="connsiteY12" fmla="*/ 80985 h 116781"/>
                      <a:gd name="connsiteX13" fmla="*/ 99178 w 116780"/>
                      <a:gd name="connsiteY13" fmla="*/ 95752 h 116781"/>
                      <a:gd name="connsiteX14" fmla="*/ 99178 w 116780"/>
                      <a:gd name="connsiteY14" fmla="*/ 39813 h 116781"/>
                      <a:gd name="connsiteX15" fmla="*/ 99178 w 116780"/>
                      <a:gd name="connsiteY15" fmla="*/ 32784 h 116781"/>
                      <a:gd name="connsiteX16" fmla="*/ 94216 w 116780"/>
                      <a:gd name="connsiteY16" fmla="*/ 37746 h 116781"/>
                      <a:gd name="connsiteX17" fmla="*/ 19316 w 116780"/>
                      <a:gd name="connsiteY17" fmla="*/ 112705 h 116781"/>
                      <a:gd name="connsiteX18" fmla="*/ 4135 w 116780"/>
                      <a:gd name="connsiteY18" fmla="*/ 97524 h 116781"/>
                      <a:gd name="connsiteX19" fmla="*/ 79035 w 116780"/>
                      <a:gd name="connsiteY19" fmla="*/ 22624 h 116781"/>
                      <a:gd name="connsiteX20" fmla="*/ 83997 w 116780"/>
                      <a:gd name="connsiteY20" fmla="*/ 17662 h 116781"/>
                      <a:gd name="connsiteX21" fmla="*/ 76968 w 116780"/>
                      <a:gd name="connsiteY21" fmla="*/ 17662 h 116781"/>
                      <a:gd name="connsiteX22" fmla="*/ 21029 w 116780"/>
                      <a:gd name="connsiteY22" fmla="*/ 17662 h 116781"/>
                      <a:gd name="connsiteX23" fmla="*/ 35796 w 116780"/>
                      <a:gd name="connsiteY23" fmla="*/ 289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34556" y="0"/>
                        </a:moveTo>
                        <a:lnTo>
                          <a:pt x="14000" y="20556"/>
                        </a:lnTo>
                        <a:lnTo>
                          <a:pt x="76968" y="20556"/>
                        </a:lnTo>
                        <a:lnTo>
                          <a:pt x="0" y="97524"/>
                        </a:lnTo>
                        <a:lnTo>
                          <a:pt x="19257" y="116781"/>
                        </a:lnTo>
                        <a:lnTo>
                          <a:pt x="96225" y="39813"/>
                        </a:lnTo>
                        <a:lnTo>
                          <a:pt x="96225" y="102782"/>
                        </a:lnTo>
                        <a:lnTo>
                          <a:pt x="116781" y="82225"/>
                        </a:lnTo>
                        <a:lnTo>
                          <a:pt x="116781" y="0"/>
                        </a:lnTo>
                        <a:lnTo>
                          <a:pt x="34556" y="0"/>
                        </a:lnTo>
                        <a:close/>
                        <a:moveTo>
                          <a:pt x="35796" y="2894"/>
                        </a:moveTo>
                        <a:lnTo>
                          <a:pt x="113946" y="2894"/>
                        </a:lnTo>
                        <a:lnTo>
                          <a:pt x="113946" y="80985"/>
                        </a:lnTo>
                        <a:lnTo>
                          <a:pt x="99178" y="95752"/>
                        </a:lnTo>
                        <a:lnTo>
                          <a:pt x="99178" y="39813"/>
                        </a:lnTo>
                        <a:lnTo>
                          <a:pt x="99178" y="32784"/>
                        </a:lnTo>
                        <a:lnTo>
                          <a:pt x="94216" y="37746"/>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538" name="Graphic 4773">
                  <a:extLst>
                    <a:ext uri="{FF2B5EF4-FFF2-40B4-BE49-F238E27FC236}">
                      <a16:creationId xmlns:a16="http://schemas.microsoft.com/office/drawing/2014/main" id="{11444E1B-F24C-6BD7-7770-E2A4A0CD0E21}"/>
                    </a:ext>
                  </a:extLst>
                </p:cNvPr>
                <p:cNvGrpSpPr/>
                <p:nvPr/>
              </p:nvGrpSpPr>
              <p:grpSpPr>
                <a:xfrm>
                  <a:off x="2079905" y="3900907"/>
                  <a:ext cx="116840" cy="236928"/>
                  <a:chOff x="2079905" y="3900907"/>
                  <a:chExt cx="116840" cy="236928"/>
                </a:xfrm>
                <a:grpFill/>
              </p:grpSpPr>
              <p:sp>
                <p:nvSpPr>
                  <p:cNvPr id="1636" name="Freeform: Shape 1635">
                    <a:extLst>
                      <a:ext uri="{FF2B5EF4-FFF2-40B4-BE49-F238E27FC236}">
                        <a16:creationId xmlns:a16="http://schemas.microsoft.com/office/drawing/2014/main" id="{5A26D2CC-8DB3-E1A1-047A-8B19E9C6D143}"/>
                      </a:ext>
                    </a:extLst>
                  </p:cNvPr>
                  <p:cNvSpPr/>
                  <p:nvPr/>
                </p:nvSpPr>
                <p:spPr>
                  <a:xfrm>
                    <a:off x="2079964" y="4020996"/>
                    <a:ext cx="116781" cy="116840"/>
                  </a:xfrm>
                  <a:custGeom>
                    <a:avLst/>
                    <a:gdLst>
                      <a:gd name="connsiteX0" fmla="*/ 116781 w 116781"/>
                      <a:gd name="connsiteY0" fmla="*/ 97524 h 116840"/>
                      <a:gd name="connsiteX1" fmla="*/ 39813 w 116781"/>
                      <a:gd name="connsiteY1" fmla="*/ 20557 h 116840"/>
                      <a:gd name="connsiteX2" fmla="*/ 102781 w 116781"/>
                      <a:gd name="connsiteY2" fmla="*/ 20557 h 116840"/>
                      <a:gd name="connsiteX3" fmla="*/ 82225 w 116781"/>
                      <a:gd name="connsiteY3" fmla="*/ 0 h 116840"/>
                      <a:gd name="connsiteX4" fmla="*/ 0 w 116781"/>
                      <a:gd name="connsiteY4" fmla="*/ 0 h 116840"/>
                      <a:gd name="connsiteX5" fmla="*/ 0 w 116781"/>
                      <a:gd name="connsiteY5" fmla="*/ 82225 h 116840"/>
                      <a:gd name="connsiteX6" fmla="*/ 20556 w 116781"/>
                      <a:gd name="connsiteY6" fmla="*/ 102782 h 116840"/>
                      <a:gd name="connsiteX7" fmla="*/ 20556 w 116781"/>
                      <a:gd name="connsiteY7" fmla="*/ 39813 h 116840"/>
                      <a:gd name="connsiteX8" fmla="*/ 97465 w 116781"/>
                      <a:gd name="connsiteY8" fmla="*/ 116840 h 116840"/>
                      <a:gd name="connsiteX9" fmla="*/ 116781 w 116781"/>
                      <a:gd name="connsiteY9" fmla="*/ 97524 h 116840"/>
                      <a:gd name="connsiteX10" fmla="*/ 37746 w 116781"/>
                      <a:gd name="connsiteY10" fmla="*/ 22624 h 116840"/>
                      <a:gd name="connsiteX11" fmla="*/ 112646 w 116781"/>
                      <a:gd name="connsiteY11" fmla="*/ 97524 h 116840"/>
                      <a:gd name="connsiteX12" fmla="*/ 97465 w 116781"/>
                      <a:gd name="connsiteY12" fmla="*/ 112705 h 116840"/>
                      <a:gd name="connsiteX13" fmla="*/ 22565 w 116781"/>
                      <a:gd name="connsiteY13" fmla="*/ 37805 h 116840"/>
                      <a:gd name="connsiteX14" fmla="*/ 17603 w 116781"/>
                      <a:gd name="connsiteY14" fmla="*/ 32843 h 116840"/>
                      <a:gd name="connsiteX15" fmla="*/ 17603 w 116781"/>
                      <a:gd name="connsiteY15" fmla="*/ 39872 h 116840"/>
                      <a:gd name="connsiteX16" fmla="*/ 17603 w 116781"/>
                      <a:gd name="connsiteY16" fmla="*/ 95870 h 116840"/>
                      <a:gd name="connsiteX17" fmla="*/ 2835 w 116781"/>
                      <a:gd name="connsiteY17" fmla="*/ 81103 h 116840"/>
                      <a:gd name="connsiteX18" fmla="*/ 2835 w 116781"/>
                      <a:gd name="connsiteY18" fmla="*/ 2953 h 116840"/>
                      <a:gd name="connsiteX19" fmla="*/ 80985 w 116781"/>
                      <a:gd name="connsiteY19" fmla="*/ 2953 h 116840"/>
                      <a:gd name="connsiteX20" fmla="*/ 95752 w 116781"/>
                      <a:gd name="connsiteY20" fmla="*/ 17721 h 116840"/>
                      <a:gd name="connsiteX21" fmla="*/ 39813 w 116781"/>
                      <a:gd name="connsiteY21" fmla="*/ 17721 h 116840"/>
                      <a:gd name="connsiteX22" fmla="*/ 32784 w 116781"/>
                      <a:gd name="connsiteY22" fmla="*/ 17721 h 116840"/>
                      <a:gd name="connsiteX23" fmla="*/ 37746 w 116781"/>
                      <a:gd name="connsiteY23" fmla="*/ 22624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840">
                        <a:moveTo>
                          <a:pt x="116781" y="97524"/>
                        </a:moveTo>
                        <a:lnTo>
                          <a:pt x="39813" y="20557"/>
                        </a:lnTo>
                        <a:lnTo>
                          <a:pt x="102781" y="20557"/>
                        </a:lnTo>
                        <a:lnTo>
                          <a:pt x="82225" y="0"/>
                        </a:lnTo>
                        <a:lnTo>
                          <a:pt x="0" y="0"/>
                        </a:lnTo>
                        <a:lnTo>
                          <a:pt x="0" y="82225"/>
                        </a:lnTo>
                        <a:lnTo>
                          <a:pt x="20556" y="102782"/>
                        </a:lnTo>
                        <a:lnTo>
                          <a:pt x="20556" y="39813"/>
                        </a:lnTo>
                        <a:lnTo>
                          <a:pt x="97465" y="116840"/>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37" name="Freeform: Shape 1636">
                    <a:extLst>
                      <a:ext uri="{FF2B5EF4-FFF2-40B4-BE49-F238E27FC236}">
                        <a16:creationId xmlns:a16="http://schemas.microsoft.com/office/drawing/2014/main" id="{7E7B8728-4F80-9888-76F8-93029BEEEFC1}"/>
                      </a:ext>
                    </a:extLst>
                  </p:cNvPr>
                  <p:cNvSpPr/>
                  <p:nvPr/>
                </p:nvSpPr>
                <p:spPr>
                  <a:xfrm>
                    <a:off x="2079905" y="3900907"/>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6 w 116781"/>
                      <a:gd name="connsiteY5" fmla="*/ 76968 h 116780"/>
                      <a:gd name="connsiteX6" fmla="*/ 20556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6 h 116780"/>
                      <a:gd name="connsiteX11" fmla="*/ 2895 w 116781"/>
                      <a:gd name="connsiteY11" fmla="*/ 113886 h 116780"/>
                      <a:gd name="connsiteX12" fmla="*/ 2895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17 h 116780"/>
                      <a:gd name="connsiteX18" fmla="*/ 112705 w 116781"/>
                      <a:gd name="connsiteY18" fmla="*/ 19198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6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6" y="76968"/>
                        </a:lnTo>
                        <a:lnTo>
                          <a:pt x="20556" y="14000"/>
                        </a:lnTo>
                        <a:lnTo>
                          <a:pt x="0" y="34556"/>
                        </a:lnTo>
                        <a:lnTo>
                          <a:pt x="0" y="116781"/>
                        </a:lnTo>
                        <a:lnTo>
                          <a:pt x="82225" y="116781"/>
                        </a:lnTo>
                        <a:close/>
                        <a:moveTo>
                          <a:pt x="81044" y="113886"/>
                        </a:moveTo>
                        <a:lnTo>
                          <a:pt x="2895" y="113886"/>
                        </a:lnTo>
                        <a:lnTo>
                          <a:pt x="2895" y="35737"/>
                        </a:lnTo>
                        <a:lnTo>
                          <a:pt x="17662" y="20970"/>
                        </a:lnTo>
                        <a:lnTo>
                          <a:pt x="17662" y="76909"/>
                        </a:lnTo>
                        <a:lnTo>
                          <a:pt x="17662" y="83938"/>
                        </a:lnTo>
                        <a:lnTo>
                          <a:pt x="22624" y="78976"/>
                        </a:lnTo>
                        <a:lnTo>
                          <a:pt x="97524" y="4017"/>
                        </a:lnTo>
                        <a:lnTo>
                          <a:pt x="112705" y="19198"/>
                        </a:lnTo>
                        <a:lnTo>
                          <a:pt x="37805" y="94157"/>
                        </a:lnTo>
                        <a:lnTo>
                          <a:pt x="32843" y="99119"/>
                        </a:lnTo>
                        <a:lnTo>
                          <a:pt x="39872" y="99119"/>
                        </a:lnTo>
                        <a:lnTo>
                          <a:pt x="95811" y="99119"/>
                        </a:lnTo>
                        <a:lnTo>
                          <a:pt x="81044" y="113886"/>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539" name="Graphic 4773">
                  <a:extLst>
                    <a:ext uri="{FF2B5EF4-FFF2-40B4-BE49-F238E27FC236}">
                      <a16:creationId xmlns:a16="http://schemas.microsoft.com/office/drawing/2014/main" id="{952F7211-2608-0E74-95E8-8BAE3F905520}"/>
                    </a:ext>
                  </a:extLst>
                </p:cNvPr>
                <p:cNvGrpSpPr/>
                <p:nvPr/>
              </p:nvGrpSpPr>
              <p:grpSpPr>
                <a:xfrm>
                  <a:off x="1932349" y="1658589"/>
                  <a:ext cx="648231" cy="115451"/>
                  <a:chOff x="1932349" y="1658589"/>
                  <a:chExt cx="648231" cy="115451"/>
                </a:xfrm>
                <a:grpFill/>
              </p:grpSpPr>
              <p:sp>
                <p:nvSpPr>
                  <p:cNvPr id="1620" name="Freeform: Shape 1619">
                    <a:extLst>
                      <a:ext uri="{FF2B5EF4-FFF2-40B4-BE49-F238E27FC236}">
                        <a16:creationId xmlns:a16="http://schemas.microsoft.com/office/drawing/2014/main" id="{FED90CB8-D843-97AF-8B59-5F90C217B6CA}"/>
                      </a:ext>
                    </a:extLst>
                  </p:cNvPr>
                  <p:cNvSpPr/>
                  <p:nvPr/>
                </p:nvSpPr>
                <p:spPr>
                  <a:xfrm>
                    <a:off x="2171286" y="170398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70" y="22210"/>
                          <a:pt x="2540" y="17839"/>
                          <a:pt x="2540" y="12405"/>
                        </a:cubicBezTo>
                        <a:cubicBezTo>
                          <a:pt x="2540" y="6970"/>
                          <a:pt x="6911" y="2599"/>
                          <a:pt x="12346" y="2599"/>
                        </a:cubicBezTo>
                        <a:lnTo>
                          <a:pt x="12346" y="2599"/>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553"/>
                          <a:pt x="19198"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21" name="Freeform: Shape 1620">
                    <a:extLst>
                      <a:ext uri="{FF2B5EF4-FFF2-40B4-BE49-F238E27FC236}">
                        <a16:creationId xmlns:a16="http://schemas.microsoft.com/office/drawing/2014/main" id="{54EE0069-49B6-CB43-87AA-94C7ECB3479E}"/>
                      </a:ext>
                    </a:extLst>
                  </p:cNvPr>
                  <p:cNvSpPr/>
                  <p:nvPr/>
                </p:nvSpPr>
                <p:spPr>
                  <a:xfrm>
                    <a:off x="222255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55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22" name="Freeform: Shape 1621">
                    <a:extLst>
                      <a:ext uri="{FF2B5EF4-FFF2-40B4-BE49-F238E27FC236}">
                        <a16:creationId xmlns:a16="http://schemas.microsoft.com/office/drawing/2014/main" id="{2B33E1B7-CABA-350A-A8F1-13E38331E9F9}"/>
                      </a:ext>
                    </a:extLst>
                  </p:cNvPr>
                  <p:cNvSpPr/>
                  <p:nvPr/>
                </p:nvSpPr>
                <p:spPr>
                  <a:xfrm>
                    <a:off x="2248254"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23" name="Freeform: Shape 1622">
                    <a:extLst>
                      <a:ext uri="{FF2B5EF4-FFF2-40B4-BE49-F238E27FC236}">
                        <a16:creationId xmlns:a16="http://schemas.microsoft.com/office/drawing/2014/main" id="{A27741A8-6B70-134C-2961-FA49213A23D4}"/>
                      </a:ext>
                    </a:extLst>
                  </p:cNvPr>
                  <p:cNvSpPr/>
                  <p:nvPr/>
                </p:nvSpPr>
                <p:spPr>
                  <a:xfrm>
                    <a:off x="2299467"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750" y="5553"/>
                          <a:pt x="19198"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24" name="Freeform: Shape 1623">
                    <a:extLst>
                      <a:ext uri="{FF2B5EF4-FFF2-40B4-BE49-F238E27FC236}">
                        <a16:creationId xmlns:a16="http://schemas.microsoft.com/office/drawing/2014/main" id="{6364848C-ED41-8F43-0693-89F27F5FCB3F}"/>
                      </a:ext>
                    </a:extLst>
                  </p:cNvPr>
                  <p:cNvSpPr/>
                  <p:nvPr/>
                </p:nvSpPr>
                <p:spPr>
                  <a:xfrm>
                    <a:off x="235079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25" name="Freeform: Shape 1624">
                    <a:extLst>
                      <a:ext uri="{FF2B5EF4-FFF2-40B4-BE49-F238E27FC236}">
                        <a16:creationId xmlns:a16="http://schemas.microsoft.com/office/drawing/2014/main" id="{27661748-7758-BBDA-09D6-75AF20AC4107}"/>
                      </a:ext>
                    </a:extLst>
                  </p:cNvPr>
                  <p:cNvSpPr/>
                  <p:nvPr/>
                </p:nvSpPr>
                <p:spPr>
                  <a:xfrm>
                    <a:off x="2376435"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80"/>
                          <a:pt x="17780" y="22151"/>
                          <a:pt x="12346" y="22151"/>
                        </a:cubicBezTo>
                        <a:cubicBezTo>
                          <a:pt x="6970" y="22151"/>
                          <a:pt x="2540" y="17721"/>
                          <a:pt x="2540" y="12346"/>
                        </a:cubicBezTo>
                        <a:cubicBezTo>
                          <a:pt x="2540" y="6970"/>
                          <a:pt x="6911"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26" name="Freeform: Shape 1625">
                    <a:extLst>
                      <a:ext uri="{FF2B5EF4-FFF2-40B4-BE49-F238E27FC236}">
                        <a16:creationId xmlns:a16="http://schemas.microsoft.com/office/drawing/2014/main" id="{4DA5A740-FB13-9F5C-5D8B-3240F70044A5}"/>
                      </a:ext>
                    </a:extLst>
                  </p:cNvPr>
                  <p:cNvSpPr/>
                  <p:nvPr/>
                </p:nvSpPr>
                <p:spPr>
                  <a:xfrm>
                    <a:off x="2402072"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49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27" name="Freeform: Shape 1626">
                    <a:extLst>
                      <a:ext uri="{FF2B5EF4-FFF2-40B4-BE49-F238E27FC236}">
                        <a16:creationId xmlns:a16="http://schemas.microsoft.com/office/drawing/2014/main" id="{2306EE37-99D3-77B1-09D0-D7C977C052B6}"/>
                      </a:ext>
                    </a:extLst>
                  </p:cNvPr>
                  <p:cNvSpPr/>
                  <p:nvPr/>
                </p:nvSpPr>
                <p:spPr>
                  <a:xfrm>
                    <a:off x="2453344"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21"/>
                          <a:pt x="2540" y="12346"/>
                        </a:cubicBezTo>
                        <a:cubicBezTo>
                          <a:pt x="2540" y="6970"/>
                          <a:pt x="6911" y="2540"/>
                          <a:pt x="12346" y="2540"/>
                        </a:cubicBezTo>
                        <a:lnTo>
                          <a:pt x="12346" y="2540"/>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493"/>
                          <a:pt x="19139"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28" name="Freeform: Shape 1627">
                    <a:extLst>
                      <a:ext uri="{FF2B5EF4-FFF2-40B4-BE49-F238E27FC236}">
                        <a16:creationId xmlns:a16="http://schemas.microsoft.com/office/drawing/2014/main" id="{EE40640E-03CB-D127-8D9F-505A0D0D6063}"/>
                      </a:ext>
                    </a:extLst>
                  </p:cNvPr>
                  <p:cNvSpPr/>
                  <p:nvPr/>
                </p:nvSpPr>
                <p:spPr>
                  <a:xfrm>
                    <a:off x="2504617"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29" name="Freeform: Shape 1628">
                    <a:extLst>
                      <a:ext uri="{FF2B5EF4-FFF2-40B4-BE49-F238E27FC236}">
                        <a16:creationId xmlns:a16="http://schemas.microsoft.com/office/drawing/2014/main" id="{EDAB4D06-9001-C31C-9B73-3AB014FF77D0}"/>
                      </a:ext>
                    </a:extLst>
                  </p:cNvPr>
                  <p:cNvSpPr/>
                  <p:nvPr/>
                </p:nvSpPr>
                <p:spPr>
                  <a:xfrm>
                    <a:off x="2530253"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30" name="Freeform: Shape 1629">
                    <a:extLst>
                      <a:ext uri="{FF2B5EF4-FFF2-40B4-BE49-F238E27FC236}">
                        <a16:creationId xmlns:a16="http://schemas.microsoft.com/office/drawing/2014/main" id="{8CA4B009-159F-68AD-4168-5C47EC54D393}"/>
                      </a:ext>
                    </a:extLst>
                  </p:cNvPr>
                  <p:cNvSpPr/>
                  <p:nvPr/>
                </p:nvSpPr>
                <p:spPr>
                  <a:xfrm>
                    <a:off x="2555889"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70"/>
                          <a:pt x="22151" y="12346"/>
                        </a:cubicBezTo>
                        <a:cubicBezTo>
                          <a:pt x="22151" y="17780"/>
                          <a:pt x="17780" y="22151"/>
                          <a:pt x="12346" y="22151"/>
                        </a:cubicBezTo>
                        <a:cubicBezTo>
                          <a:pt x="6911" y="22151"/>
                          <a:pt x="2540" y="17721"/>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493"/>
                          <a:pt x="19198"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31" name="Freeform: Shape 1630">
                    <a:extLst>
                      <a:ext uri="{FF2B5EF4-FFF2-40B4-BE49-F238E27FC236}">
                        <a16:creationId xmlns:a16="http://schemas.microsoft.com/office/drawing/2014/main" id="{20EE859B-D0ED-2031-B4AB-8FF3BBC1A2CD}"/>
                      </a:ext>
                    </a:extLst>
                  </p:cNvPr>
                  <p:cNvSpPr/>
                  <p:nvPr/>
                </p:nvSpPr>
                <p:spPr>
                  <a:xfrm>
                    <a:off x="2137498" y="1658767"/>
                    <a:ext cx="66719" cy="115274"/>
                  </a:xfrm>
                  <a:custGeom>
                    <a:avLst/>
                    <a:gdLst>
                      <a:gd name="connsiteX0" fmla="*/ 60310 w 66719"/>
                      <a:gd name="connsiteY0" fmla="*/ 115275 h 115274"/>
                      <a:gd name="connsiteX1" fmla="*/ 64859 w 66719"/>
                      <a:gd name="connsiteY1" fmla="*/ 113384 h 115274"/>
                      <a:gd name="connsiteX2" fmla="*/ 64859 w 66719"/>
                      <a:gd name="connsiteY2" fmla="*/ 104347 h 115274"/>
                      <a:gd name="connsiteX3" fmla="*/ 18134 w 66719"/>
                      <a:gd name="connsiteY3" fmla="*/ 57623 h 115274"/>
                      <a:gd name="connsiteX4" fmla="*/ 64859 w 66719"/>
                      <a:gd name="connsiteY4" fmla="*/ 10898 h 115274"/>
                      <a:gd name="connsiteX5" fmla="*/ 64859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9" y="113384"/>
                        </a:cubicBezTo>
                        <a:cubicBezTo>
                          <a:pt x="67340" y="110903"/>
                          <a:pt x="67340" y="106828"/>
                          <a:pt x="64859" y="104347"/>
                        </a:cubicBezTo>
                        <a:lnTo>
                          <a:pt x="18134" y="57623"/>
                        </a:lnTo>
                        <a:lnTo>
                          <a:pt x="64859" y="10898"/>
                        </a:lnTo>
                        <a:cubicBezTo>
                          <a:pt x="67340" y="8417"/>
                          <a:pt x="67340" y="4342"/>
                          <a:pt x="64859" y="1861"/>
                        </a:cubicBezTo>
                        <a:cubicBezTo>
                          <a:pt x="62378" y="-620"/>
                          <a:pt x="58302" y="-620"/>
                          <a:pt x="55821" y="1861"/>
                        </a:cubicBezTo>
                        <a:lnTo>
                          <a:pt x="0" y="57682"/>
                        </a:lnTo>
                        <a:lnTo>
                          <a:pt x="55821" y="113503"/>
                        </a:lnTo>
                        <a:cubicBezTo>
                          <a:pt x="57002" y="114684"/>
                          <a:pt x="58656" y="115275"/>
                          <a:pt x="60310" y="115275"/>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32" name="Freeform: Shape 1631">
                    <a:extLst>
                      <a:ext uri="{FF2B5EF4-FFF2-40B4-BE49-F238E27FC236}">
                        <a16:creationId xmlns:a16="http://schemas.microsoft.com/office/drawing/2014/main" id="{03C4B117-E303-3BA0-B1FC-441965D6FF16}"/>
                      </a:ext>
                    </a:extLst>
                  </p:cNvPr>
                  <p:cNvSpPr/>
                  <p:nvPr/>
                </p:nvSpPr>
                <p:spPr>
                  <a:xfrm>
                    <a:off x="2086107" y="1658708"/>
                    <a:ext cx="66778" cy="115333"/>
                  </a:xfrm>
                  <a:custGeom>
                    <a:avLst/>
                    <a:gdLst>
                      <a:gd name="connsiteX0" fmla="*/ 60369 w 66778"/>
                      <a:gd name="connsiteY0" fmla="*/ 115334 h 115333"/>
                      <a:gd name="connsiteX1" fmla="*/ 64918 w 66778"/>
                      <a:gd name="connsiteY1" fmla="*/ 113443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3"/>
                        </a:cubicBezTo>
                        <a:cubicBezTo>
                          <a:pt x="67399" y="110963"/>
                          <a:pt x="67399" y="106887"/>
                          <a:pt x="64918" y="104347"/>
                        </a:cubicBezTo>
                        <a:lnTo>
                          <a:pt x="18134" y="57623"/>
                        </a:lnTo>
                        <a:lnTo>
                          <a:pt x="64918" y="10898"/>
                        </a:lnTo>
                        <a:cubicBezTo>
                          <a:pt x="67399" y="8417"/>
                          <a:pt x="67399" y="4342"/>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33" name="Freeform: Shape 1632">
                    <a:extLst>
                      <a:ext uri="{FF2B5EF4-FFF2-40B4-BE49-F238E27FC236}">
                        <a16:creationId xmlns:a16="http://schemas.microsoft.com/office/drawing/2014/main" id="{E8CE62AA-2A14-DBBC-7FAE-5DECD8C93240}"/>
                      </a:ext>
                    </a:extLst>
                  </p:cNvPr>
                  <p:cNvSpPr/>
                  <p:nvPr/>
                </p:nvSpPr>
                <p:spPr>
                  <a:xfrm>
                    <a:off x="2034894" y="165858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7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34" name="Freeform: Shape 1633">
                    <a:extLst>
                      <a:ext uri="{FF2B5EF4-FFF2-40B4-BE49-F238E27FC236}">
                        <a16:creationId xmlns:a16="http://schemas.microsoft.com/office/drawing/2014/main" id="{2D09D4A0-6CE4-7903-6669-7F92CB24C352}"/>
                      </a:ext>
                    </a:extLst>
                  </p:cNvPr>
                  <p:cNvSpPr/>
                  <p:nvPr/>
                </p:nvSpPr>
                <p:spPr>
                  <a:xfrm>
                    <a:off x="1983621" y="165858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618" y="114684"/>
                          <a:pt x="64859" y="113444"/>
                        </a:cubicBezTo>
                        <a:cubicBezTo>
                          <a:pt x="67340" y="110963"/>
                          <a:pt x="67340" y="106887"/>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35" name="Freeform: Shape 1634">
                    <a:extLst>
                      <a:ext uri="{FF2B5EF4-FFF2-40B4-BE49-F238E27FC236}">
                        <a16:creationId xmlns:a16="http://schemas.microsoft.com/office/drawing/2014/main" id="{B4744E83-4CB8-C9B1-04A8-E12E2A12D0BE}"/>
                      </a:ext>
                    </a:extLst>
                  </p:cNvPr>
                  <p:cNvSpPr/>
                  <p:nvPr/>
                </p:nvSpPr>
                <p:spPr>
                  <a:xfrm>
                    <a:off x="1932349" y="1658648"/>
                    <a:ext cx="66719" cy="115274"/>
                  </a:xfrm>
                  <a:custGeom>
                    <a:avLst/>
                    <a:gdLst>
                      <a:gd name="connsiteX0" fmla="*/ 60310 w 66719"/>
                      <a:gd name="connsiteY0" fmla="*/ 115275 h 115274"/>
                      <a:gd name="connsiteX1" fmla="*/ 64858 w 66719"/>
                      <a:gd name="connsiteY1" fmla="*/ 113384 h 115274"/>
                      <a:gd name="connsiteX2" fmla="*/ 64858 w 66719"/>
                      <a:gd name="connsiteY2" fmla="*/ 104347 h 115274"/>
                      <a:gd name="connsiteX3" fmla="*/ 18134 w 66719"/>
                      <a:gd name="connsiteY3" fmla="*/ 57623 h 115274"/>
                      <a:gd name="connsiteX4" fmla="*/ 64858 w 66719"/>
                      <a:gd name="connsiteY4" fmla="*/ 10898 h 115274"/>
                      <a:gd name="connsiteX5" fmla="*/ 64858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8" y="113384"/>
                        </a:cubicBezTo>
                        <a:cubicBezTo>
                          <a:pt x="67340" y="110904"/>
                          <a:pt x="67340" y="106828"/>
                          <a:pt x="64858" y="104347"/>
                        </a:cubicBezTo>
                        <a:lnTo>
                          <a:pt x="18134" y="57623"/>
                        </a:lnTo>
                        <a:lnTo>
                          <a:pt x="64858" y="10898"/>
                        </a:lnTo>
                        <a:cubicBezTo>
                          <a:pt x="67340" y="8417"/>
                          <a:pt x="67340" y="4342"/>
                          <a:pt x="64858" y="1861"/>
                        </a:cubicBezTo>
                        <a:cubicBezTo>
                          <a:pt x="62378" y="-620"/>
                          <a:pt x="58302" y="-620"/>
                          <a:pt x="55821" y="1861"/>
                        </a:cubicBezTo>
                        <a:lnTo>
                          <a:pt x="0" y="57682"/>
                        </a:lnTo>
                        <a:lnTo>
                          <a:pt x="55821" y="113503"/>
                        </a:lnTo>
                        <a:cubicBezTo>
                          <a:pt x="57002" y="114625"/>
                          <a:pt x="58656" y="115275"/>
                          <a:pt x="60310" y="115275"/>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540" name="Graphic 4773">
                  <a:extLst>
                    <a:ext uri="{FF2B5EF4-FFF2-40B4-BE49-F238E27FC236}">
                      <a16:creationId xmlns:a16="http://schemas.microsoft.com/office/drawing/2014/main" id="{14056DFC-B553-CF57-3A1E-80D3ED8538AB}"/>
                    </a:ext>
                  </a:extLst>
                </p:cNvPr>
                <p:cNvGrpSpPr/>
                <p:nvPr/>
              </p:nvGrpSpPr>
              <p:grpSpPr>
                <a:xfrm>
                  <a:off x="455605" y="4257600"/>
                  <a:ext cx="648231" cy="115511"/>
                  <a:chOff x="455605" y="4257600"/>
                  <a:chExt cx="648231" cy="115511"/>
                </a:xfrm>
                <a:grpFill/>
              </p:grpSpPr>
              <p:sp>
                <p:nvSpPr>
                  <p:cNvPr id="1604" name="Freeform: Shape 1603">
                    <a:extLst>
                      <a:ext uri="{FF2B5EF4-FFF2-40B4-BE49-F238E27FC236}">
                        <a16:creationId xmlns:a16="http://schemas.microsoft.com/office/drawing/2014/main" id="{2D4F3273-948C-F2A3-78E3-DF18922CEBBC}"/>
                      </a:ext>
                    </a:extLst>
                  </p:cNvPr>
                  <p:cNvSpPr/>
                  <p:nvPr/>
                </p:nvSpPr>
                <p:spPr>
                  <a:xfrm>
                    <a:off x="694542" y="4303054"/>
                    <a:ext cx="24691" cy="24750"/>
                  </a:xfrm>
                  <a:custGeom>
                    <a:avLst/>
                    <a:gdLst>
                      <a:gd name="connsiteX0" fmla="*/ 12346 w 24691"/>
                      <a:gd name="connsiteY0" fmla="*/ 2599 h 24750"/>
                      <a:gd name="connsiteX1" fmla="*/ 22151 w 24691"/>
                      <a:gd name="connsiteY1" fmla="*/ 12405 h 24750"/>
                      <a:gd name="connsiteX2" fmla="*/ 12346 w 24691"/>
                      <a:gd name="connsiteY2" fmla="*/ 22210 h 24750"/>
                      <a:gd name="connsiteX3" fmla="*/ 2540 w 24691"/>
                      <a:gd name="connsiteY3" fmla="*/ 12405 h 24750"/>
                      <a:gd name="connsiteX4" fmla="*/ 12346 w 24691"/>
                      <a:gd name="connsiteY4" fmla="*/ 2599 h 24750"/>
                      <a:gd name="connsiteX5" fmla="*/ 12346 w 24691"/>
                      <a:gd name="connsiteY5" fmla="*/ 2599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99"/>
                        </a:moveTo>
                        <a:cubicBezTo>
                          <a:pt x="17780" y="2599"/>
                          <a:pt x="22151" y="6971"/>
                          <a:pt x="22151" y="12405"/>
                        </a:cubicBezTo>
                        <a:cubicBezTo>
                          <a:pt x="22151" y="17839"/>
                          <a:pt x="17780" y="22210"/>
                          <a:pt x="12346" y="22210"/>
                        </a:cubicBezTo>
                        <a:cubicBezTo>
                          <a:pt x="6911" y="22210"/>
                          <a:pt x="2540" y="17839"/>
                          <a:pt x="2540" y="12405"/>
                        </a:cubicBezTo>
                        <a:cubicBezTo>
                          <a:pt x="2540" y="6971"/>
                          <a:pt x="6911" y="2599"/>
                          <a:pt x="12346" y="2599"/>
                        </a:cubicBezTo>
                        <a:lnTo>
                          <a:pt x="12346" y="2599"/>
                        </a:lnTo>
                        <a:close/>
                        <a:moveTo>
                          <a:pt x="12346" y="0"/>
                        </a:moveTo>
                        <a:cubicBezTo>
                          <a:pt x="5493" y="0"/>
                          <a:pt x="0" y="5553"/>
                          <a:pt x="0" y="12346"/>
                        </a:cubicBezTo>
                        <a:cubicBezTo>
                          <a:pt x="0" y="19198"/>
                          <a:pt x="5553" y="24750"/>
                          <a:pt x="12346" y="24750"/>
                        </a:cubicBezTo>
                        <a:cubicBezTo>
                          <a:pt x="19198" y="24750"/>
                          <a:pt x="24691" y="19198"/>
                          <a:pt x="24691" y="12346"/>
                        </a:cubicBezTo>
                        <a:cubicBezTo>
                          <a:pt x="24691" y="5553"/>
                          <a:pt x="19198"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05" name="Freeform: Shape 1604">
                    <a:extLst>
                      <a:ext uri="{FF2B5EF4-FFF2-40B4-BE49-F238E27FC236}">
                        <a16:creationId xmlns:a16="http://schemas.microsoft.com/office/drawing/2014/main" id="{6F1481C0-0AF1-0CE8-4530-8E92521DDDC1}"/>
                      </a:ext>
                    </a:extLst>
                  </p:cNvPr>
                  <p:cNvSpPr/>
                  <p:nvPr/>
                </p:nvSpPr>
                <p:spPr>
                  <a:xfrm>
                    <a:off x="745814"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98" y="0"/>
                          <a:pt x="24691" y="555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06" name="Freeform: Shape 1605">
                    <a:extLst>
                      <a:ext uri="{FF2B5EF4-FFF2-40B4-BE49-F238E27FC236}">
                        <a16:creationId xmlns:a16="http://schemas.microsoft.com/office/drawing/2014/main" id="{0C3759F8-7967-F2EA-E327-5F70FB2AAE32}"/>
                      </a:ext>
                    </a:extLst>
                  </p:cNvPr>
                  <p:cNvSpPr/>
                  <p:nvPr/>
                </p:nvSpPr>
                <p:spPr>
                  <a:xfrm>
                    <a:off x="771510"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07" name="Freeform: Shape 1606">
                    <a:extLst>
                      <a:ext uri="{FF2B5EF4-FFF2-40B4-BE49-F238E27FC236}">
                        <a16:creationId xmlns:a16="http://schemas.microsoft.com/office/drawing/2014/main" id="{A28E9939-444D-D1DD-517B-7909E3872F8E}"/>
                      </a:ext>
                    </a:extLst>
                  </p:cNvPr>
                  <p:cNvSpPr/>
                  <p:nvPr/>
                </p:nvSpPr>
                <p:spPr>
                  <a:xfrm>
                    <a:off x="822723" y="4303054"/>
                    <a:ext cx="24691" cy="24750"/>
                  </a:xfrm>
                  <a:custGeom>
                    <a:avLst/>
                    <a:gdLst>
                      <a:gd name="connsiteX0" fmla="*/ 12346 w 24691"/>
                      <a:gd name="connsiteY0" fmla="*/ 2540 h 24750"/>
                      <a:gd name="connsiteX1" fmla="*/ 22151 w 24691"/>
                      <a:gd name="connsiteY1" fmla="*/ 12346 h 24750"/>
                      <a:gd name="connsiteX2" fmla="*/ 12346 w 24691"/>
                      <a:gd name="connsiteY2" fmla="*/ 22151 h 24750"/>
                      <a:gd name="connsiteX3" fmla="*/ 2540 w 24691"/>
                      <a:gd name="connsiteY3" fmla="*/ 12346 h 24750"/>
                      <a:gd name="connsiteX4" fmla="*/ 12346 w 24691"/>
                      <a:gd name="connsiteY4" fmla="*/ 2540 h 24750"/>
                      <a:gd name="connsiteX5" fmla="*/ 12346 w 24691"/>
                      <a:gd name="connsiteY5" fmla="*/ 2540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1"/>
                          <a:pt x="6970" y="2540"/>
                          <a:pt x="12346" y="2540"/>
                        </a:cubicBezTo>
                        <a:lnTo>
                          <a:pt x="12346" y="2540"/>
                        </a:lnTo>
                        <a:close/>
                        <a:moveTo>
                          <a:pt x="12346" y="0"/>
                        </a:moveTo>
                        <a:cubicBezTo>
                          <a:pt x="5494" y="0"/>
                          <a:pt x="0" y="5553"/>
                          <a:pt x="0" y="12346"/>
                        </a:cubicBezTo>
                        <a:cubicBezTo>
                          <a:pt x="0" y="19198"/>
                          <a:pt x="5553" y="24750"/>
                          <a:pt x="12346" y="24750"/>
                        </a:cubicBezTo>
                        <a:cubicBezTo>
                          <a:pt x="19198" y="24750"/>
                          <a:pt x="24691" y="19198"/>
                          <a:pt x="24691" y="12346"/>
                        </a:cubicBezTo>
                        <a:cubicBezTo>
                          <a:pt x="24750" y="5553"/>
                          <a:pt x="19198"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08" name="Freeform: Shape 1607">
                    <a:extLst>
                      <a:ext uri="{FF2B5EF4-FFF2-40B4-BE49-F238E27FC236}">
                        <a16:creationId xmlns:a16="http://schemas.microsoft.com/office/drawing/2014/main" id="{06155B85-BBAC-38CC-51B9-47B202205D65}"/>
                      </a:ext>
                    </a:extLst>
                  </p:cNvPr>
                  <p:cNvSpPr/>
                  <p:nvPr/>
                </p:nvSpPr>
                <p:spPr>
                  <a:xfrm>
                    <a:off x="874055"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09" name="Freeform: Shape 1608">
                    <a:extLst>
                      <a:ext uri="{FF2B5EF4-FFF2-40B4-BE49-F238E27FC236}">
                        <a16:creationId xmlns:a16="http://schemas.microsoft.com/office/drawing/2014/main" id="{92184943-6A0E-1B1A-F580-FEB18307C396}"/>
                      </a:ext>
                    </a:extLst>
                  </p:cNvPr>
                  <p:cNvSpPr/>
                  <p:nvPr/>
                </p:nvSpPr>
                <p:spPr>
                  <a:xfrm>
                    <a:off x="899691"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21"/>
                          <a:pt x="17780" y="22151"/>
                          <a:pt x="12346" y="22151"/>
                        </a:cubicBezTo>
                        <a:cubicBezTo>
                          <a:pt x="6970" y="22151"/>
                          <a:pt x="2540" y="17721"/>
                          <a:pt x="2540" y="12346"/>
                        </a:cubicBezTo>
                        <a:cubicBezTo>
                          <a:pt x="2540" y="6971"/>
                          <a:pt x="6911" y="2540"/>
                          <a:pt x="12346" y="2540"/>
                        </a:cubicBezTo>
                        <a:lnTo>
                          <a:pt x="12346" y="2540"/>
                        </a:lnTo>
                        <a:close/>
                        <a:moveTo>
                          <a:pt x="12346" y="0"/>
                        </a:moveTo>
                        <a:cubicBezTo>
                          <a:pt x="5494"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10" name="Freeform: Shape 1609">
                    <a:extLst>
                      <a:ext uri="{FF2B5EF4-FFF2-40B4-BE49-F238E27FC236}">
                        <a16:creationId xmlns:a16="http://schemas.microsoft.com/office/drawing/2014/main" id="{BD002073-6F64-5AB0-78AD-08A34C4DCE1E}"/>
                      </a:ext>
                    </a:extLst>
                  </p:cNvPr>
                  <p:cNvSpPr/>
                  <p:nvPr/>
                </p:nvSpPr>
                <p:spPr>
                  <a:xfrm>
                    <a:off x="925327"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4" y="24750"/>
                          <a:pt x="0" y="19198"/>
                          <a:pt x="0" y="12346"/>
                        </a:cubicBezTo>
                        <a:cubicBezTo>
                          <a:pt x="0" y="5494"/>
                          <a:pt x="5553" y="0"/>
                          <a:pt x="12346" y="0"/>
                        </a:cubicBezTo>
                        <a:cubicBezTo>
                          <a:pt x="19139" y="0"/>
                          <a:pt x="24691" y="5494"/>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11" name="Freeform: Shape 1610">
                    <a:extLst>
                      <a:ext uri="{FF2B5EF4-FFF2-40B4-BE49-F238E27FC236}">
                        <a16:creationId xmlns:a16="http://schemas.microsoft.com/office/drawing/2014/main" id="{E2DA3B64-E94F-2305-1D91-868C2D18CA0D}"/>
                      </a:ext>
                    </a:extLst>
                  </p:cNvPr>
                  <p:cNvSpPr/>
                  <p:nvPr/>
                </p:nvSpPr>
                <p:spPr>
                  <a:xfrm>
                    <a:off x="976600"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80"/>
                          <a:pt x="2540" y="12346"/>
                        </a:cubicBezTo>
                        <a:cubicBezTo>
                          <a:pt x="2540" y="6971"/>
                          <a:pt x="6911" y="2540"/>
                          <a:pt x="12346" y="2540"/>
                        </a:cubicBezTo>
                        <a:lnTo>
                          <a:pt x="12346" y="2540"/>
                        </a:lnTo>
                        <a:close/>
                        <a:moveTo>
                          <a:pt x="12346" y="0"/>
                        </a:moveTo>
                        <a:cubicBezTo>
                          <a:pt x="5493"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12" name="Freeform: Shape 1611">
                    <a:extLst>
                      <a:ext uri="{FF2B5EF4-FFF2-40B4-BE49-F238E27FC236}">
                        <a16:creationId xmlns:a16="http://schemas.microsoft.com/office/drawing/2014/main" id="{60C1189E-626B-AF58-B5BD-A7997F22EFED}"/>
                      </a:ext>
                    </a:extLst>
                  </p:cNvPr>
                  <p:cNvSpPr/>
                  <p:nvPr/>
                </p:nvSpPr>
                <p:spPr>
                  <a:xfrm>
                    <a:off x="1027872"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553"/>
                          <a:pt x="5553" y="0"/>
                          <a:pt x="12346" y="0"/>
                        </a:cubicBezTo>
                        <a:cubicBezTo>
                          <a:pt x="19198" y="0"/>
                          <a:pt x="24691" y="5494"/>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13" name="Freeform: Shape 1612">
                    <a:extLst>
                      <a:ext uri="{FF2B5EF4-FFF2-40B4-BE49-F238E27FC236}">
                        <a16:creationId xmlns:a16="http://schemas.microsoft.com/office/drawing/2014/main" id="{92E4805E-9EFA-0419-4C77-F9A1DCD78ED4}"/>
                      </a:ext>
                    </a:extLst>
                  </p:cNvPr>
                  <p:cNvSpPr/>
                  <p:nvPr/>
                </p:nvSpPr>
                <p:spPr>
                  <a:xfrm>
                    <a:off x="1053509"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3" y="24750"/>
                          <a:pt x="0" y="19198"/>
                          <a:pt x="0" y="12346"/>
                        </a:cubicBezTo>
                        <a:cubicBezTo>
                          <a:pt x="0" y="5494"/>
                          <a:pt x="5552" y="0"/>
                          <a:pt x="12346" y="0"/>
                        </a:cubicBezTo>
                        <a:cubicBezTo>
                          <a:pt x="19198" y="0"/>
                          <a:pt x="24691" y="5494"/>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14" name="Freeform: Shape 1613">
                    <a:extLst>
                      <a:ext uri="{FF2B5EF4-FFF2-40B4-BE49-F238E27FC236}">
                        <a16:creationId xmlns:a16="http://schemas.microsoft.com/office/drawing/2014/main" id="{566D4E20-6375-E028-9AF9-BA98B5F6844F}"/>
                      </a:ext>
                    </a:extLst>
                  </p:cNvPr>
                  <p:cNvSpPr/>
                  <p:nvPr/>
                </p:nvSpPr>
                <p:spPr>
                  <a:xfrm>
                    <a:off x="1079145" y="430299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5 h 24691"/>
                      <a:gd name="connsiteX8" fmla="*/ 12346 w 24691"/>
                      <a:gd name="connsiteY8" fmla="*/ 24691 h 24691"/>
                      <a:gd name="connsiteX9" fmla="*/ 24691 w 24691"/>
                      <a:gd name="connsiteY9" fmla="*/ 12345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11" y="22210"/>
                          <a:pt x="2540" y="17839"/>
                          <a:pt x="2540" y="12405"/>
                        </a:cubicBezTo>
                        <a:cubicBezTo>
                          <a:pt x="2540" y="6970"/>
                          <a:pt x="6970" y="2599"/>
                          <a:pt x="12346" y="2599"/>
                        </a:cubicBezTo>
                        <a:lnTo>
                          <a:pt x="12346" y="2599"/>
                        </a:lnTo>
                        <a:close/>
                        <a:moveTo>
                          <a:pt x="12346" y="0"/>
                        </a:moveTo>
                        <a:cubicBezTo>
                          <a:pt x="5493" y="0"/>
                          <a:pt x="0" y="5553"/>
                          <a:pt x="0" y="12345"/>
                        </a:cubicBezTo>
                        <a:cubicBezTo>
                          <a:pt x="0" y="19198"/>
                          <a:pt x="5553" y="24691"/>
                          <a:pt x="12346" y="24691"/>
                        </a:cubicBezTo>
                        <a:cubicBezTo>
                          <a:pt x="19198" y="24691"/>
                          <a:pt x="24691" y="19139"/>
                          <a:pt x="24691" y="12345"/>
                        </a:cubicBezTo>
                        <a:cubicBezTo>
                          <a:pt x="24691" y="5553"/>
                          <a:pt x="19198"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15" name="Freeform: Shape 1614">
                    <a:extLst>
                      <a:ext uri="{FF2B5EF4-FFF2-40B4-BE49-F238E27FC236}">
                        <a16:creationId xmlns:a16="http://schemas.microsoft.com/office/drawing/2014/main" id="{2BFFB857-6EEC-4FFF-05C8-F0BA5C9FD713}"/>
                      </a:ext>
                    </a:extLst>
                  </p:cNvPr>
                  <p:cNvSpPr/>
                  <p:nvPr/>
                </p:nvSpPr>
                <p:spPr>
                  <a:xfrm>
                    <a:off x="660754" y="4257777"/>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7"/>
                        </a:lnTo>
                        <a:cubicBezTo>
                          <a:pt x="67340" y="8476"/>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16" name="Freeform: Shape 1615">
                    <a:extLst>
                      <a:ext uri="{FF2B5EF4-FFF2-40B4-BE49-F238E27FC236}">
                        <a16:creationId xmlns:a16="http://schemas.microsoft.com/office/drawing/2014/main" id="{47F7A9DB-0F7A-1E75-D001-CF90681D122E}"/>
                      </a:ext>
                    </a:extLst>
                  </p:cNvPr>
                  <p:cNvSpPr/>
                  <p:nvPr/>
                </p:nvSpPr>
                <p:spPr>
                  <a:xfrm>
                    <a:off x="609363" y="4257777"/>
                    <a:ext cx="66778" cy="115333"/>
                  </a:xfrm>
                  <a:custGeom>
                    <a:avLst/>
                    <a:gdLst>
                      <a:gd name="connsiteX0" fmla="*/ 60369 w 66778"/>
                      <a:gd name="connsiteY0" fmla="*/ 115334 h 115333"/>
                      <a:gd name="connsiteX1" fmla="*/ 64918 w 66778"/>
                      <a:gd name="connsiteY1" fmla="*/ 113444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4"/>
                        </a:cubicBezTo>
                        <a:cubicBezTo>
                          <a:pt x="67399" y="110963"/>
                          <a:pt x="67399" y="106887"/>
                          <a:pt x="64918" y="104347"/>
                        </a:cubicBezTo>
                        <a:lnTo>
                          <a:pt x="18134" y="57623"/>
                        </a:lnTo>
                        <a:lnTo>
                          <a:pt x="64918" y="10898"/>
                        </a:lnTo>
                        <a:cubicBezTo>
                          <a:pt x="67399" y="8417"/>
                          <a:pt x="67399" y="4341"/>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17" name="Freeform: Shape 1616">
                    <a:extLst>
                      <a:ext uri="{FF2B5EF4-FFF2-40B4-BE49-F238E27FC236}">
                        <a16:creationId xmlns:a16="http://schemas.microsoft.com/office/drawing/2014/main" id="{DCDD7555-2120-734C-36D9-626D7FFBF833}"/>
                      </a:ext>
                    </a:extLst>
                  </p:cNvPr>
                  <p:cNvSpPr/>
                  <p:nvPr/>
                </p:nvSpPr>
                <p:spPr>
                  <a:xfrm>
                    <a:off x="558150" y="425765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18" name="Freeform: Shape 1617">
                    <a:extLst>
                      <a:ext uri="{FF2B5EF4-FFF2-40B4-BE49-F238E27FC236}">
                        <a16:creationId xmlns:a16="http://schemas.microsoft.com/office/drawing/2014/main" id="{D6183FD2-F590-9462-56D0-B84D1955B34C}"/>
                      </a:ext>
                    </a:extLst>
                  </p:cNvPr>
                  <p:cNvSpPr/>
                  <p:nvPr/>
                </p:nvSpPr>
                <p:spPr>
                  <a:xfrm>
                    <a:off x="506877" y="4257600"/>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7"/>
                          <a:pt x="67340" y="4401"/>
                          <a:pt x="64859" y="1861"/>
                        </a:cubicBezTo>
                        <a:cubicBezTo>
                          <a:pt x="62378" y="-620"/>
                          <a:pt x="58302" y="-620"/>
                          <a:pt x="55821" y="1861"/>
                        </a:cubicBezTo>
                        <a:lnTo>
                          <a:pt x="0" y="57682"/>
                        </a:lnTo>
                        <a:lnTo>
                          <a:pt x="55821" y="113503"/>
                        </a:lnTo>
                        <a:cubicBezTo>
                          <a:pt x="57002" y="114802"/>
                          <a:pt x="58656" y="115393"/>
                          <a:pt x="60310" y="11539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19" name="Freeform: Shape 1618">
                    <a:extLst>
                      <a:ext uri="{FF2B5EF4-FFF2-40B4-BE49-F238E27FC236}">
                        <a16:creationId xmlns:a16="http://schemas.microsoft.com/office/drawing/2014/main" id="{A4FC101E-1F92-F528-AB33-2D798BF19993}"/>
                      </a:ext>
                    </a:extLst>
                  </p:cNvPr>
                  <p:cNvSpPr/>
                  <p:nvPr/>
                </p:nvSpPr>
                <p:spPr>
                  <a:xfrm>
                    <a:off x="455605" y="425765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8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02" y="114684"/>
                          <a:pt x="58656" y="115334"/>
                          <a:pt x="60310" y="115334"/>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541" name="Graphic 4773">
                  <a:extLst>
                    <a:ext uri="{FF2B5EF4-FFF2-40B4-BE49-F238E27FC236}">
                      <a16:creationId xmlns:a16="http://schemas.microsoft.com/office/drawing/2014/main" id="{8738F70B-9D93-992A-8AE0-8B964A8ACC63}"/>
                    </a:ext>
                  </a:extLst>
                </p:cNvPr>
                <p:cNvGrpSpPr/>
                <p:nvPr/>
              </p:nvGrpSpPr>
              <p:grpSpPr>
                <a:xfrm>
                  <a:off x="3234542" y="2956736"/>
                  <a:ext cx="583845" cy="119557"/>
                  <a:chOff x="3234542" y="2956736"/>
                  <a:chExt cx="583845" cy="119557"/>
                </a:xfrm>
                <a:grpFill/>
              </p:grpSpPr>
              <p:grpSp>
                <p:nvGrpSpPr>
                  <p:cNvPr id="1593" name="Graphic 4773">
                    <a:extLst>
                      <a:ext uri="{FF2B5EF4-FFF2-40B4-BE49-F238E27FC236}">
                        <a16:creationId xmlns:a16="http://schemas.microsoft.com/office/drawing/2014/main" id="{4300C476-FBD6-86BC-C568-2C3725AA47D1}"/>
                      </a:ext>
                    </a:extLst>
                  </p:cNvPr>
                  <p:cNvGrpSpPr/>
                  <p:nvPr/>
                </p:nvGrpSpPr>
                <p:grpSpPr>
                  <a:xfrm>
                    <a:off x="3234542" y="2956736"/>
                    <a:ext cx="119557" cy="119557"/>
                    <a:chOff x="3234542" y="2956736"/>
                    <a:chExt cx="119557" cy="119557"/>
                  </a:xfrm>
                  <a:grpFill/>
                </p:grpSpPr>
                <p:sp>
                  <p:nvSpPr>
                    <p:cNvPr id="1602" name="Freeform: Shape 1601">
                      <a:extLst>
                        <a:ext uri="{FF2B5EF4-FFF2-40B4-BE49-F238E27FC236}">
                          <a16:creationId xmlns:a16="http://schemas.microsoft.com/office/drawing/2014/main" id="{21C0056F-2AD8-7664-2E94-02315594DFB3}"/>
                        </a:ext>
                      </a:extLst>
                    </p:cNvPr>
                    <p:cNvSpPr/>
                    <p:nvPr/>
                  </p:nvSpPr>
                  <p:spPr>
                    <a:xfrm>
                      <a:off x="3273941" y="2978474"/>
                      <a:ext cx="40698" cy="76199"/>
                    </a:xfrm>
                    <a:custGeom>
                      <a:avLst/>
                      <a:gdLst>
                        <a:gd name="connsiteX0" fmla="*/ 38868 w 40698"/>
                        <a:gd name="connsiteY0" fmla="*/ 76200 h 76199"/>
                        <a:gd name="connsiteX1" fmla="*/ 40167 w 40698"/>
                        <a:gd name="connsiteY1" fmla="*/ 75668 h 76199"/>
                        <a:gd name="connsiteX2" fmla="*/ 40167 w 40698"/>
                        <a:gd name="connsiteY2" fmla="*/ 73128 h 76199"/>
                        <a:gd name="connsiteX3" fmla="*/ 5139 w 40698"/>
                        <a:gd name="connsiteY3" fmla="*/ 38100 h 76199"/>
                        <a:gd name="connsiteX4" fmla="*/ 40167 w 40698"/>
                        <a:gd name="connsiteY4" fmla="*/ 3072 h 76199"/>
                        <a:gd name="connsiteX5" fmla="*/ 40167 w 40698"/>
                        <a:gd name="connsiteY5" fmla="*/ 532 h 76199"/>
                        <a:gd name="connsiteX6" fmla="*/ 37627 w 40698"/>
                        <a:gd name="connsiteY6" fmla="*/ 532 h 76199"/>
                        <a:gd name="connsiteX7" fmla="*/ 0 w 40698"/>
                        <a:gd name="connsiteY7" fmla="*/ 38159 h 76199"/>
                        <a:gd name="connsiteX8" fmla="*/ 37627 w 40698"/>
                        <a:gd name="connsiteY8" fmla="*/ 75786 h 76199"/>
                        <a:gd name="connsiteX9" fmla="*/ 38868 w 40698"/>
                        <a:gd name="connsiteY9" fmla="*/ 76200 h 76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8" h="76199">
                          <a:moveTo>
                            <a:pt x="38868" y="76200"/>
                          </a:moveTo>
                          <a:cubicBezTo>
                            <a:pt x="39340" y="76200"/>
                            <a:pt x="39813" y="76023"/>
                            <a:pt x="40167" y="75668"/>
                          </a:cubicBezTo>
                          <a:cubicBezTo>
                            <a:pt x="40876" y="74960"/>
                            <a:pt x="40876" y="73837"/>
                            <a:pt x="40167" y="73128"/>
                          </a:cubicBezTo>
                          <a:lnTo>
                            <a:pt x="5139" y="38100"/>
                          </a:lnTo>
                          <a:lnTo>
                            <a:pt x="40167" y="3072"/>
                          </a:lnTo>
                          <a:cubicBezTo>
                            <a:pt x="40876" y="2363"/>
                            <a:pt x="40876" y="1240"/>
                            <a:pt x="40167" y="532"/>
                          </a:cubicBezTo>
                          <a:cubicBezTo>
                            <a:pt x="39459" y="-177"/>
                            <a:pt x="38336" y="-177"/>
                            <a:pt x="37627" y="532"/>
                          </a:cubicBezTo>
                          <a:lnTo>
                            <a:pt x="0" y="38159"/>
                          </a:lnTo>
                          <a:lnTo>
                            <a:pt x="37627" y="75786"/>
                          </a:lnTo>
                          <a:cubicBezTo>
                            <a:pt x="37982" y="76023"/>
                            <a:pt x="38454" y="76200"/>
                            <a:pt x="38868" y="76200"/>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03" name="Freeform: Shape 1602">
                      <a:extLst>
                        <a:ext uri="{FF2B5EF4-FFF2-40B4-BE49-F238E27FC236}">
                          <a16:creationId xmlns:a16="http://schemas.microsoft.com/office/drawing/2014/main" id="{A0A468E8-387F-41B1-CEBA-7C09E5F8DFC3}"/>
                        </a:ext>
                      </a:extLst>
                    </p:cNvPr>
                    <p:cNvSpPr/>
                    <p:nvPr/>
                  </p:nvSpPr>
                  <p:spPr>
                    <a:xfrm>
                      <a:off x="3234542" y="2956736"/>
                      <a:ext cx="119557" cy="119557"/>
                    </a:xfrm>
                    <a:custGeom>
                      <a:avLst/>
                      <a:gdLst>
                        <a:gd name="connsiteX0" fmla="*/ 59779 w 119557"/>
                        <a:gd name="connsiteY0" fmla="*/ 6025 h 119557"/>
                        <a:gd name="connsiteX1" fmla="*/ 113532 w 119557"/>
                        <a:gd name="connsiteY1" fmla="*/ 59779 h 119557"/>
                        <a:gd name="connsiteX2" fmla="*/ 59779 w 119557"/>
                        <a:gd name="connsiteY2" fmla="*/ 113532 h 119557"/>
                        <a:gd name="connsiteX3" fmla="*/ 6025 w 119557"/>
                        <a:gd name="connsiteY3" fmla="*/ 59779 h 119557"/>
                        <a:gd name="connsiteX4" fmla="*/ 59779 w 119557"/>
                        <a:gd name="connsiteY4" fmla="*/ 6025 h 119557"/>
                        <a:gd name="connsiteX5" fmla="*/ 59779 w 119557"/>
                        <a:gd name="connsiteY5" fmla="*/ 6025 h 119557"/>
                        <a:gd name="connsiteX6" fmla="*/ 59779 w 119557"/>
                        <a:gd name="connsiteY6" fmla="*/ 0 h 119557"/>
                        <a:gd name="connsiteX7" fmla="*/ 0 w 119557"/>
                        <a:gd name="connsiteY7" fmla="*/ 59779 h 119557"/>
                        <a:gd name="connsiteX8" fmla="*/ 59779 w 119557"/>
                        <a:gd name="connsiteY8" fmla="*/ 119557 h 119557"/>
                        <a:gd name="connsiteX9" fmla="*/ 119557 w 119557"/>
                        <a:gd name="connsiteY9" fmla="*/ 59779 h 119557"/>
                        <a:gd name="connsiteX10" fmla="*/ 59779 w 119557"/>
                        <a:gd name="connsiteY10" fmla="*/ 0 h 119557"/>
                        <a:gd name="connsiteX11" fmla="*/ 59779 w 119557"/>
                        <a:gd name="connsiteY11" fmla="*/ 0 h 119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9557" h="119557">
                          <a:moveTo>
                            <a:pt x="59779" y="6025"/>
                          </a:moveTo>
                          <a:cubicBezTo>
                            <a:pt x="89431" y="6025"/>
                            <a:pt x="113532" y="30126"/>
                            <a:pt x="113532" y="59779"/>
                          </a:cubicBezTo>
                          <a:cubicBezTo>
                            <a:pt x="113532" y="89432"/>
                            <a:pt x="89431" y="113532"/>
                            <a:pt x="59779" y="113532"/>
                          </a:cubicBezTo>
                          <a:cubicBezTo>
                            <a:pt x="30125" y="113532"/>
                            <a:pt x="6025" y="89432"/>
                            <a:pt x="6025" y="59779"/>
                          </a:cubicBezTo>
                          <a:cubicBezTo>
                            <a:pt x="6025" y="30126"/>
                            <a:pt x="30125" y="6025"/>
                            <a:pt x="59779" y="6025"/>
                          </a:cubicBezTo>
                          <a:lnTo>
                            <a:pt x="59779" y="6025"/>
                          </a:lnTo>
                          <a:close/>
                          <a:moveTo>
                            <a:pt x="59779" y="0"/>
                          </a:moveTo>
                          <a:cubicBezTo>
                            <a:pt x="26758" y="0"/>
                            <a:pt x="0" y="26759"/>
                            <a:pt x="0" y="59779"/>
                          </a:cubicBezTo>
                          <a:cubicBezTo>
                            <a:pt x="0" y="92799"/>
                            <a:pt x="26758" y="119557"/>
                            <a:pt x="59779" y="119557"/>
                          </a:cubicBezTo>
                          <a:cubicBezTo>
                            <a:pt x="92798" y="119557"/>
                            <a:pt x="119557" y="92799"/>
                            <a:pt x="119557" y="59779"/>
                          </a:cubicBezTo>
                          <a:cubicBezTo>
                            <a:pt x="119498" y="26759"/>
                            <a:pt x="92740" y="0"/>
                            <a:pt x="59779" y="0"/>
                          </a:cubicBezTo>
                          <a:lnTo>
                            <a:pt x="59779"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1594" name="Freeform: Shape 1593">
                    <a:extLst>
                      <a:ext uri="{FF2B5EF4-FFF2-40B4-BE49-F238E27FC236}">
                        <a16:creationId xmlns:a16="http://schemas.microsoft.com/office/drawing/2014/main" id="{8DCD4A6D-F346-02A1-46DD-AD0F53FEE8E3}"/>
                      </a:ext>
                    </a:extLst>
                  </p:cNvPr>
                  <p:cNvSpPr/>
                  <p:nvPr/>
                </p:nvSpPr>
                <p:spPr>
                  <a:xfrm>
                    <a:off x="3376250"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95" name="Freeform: Shape 1594">
                    <a:extLst>
                      <a:ext uri="{FF2B5EF4-FFF2-40B4-BE49-F238E27FC236}">
                        <a16:creationId xmlns:a16="http://schemas.microsoft.com/office/drawing/2014/main" id="{EF870663-BE5B-1717-4C49-8053B03DE760}"/>
                      </a:ext>
                    </a:extLst>
                  </p:cNvPr>
                  <p:cNvSpPr/>
                  <p:nvPr/>
                </p:nvSpPr>
                <p:spPr>
                  <a:xfrm>
                    <a:off x="345729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51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96" name="Freeform: Shape 1595">
                    <a:extLst>
                      <a:ext uri="{FF2B5EF4-FFF2-40B4-BE49-F238E27FC236}">
                        <a16:creationId xmlns:a16="http://schemas.microsoft.com/office/drawing/2014/main" id="{681FBB53-02BC-86D1-14F6-82D3BF7D6FDE}"/>
                      </a:ext>
                    </a:extLst>
                  </p:cNvPr>
                  <p:cNvSpPr/>
                  <p:nvPr/>
                </p:nvSpPr>
                <p:spPr>
                  <a:xfrm>
                    <a:off x="3497816"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514"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649" y="0"/>
                          <a:pt x="18430" y="0"/>
                        </a:cubicBezTo>
                        <a:lnTo>
                          <a:pt x="1843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97" name="Freeform: Shape 1596">
                    <a:extLst>
                      <a:ext uri="{FF2B5EF4-FFF2-40B4-BE49-F238E27FC236}">
                        <a16:creationId xmlns:a16="http://schemas.microsoft.com/office/drawing/2014/main" id="{CCEEE2D4-ADE9-B8D3-805C-F5F1630C6CE2}"/>
                      </a:ext>
                    </a:extLst>
                  </p:cNvPr>
                  <p:cNvSpPr/>
                  <p:nvPr/>
                </p:nvSpPr>
                <p:spPr>
                  <a:xfrm>
                    <a:off x="353833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98" name="Freeform: Shape 1597">
                    <a:extLst>
                      <a:ext uri="{FF2B5EF4-FFF2-40B4-BE49-F238E27FC236}">
                        <a16:creationId xmlns:a16="http://schemas.microsoft.com/office/drawing/2014/main" id="{C3373BF6-957A-A7FD-7C38-97EB30460303}"/>
                      </a:ext>
                    </a:extLst>
                  </p:cNvPr>
                  <p:cNvSpPr/>
                  <p:nvPr/>
                </p:nvSpPr>
                <p:spPr>
                  <a:xfrm>
                    <a:off x="3619381"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649" y="0"/>
                          <a:pt x="36859" y="8270"/>
                          <a:pt x="36859" y="18430"/>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99" name="Freeform: Shape 1598">
                    <a:extLst>
                      <a:ext uri="{FF2B5EF4-FFF2-40B4-BE49-F238E27FC236}">
                        <a16:creationId xmlns:a16="http://schemas.microsoft.com/office/drawing/2014/main" id="{181B7428-0CF6-C297-A362-134D1D4567C8}"/>
                      </a:ext>
                    </a:extLst>
                  </p:cNvPr>
                  <p:cNvSpPr/>
                  <p:nvPr/>
                </p:nvSpPr>
                <p:spPr>
                  <a:xfrm>
                    <a:off x="3659962"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00" name="Freeform: Shape 1599">
                    <a:extLst>
                      <a:ext uri="{FF2B5EF4-FFF2-40B4-BE49-F238E27FC236}">
                        <a16:creationId xmlns:a16="http://schemas.microsoft.com/office/drawing/2014/main" id="{4DD4AF67-FC84-D538-B59F-517816D69550}"/>
                      </a:ext>
                    </a:extLst>
                  </p:cNvPr>
                  <p:cNvSpPr/>
                  <p:nvPr/>
                </p:nvSpPr>
                <p:spPr>
                  <a:xfrm>
                    <a:off x="370048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590" y="0"/>
                          <a:pt x="18430" y="0"/>
                        </a:cubicBezTo>
                        <a:lnTo>
                          <a:pt x="1843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01" name="Freeform: Shape 1600">
                    <a:extLst>
                      <a:ext uri="{FF2B5EF4-FFF2-40B4-BE49-F238E27FC236}">
                        <a16:creationId xmlns:a16="http://schemas.microsoft.com/office/drawing/2014/main" id="{4FEA960D-728E-16F6-7218-4729F7FB7E6D}"/>
                      </a:ext>
                    </a:extLst>
                  </p:cNvPr>
                  <p:cNvSpPr/>
                  <p:nvPr/>
                </p:nvSpPr>
                <p:spPr>
                  <a:xfrm>
                    <a:off x="378152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542" name="Graphic 4773">
                  <a:extLst>
                    <a:ext uri="{FF2B5EF4-FFF2-40B4-BE49-F238E27FC236}">
                      <a16:creationId xmlns:a16="http://schemas.microsoft.com/office/drawing/2014/main" id="{6C363CCE-C86D-372E-6F9A-1E9E63E821D3}"/>
                    </a:ext>
                  </a:extLst>
                </p:cNvPr>
                <p:cNvGrpSpPr/>
                <p:nvPr/>
              </p:nvGrpSpPr>
              <p:grpSpPr>
                <a:xfrm>
                  <a:off x="2640418" y="2129759"/>
                  <a:ext cx="886046" cy="59069"/>
                  <a:chOff x="2640418" y="2129759"/>
                  <a:chExt cx="886046" cy="59069"/>
                </a:xfrm>
                <a:grpFill/>
              </p:grpSpPr>
              <p:sp>
                <p:nvSpPr>
                  <p:cNvPr id="1585" name="Freeform: Shape 1584">
                    <a:extLst>
                      <a:ext uri="{FF2B5EF4-FFF2-40B4-BE49-F238E27FC236}">
                        <a16:creationId xmlns:a16="http://schemas.microsoft.com/office/drawing/2014/main" id="{8185E228-624F-B760-8BC3-2E3932D22E47}"/>
                      </a:ext>
                    </a:extLst>
                  </p:cNvPr>
                  <p:cNvSpPr/>
                  <p:nvPr/>
                </p:nvSpPr>
                <p:spPr>
                  <a:xfrm>
                    <a:off x="3467395"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86" name="Freeform: Shape 1585">
                    <a:extLst>
                      <a:ext uri="{FF2B5EF4-FFF2-40B4-BE49-F238E27FC236}">
                        <a16:creationId xmlns:a16="http://schemas.microsoft.com/office/drawing/2014/main" id="{4B739A58-BAC9-9ACF-668A-0110A44BE22C}"/>
                      </a:ext>
                    </a:extLst>
                  </p:cNvPr>
                  <p:cNvSpPr/>
                  <p:nvPr/>
                </p:nvSpPr>
                <p:spPr>
                  <a:xfrm>
                    <a:off x="3349255"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87" name="Freeform: Shape 1586">
                    <a:extLst>
                      <a:ext uri="{FF2B5EF4-FFF2-40B4-BE49-F238E27FC236}">
                        <a16:creationId xmlns:a16="http://schemas.microsoft.com/office/drawing/2014/main" id="{4F5CBB8C-6177-D29B-507B-9403F70B7666}"/>
                      </a:ext>
                    </a:extLst>
                  </p:cNvPr>
                  <p:cNvSpPr/>
                  <p:nvPr/>
                </p:nvSpPr>
                <p:spPr>
                  <a:xfrm>
                    <a:off x="3231116"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88" name="Freeform: Shape 1587">
                    <a:extLst>
                      <a:ext uri="{FF2B5EF4-FFF2-40B4-BE49-F238E27FC236}">
                        <a16:creationId xmlns:a16="http://schemas.microsoft.com/office/drawing/2014/main" id="{3A4FCBC9-8520-00E4-2AA9-EB627B779456}"/>
                      </a:ext>
                    </a:extLst>
                  </p:cNvPr>
                  <p:cNvSpPr/>
                  <p:nvPr/>
                </p:nvSpPr>
                <p:spPr>
                  <a:xfrm>
                    <a:off x="3112976"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89" name="Freeform: Shape 1588">
                    <a:extLst>
                      <a:ext uri="{FF2B5EF4-FFF2-40B4-BE49-F238E27FC236}">
                        <a16:creationId xmlns:a16="http://schemas.microsoft.com/office/drawing/2014/main" id="{FF08742C-B799-8E58-2166-DE19D5FAAC9F}"/>
                      </a:ext>
                    </a:extLst>
                  </p:cNvPr>
                  <p:cNvSpPr/>
                  <p:nvPr/>
                </p:nvSpPr>
                <p:spPr>
                  <a:xfrm>
                    <a:off x="2994837"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90" name="Freeform: Shape 1589">
                    <a:extLst>
                      <a:ext uri="{FF2B5EF4-FFF2-40B4-BE49-F238E27FC236}">
                        <a16:creationId xmlns:a16="http://schemas.microsoft.com/office/drawing/2014/main" id="{ABDA4FBB-5384-D362-9A3E-23F67ECDF257}"/>
                      </a:ext>
                    </a:extLst>
                  </p:cNvPr>
                  <p:cNvSpPr/>
                  <p:nvPr/>
                </p:nvSpPr>
                <p:spPr>
                  <a:xfrm>
                    <a:off x="2876697"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91" name="Freeform: Shape 1590">
                    <a:extLst>
                      <a:ext uri="{FF2B5EF4-FFF2-40B4-BE49-F238E27FC236}">
                        <a16:creationId xmlns:a16="http://schemas.microsoft.com/office/drawing/2014/main" id="{ED51A270-6317-1F46-CA7F-16FF1B54B312}"/>
                      </a:ext>
                    </a:extLst>
                  </p:cNvPr>
                  <p:cNvSpPr/>
                  <p:nvPr/>
                </p:nvSpPr>
                <p:spPr>
                  <a:xfrm>
                    <a:off x="2758558"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92" name="Freeform: Shape 1591">
                    <a:extLst>
                      <a:ext uri="{FF2B5EF4-FFF2-40B4-BE49-F238E27FC236}">
                        <a16:creationId xmlns:a16="http://schemas.microsoft.com/office/drawing/2014/main" id="{C3D1A619-7DF7-C2EB-1D58-A266493E7D59}"/>
                      </a:ext>
                    </a:extLst>
                  </p:cNvPr>
                  <p:cNvSpPr/>
                  <p:nvPr/>
                </p:nvSpPr>
                <p:spPr>
                  <a:xfrm>
                    <a:off x="2640418"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543" name="Graphic 4773">
                  <a:extLst>
                    <a:ext uri="{FF2B5EF4-FFF2-40B4-BE49-F238E27FC236}">
                      <a16:creationId xmlns:a16="http://schemas.microsoft.com/office/drawing/2014/main" id="{C89C7BB0-40FB-BF87-1C7D-416B58F5C5BC}"/>
                    </a:ext>
                  </a:extLst>
                </p:cNvPr>
                <p:cNvGrpSpPr/>
                <p:nvPr/>
              </p:nvGrpSpPr>
              <p:grpSpPr>
                <a:xfrm>
                  <a:off x="1990651" y="4610690"/>
                  <a:ext cx="886046" cy="59069"/>
                  <a:chOff x="1990651" y="4610690"/>
                  <a:chExt cx="886046" cy="59069"/>
                </a:xfrm>
                <a:grpFill/>
              </p:grpSpPr>
              <p:sp>
                <p:nvSpPr>
                  <p:cNvPr id="1577" name="Freeform: Shape 1576">
                    <a:extLst>
                      <a:ext uri="{FF2B5EF4-FFF2-40B4-BE49-F238E27FC236}">
                        <a16:creationId xmlns:a16="http://schemas.microsoft.com/office/drawing/2014/main" id="{75E0CB1D-8A47-B6FE-9860-EE6D1FDAF04C}"/>
                      </a:ext>
                    </a:extLst>
                  </p:cNvPr>
                  <p:cNvSpPr/>
                  <p:nvPr/>
                </p:nvSpPr>
                <p:spPr>
                  <a:xfrm>
                    <a:off x="2817627"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78" name="Freeform: Shape 1577">
                    <a:extLst>
                      <a:ext uri="{FF2B5EF4-FFF2-40B4-BE49-F238E27FC236}">
                        <a16:creationId xmlns:a16="http://schemas.microsoft.com/office/drawing/2014/main" id="{231E951B-2D4D-0025-D300-0A3EC54996AD}"/>
                      </a:ext>
                    </a:extLst>
                  </p:cNvPr>
                  <p:cNvSpPr/>
                  <p:nvPr/>
                </p:nvSpPr>
                <p:spPr>
                  <a:xfrm>
                    <a:off x="2699488"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79" name="Freeform: Shape 1578">
                    <a:extLst>
                      <a:ext uri="{FF2B5EF4-FFF2-40B4-BE49-F238E27FC236}">
                        <a16:creationId xmlns:a16="http://schemas.microsoft.com/office/drawing/2014/main" id="{27676C86-CA5A-FA1E-8B2E-0A98C57FC7E2}"/>
                      </a:ext>
                    </a:extLst>
                  </p:cNvPr>
                  <p:cNvSpPr/>
                  <p:nvPr/>
                </p:nvSpPr>
                <p:spPr>
                  <a:xfrm>
                    <a:off x="2581348"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80" name="Freeform: Shape 1579">
                    <a:extLst>
                      <a:ext uri="{FF2B5EF4-FFF2-40B4-BE49-F238E27FC236}">
                        <a16:creationId xmlns:a16="http://schemas.microsoft.com/office/drawing/2014/main" id="{2564F765-FB2E-AA15-6AAF-9B06603AF984}"/>
                      </a:ext>
                    </a:extLst>
                  </p:cNvPr>
                  <p:cNvSpPr/>
                  <p:nvPr/>
                </p:nvSpPr>
                <p:spPr>
                  <a:xfrm>
                    <a:off x="246320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81" name="Freeform: Shape 1580">
                    <a:extLst>
                      <a:ext uri="{FF2B5EF4-FFF2-40B4-BE49-F238E27FC236}">
                        <a16:creationId xmlns:a16="http://schemas.microsoft.com/office/drawing/2014/main" id="{D297197B-5667-EFB6-D43D-A8D170E7B062}"/>
                      </a:ext>
                    </a:extLst>
                  </p:cNvPr>
                  <p:cNvSpPr/>
                  <p:nvPr/>
                </p:nvSpPr>
                <p:spPr>
                  <a:xfrm>
                    <a:off x="234506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82" name="Freeform: Shape 1581">
                    <a:extLst>
                      <a:ext uri="{FF2B5EF4-FFF2-40B4-BE49-F238E27FC236}">
                        <a16:creationId xmlns:a16="http://schemas.microsoft.com/office/drawing/2014/main" id="{5FD84CDA-C363-1870-C7C4-07CB9D6C8876}"/>
                      </a:ext>
                    </a:extLst>
                  </p:cNvPr>
                  <p:cNvSpPr/>
                  <p:nvPr/>
                </p:nvSpPr>
                <p:spPr>
                  <a:xfrm>
                    <a:off x="2226930"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83" name="Freeform: Shape 1582">
                    <a:extLst>
                      <a:ext uri="{FF2B5EF4-FFF2-40B4-BE49-F238E27FC236}">
                        <a16:creationId xmlns:a16="http://schemas.microsoft.com/office/drawing/2014/main" id="{E6886614-39A5-676D-7401-F8AA8821800C}"/>
                      </a:ext>
                    </a:extLst>
                  </p:cNvPr>
                  <p:cNvSpPr/>
                  <p:nvPr/>
                </p:nvSpPr>
                <p:spPr>
                  <a:xfrm>
                    <a:off x="2108790"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84" name="Freeform: Shape 1583">
                    <a:extLst>
                      <a:ext uri="{FF2B5EF4-FFF2-40B4-BE49-F238E27FC236}">
                        <a16:creationId xmlns:a16="http://schemas.microsoft.com/office/drawing/2014/main" id="{E95EE3A9-F798-3E81-A790-53132141C098}"/>
                      </a:ext>
                    </a:extLst>
                  </p:cNvPr>
                  <p:cNvSpPr/>
                  <p:nvPr/>
                </p:nvSpPr>
                <p:spPr>
                  <a:xfrm>
                    <a:off x="1990651"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1544" name="Freeform: Shape 1543">
                  <a:extLst>
                    <a:ext uri="{FF2B5EF4-FFF2-40B4-BE49-F238E27FC236}">
                      <a16:creationId xmlns:a16="http://schemas.microsoft.com/office/drawing/2014/main" id="{DF499867-CC28-C598-66CE-9B7EDE49AB2D}"/>
                    </a:ext>
                  </a:extLst>
                </p:cNvPr>
                <p:cNvSpPr/>
                <p:nvPr/>
              </p:nvSpPr>
              <p:spPr>
                <a:xfrm rot="-2700000">
                  <a:off x="3497758" y="3223441"/>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45" name="Freeform: Shape 1544">
                  <a:extLst>
                    <a:ext uri="{FF2B5EF4-FFF2-40B4-BE49-F238E27FC236}">
                      <a16:creationId xmlns:a16="http://schemas.microsoft.com/office/drawing/2014/main" id="{CC84AF3B-6D2C-9C21-73A4-1F74C26185BE}"/>
                    </a:ext>
                  </a:extLst>
                </p:cNvPr>
                <p:cNvSpPr/>
                <p:nvPr/>
              </p:nvSpPr>
              <p:spPr>
                <a:xfrm>
                  <a:off x="3350142"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46" name="Freeform: Shape 1545">
                  <a:extLst>
                    <a:ext uri="{FF2B5EF4-FFF2-40B4-BE49-F238E27FC236}">
                      <a16:creationId xmlns:a16="http://schemas.microsoft.com/office/drawing/2014/main" id="{0002CCA2-74E0-3A87-5752-541EC934257F}"/>
                    </a:ext>
                  </a:extLst>
                </p:cNvPr>
                <p:cNvSpPr/>
                <p:nvPr/>
              </p:nvSpPr>
              <p:spPr>
                <a:xfrm>
                  <a:off x="3202467"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47" name="Freeform: Shape 1546">
                  <a:extLst>
                    <a:ext uri="{FF2B5EF4-FFF2-40B4-BE49-F238E27FC236}">
                      <a16:creationId xmlns:a16="http://schemas.microsoft.com/office/drawing/2014/main" id="{45BEB884-3259-0A7E-AEC5-8A2F1BBEF523}"/>
                    </a:ext>
                  </a:extLst>
                </p:cNvPr>
                <p:cNvSpPr/>
                <p:nvPr/>
              </p:nvSpPr>
              <p:spPr>
                <a:xfrm rot="-2700000">
                  <a:off x="3054737" y="3223438"/>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48" name="Freeform: Shape 1547">
                  <a:extLst>
                    <a:ext uri="{FF2B5EF4-FFF2-40B4-BE49-F238E27FC236}">
                      <a16:creationId xmlns:a16="http://schemas.microsoft.com/office/drawing/2014/main" id="{C54E400F-5A58-61B4-7071-B802466C9209}"/>
                    </a:ext>
                  </a:extLst>
                </p:cNvPr>
                <p:cNvSpPr/>
                <p:nvPr/>
              </p:nvSpPr>
              <p:spPr>
                <a:xfrm rot="-2700000">
                  <a:off x="2907066" y="3223435"/>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49" name="Freeform: Shape 1548">
                  <a:extLst>
                    <a:ext uri="{FF2B5EF4-FFF2-40B4-BE49-F238E27FC236}">
                      <a16:creationId xmlns:a16="http://schemas.microsoft.com/office/drawing/2014/main" id="{A1B1CFF8-4F5F-1FD5-8296-6922C2868644}"/>
                    </a:ext>
                  </a:extLst>
                </p:cNvPr>
                <p:cNvSpPr/>
                <p:nvPr/>
              </p:nvSpPr>
              <p:spPr>
                <a:xfrm>
                  <a:off x="2759444"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50" name="Freeform: Shape 1549">
                  <a:extLst>
                    <a:ext uri="{FF2B5EF4-FFF2-40B4-BE49-F238E27FC236}">
                      <a16:creationId xmlns:a16="http://schemas.microsoft.com/office/drawing/2014/main" id="{4055A30B-4579-3447-93C1-2DA9958984E5}"/>
                    </a:ext>
                  </a:extLst>
                </p:cNvPr>
                <p:cNvSpPr/>
                <p:nvPr/>
              </p:nvSpPr>
              <p:spPr>
                <a:xfrm>
                  <a:off x="2611769"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51" name="Freeform: Shape 1550">
                  <a:extLst>
                    <a:ext uri="{FF2B5EF4-FFF2-40B4-BE49-F238E27FC236}">
                      <a16:creationId xmlns:a16="http://schemas.microsoft.com/office/drawing/2014/main" id="{93566D00-5E14-9B5E-7AAE-83FF6F764B02}"/>
                    </a:ext>
                  </a:extLst>
                </p:cNvPr>
                <p:cNvSpPr/>
                <p:nvPr/>
              </p:nvSpPr>
              <p:spPr>
                <a:xfrm rot="-2700000">
                  <a:off x="2464040" y="3223432"/>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52" name="Freeform: Shape 1551">
                  <a:extLst>
                    <a:ext uri="{FF2B5EF4-FFF2-40B4-BE49-F238E27FC236}">
                      <a16:creationId xmlns:a16="http://schemas.microsoft.com/office/drawing/2014/main" id="{C988B8B3-D9B3-CD7B-A0E6-6C8D7DAFC416}"/>
                    </a:ext>
                  </a:extLst>
                </p:cNvPr>
                <p:cNvSpPr/>
                <p:nvPr/>
              </p:nvSpPr>
              <p:spPr>
                <a:xfrm>
                  <a:off x="1038446" y="3340749"/>
                  <a:ext cx="191326" cy="177091"/>
                </a:xfrm>
                <a:custGeom>
                  <a:avLst/>
                  <a:gdLst>
                    <a:gd name="connsiteX0" fmla="*/ 88546 w 191326"/>
                    <a:gd name="connsiteY0" fmla="*/ 0 h 177091"/>
                    <a:gd name="connsiteX1" fmla="*/ 113887 w 191326"/>
                    <a:gd name="connsiteY1" fmla="*/ 25341 h 177091"/>
                    <a:gd name="connsiteX2" fmla="*/ 71474 w 191326"/>
                    <a:gd name="connsiteY2" fmla="*/ 67694 h 177091"/>
                    <a:gd name="connsiteX3" fmla="*/ 191327 w 191326"/>
                    <a:gd name="connsiteY3" fmla="*/ 67694 h 177091"/>
                    <a:gd name="connsiteX4" fmla="*/ 191327 w 191326"/>
                    <a:gd name="connsiteY4" fmla="*/ 106916 h 177091"/>
                    <a:gd name="connsiteX5" fmla="*/ 68934 w 191326"/>
                    <a:gd name="connsiteY5" fmla="*/ 106916 h 177091"/>
                    <a:gd name="connsiteX6" fmla="*/ 113887 w 191326"/>
                    <a:gd name="connsiteY6" fmla="*/ 151809 h 177091"/>
                    <a:gd name="connsiteX7" fmla="*/ 88546 w 191326"/>
                    <a:gd name="connsiteY7" fmla="*/ 177091 h 177091"/>
                    <a:gd name="connsiteX8" fmla="*/ 0 w 191326"/>
                    <a:gd name="connsiteY8" fmla="*/ 88546 h 177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326" h="177091">
                      <a:moveTo>
                        <a:pt x="88546" y="0"/>
                      </a:moveTo>
                      <a:lnTo>
                        <a:pt x="113887" y="25341"/>
                      </a:lnTo>
                      <a:lnTo>
                        <a:pt x="71474" y="67694"/>
                      </a:lnTo>
                      <a:lnTo>
                        <a:pt x="191327" y="67694"/>
                      </a:lnTo>
                      <a:lnTo>
                        <a:pt x="191327" y="106916"/>
                      </a:lnTo>
                      <a:lnTo>
                        <a:pt x="68934" y="106916"/>
                      </a:lnTo>
                      <a:lnTo>
                        <a:pt x="113887" y="151809"/>
                      </a:lnTo>
                      <a:lnTo>
                        <a:pt x="88546" y="177091"/>
                      </a:lnTo>
                      <a:lnTo>
                        <a:pt x="0" y="88546"/>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53" name="Freeform: Shape 1552">
                  <a:extLst>
                    <a:ext uri="{FF2B5EF4-FFF2-40B4-BE49-F238E27FC236}">
                      <a16:creationId xmlns:a16="http://schemas.microsoft.com/office/drawing/2014/main" id="{946F71DC-9574-D1DA-86E4-B5D376827385}"/>
                    </a:ext>
                  </a:extLst>
                </p:cNvPr>
                <p:cNvSpPr/>
                <p:nvPr/>
              </p:nvSpPr>
              <p:spPr>
                <a:xfrm>
                  <a:off x="5004626" y="1576512"/>
                  <a:ext cx="174374" cy="161437"/>
                </a:xfrm>
                <a:custGeom>
                  <a:avLst/>
                  <a:gdLst>
                    <a:gd name="connsiteX0" fmla="*/ 80690 w 174374"/>
                    <a:gd name="connsiteY0" fmla="*/ 0 h 161437"/>
                    <a:gd name="connsiteX1" fmla="*/ 103727 w 174374"/>
                    <a:gd name="connsiteY1" fmla="*/ 23037 h 161437"/>
                    <a:gd name="connsiteX2" fmla="*/ 65154 w 174374"/>
                    <a:gd name="connsiteY2" fmla="*/ 61669 h 161437"/>
                    <a:gd name="connsiteX3" fmla="*/ 174374 w 174374"/>
                    <a:gd name="connsiteY3" fmla="*/ 61669 h 161437"/>
                    <a:gd name="connsiteX4" fmla="*/ 174374 w 174374"/>
                    <a:gd name="connsiteY4" fmla="*/ 97406 h 161437"/>
                    <a:gd name="connsiteX5" fmla="*/ 62850 w 174374"/>
                    <a:gd name="connsiteY5" fmla="*/ 97406 h 161437"/>
                    <a:gd name="connsiteX6" fmla="*/ 103727 w 174374"/>
                    <a:gd name="connsiteY6" fmla="*/ 138341 h 161437"/>
                    <a:gd name="connsiteX7" fmla="*/ 80690 w 174374"/>
                    <a:gd name="connsiteY7" fmla="*/ 161438 h 161437"/>
                    <a:gd name="connsiteX8" fmla="*/ 0 w 174374"/>
                    <a:gd name="connsiteY8" fmla="*/ 80689 h 16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4374" h="161437">
                      <a:moveTo>
                        <a:pt x="80690" y="0"/>
                      </a:moveTo>
                      <a:lnTo>
                        <a:pt x="103727" y="23037"/>
                      </a:lnTo>
                      <a:lnTo>
                        <a:pt x="65154" y="61669"/>
                      </a:lnTo>
                      <a:lnTo>
                        <a:pt x="174374" y="61669"/>
                      </a:lnTo>
                      <a:lnTo>
                        <a:pt x="174374" y="97406"/>
                      </a:lnTo>
                      <a:lnTo>
                        <a:pt x="62850" y="97406"/>
                      </a:lnTo>
                      <a:lnTo>
                        <a:pt x="103727" y="138341"/>
                      </a:lnTo>
                      <a:lnTo>
                        <a:pt x="80690" y="161438"/>
                      </a:lnTo>
                      <a:lnTo>
                        <a:pt x="0" y="80689"/>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1554" name="Graphic 4773">
                  <a:extLst>
                    <a:ext uri="{FF2B5EF4-FFF2-40B4-BE49-F238E27FC236}">
                      <a16:creationId xmlns:a16="http://schemas.microsoft.com/office/drawing/2014/main" id="{FEF6D748-7C58-0C4E-B3B0-3E0876E67252}"/>
                    </a:ext>
                  </a:extLst>
                </p:cNvPr>
                <p:cNvGrpSpPr/>
                <p:nvPr/>
              </p:nvGrpSpPr>
              <p:grpSpPr>
                <a:xfrm>
                  <a:off x="457259" y="2897903"/>
                  <a:ext cx="526784" cy="117726"/>
                  <a:chOff x="457259" y="2897903"/>
                  <a:chExt cx="526784" cy="117726"/>
                </a:xfrm>
                <a:grpFill/>
              </p:grpSpPr>
              <p:sp>
                <p:nvSpPr>
                  <p:cNvPr id="1555" name="Freeform: Shape 1554">
                    <a:extLst>
                      <a:ext uri="{FF2B5EF4-FFF2-40B4-BE49-F238E27FC236}">
                        <a16:creationId xmlns:a16="http://schemas.microsoft.com/office/drawing/2014/main" id="{22E54CEE-4E62-70E3-8E9F-56EE57868762}"/>
                      </a:ext>
                    </a:extLst>
                  </p:cNvPr>
                  <p:cNvSpPr/>
                  <p:nvPr/>
                </p:nvSpPr>
                <p:spPr>
                  <a:xfrm>
                    <a:off x="882147" y="2924248"/>
                    <a:ext cx="8269" cy="9214"/>
                  </a:xfrm>
                  <a:custGeom>
                    <a:avLst/>
                    <a:gdLst>
                      <a:gd name="connsiteX0" fmla="*/ 0 w 8269"/>
                      <a:gd name="connsiteY0" fmla="*/ 3131 h 9214"/>
                      <a:gd name="connsiteX1" fmla="*/ 5316 w 8269"/>
                      <a:gd name="connsiteY1" fmla="*/ 0 h 9214"/>
                      <a:gd name="connsiteX2" fmla="*/ 8270 w 8269"/>
                      <a:gd name="connsiteY2" fmla="*/ 5139 h 9214"/>
                      <a:gd name="connsiteX3" fmla="*/ 5907 w 8269"/>
                      <a:gd name="connsiteY3" fmla="*/ 6498 h 9214"/>
                      <a:gd name="connsiteX4" fmla="*/ 5907 w 8269"/>
                      <a:gd name="connsiteY4" fmla="*/ 9215 h 9214"/>
                      <a:gd name="connsiteX5" fmla="*/ 0 w 8269"/>
                      <a:gd name="connsiteY5" fmla="*/ 9215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0" y="3131"/>
                        </a:moveTo>
                        <a:lnTo>
                          <a:pt x="5316" y="0"/>
                        </a:lnTo>
                        <a:lnTo>
                          <a:pt x="8270" y="5139"/>
                        </a:lnTo>
                        <a:lnTo>
                          <a:pt x="5907" y="6498"/>
                        </a:lnTo>
                        <a:lnTo>
                          <a:pt x="5907" y="9215"/>
                        </a:lnTo>
                        <a:lnTo>
                          <a:pt x="0" y="9215"/>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56" name="Freeform: Shape 1555">
                    <a:extLst>
                      <a:ext uri="{FF2B5EF4-FFF2-40B4-BE49-F238E27FC236}">
                        <a16:creationId xmlns:a16="http://schemas.microsoft.com/office/drawing/2014/main" id="{6FEC71D2-150C-1C3F-AC6F-BA900B195AAC}"/>
                      </a:ext>
                    </a:extLst>
                  </p:cNvPr>
                  <p:cNvSpPr/>
                  <p:nvPr/>
                </p:nvSpPr>
                <p:spPr>
                  <a:xfrm rot="-1800341">
                    <a:off x="896354" y="2917003"/>
                    <a:ext cx="9333" cy="5907"/>
                  </a:xfrm>
                  <a:custGeom>
                    <a:avLst/>
                    <a:gdLst>
                      <a:gd name="connsiteX0" fmla="*/ 0 w 9333"/>
                      <a:gd name="connsiteY0" fmla="*/ 0 h 5907"/>
                      <a:gd name="connsiteX1" fmla="*/ 9333 w 9333"/>
                      <a:gd name="connsiteY1" fmla="*/ 0 h 5907"/>
                      <a:gd name="connsiteX2" fmla="*/ 9333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3" y="0"/>
                        </a:lnTo>
                        <a:lnTo>
                          <a:pt x="9333" y="5907"/>
                        </a:lnTo>
                        <a:lnTo>
                          <a:pt x="0" y="590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57" name="Freeform: Shape 1556">
                    <a:extLst>
                      <a:ext uri="{FF2B5EF4-FFF2-40B4-BE49-F238E27FC236}">
                        <a16:creationId xmlns:a16="http://schemas.microsoft.com/office/drawing/2014/main" id="{B617D3F5-CA7C-AAC0-ED30-A353FB6D5C8D}"/>
                      </a:ext>
                    </a:extLst>
                  </p:cNvPr>
                  <p:cNvSpPr/>
                  <p:nvPr/>
                </p:nvSpPr>
                <p:spPr>
                  <a:xfrm>
                    <a:off x="911682" y="2905641"/>
                    <a:ext cx="10986" cy="9805"/>
                  </a:xfrm>
                  <a:custGeom>
                    <a:avLst/>
                    <a:gdLst>
                      <a:gd name="connsiteX0" fmla="*/ 8033 w 10986"/>
                      <a:gd name="connsiteY0" fmla="*/ 0 h 9805"/>
                      <a:gd name="connsiteX1" fmla="*/ 10987 w 10986"/>
                      <a:gd name="connsiteY1" fmla="*/ 5139 h 9805"/>
                      <a:gd name="connsiteX2" fmla="*/ 2953 w 10986"/>
                      <a:gd name="connsiteY2" fmla="*/ 9806 h 9805"/>
                      <a:gd name="connsiteX3" fmla="*/ 0 w 10986"/>
                      <a:gd name="connsiteY3" fmla="*/ 4667 h 9805"/>
                    </a:gdLst>
                    <a:ahLst/>
                    <a:cxnLst>
                      <a:cxn ang="0">
                        <a:pos x="connsiteX0" y="connsiteY0"/>
                      </a:cxn>
                      <a:cxn ang="0">
                        <a:pos x="connsiteX1" y="connsiteY1"/>
                      </a:cxn>
                      <a:cxn ang="0">
                        <a:pos x="connsiteX2" y="connsiteY2"/>
                      </a:cxn>
                      <a:cxn ang="0">
                        <a:pos x="connsiteX3" y="connsiteY3"/>
                      </a:cxn>
                    </a:cxnLst>
                    <a:rect l="l" t="t" r="r" b="b"/>
                    <a:pathLst>
                      <a:path w="10986" h="9805">
                        <a:moveTo>
                          <a:pt x="8033" y="0"/>
                        </a:moveTo>
                        <a:lnTo>
                          <a:pt x="10987" y="5139"/>
                        </a:lnTo>
                        <a:lnTo>
                          <a:pt x="2953" y="9806"/>
                        </a:lnTo>
                        <a:lnTo>
                          <a:pt x="0" y="466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58" name="Freeform: Shape 1557">
                    <a:extLst>
                      <a:ext uri="{FF2B5EF4-FFF2-40B4-BE49-F238E27FC236}">
                        <a16:creationId xmlns:a16="http://schemas.microsoft.com/office/drawing/2014/main" id="{801EB536-145C-7EB5-9E66-938BE444EA5B}"/>
                      </a:ext>
                    </a:extLst>
                  </p:cNvPr>
                  <p:cNvSpPr/>
                  <p:nvPr/>
                </p:nvSpPr>
                <p:spPr>
                  <a:xfrm>
                    <a:off x="927808" y="2897903"/>
                    <a:ext cx="10632" cy="8210"/>
                  </a:xfrm>
                  <a:custGeom>
                    <a:avLst/>
                    <a:gdLst>
                      <a:gd name="connsiteX0" fmla="*/ 5257 w 10632"/>
                      <a:gd name="connsiteY0" fmla="*/ 0 h 8210"/>
                      <a:gd name="connsiteX1" fmla="*/ 10632 w 10632"/>
                      <a:gd name="connsiteY1" fmla="*/ 3072 h 8210"/>
                      <a:gd name="connsiteX2" fmla="*/ 7679 w 10632"/>
                      <a:gd name="connsiteY2" fmla="*/ 8211 h 8210"/>
                      <a:gd name="connsiteX3" fmla="*/ 5257 w 10632"/>
                      <a:gd name="connsiteY3" fmla="*/ 6852 h 8210"/>
                      <a:gd name="connsiteX4" fmla="*/ 2953 w 10632"/>
                      <a:gd name="connsiteY4" fmla="*/ 8211 h 8210"/>
                      <a:gd name="connsiteX5" fmla="*/ 0 w 10632"/>
                      <a:gd name="connsiteY5" fmla="*/ 3072 h 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10">
                        <a:moveTo>
                          <a:pt x="5257" y="0"/>
                        </a:moveTo>
                        <a:lnTo>
                          <a:pt x="10632" y="3072"/>
                        </a:lnTo>
                        <a:lnTo>
                          <a:pt x="7679" y="8211"/>
                        </a:lnTo>
                        <a:lnTo>
                          <a:pt x="5257" y="6852"/>
                        </a:lnTo>
                        <a:lnTo>
                          <a:pt x="2953" y="8211"/>
                        </a:lnTo>
                        <a:lnTo>
                          <a:pt x="0" y="3072"/>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59" name="Freeform: Shape 1558">
                    <a:extLst>
                      <a:ext uri="{FF2B5EF4-FFF2-40B4-BE49-F238E27FC236}">
                        <a16:creationId xmlns:a16="http://schemas.microsoft.com/office/drawing/2014/main" id="{12A1A3F7-4970-F4DA-72D8-8FED3E2A7B79}"/>
                      </a:ext>
                    </a:extLst>
                  </p:cNvPr>
                  <p:cNvSpPr/>
                  <p:nvPr/>
                </p:nvSpPr>
                <p:spPr>
                  <a:xfrm>
                    <a:off x="959647" y="2914915"/>
                    <a:ext cx="11046" cy="9805"/>
                  </a:xfrm>
                  <a:custGeom>
                    <a:avLst/>
                    <a:gdLst>
                      <a:gd name="connsiteX0" fmla="*/ 2953 w 11046"/>
                      <a:gd name="connsiteY0" fmla="*/ 0 h 9805"/>
                      <a:gd name="connsiteX1" fmla="*/ 11046 w 11046"/>
                      <a:gd name="connsiteY1" fmla="*/ 4726 h 9805"/>
                      <a:gd name="connsiteX2" fmla="*/ 8033 w 11046"/>
                      <a:gd name="connsiteY2" fmla="*/ 9806 h 9805"/>
                      <a:gd name="connsiteX3" fmla="*/ 0 w 11046"/>
                      <a:gd name="connsiteY3" fmla="*/ 5139 h 9805"/>
                    </a:gdLst>
                    <a:ahLst/>
                    <a:cxnLst>
                      <a:cxn ang="0">
                        <a:pos x="connsiteX0" y="connsiteY0"/>
                      </a:cxn>
                      <a:cxn ang="0">
                        <a:pos x="connsiteX1" y="connsiteY1"/>
                      </a:cxn>
                      <a:cxn ang="0">
                        <a:pos x="connsiteX2" y="connsiteY2"/>
                      </a:cxn>
                      <a:cxn ang="0">
                        <a:pos x="connsiteX3" y="connsiteY3"/>
                      </a:cxn>
                    </a:cxnLst>
                    <a:rect l="l" t="t" r="r" b="b"/>
                    <a:pathLst>
                      <a:path w="11046" h="9805">
                        <a:moveTo>
                          <a:pt x="2953" y="0"/>
                        </a:moveTo>
                        <a:lnTo>
                          <a:pt x="11046" y="4726"/>
                        </a:lnTo>
                        <a:lnTo>
                          <a:pt x="8033" y="9806"/>
                        </a:lnTo>
                        <a:lnTo>
                          <a:pt x="0" y="5139"/>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60" name="Freeform: Shape 1559">
                    <a:extLst>
                      <a:ext uri="{FF2B5EF4-FFF2-40B4-BE49-F238E27FC236}">
                        <a16:creationId xmlns:a16="http://schemas.microsoft.com/office/drawing/2014/main" id="{878B380C-F8E6-8051-9E82-BD80533F4CF1}"/>
                      </a:ext>
                    </a:extLst>
                  </p:cNvPr>
                  <p:cNvSpPr/>
                  <p:nvPr/>
                </p:nvSpPr>
                <p:spPr>
                  <a:xfrm rot="-3600896">
                    <a:off x="946174" y="2906009"/>
                    <a:ext cx="5907" cy="9274"/>
                  </a:xfrm>
                  <a:custGeom>
                    <a:avLst/>
                    <a:gdLst>
                      <a:gd name="connsiteX0" fmla="*/ 0 w 5907"/>
                      <a:gd name="connsiteY0" fmla="*/ 0 h 9274"/>
                      <a:gd name="connsiteX1" fmla="*/ 5907 w 5907"/>
                      <a:gd name="connsiteY1" fmla="*/ 0 h 9274"/>
                      <a:gd name="connsiteX2" fmla="*/ 5907 w 5907"/>
                      <a:gd name="connsiteY2" fmla="*/ 9275 h 9274"/>
                      <a:gd name="connsiteX3" fmla="*/ 0 w 5907"/>
                      <a:gd name="connsiteY3" fmla="*/ 9275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5"/>
                        </a:lnTo>
                        <a:lnTo>
                          <a:pt x="0" y="9275"/>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61" name="Freeform: Shape 1560">
                    <a:extLst>
                      <a:ext uri="{FF2B5EF4-FFF2-40B4-BE49-F238E27FC236}">
                        <a16:creationId xmlns:a16="http://schemas.microsoft.com/office/drawing/2014/main" id="{6F899072-520D-3502-CF78-12C5F698E45B}"/>
                      </a:ext>
                    </a:extLst>
                  </p:cNvPr>
                  <p:cNvSpPr/>
                  <p:nvPr/>
                </p:nvSpPr>
                <p:spPr>
                  <a:xfrm>
                    <a:off x="975773" y="2924248"/>
                    <a:ext cx="8269" cy="9214"/>
                  </a:xfrm>
                  <a:custGeom>
                    <a:avLst/>
                    <a:gdLst>
                      <a:gd name="connsiteX0" fmla="*/ 2953 w 8269"/>
                      <a:gd name="connsiteY0" fmla="*/ 0 h 9214"/>
                      <a:gd name="connsiteX1" fmla="*/ 8270 w 8269"/>
                      <a:gd name="connsiteY1" fmla="*/ 3131 h 9214"/>
                      <a:gd name="connsiteX2" fmla="*/ 8270 w 8269"/>
                      <a:gd name="connsiteY2" fmla="*/ 9215 h 9214"/>
                      <a:gd name="connsiteX3" fmla="*/ 2304 w 8269"/>
                      <a:gd name="connsiteY3" fmla="*/ 9215 h 9214"/>
                      <a:gd name="connsiteX4" fmla="*/ 2304 w 8269"/>
                      <a:gd name="connsiteY4" fmla="*/ 6498 h 9214"/>
                      <a:gd name="connsiteX5" fmla="*/ 0 w 8269"/>
                      <a:gd name="connsiteY5" fmla="*/ 5139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2953" y="0"/>
                        </a:moveTo>
                        <a:lnTo>
                          <a:pt x="8270" y="3131"/>
                        </a:lnTo>
                        <a:lnTo>
                          <a:pt x="8270" y="9215"/>
                        </a:lnTo>
                        <a:lnTo>
                          <a:pt x="2304" y="9215"/>
                        </a:lnTo>
                        <a:lnTo>
                          <a:pt x="2304" y="6498"/>
                        </a:lnTo>
                        <a:lnTo>
                          <a:pt x="0" y="5139"/>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62" name="Freeform: Shape 1561">
                    <a:extLst>
                      <a:ext uri="{FF2B5EF4-FFF2-40B4-BE49-F238E27FC236}">
                        <a16:creationId xmlns:a16="http://schemas.microsoft.com/office/drawing/2014/main" id="{5952ADC7-21C1-4422-10A8-086E76904911}"/>
                      </a:ext>
                    </a:extLst>
                  </p:cNvPr>
                  <p:cNvSpPr/>
                  <p:nvPr/>
                </p:nvSpPr>
                <p:spPr>
                  <a:xfrm>
                    <a:off x="978077" y="2961403"/>
                    <a:ext cx="5966" cy="9273"/>
                  </a:xfrm>
                  <a:custGeom>
                    <a:avLst/>
                    <a:gdLst>
                      <a:gd name="connsiteX0" fmla="*/ 0 w 5966"/>
                      <a:gd name="connsiteY0" fmla="*/ 0 h 9273"/>
                      <a:gd name="connsiteX1" fmla="*/ 5966 w 5966"/>
                      <a:gd name="connsiteY1" fmla="*/ 0 h 9273"/>
                      <a:gd name="connsiteX2" fmla="*/ 5966 w 5966"/>
                      <a:gd name="connsiteY2" fmla="*/ 9274 h 9273"/>
                      <a:gd name="connsiteX3" fmla="*/ 0 w 5966"/>
                      <a:gd name="connsiteY3" fmla="*/ 9274 h 9273"/>
                    </a:gdLst>
                    <a:ahLst/>
                    <a:cxnLst>
                      <a:cxn ang="0">
                        <a:pos x="connsiteX0" y="connsiteY0"/>
                      </a:cxn>
                      <a:cxn ang="0">
                        <a:pos x="connsiteX1" y="connsiteY1"/>
                      </a:cxn>
                      <a:cxn ang="0">
                        <a:pos x="connsiteX2" y="connsiteY2"/>
                      </a:cxn>
                      <a:cxn ang="0">
                        <a:pos x="connsiteX3" y="connsiteY3"/>
                      </a:cxn>
                    </a:cxnLst>
                    <a:rect l="l" t="t" r="r" b="b"/>
                    <a:pathLst>
                      <a:path w="5966" h="9273">
                        <a:moveTo>
                          <a:pt x="0" y="0"/>
                        </a:moveTo>
                        <a:lnTo>
                          <a:pt x="5966" y="0"/>
                        </a:lnTo>
                        <a:lnTo>
                          <a:pt x="5966" y="9274"/>
                        </a:lnTo>
                        <a:lnTo>
                          <a:pt x="0" y="9274"/>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63" name="Freeform: Shape 1562">
                    <a:extLst>
                      <a:ext uri="{FF2B5EF4-FFF2-40B4-BE49-F238E27FC236}">
                        <a16:creationId xmlns:a16="http://schemas.microsoft.com/office/drawing/2014/main" id="{9CBDB15B-89DF-6949-E254-083D5C9C3665}"/>
                      </a:ext>
                    </a:extLst>
                  </p:cNvPr>
                  <p:cNvSpPr/>
                  <p:nvPr/>
                </p:nvSpPr>
                <p:spPr>
                  <a:xfrm>
                    <a:off x="978077" y="2942796"/>
                    <a:ext cx="5966" cy="9333"/>
                  </a:xfrm>
                  <a:custGeom>
                    <a:avLst/>
                    <a:gdLst>
                      <a:gd name="connsiteX0" fmla="*/ 0 w 5966"/>
                      <a:gd name="connsiteY0" fmla="*/ 0 h 9333"/>
                      <a:gd name="connsiteX1" fmla="*/ 5966 w 5966"/>
                      <a:gd name="connsiteY1" fmla="*/ 0 h 9333"/>
                      <a:gd name="connsiteX2" fmla="*/ 5966 w 5966"/>
                      <a:gd name="connsiteY2" fmla="*/ 9333 h 9333"/>
                      <a:gd name="connsiteX3" fmla="*/ 0 w 5966"/>
                      <a:gd name="connsiteY3" fmla="*/ 9333 h 9333"/>
                    </a:gdLst>
                    <a:ahLst/>
                    <a:cxnLst>
                      <a:cxn ang="0">
                        <a:pos x="connsiteX0" y="connsiteY0"/>
                      </a:cxn>
                      <a:cxn ang="0">
                        <a:pos x="connsiteX1" y="connsiteY1"/>
                      </a:cxn>
                      <a:cxn ang="0">
                        <a:pos x="connsiteX2" y="connsiteY2"/>
                      </a:cxn>
                      <a:cxn ang="0">
                        <a:pos x="connsiteX3" y="connsiteY3"/>
                      </a:cxn>
                    </a:cxnLst>
                    <a:rect l="l" t="t" r="r" b="b"/>
                    <a:pathLst>
                      <a:path w="5966" h="9333">
                        <a:moveTo>
                          <a:pt x="0" y="0"/>
                        </a:moveTo>
                        <a:lnTo>
                          <a:pt x="5966" y="0"/>
                        </a:lnTo>
                        <a:lnTo>
                          <a:pt x="5966" y="9333"/>
                        </a:lnTo>
                        <a:lnTo>
                          <a:pt x="0" y="9333"/>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64" name="Freeform: Shape 1563">
                    <a:extLst>
                      <a:ext uri="{FF2B5EF4-FFF2-40B4-BE49-F238E27FC236}">
                        <a16:creationId xmlns:a16="http://schemas.microsoft.com/office/drawing/2014/main" id="{A5517735-DAED-26E6-9E3B-F6283651FD52}"/>
                      </a:ext>
                    </a:extLst>
                  </p:cNvPr>
                  <p:cNvSpPr/>
                  <p:nvPr/>
                </p:nvSpPr>
                <p:spPr>
                  <a:xfrm>
                    <a:off x="975773" y="2980010"/>
                    <a:ext cx="8269" cy="9214"/>
                  </a:xfrm>
                  <a:custGeom>
                    <a:avLst/>
                    <a:gdLst>
                      <a:gd name="connsiteX0" fmla="*/ 8270 w 8269"/>
                      <a:gd name="connsiteY0" fmla="*/ 6143 h 9214"/>
                      <a:gd name="connsiteX1" fmla="*/ 2953 w 8269"/>
                      <a:gd name="connsiteY1" fmla="*/ 9215 h 9214"/>
                      <a:gd name="connsiteX2" fmla="*/ 0 w 8269"/>
                      <a:gd name="connsiteY2" fmla="*/ 4135 h 9214"/>
                      <a:gd name="connsiteX3" fmla="*/ 2304 w 8269"/>
                      <a:gd name="connsiteY3" fmla="*/ 2776 h 9214"/>
                      <a:gd name="connsiteX4" fmla="*/ 2304 w 8269"/>
                      <a:gd name="connsiteY4" fmla="*/ 0 h 9214"/>
                      <a:gd name="connsiteX5" fmla="*/ 8270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8270" y="6143"/>
                        </a:moveTo>
                        <a:lnTo>
                          <a:pt x="2953" y="9215"/>
                        </a:lnTo>
                        <a:lnTo>
                          <a:pt x="0" y="4135"/>
                        </a:lnTo>
                        <a:lnTo>
                          <a:pt x="2304" y="2776"/>
                        </a:lnTo>
                        <a:lnTo>
                          <a:pt x="2304" y="0"/>
                        </a:lnTo>
                        <a:lnTo>
                          <a:pt x="827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65" name="Freeform: Shape 1564">
                    <a:extLst>
                      <a:ext uri="{FF2B5EF4-FFF2-40B4-BE49-F238E27FC236}">
                        <a16:creationId xmlns:a16="http://schemas.microsoft.com/office/drawing/2014/main" id="{47E50A84-6932-3647-2244-7651E18C1B37}"/>
                      </a:ext>
                    </a:extLst>
                  </p:cNvPr>
                  <p:cNvSpPr/>
                  <p:nvPr/>
                </p:nvSpPr>
                <p:spPr>
                  <a:xfrm rot="-1801109">
                    <a:off x="960619" y="2990764"/>
                    <a:ext cx="9274" cy="5907"/>
                  </a:xfrm>
                  <a:custGeom>
                    <a:avLst/>
                    <a:gdLst>
                      <a:gd name="connsiteX0" fmla="*/ 0 w 9274"/>
                      <a:gd name="connsiteY0" fmla="*/ 0 h 5907"/>
                      <a:gd name="connsiteX1" fmla="*/ 9274 w 9274"/>
                      <a:gd name="connsiteY1" fmla="*/ 0 h 5907"/>
                      <a:gd name="connsiteX2" fmla="*/ 9274 w 9274"/>
                      <a:gd name="connsiteY2" fmla="*/ 5907 h 5907"/>
                      <a:gd name="connsiteX3" fmla="*/ 0 w 9274"/>
                      <a:gd name="connsiteY3" fmla="*/ 5907 h 5907"/>
                    </a:gdLst>
                    <a:ahLst/>
                    <a:cxnLst>
                      <a:cxn ang="0">
                        <a:pos x="connsiteX0" y="connsiteY0"/>
                      </a:cxn>
                      <a:cxn ang="0">
                        <a:pos x="connsiteX1" y="connsiteY1"/>
                      </a:cxn>
                      <a:cxn ang="0">
                        <a:pos x="connsiteX2" y="connsiteY2"/>
                      </a:cxn>
                      <a:cxn ang="0">
                        <a:pos x="connsiteX3" y="connsiteY3"/>
                      </a:cxn>
                    </a:cxnLst>
                    <a:rect l="l" t="t" r="r" b="b"/>
                    <a:pathLst>
                      <a:path w="9274" h="5907">
                        <a:moveTo>
                          <a:pt x="0" y="0"/>
                        </a:moveTo>
                        <a:lnTo>
                          <a:pt x="9274" y="0"/>
                        </a:lnTo>
                        <a:lnTo>
                          <a:pt x="9274" y="5907"/>
                        </a:lnTo>
                        <a:lnTo>
                          <a:pt x="0" y="590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66" name="Freeform: Shape 1565">
                    <a:extLst>
                      <a:ext uri="{FF2B5EF4-FFF2-40B4-BE49-F238E27FC236}">
                        <a16:creationId xmlns:a16="http://schemas.microsoft.com/office/drawing/2014/main" id="{B82D4BED-BD0D-7605-1F29-EED1DE9516EE}"/>
                      </a:ext>
                    </a:extLst>
                  </p:cNvPr>
                  <p:cNvSpPr/>
                  <p:nvPr/>
                </p:nvSpPr>
                <p:spPr>
                  <a:xfrm rot="-1806651">
                    <a:off x="944560" y="3000057"/>
                    <a:ext cx="9333" cy="5907"/>
                  </a:xfrm>
                  <a:custGeom>
                    <a:avLst/>
                    <a:gdLst>
                      <a:gd name="connsiteX0" fmla="*/ 0 w 9333"/>
                      <a:gd name="connsiteY0" fmla="*/ 0 h 5907"/>
                      <a:gd name="connsiteX1" fmla="*/ 9334 w 9333"/>
                      <a:gd name="connsiteY1" fmla="*/ 0 h 5907"/>
                      <a:gd name="connsiteX2" fmla="*/ 9334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4" y="0"/>
                        </a:lnTo>
                        <a:lnTo>
                          <a:pt x="9334" y="5907"/>
                        </a:lnTo>
                        <a:lnTo>
                          <a:pt x="0" y="590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67" name="Freeform: Shape 1566">
                    <a:extLst>
                      <a:ext uri="{FF2B5EF4-FFF2-40B4-BE49-F238E27FC236}">
                        <a16:creationId xmlns:a16="http://schemas.microsoft.com/office/drawing/2014/main" id="{809EF164-E92B-3690-948F-29895559FDCC}"/>
                      </a:ext>
                    </a:extLst>
                  </p:cNvPr>
                  <p:cNvSpPr/>
                  <p:nvPr/>
                </p:nvSpPr>
                <p:spPr>
                  <a:xfrm>
                    <a:off x="927808" y="3007359"/>
                    <a:ext cx="10632" cy="8269"/>
                  </a:xfrm>
                  <a:custGeom>
                    <a:avLst/>
                    <a:gdLst>
                      <a:gd name="connsiteX0" fmla="*/ 5257 w 10632"/>
                      <a:gd name="connsiteY0" fmla="*/ 1418 h 8269"/>
                      <a:gd name="connsiteX1" fmla="*/ 7679 w 10632"/>
                      <a:gd name="connsiteY1" fmla="*/ 0 h 8269"/>
                      <a:gd name="connsiteX2" fmla="*/ 10632 w 10632"/>
                      <a:gd name="connsiteY2" fmla="*/ 5139 h 8269"/>
                      <a:gd name="connsiteX3" fmla="*/ 5257 w 10632"/>
                      <a:gd name="connsiteY3" fmla="*/ 8270 h 8269"/>
                      <a:gd name="connsiteX4" fmla="*/ 0 w 10632"/>
                      <a:gd name="connsiteY4" fmla="*/ 5139 h 8269"/>
                      <a:gd name="connsiteX5" fmla="*/ 2953 w 10632"/>
                      <a:gd name="connsiteY5" fmla="*/ 0 h 8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69">
                        <a:moveTo>
                          <a:pt x="5257" y="1418"/>
                        </a:moveTo>
                        <a:lnTo>
                          <a:pt x="7679" y="0"/>
                        </a:lnTo>
                        <a:lnTo>
                          <a:pt x="10632" y="5139"/>
                        </a:lnTo>
                        <a:lnTo>
                          <a:pt x="5257" y="8270"/>
                        </a:lnTo>
                        <a:lnTo>
                          <a:pt x="0" y="5139"/>
                        </a:lnTo>
                        <a:lnTo>
                          <a:pt x="2953"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68" name="Freeform: Shape 1567">
                    <a:extLst>
                      <a:ext uri="{FF2B5EF4-FFF2-40B4-BE49-F238E27FC236}">
                        <a16:creationId xmlns:a16="http://schemas.microsoft.com/office/drawing/2014/main" id="{5AE0E86D-3B00-CF92-14BE-DC1349FB009A}"/>
                      </a:ext>
                    </a:extLst>
                  </p:cNvPr>
                  <p:cNvSpPr/>
                  <p:nvPr/>
                </p:nvSpPr>
                <p:spPr>
                  <a:xfrm rot="-3604434">
                    <a:off x="898141" y="2989017"/>
                    <a:ext cx="5966" cy="9274"/>
                  </a:xfrm>
                  <a:custGeom>
                    <a:avLst/>
                    <a:gdLst>
                      <a:gd name="connsiteX0" fmla="*/ 0 w 5966"/>
                      <a:gd name="connsiteY0" fmla="*/ 0 h 9274"/>
                      <a:gd name="connsiteX1" fmla="*/ 5966 w 5966"/>
                      <a:gd name="connsiteY1" fmla="*/ 0 h 9274"/>
                      <a:gd name="connsiteX2" fmla="*/ 5966 w 5966"/>
                      <a:gd name="connsiteY2" fmla="*/ 9274 h 9274"/>
                      <a:gd name="connsiteX3" fmla="*/ 0 w 5966"/>
                      <a:gd name="connsiteY3" fmla="*/ 9274 h 9274"/>
                    </a:gdLst>
                    <a:ahLst/>
                    <a:cxnLst>
                      <a:cxn ang="0">
                        <a:pos x="connsiteX0" y="connsiteY0"/>
                      </a:cxn>
                      <a:cxn ang="0">
                        <a:pos x="connsiteX1" y="connsiteY1"/>
                      </a:cxn>
                      <a:cxn ang="0">
                        <a:pos x="connsiteX2" y="connsiteY2"/>
                      </a:cxn>
                      <a:cxn ang="0">
                        <a:pos x="connsiteX3" y="connsiteY3"/>
                      </a:cxn>
                    </a:cxnLst>
                    <a:rect l="l" t="t" r="r" b="b"/>
                    <a:pathLst>
                      <a:path w="5966" h="9274">
                        <a:moveTo>
                          <a:pt x="0" y="0"/>
                        </a:moveTo>
                        <a:lnTo>
                          <a:pt x="5966" y="0"/>
                        </a:lnTo>
                        <a:lnTo>
                          <a:pt x="5966" y="9274"/>
                        </a:lnTo>
                        <a:lnTo>
                          <a:pt x="0" y="9274"/>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69" name="Freeform: Shape 1568">
                    <a:extLst>
                      <a:ext uri="{FF2B5EF4-FFF2-40B4-BE49-F238E27FC236}">
                        <a16:creationId xmlns:a16="http://schemas.microsoft.com/office/drawing/2014/main" id="{A67DAEF3-CBF6-A839-C310-25EBB360823A}"/>
                      </a:ext>
                    </a:extLst>
                  </p:cNvPr>
                  <p:cNvSpPr/>
                  <p:nvPr/>
                </p:nvSpPr>
                <p:spPr>
                  <a:xfrm rot="-3587633">
                    <a:off x="914188" y="2998227"/>
                    <a:ext cx="5906" cy="9332"/>
                  </a:xfrm>
                  <a:custGeom>
                    <a:avLst/>
                    <a:gdLst>
                      <a:gd name="connsiteX0" fmla="*/ 0 w 5906"/>
                      <a:gd name="connsiteY0" fmla="*/ 0 h 9332"/>
                      <a:gd name="connsiteX1" fmla="*/ 5907 w 5906"/>
                      <a:gd name="connsiteY1" fmla="*/ 0 h 9332"/>
                      <a:gd name="connsiteX2" fmla="*/ 5907 w 5906"/>
                      <a:gd name="connsiteY2" fmla="*/ 9333 h 9332"/>
                      <a:gd name="connsiteX3" fmla="*/ 0 w 5906"/>
                      <a:gd name="connsiteY3" fmla="*/ 9333 h 9332"/>
                    </a:gdLst>
                    <a:ahLst/>
                    <a:cxnLst>
                      <a:cxn ang="0">
                        <a:pos x="connsiteX0" y="connsiteY0"/>
                      </a:cxn>
                      <a:cxn ang="0">
                        <a:pos x="connsiteX1" y="connsiteY1"/>
                      </a:cxn>
                      <a:cxn ang="0">
                        <a:pos x="connsiteX2" y="connsiteY2"/>
                      </a:cxn>
                      <a:cxn ang="0">
                        <a:pos x="connsiteX3" y="connsiteY3"/>
                      </a:cxn>
                    </a:cxnLst>
                    <a:rect l="l" t="t" r="r" b="b"/>
                    <a:pathLst>
                      <a:path w="5906" h="9332">
                        <a:moveTo>
                          <a:pt x="0" y="0"/>
                        </a:moveTo>
                        <a:lnTo>
                          <a:pt x="5907" y="0"/>
                        </a:lnTo>
                        <a:lnTo>
                          <a:pt x="5907" y="9333"/>
                        </a:lnTo>
                        <a:lnTo>
                          <a:pt x="0" y="9333"/>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70" name="Freeform: Shape 1569">
                    <a:extLst>
                      <a:ext uri="{FF2B5EF4-FFF2-40B4-BE49-F238E27FC236}">
                        <a16:creationId xmlns:a16="http://schemas.microsoft.com/office/drawing/2014/main" id="{AE3745A1-51E1-22F9-EE6D-4C211B1D0BA2}"/>
                      </a:ext>
                    </a:extLst>
                  </p:cNvPr>
                  <p:cNvSpPr/>
                  <p:nvPr/>
                </p:nvSpPr>
                <p:spPr>
                  <a:xfrm>
                    <a:off x="882147" y="2980010"/>
                    <a:ext cx="8269" cy="9214"/>
                  </a:xfrm>
                  <a:custGeom>
                    <a:avLst/>
                    <a:gdLst>
                      <a:gd name="connsiteX0" fmla="*/ 5907 w 8269"/>
                      <a:gd name="connsiteY0" fmla="*/ 2776 h 9214"/>
                      <a:gd name="connsiteX1" fmla="*/ 8270 w 8269"/>
                      <a:gd name="connsiteY1" fmla="*/ 4135 h 9214"/>
                      <a:gd name="connsiteX2" fmla="*/ 5316 w 8269"/>
                      <a:gd name="connsiteY2" fmla="*/ 9215 h 9214"/>
                      <a:gd name="connsiteX3" fmla="*/ 0 w 8269"/>
                      <a:gd name="connsiteY3" fmla="*/ 6143 h 9214"/>
                      <a:gd name="connsiteX4" fmla="*/ 0 w 8269"/>
                      <a:gd name="connsiteY4" fmla="*/ 0 h 9214"/>
                      <a:gd name="connsiteX5" fmla="*/ 5907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5907" y="2776"/>
                        </a:moveTo>
                        <a:lnTo>
                          <a:pt x="8270" y="4135"/>
                        </a:lnTo>
                        <a:lnTo>
                          <a:pt x="5316" y="9215"/>
                        </a:lnTo>
                        <a:lnTo>
                          <a:pt x="0" y="6143"/>
                        </a:lnTo>
                        <a:lnTo>
                          <a:pt x="0" y="0"/>
                        </a:lnTo>
                        <a:lnTo>
                          <a:pt x="5907"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71" name="Freeform: Shape 1570">
                    <a:extLst>
                      <a:ext uri="{FF2B5EF4-FFF2-40B4-BE49-F238E27FC236}">
                        <a16:creationId xmlns:a16="http://schemas.microsoft.com/office/drawing/2014/main" id="{D9B6213C-B839-C314-6666-0ADC46EB8D78}"/>
                      </a:ext>
                    </a:extLst>
                  </p:cNvPr>
                  <p:cNvSpPr/>
                  <p:nvPr/>
                </p:nvSpPr>
                <p:spPr>
                  <a:xfrm rot="-23376">
                    <a:off x="882168" y="2961460"/>
                    <a:ext cx="5907" cy="9274"/>
                  </a:xfrm>
                  <a:custGeom>
                    <a:avLst/>
                    <a:gdLst>
                      <a:gd name="connsiteX0" fmla="*/ 0 w 5907"/>
                      <a:gd name="connsiteY0" fmla="*/ 0 h 9274"/>
                      <a:gd name="connsiteX1" fmla="*/ 5907 w 5907"/>
                      <a:gd name="connsiteY1" fmla="*/ 0 h 9274"/>
                      <a:gd name="connsiteX2" fmla="*/ 5907 w 5907"/>
                      <a:gd name="connsiteY2" fmla="*/ 9274 h 9274"/>
                      <a:gd name="connsiteX3" fmla="*/ 0 w 5907"/>
                      <a:gd name="connsiteY3" fmla="*/ 9274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4"/>
                        </a:lnTo>
                        <a:lnTo>
                          <a:pt x="0" y="9274"/>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72" name="Freeform: Shape 1571">
                    <a:extLst>
                      <a:ext uri="{FF2B5EF4-FFF2-40B4-BE49-F238E27FC236}">
                        <a16:creationId xmlns:a16="http://schemas.microsoft.com/office/drawing/2014/main" id="{90D8AC57-18B8-B77E-7946-D0B7FB84A14D}"/>
                      </a:ext>
                    </a:extLst>
                  </p:cNvPr>
                  <p:cNvSpPr/>
                  <p:nvPr/>
                </p:nvSpPr>
                <p:spPr>
                  <a:xfrm rot="-5391765">
                    <a:off x="880458" y="2944505"/>
                    <a:ext cx="9333" cy="5906"/>
                  </a:xfrm>
                  <a:custGeom>
                    <a:avLst/>
                    <a:gdLst>
                      <a:gd name="connsiteX0" fmla="*/ 0 w 9333"/>
                      <a:gd name="connsiteY0" fmla="*/ 0 h 5906"/>
                      <a:gd name="connsiteX1" fmla="*/ 9333 w 9333"/>
                      <a:gd name="connsiteY1" fmla="*/ 0 h 5906"/>
                      <a:gd name="connsiteX2" fmla="*/ 9333 w 9333"/>
                      <a:gd name="connsiteY2" fmla="*/ 5907 h 5906"/>
                      <a:gd name="connsiteX3" fmla="*/ 0 w 9333"/>
                      <a:gd name="connsiteY3" fmla="*/ 5907 h 5906"/>
                    </a:gdLst>
                    <a:ahLst/>
                    <a:cxnLst>
                      <a:cxn ang="0">
                        <a:pos x="connsiteX0" y="connsiteY0"/>
                      </a:cxn>
                      <a:cxn ang="0">
                        <a:pos x="connsiteX1" y="connsiteY1"/>
                      </a:cxn>
                      <a:cxn ang="0">
                        <a:pos x="connsiteX2" y="connsiteY2"/>
                      </a:cxn>
                      <a:cxn ang="0">
                        <a:pos x="connsiteX3" y="connsiteY3"/>
                      </a:cxn>
                    </a:cxnLst>
                    <a:rect l="l" t="t" r="r" b="b"/>
                    <a:pathLst>
                      <a:path w="9333" h="5906">
                        <a:moveTo>
                          <a:pt x="0" y="0"/>
                        </a:moveTo>
                        <a:lnTo>
                          <a:pt x="9333" y="0"/>
                        </a:lnTo>
                        <a:lnTo>
                          <a:pt x="9333" y="5907"/>
                        </a:lnTo>
                        <a:lnTo>
                          <a:pt x="0" y="590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73" name="Freeform: Shape 1572">
                    <a:extLst>
                      <a:ext uri="{FF2B5EF4-FFF2-40B4-BE49-F238E27FC236}">
                        <a16:creationId xmlns:a16="http://schemas.microsoft.com/office/drawing/2014/main" id="{AA3ABDC6-BD84-9935-367A-FC4DBC9D30A7}"/>
                      </a:ext>
                    </a:extLst>
                  </p:cNvPr>
                  <p:cNvSpPr/>
                  <p:nvPr/>
                </p:nvSpPr>
                <p:spPr>
                  <a:xfrm>
                    <a:off x="564234" y="2900915"/>
                    <a:ext cx="96047" cy="110873"/>
                  </a:xfrm>
                  <a:custGeom>
                    <a:avLst/>
                    <a:gdLst>
                      <a:gd name="connsiteX0" fmla="*/ 96047 w 96047"/>
                      <a:gd name="connsiteY0" fmla="*/ 83111 h 110873"/>
                      <a:gd name="connsiteX1" fmla="*/ 48024 w 96047"/>
                      <a:gd name="connsiteY1" fmla="*/ 110874 h 110873"/>
                      <a:gd name="connsiteX2" fmla="*/ 0 w 96047"/>
                      <a:gd name="connsiteY2" fmla="*/ 83111 h 110873"/>
                      <a:gd name="connsiteX3" fmla="*/ 0 w 96047"/>
                      <a:gd name="connsiteY3" fmla="*/ 27763 h 110873"/>
                      <a:gd name="connsiteX4" fmla="*/ 48024 w 96047"/>
                      <a:gd name="connsiteY4" fmla="*/ 0 h 110873"/>
                      <a:gd name="connsiteX5" fmla="*/ 96047 w 96047"/>
                      <a:gd name="connsiteY5" fmla="*/ 27763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47" h="110873">
                        <a:moveTo>
                          <a:pt x="96047" y="83111"/>
                        </a:moveTo>
                        <a:lnTo>
                          <a:pt x="48024" y="110874"/>
                        </a:lnTo>
                        <a:lnTo>
                          <a:pt x="0" y="83111"/>
                        </a:lnTo>
                        <a:lnTo>
                          <a:pt x="0" y="27763"/>
                        </a:lnTo>
                        <a:lnTo>
                          <a:pt x="48024" y="0"/>
                        </a:lnTo>
                        <a:lnTo>
                          <a:pt x="96047" y="27763"/>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74" name="Freeform: Shape 1573">
                    <a:extLst>
                      <a:ext uri="{FF2B5EF4-FFF2-40B4-BE49-F238E27FC236}">
                        <a16:creationId xmlns:a16="http://schemas.microsoft.com/office/drawing/2014/main" id="{7B12CF26-16F8-EB38-9A17-470F866A5575}"/>
                      </a:ext>
                    </a:extLst>
                  </p:cNvPr>
                  <p:cNvSpPr/>
                  <p:nvPr/>
                </p:nvSpPr>
                <p:spPr>
                  <a:xfrm>
                    <a:off x="669437" y="2901329"/>
                    <a:ext cx="95988" cy="110873"/>
                  </a:xfrm>
                  <a:custGeom>
                    <a:avLst/>
                    <a:gdLst>
                      <a:gd name="connsiteX0" fmla="*/ 47965 w 95988"/>
                      <a:gd name="connsiteY0" fmla="*/ 0 h 110873"/>
                      <a:gd name="connsiteX1" fmla="*/ 0 w 95988"/>
                      <a:gd name="connsiteY1" fmla="*/ 27763 h 110873"/>
                      <a:gd name="connsiteX2" fmla="*/ 0 w 95988"/>
                      <a:gd name="connsiteY2" fmla="*/ 83170 h 110873"/>
                      <a:gd name="connsiteX3" fmla="*/ 47965 w 95988"/>
                      <a:gd name="connsiteY3" fmla="*/ 110874 h 110873"/>
                      <a:gd name="connsiteX4" fmla="*/ 95988 w 95988"/>
                      <a:gd name="connsiteY4" fmla="*/ 83170 h 110873"/>
                      <a:gd name="connsiteX5" fmla="*/ 95988 w 95988"/>
                      <a:gd name="connsiteY5" fmla="*/ 27763 h 110873"/>
                      <a:gd name="connsiteX6" fmla="*/ 47965 w 95988"/>
                      <a:gd name="connsiteY6" fmla="*/ 0 h 110873"/>
                      <a:gd name="connsiteX7" fmla="*/ 70707 w 95988"/>
                      <a:gd name="connsiteY7" fmla="*/ 46074 h 110873"/>
                      <a:gd name="connsiteX8" fmla="*/ 60842 w 95988"/>
                      <a:gd name="connsiteY8" fmla="*/ 40404 h 110873"/>
                      <a:gd name="connsiteX9" fmla="*/ 60842 w 95988"/>
                      <a:gd name="connsiteY9" fmla="*/ 29003 h 110873"/>
                      <a:gd name="connsiteX10" fmla="*/ 70707 w 95988"/>
                      <a:gd name="connsiteY10" fmla="*/ 23332 h 110873"/>
                      <a:gd name="connsiteX11" fmla="*/ 80571 w 95988"/>
                      <a:gd name="connsiteY11" fmla="*/ 29003 h 110873"/>
                      <a:gd name="connsiteX12" fmla="*/ 80571 w 95988"/>
                      <a:gd name="connsiteY12" fmla="*/ 40404 h 110873"/>
                      <a:gd name="connsiteX13" fmla="*/ 70707 w 95988"/>
                      <a:gd name="connsiteY13" fmla="*/ 46074 h 110873"/>
                      <a:gd name="connsiteX14" fmla="*/ 47965 w 95988"/>
                      <a:gd name="connsiteY14" fmla="*/ 77086 h 110873"/>
                      <a:gd name="connsiteX15" fmla="*/ 57829 w 95988"/>
                      <a:gd name="connsiteY15" fmla="*/ 71415 h 110873"/>
                      <a:gd name="connsiteX16" fmla="*/ 67694 w 95988"/>
                      <a:gd name="connsiteY16" fmla="*/ 77086 h 110873"/>
                      <a:gd name="connsiteX17" fmla="*/ 67694 w 95988"/>
                      <a:gd name="connsiteY17" fmla="*/ 88427 h 110873"/>
                      <a:gd name="connsiteX18" fmla="*/ 57829 w 95988"/>
                      <a:gd name="connsiteY18" fmla="*/ 94098 h 110873"/>
                      <a:gd name="connsiteX19" fmla="*/ 47965 w 95988"/>
                      <a:gd name="connsiteY19" fmla="*/ 88427 h 110873"/>
                      <a:gd name="connsiteX20" fmla="*/ 47965 w 95988"/>
                      <a:gd name="connsiteY20" fmla="*/ 77086 h 110873"/>
                      <a:gd name="connsiteX21" fmla="*/ 35206 w 95988"/>
                      <a:gd name="connsiteY21" fmla="*/ 61137 h 110873"/>
                      <a:gd name="connsiteX22" fmla="*/ 25341 w 95988"/>
                      <a:gd name="connsiteY22" fmla="*/ 66808 h 110873"/>
                      <a:gd name="connsiteX23" fmla="*/ 15476 w 95988"/>
                      <a:gd name="connsiteY23" fmla="*/ 61137 h 110873"/>
                      <a:gd name="connsiteX24" fmla="*/ 15476 w 95988"/>
                      <a:gd name="connsiteY24" fmla="*/ 49737 h 110873"/>
                      <a:gd name="connsiteX25" fmla="*/ 25341 w 95988"/>
                      <a:gd name="connsiteY25" fmla="*/ 44066 h 110873"/>
                      <a:gd name="connsiteX26" fmla="*/ 35206 w 95988"/>
                      <a:gd name="connsiteY26" fmla="*/ 49737 h 110873"/>
                      <a:gd name="connsiteX27" fmla="*/ 35206 w 95988"/>
                      <a:gd name="connsiteY27" fmla="*/ 61137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5988" h="110873">
                        <a:moveTo>
                          <a:pt x="47965" y="0"/>
                        </a:moveTo>
                        <a:lnTo>
                          <a:pt x="0" y="27763"/>
                        </a:lnTo>
                        <a:lnTo>
                          <a:pt x="0" y="83170"/>
                        </a:lnTo>
                        <a:lnTo>
                          <a:pt x="47965" y="110874"/>
                        </a:lnTo>
                        <a:lnTo>
                          <a:pt x="95988" y="83170"/>
                        </a:lnTo>
                        <a:lnTo>
                          <a:pt x="95988" y="27763"/>
                        </a:lnTo>
                        <a:lnTo>
                          <a:pt x="47965" y="0"/>
                        </a:lnTo>
                        <a:close/>
                        <a:moveTo>
                          <a:pt x="70707" y="46074"/>
                        </a:moveTo>
                        <a:lnTo>
                          <a:pt x="60842" y="40404"/>
                        </a:lnTo>
                        <a:lnTo>
                          <a:pt x="60842" y="29003"/>
                        </a:lnTo>
                        <a:lnTo>
                          <a:pt x="70707" y="23332"/>
                        </a:lnTo>
                        <a:lnTo>
                          <a:pt x="80571" y="29003"/>
                        </a:lnTo>
                        <a:lnTo>
                          <a:pt x="80571" y="40404"/>
                        </a:lnTo>
                        <a:lnTo>
                          <a:pt x="70707" y="46074"/>
                        </a:lnTo>
                        <a:close/>
                        <a:moveTo>
                          <a:pt x="47965" y="77086"/>
                        </a:moveTo>
                        <a:lnTo>
                          <a:pt x="57829" y="71415"/>
                        </a:lnTo>
                        <a:lnTo>
                          <a:pt x="67694" y="77086"/>
                        </a:lnTo>
                        <a:lnTo>
                          <a:pt x="67694" y="88427"/>
                        </a:lnTo>
                        <a:lnTo>
                          <a:pt x="57829" y="94098"/>
                        </a:lnTo>
                        <a:lnTo>
                          <a:pt x="47965" y="88427"/>
                        </a:lnTo>
                        <a:lnTo>
                          <a:pt x="47965" y="77086"/>
                        </a:lnTo>
                        <a:close/>
                        <a:moveTo>
                          <a:pt x="35206" y="61137"/>
                        </a:moveTo>
                        <a:lnTo>
                          <a:pt x="25341" y="66808"/>
                        </a:lnTo>
                        <a:lnTo>
                          <a:pt x="15476" y="61137"/>
                        </a:lnTo>
                        <a:lnTo>
                          <a:pt x="15476" y="49737"/>
                        </a:lnTo>
                        <a:lnTo>
                          <a:pt x="25341" y="44066"/>
                        </a:lnTo>
                        <a:lnTo>
                          <a:pt x="35206" y="49737"/>
                        </a:lnTo>
                        <a:lnTo>
                          <a:pt x="35206" y="6113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75" name="Freeform: Shape 1574">
                    <a:extLst>
                      <a:ext uri="{FF2B5EF4-FFF2-40B4-BE49-F238E27FC236}">
                        <a16:creationId xmlns:a16="http://schemas.microsoft.com/office/drawing/2014/main" id="{4A84A7F6-E42C-DF32-3DF1-A6365C59033B}"/>
                      </a:ext>
                    </a:extLst>
                  </p:cNvPr>
                  <p:cNvSpPr/>
                  <p:nvPr/>
                </p:nvSpPr>
                <p:spPr>
                  <a:xfrm>
                    <a:off x="775172" y="2900974"/>
                    <a:ext cx="95988" cy="110874"/>
                  </a:xfrm>
                  <a:custGeom>
                    <a:avLst/>
                    <a:gdLst>
                      <a:gd name="connsiteX0" fmla="*/ 95988 w 95988"/>
                      <a:gd name="connsiteY0" fmla="*/ 27704 h 110874"/>
                      <a:gd name="connsiteX1" fmla="*/ 47965 w 95988"/>
                      <a:gd name="connsiteY1" fmla="*/ 0 h 110874"/>
                      <a:gd name="connsiteX2" fmla="*/ 0 w 95988"/>
                      <a:gd name="connsiteY2" fmla="*/ 27704 h 110874"/>
                      <a:gd name="connsiteX3" fmla="*/ 0 w 95988"/>
                      <a:gd name="connsiteY3" fmla="*/ 83111 h 110874"/>
                      <a:gd name="connsiteX4" fmla="*/ 47965 w 95988"/>
                      <a:gd name="connsiteY4" fmla="*/ 110874 h 110874"/>
                      <a:gd name="connsiteX5" fmla="*/ 95988 w 95988"/>
                      <a:gd name="connsiteY5" fmla="*/ 83111 h 110874"/>
                      <a:gd name="connsiteX6" fmla="*/ 95988 w 95988"/>
                      <a:gd name="connsiteY6" fmla="*/ 27704 h 110874"/>
                      <a:gd name="connsiteX7" fmla="*/ 65390 w 95988"/>
                      <a:gd name="connsiteY7" fmla="*/ 45307 h 110874"/>
                      <a:gd name="connsiteX8" fmla="*/ 65390 w 95988"/>
                      <a:gd name="connsiteY8" fmla="*/ 65449 h 110874"/>
                      <a:gd name="connsiteX9" fmla="*/ 48024 w 95988"/>
                      <a:gd name="connsiteY9" fmla="*/ 75491 h 110874"/>
                      <a:gd name="connsiteX10" fmla="*/ 30598 w 95988"/>
                      <a:gd name="connsiteY10" fmla="*/ 65449 h 110874"/>
                      <a:gd name="connsiteX11" fmla="*/ 30598 w 95988"/>
                      <a:gd name="connsiteY11" fmla="*/ 45307 h 110874"/>
                      <a:gd name="connsiteX12" fmla="*/ 48024 w 95988"/>
                      <a:gd name="connsiteY12" fmla="*/ 35265 h 110874"/>
                      <a:gd name="connsiteX13" fmla="*/ 65390 w 95988"/>
                      <a:gd name="connsiteY13" fmla="*/ 45307 h 11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88" h="110874">
                        <a:moveTo>
                          <a:pt x="95988" y="27704"/>
                        </a:moveTo>
                        <a:lnTo>
                          <a:pt x="47965" y="0"/>
                        </a:lnTo>
                        <a:lnTo>
                          <a:pt x="0" y="27704"/>
                        </a:lnTo>
                        <a:lnTo>
                          <a:pt x="0" y="83111"/>
                        </a:lnTo>
                        <a:lnTo>
                          <a:pt x="47965" y="110874"/>
                        </a:lnTo>
                        <a:lnTo>
                          <a:pt x="95988" y="83111"/>
                        </a:lnTo>
                        <a:lnTo>
                          <a:pt x="95988" y="27704"/>
                        </a:lnTo>
                        <a:close/>
                        <a:moveTo>
                          <a:pt x="65390" y="45307"/>
                        </a:moveTo>
                        <a:lnTo>
                          <a:pt x="65390" y="65449"/>
                        </a:lnTo>
                        <a:lnTo>
                          <a:pt x="48024" y="75491"/>
                        </a:lnTo>
                        <a:lnTo>
                          <a:pt x="30598" y="65449"/>
                        </a:lnTo>
                        <a:lnTo>
                          <a:pt x="30598" y="45307"/>
                        </a:lnTo>
                        <a:lnTo>
                          <a:pt x="48024" y="35265"/>
                        </a:lnTo>
                        <a:lnTo>
                          <a:pt x="65390" y="4530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76" name="Freeform: Shape 1575">
                    <a:extLst>
                      <a:ext uri="{FF2B5EF4-FFF2-40B4-BE49-F238E27FC236}">
                        <a16:creationId xmlns:a16="http://schemas.microsoft.com/office/drawing/2014/main" id="{1A18BEEA-3BF5-E026-92F8-824ECBC30C18}"/>
                      </a:ext>
                    </a:extLst>
                  </p:cNvPr>
                  <p:cNvSpPr/>
                  <p:nvPr/>
                </p:nvSpPr>
                <p:spPr>
                  <a:xfrm>
                    <a:off x="457259" y="2900974"/>
                    <a:ext cx="95929" cy="110814"/>
                  </a:xfrm>
                  <a:custGeom>
                    <a:avLst/>
                    <a:gdLst>
                      <a:gd name="connsiteX0" fmla="*/ 47965 w 95929"/>
                      <a:gd name="connsiteY0" fmla="*/ 110815 h 110814"/>
                      <a:gd name="connsiteX1" fmla="*/ 95929 w 95929"/>
                      <a:gd name="connsiteY1" fmla="*/ 83052 h 110814"/>
                      <a:gd name="connsiteX2" fmla="*/ 95929 w 95929"/>
                      <a:gd name="connsiteY2" fmla="*/ 27704 h 110814"/>
                      <a:gd name="connsiteX3" fmla="*/ 47965 w 95929"/>
                      <a:gd name="connsiteY3" fmla="*/ 0 h 110814"/>
                      <a:gd name="connsiteX4" fmla="*/ 0 w 95929"/>
                      <a:gd name="connsiteY4" fmla="*/ 27704 h 110814"/>
                      <a:gd name="connsiteX5" fmla="*/ 0 w 95929"/>
                      <a:gd name="connsiteY5" fmla="*/ 83052 h 110814"/>
                      <a:gd name="connsiteX6" fmla="*/ 47965 w 95929"/>
                      <a:gd name="connsiteY6" fmla="*/ 110815 h 110814"/>
                      <a:gd name="connsiteX7" fmla="*/ 61373 w 95929"/>
                      <a:gd name="connsiteY7" fmla="*/ 78681 h 110814"/>
                      <a:gd name="connsiteX8" fmla="*/ 34497 w 95929"/>
                      <a:gd name="connsiteY8" fmla="*/ 78681 h 110814"/>
                      <a:gd name="connsiteX9" fmla="*/ 21029 w 95929"/>
                      <a:gd name="connsiteY9" fmla="*/ 55349 h 110814"/>
                      <a:gd name="connsiteX10" fmla="*/ 34497 w 95929"/>
                      <a:gd name="connsiteY10" fmla="*/ 32016 h 110814"/>
                      <a:gd name="connsiteX11" fmla="*/ 61373 w 95929"/>
                      <a:gd name="connsiteY11" fmla="*/ 32016 h 110814"/>
                      <a:gd name="connsiteX12" fmla="*/ 74841 w 95929"/>
                      <a:gd name="connsiteY12" fmla="*/ 55349 h 110814"/>
                      <a:gd name="connsiteX13" fmla="*/ 61373 w 95929"/>
                      <a:gd name="connsiteY13" fmla="*/ 78681 h 110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29" h="110814">
                        <a:moveTo>
                          <a:pt x="47965" y="110815"/>
                        </a:moveTo>
                        <a:lnTo>
                          <a:pt x="95929" y="83052"/>
                        </a:lnTo>
                        <a:lnTo>
                          <a:pt x="95929" y="27704"/>
                        </a:lnTo>
                        <a:lnTo>
                          <a:pt x="47965" y="0"/>
                        </a:lnTo>
                        <a:lnTo>
                          <a:pt x="0" y="27704"/>
                        </a:lnTo>
                        <a:lnTo>
                          <a:pt x="0" y="83052"/>
                        </a:lnTo>
                        <a:lnTo>
                          <a:pt x="47965" y="110815"/>
                        </a:lnTo>
                        <a:close/>
                        <a:moveTo>
                          <a:pt x="61373" y="78681"/>
                        </a:moveTo>
                        <a:lnTo>
                          <a:pt x="34497" y="78681"/>
                        </a:lnTo>
                        <a:lnTo>
                          <a:pt x="21029" y="55349"/>
                        </a:lnTo>
                        <a:lnTo>
                          <a:pt x="34497" y="32016"/>
                        </a:lnTo>
                        <a:lnTo>
                          <a:pt x="61373" y="32016"/>
                        </a:lnTo>
                        <a:lnTo>
                          <a:pt x="74841" y="55349"/>
                        </a:lnTo>
                        <a:lnTo>
                          <a:pt x="61373" y="78681"/>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1522" name="Graphic 4773">
                <a:extLst>
                  <a:ext uri="{FF2B5EF4-FFF2-40B4-BE49-F238E27FC236}">
                    <a16:creationId xmlns:a16="http://schemas.microsoft.com/office/drawing/2014/main" id="{8A339B7D-C13A-E094-9FA8-382157390B2C}"/>
                  </a:ext>
                </a:extLst>
              </p:cNvPr>
              <p:cNvGrpSpPr/>
              <p:nvPr/>
            </p:nvGrpSpPr>
            <p:grpSpPr>
              <a:xfrm>
                <a:off x="3924418" y="4634731"/>
                <a:ext cx="680365" cy="187664"/>
                <a:chOff x="3924418" y="4634731"/>
                <a:chExt cx="680365" cy="187664"/>
              </a:xfrm>
              <a:grpFill/>
            </p:grpSpPr>
            <p:sp>
              <p:nvSpPr>
                <p:cNvPr id="1523" name="Freeform: Shape 1522">
                  <a:extLst>
                    <a:ext uri="{FF2B5EF4-FFF2-40B4-BE49-F238E27FC236}">
                      <a16:creationId xmlns:a16="http://schemas.microsoft.com/office/drawing/2014/main" id="{AD0D9AC6-C0A6-6C53-779A-ED006AAA76F0}"/>
                    </a:ext>
                  </a:extLst>
                </p:cNvPr>
                <p:cNvSpPr/>
                <p:nvPr/>
              </p:nvSpPr>
              <p:spPr>
                <a:xfrm>
                  <a:off x="3924418" y="4634731"/>
                  <a:ext cx="680365" cy="187664"/>
                </a:xfrm>
                <a:custGeom>
                  <a:avLst/>
                  <a:gdLst>
                    <a:gd name="connsiteX0" fmla="*/ 89491 w 680365"/>
                    <a:gd name="connsiteY0" fmla="*/ 122452 h 187664"/>
                    <a:gd name="connsiteX1" fmla="*/ 497545 w 680365"/>
                    <a:gd name="connsiteY1" fmla="*/ 122452 h 187664"/>
                    <a:gd name="connsiteX2" fmla="*/ 586445 w 680365"/>
                    <a:gd name="connsiteY2" fmla="*/ 187665 h 187664"/>
                    <a:gd name="connsiteX3" fmla="*/ 680366 w 680365"/>
                    <a:gd name="connsiteY3" fmla="*/ 93862 h 187664"/>
                    <a:gd name="connsiteX4" fmla="*/ 586445 w 680365"/>
                    <a:gd name="connsiteY4" fmla="*/ 0 h 187664"/>
                    <a:gd name="connsiteX5" fmla="*/ 497308 w 680365"/>
                    <a:gd name="connsiteY5" fmla="*/ 66099 h 187664"/>
                    <a:gd name="connsiteX6" fmla="*/ 89491 w 680365"/>
                    <a:gd name="connsiteY6" fmla="*/ 66099 h 187664"/>
                    <a:gd name="connsiteX7" fmla="*/ 89491 w 680365"/>
                    <a:gd name="connsiteY7" fmla="*/ 71711 h 187664"/>
                    <a:gd name="connsiteX8" fmla="*/ 495536 w 680365"/>
                    <a:gd name="connsiteY8" fmla="*/ 71711 h 187664"/>
                    <a:gd name="connsiteX9" fmla="*/ 492878 w 680365"/>
                    <a:gd name="connsiteY9" fmla="*/ 91085 h 187664"/>
                    <a:gd name="connsiteX10" fmla="*/ 0 w 680365"/>
                    <a:gd name="connsiteY10" fmla="*/ 91085 h 187664"/>
                    <a:gd name="connsiteX11" fmla="*/ 0 w 680365"/>
                    <a:gd name="connsiteY11" fmla="*/ 96638 h 187664"/>
                    <a:gd name="connsiteX12" fmla="*/ 492878 w 680365"/>
                    <a:gd name="connsiteY12" fmla="*/ 96638 h 187664"/>
                    <a:gd name="connsiteX13" fmla="*/ 495773 w 680365"/>
                    <a:gd name="connsiteY13" fmla="*/ 116899 h 187664"/>
                    <a:gd name="connsiteX14" fmla="*/ 89432 w 680365"/>
                    <a:gd name="connsiteY14" fmla="*/ 116840 h 187664"/>
                    <a:gd name="connsiteX15" fmla="*/ 89432 w 680365"/>
                    <a:gd name="connsiteY15" fmla="*/ 122452 h 187664"/>
                    <a:gd name="connsiteX16" fmla="*/ 586504 w 680365"/>
                    <a:gd name="connsiteY16" fmla="*/ 19729 h 187664"/>
                    <a:gd name="connsiteX17" fmla="*/ 660577 w 680365"/>
                    <a:gd name="connsiteY17" fmla="*/ 93803 h 187664"/>
                    <a:gd name="connsiteX18" fmla="*/ 586445 w 680365"/>
                    <a:gd name="connsiteY18" fmla="*/ 167876 h 187664"/>
                    <a:gd name="connsiteX19" fmla="*/ 512371 w 680365"/>
                    <a:gd name="connsiteY19" fmla="*/ 93803 h 187664"/>
                    <a:gd name="connsiteX20" fmla="*/ 586504 w 680365"/>
                    <a:gd name="connsiteY20" fmla="*/ 19729 h 187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80365" h="187664">
                      <a:moveTo>
                        <a:pt x="89491" y="122452"/>
                      </a:moveTo>
                      <a:lnTo>
                        <a:pt x="497545" y="122452"/>
                      </a:lnTo>
                      <a:cubicBezTo>
                        <a:pt x="509713" y="160197"/>
                        <a:pt x="544682" y="187665"/>
                        <a:pt x="586445" y="187665"/>
                      </a:cubicBezTo>
                      <a:cubicBezTo>
                        <a:pt x="638308" y="187665"/>
                        <a:pt x="680366" y="145666"/>
                        <a:pt x="680366" y="93862"/>
                      </a:cubicBezTo>
                      <a:cubicBezTo>
                        <a:pt x="680366" y="41999"/>
                        <a:pt x="638367" y="0"/>
                        <a:pt x="586445" y="0"/>
                      </a:cubicBezTo>
                      <a:cubicBezTo>
                        <a:pt x="544387" y="0"/>
                        <a:pt x="509181" y="27940"/>
                        <a:pt x="497308" y="66099"/>
                      </a:cubicBezTo>
                      <a:lnTo>
                        <a:pt x="89491" y="66099"/>
                      </a:lnTo>
                      <a:lnTo>
                        <a:pt x="89491" y="71711"/>
                      </a:lnTo>
                      <a:lnTo>
                        <a:pt x="495536" y="71711"/>
                      </a:lnTo>
                      <a:cubicBezTo>
                        <a:pt x="494060" y="77972"/>
                        <a:pt x="493114" y="84411"/>
                        <a:pt x="492878" y="91085"/>
                      </a:cubicBezTo>
                      <a:lnTo>
                        <a:pt x="0" y="91085"/>
                      </a:lnTo>
                      <a:lnTo>
                        <a:pt x="0" y="96638"/>
                      </a:lnTo>
                      <a:lnTo>
                        <a:pt x="492878" y="96638"/>
                      </a:lnTo>
                      <a:cubicBezTo>
                        <a:pt x="493056" y="103608"/>
                        <a:pt x="494119" y="110401"/>
                        <a:pt x="495773" y="116899"/>
                      </a:cubicBezTo>
                      <a:lnTo>
                        <a:pt x="89432" y="116840"/>
                      </a:lnTo>
                      <a:lnTo>
                        <a:pt x="89432" y="122452"/>
                      </a:lnTo>
                      <a:close/>
                      <a:moveTo>
                        <a:pt x="586504" y="19729"/>
                      </a:moveTo>
                      <a:cubicBezTo>
                        <a:pt x="627439" y="19729"/>
                        <a:pt x="660636" y="52927"/>
                        <a:pt x="660577" y="93803"/>
                      </a:cubicBezTo>
                      <a:cubicBezTo>
                        <a:pt x="660577" y="134738"/>
                        <a:pt x="627439" y="167876"/>
                        <a:pt x="586445" y="167876"/>
                      </a:cubicBezTo>
                      <a:cubicBezTo>
                        <a:pt x="545509" y="167876"/>
                        <a:pt x="512371" y="134679"/>
                        <a:pt x="512371" y="93803"/>
                      </a:cubicBezTo>
                      <a:cubicBezTo>
                        <a:pt x="512430" y="52868"/>
                        <a:pt x="545568" y="19729"/>
                        <a:pt x="586504" y="19729"/>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24" name="Freeform: Shape 1523">
                  <a:extLst>
                    <a:ext uri="{FF2B5EF4-FFF2-40B4-BE49-F238E27FC236}">
                      <a16:creationId xmlns:a16="http://schemas.microsoft.com/office/drawing/2014/main" id="{75CA2C9B-6247-5D72-718A-BEFE3EAD3F8F}"/>
                    </a:ext>
                  </a:extLst>
                </p:cNvPr>
                <p:cNvSpPr/>
                <p:nvPr/>
              </p:nvSpPr>
              <p:spPr>
                <a:xfrm>
                  <a:off x="4453269" y="4670941"/>
                  <a:ext cx="115186" cy="115186"/>
                </a:xfrm>
                <a:custGeom>
                  <a:avLst/>
                  <a:gdLst>
                    <a:gd name="connsiteX0" fmla="*/ 57593 w 115186"/>
                    <a:gd name="connsiteY0" fmla="*/ 115186 h 115186"/>
                    <a:gd name="connsiteX1" fmla="*/ 115186 w 115186"/>
                    <a:gd name="connsiteY1" fmla="*/ 57593 h 115186"/>
                    <a:gd name="connsiteX2" fmla="*/ 57593 w 115186"/>
                    <a:gd name="connsiteY2" fmla="*/ 0 h 115186"/>
                    <a:gd name="connsiteX3" fmla="*/ 0 w 115186"/>
                    <a:gd name="connsiteY3" fmla="*/ 57593 h 115186"/>
                    <a:gd name="connsiteX4" fmla="*/ 57593 w 115186"/>
                    <a:gd name="connsiteY4" fmla="*/ 115186 h 115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86" h="115186">
                      <a:moveTo>
                        <a:pt x="57593" y="115186"/>
                      </a:moveTo>
                      <a:cubicBezTo>
                        <a:pt x="89490" y="115186"/>
                        <a:pt x="115186" y="89432"/>
                        <a:pt x="115186" y="57593"/>
                      </a:cubicBezTo>
                      <a:cubicBezTo>
                        <a:pt x="115186" y="25813"/>
                        <a:pt x="89490" y="0"/>
                        <a:pt x="57593" y="0"/>
                      </a:cubicBezTo>
                      <a:cubicBezTo>
                        <a:pt x="25813" y="0"/>
                        <a:pt x="0" y="25813"/>
                        <a:pt x="0" y="57593"/>
                      </a:cubicBezTo>
                      <a:cubicBezTo>
                        <a:pt x="59" y="89432"/>
                        <a:pt x="25813" y="115186"/>
                        <a:pt x="57593" y="11518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1384" name="Graphic 4773">
              <a:extLst>
                <a:ext uri="{FF2B5EF4-FFF2-40B4-BE49-F238E27FC236}">
                  <a16:creationId xmlns:a16="http://schemas.microsoft.com/office/drawing/2014/main" id="{44450691-7C2A-026B-523E-532C2196A353}"/>
                </a:ext>
              </a:extLst>
            </p:cNvPr>
            <p:cNvGrpSpPr/>
            <p:nvPr userDrawn="1"/>
          </p:nvGrpSpPr>
          <p:grpSpPr>
            <a:xfrm>
              <a:off x="6760317" y="7216576"/>
              <a:ext cx="4296304" cy="3636623"/>
              <a:chOff x="8624" y="1576512"/>
              <a:chExt cx="5170376" cy="3982601"/>
            </a:xfrm>
            <a:solidFill>
              <a:schemeClr val="bg1">
                <a:lumMod val="95000"/>
                <a:alpha val="76000"/>
              </a:schemeClr>
            </a:solidFill>
          </p:grpSpPr>
          <p:grpSp>
            <p:nvGrpSpPr>
              <p:cNvPr id="1385" name="Graphic 4773">
                <a:extLst>
                  <a:ext uri="{FF2B5EF4-FFF2-40B4-BE49-F238E27FC236}">
                    <a16:creationId xmlns:a16="http://schemas.microsoft.com/office/drawing/2014/main" id="{65CBC344-E487-6F19-A28E-5505F0BBB3A2}"/>
                  </a:ext>
                </a:extLst>
              </p:cNvPr>
              <p:cNvGrpSpPr/>
              <p:nvPr/>
            </p:nvGrpSpPr>
            <p:grpSpPr>
              <a:xfrm>
                <a:off x="8624" y="1576512"/>
                <a:ext cx="5170376" cy="3982601"/>
                <a:chOff x="8624" y="1576512"/>
                <a:chExt cx="5170376" cy="3982601"/>
              </a:xfrm>
              <a:grpFill/>
            </p:grpSpPr>
            <p:sp>
              <p:nvSpPr>
                <p:cNvPr id="1389" name="Freeform: Shape 1388">
                  <a:extLst>
                    <a:ext uri="{FF2B5EF4-FFF2-40B4-BE49-F238E27FC236}">
                      <a16:creationId xmlns:a16="http://schemas.microsoft.com/office/drawing/2014/main" id="{C1012A7C-8EE1-4975-1DA3-C6C27F98DAC9}"/>
                    </a:ext>
                  </a:extLst>
                </p:cNvPr>
                <p:cNvSpPr/>
                <p:nvPr/>
              </p:nvSpPr>
              <p:spPr>
                <a:xfrm>
                  <a:off x="1467647" y="2244945"/>
                  <a:ext cx="3526878" cy="437352"/>
                </a:xfrm>
                <a:custGeom>
                  <a:avLst/>
                  <a:gdLst>
                    <a:gd name="connsiteX0" fmla="*/ 2146182 w 3526878"/>
                    <a:gd name="connsiteY0" fmla="*/ 5907 h 437352"/>
                    <a:gd name="connsiteX1" fmla="*/ 1085407 w 3526878"/>
                    <a:gd name="connsiteY1" fmla="*/ 5907 h 437352"/>
                    <a:gd name="connsiteX2" fmla="*/ 967267 w 3526878"/>
                    <a:gd name="connsiteY2" fmla="*/ 124047 h 437352"/>
                    <a:gd name="connsiteX3" fmla="*/ 41467 w 3526878"/>
                    <a:gd name="connsiteY3" fmla="*/ 124047 h 437352"/>
                    <a:gd name="connsiteX4" fmla="*/ 20911 w 3526878"/>
                    <a:gd name="connsiteY4" fmla="*/ 142004 h 437352"/>
                    <a:gd name="connsiteX5" fmla="*/ 0 w 3526878"/>
                    <a:gd name="connsiteY5" fmla="*/ 121093 h 437352"/>
                    <a:gd name="connsiteX6" fmla="*/ 20911 w 3526878"/>
                    <a:gd name="connsiteY6" fmla="*/ 100182 h 437352"/>
                    <a:gd name="connsiteX7" fmla="*/ 41467 w 3526878"/>
                    <a:gd name="connsiteY7" fmla="*/ 118140 h 437352"/>
                    <a:gd name="connsiteX8" fmla="*/ 964787 w 3526878"/>
                    <a:gd name="connsiteY8" fmla="*/ 118140 h 437352"/>
                    <a:gd name="connsiteX9" fmla="*/ 1082926 w 3526878"/>
                    <a:gd name="connsiteY9" fmla="*/ 0 h 437352"/>
                    <a:gd name="connsiteX10" fmla="*/ 2148604 w 3526878"/>
                    <a:gd name="connsiteY10" fmla="*/ 0 h 437352"/>
                    <a:gd name="connsiteX11" fmla="*/ 2562092 w 3526878"/>
                    <a:gd name="connsiteY11" fmla="*/ 413488 h 437352"/>
                    <a:gd name="connsiteX12" fmla="*/ 3485412 w 3526878"/>
                    <a:gd name="connsiteY12" fmla="*/ 413488 h 437352"/>
                    <a:gd name="connsiteX13" fmla="*/ 3505968 w 3526878"/>
                    <a:gd name="connsiteY13" fmla="*/ 395531 h 437352"/>
                    <a:gd name="connsiteX14" fmla="*/ 3526879 w 3526878"/>
                    <a:gd name="connsiteY14" fmla="*/ 416442 h 437352"/>
                    <a:gd name="connsiteX15" fmla="*/ 3505968 w 3526878"/>
                    <a:gd name="connsiteY15" fmla="*/ 437353 h 437352"/>
                    <a:gd name="connsiteX16" fmla="*/ 3485412 w 3526878"/>
                    <a:gd name="connsiteY16" fmla="*/ 419395 h 437352"/>
                    <a:gd name="connsiteX17" fmla="*/ 2559670 w 3526878"/>
                    <a:gd name="connsiteY17" fmla="*/ 419395 h 437352"/>
                    <a:gd name="connsiteX18" fmla="*/ 2146182 w 3526878"/>
                    <a:gd name="connsiteY18" fmla="*/ 5907 h 437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526878" h="437352">
                      <a:moveTo>
                        <a:pt x="2146182" y="5907"/>
                      </a:moveTo>
                      <a:lnTo>
                        <a:pt x="1085407" y="5907"/>
                      </a:lnTo>
                      <a:lnTo>
                        <a:pt x="967267" y="124047"/>
                      </a:lnTo>
                      <a:lnTo>
                        <a:pt x="41467" y="124047"/>
                      </a:lnTo>
                      <a:cubicBezTo>
                        <a:pt x="40049" y="134148"/>
                        <a:pt x="31425" y="142004"/>
                        <a:pt x="20911" y="142004"/>
                      </a:cubicBezTo>
                      <a:cubicBezTo>
                        <a:pt x="9392" y="142004"/>
                        <a:pt x="0" y="132671"/>
                        <a:pt x="0" y="121093"/>
                      </a:cubicBezTo>
                      <a:cubicBezTo>
                        <a:pt x="0" y="109515"/>
                        <a:pt x="9333" y="100182"/>
                        <a:pt x="20911" y="100182"/>
                      </a:cubicBezTo>
                      <a:cubicBezTo>
                        <a:pt x="31425" y="100182"/>
                        <a:pt x="40049" y="107980"/>
                        <a:pt x="41467" y="118140"/>
                      </a:cubicBezTo>
                      <a:lnTo>
                        <a:pt x="964787" y="118140"/>
                      </a:lnTo>
                      <a:lnTo>
                        <a:pt x="1082926" y="0"/>
                      </a:lnTo>
                      <a:lnTo>
                        <a:pt x="2148604" y="0"/>
                      </a:lnTo>
                      <a:lnTo>
                        <a:pt x="2562092" y="413488"/>
                      </a:lnTo>
                      <a:lnTo>
                        <a:pt x="3485412" y="413488"/>
                      </a:lnTo>
                      <a:cubicBezTo>
                        <a:pt x="3486829" y="403388"/>
                        <a:pt x="3495454" y="395531"/>
                        <a:pt x="3505968" y="395531"/>
                      </a:cubicBezTo>
                      <a:cubicBezTo>
                        <a:pt x="3517487" y="395531"/>
                        <a:pt x="3526879" y="404864"/>
                        <a:pt x="3526879" y="416442"/>
                      </a:cubicBezTo>
                      <a:cubicBezTo>
                        <a:pt x="3526879" y="427961"/>
                        <a:pt x="3517546" y="437353"/>
                        <a:pt x="3505968" y="437353"/>
                      </a:cubicBezTo>
                      <a:cubicBezTo>
                        <a:pt x="3495454" y="437353"/>
                        <a:pt x="3486829" y="429555"/>
                        <a:pt x="3485412" y="419395"/>
                      </a:cubicBezTo>
                      <a:lnTo>
                        <a:pt x="2559670" y="419395"/>
                      </a:lnTo>
                      <a:lnTo>
                        <a:pt x="2146182" y="590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90" name="Freeform: Shape 1389">
                  <a:extLst>
                    <a:ext uri="{FF2B5EF4-FFF2-40B4-BE49-F238E27FC236}">
                      <a16:creationId xmlns:a16="http://schemas.microsoft.com/office/drawing/2014/main" id="{D0C95716-415A-0FED-250D-B21848C2728E}"/>
                    </a:ext>
                  </a:extLst>
                </p:cNvPr>
                <p:cNvSpPr/>
                <p:nvPr/>
              </p:nvSpPr>
              <p:spPr>
                <a:xfrm>
                  <a:off x="1762996" y="3880942"/>
                  <a:ext cx="2640891" cy="1678172"/>
                </a:xfrm>
                <a:custGeom>
                  <a:avLst/>
                  <a:gdLst>
                    <a:gd name="connsiteX0" fmla="*/ 0 w 2640891"/>
                    <a:gd name="connsiteY0" fmla="*/ 670678 h 1678172"/>
                    <a:gd name="connsiteX1" fmla="*/ 20911 w 2640891"/>
                    <a:gd name="connsiteY1" fmla="*/ 691589 h 1678172"/>
                    <a:gd name="connsiteX2" fmla="*/ 41467 w 2640891"/>
                    <a:gd name="connsiteY2" fmla="*/ 673632 h 1678172"/>
                    <a:gd name="connsiteX3" fmla="*/ 1260136 w 2640891"/>
                    <a:gd name="connsiteY3" fmla="*/ 673632 h 1678172"/>
                    <a:gd name="connsiteX4" fmla="*/ 1857921 w 2640891"/>
                    <a:gd name="connsiteY4" fmla="*/ 1271418 h 1678172"/>
                    <a:gd name="connsiteX5" fmla="*/ 1789696 w 2640891"/>
                    <a:gd name="connsiteY5" fmla="*/ 1438585 h 1678172"/>
                    <a:gd name="connsiteX6" fmla="*/ 2029283 w 2640891"/>
                    <a:gd name="connsiteY6" fmla="*/ 1678172 h 1678172"/>
                    <a:gd name="connsiteX7" fmla="*/ 2268870 w 2640891"/>
                    <a:gd name="connsiteY7" fmla="*/ 1438585 h 1678172"/>
                    <a:gd name="connsiteX8" fmla="*/ 2032236 w 2640891"/>
                    <a:gd name="connsiteY8" fmla="*/ 1199116 h 1678172"/>
                    <a:gd name="connsiteX9" fmla="*/ 2032236 w 2640891"/>
                    <a:gd name="connsiteY9" fmla="*/ 23864 h 1678172"/>
                    <a:gd name="connsiteX10" fmla="*/ 2599424 w 2640891"/>
                    <a:gd name="connsiteY10" fmla="*/ 23864 h 1678172"/>
                    <a:gd name="connsiteX11" fmla="*/ 2619981 w 2640891"/>
                    <a:gd name="connsiteY11" fmla="*/ 41822 h 1678172"/>
                    <a:gd name="connsiteX12" fmla="*/ 2640891 w 2640891"/>
                    <a:gd name="connsiteY12" fmla="*/ 20911 h 1678172"/>
                    <a:gd name="connsiteX13" fmla="*/ 2619981 w 2640891"/>
                    <a:gd name="connsiteY13" fmla="*/ 0 h 1678172"/>
                    <a:gd name="connsiteX14" fmla="*/ 2599424 w 2640891"/>
                    <a:gd name="connsiteY14" fmla="*/ 17957 h 1678172"/>
                    <a:gd name="connsiteX15" fmla="*/ 2026329 w 2640891"/>
                    <a:gd name="connsiteY15" fmla="*/ 17957 h 1678172"/>
                    <a:gd name="connsiteX16" fmla="*/ 2026329 w 2640891"/>
                    <a:gd name="connsiteY16" fmla="*/ 1199116 h 1678172"/>
                    <a:gd name="connsiteX17" fmla="*/ 1862116 w 2640891"/>
                    <a:gd name="connsiteY17" fmla="*/ 1267283 h 1678172"/>
                    <a:gd name="connsiteX18" fmla="*/ 1262617 w 2640891"/>
                    <a:gd name="connsiteY18" fmla="*/ 667725 h 1678172"/>
                    <a:gd name="connsiteX19" fmla="*/ 41467 w 2640891"/>
                    <a:gd name="connsiteY19" fmla="*/ 667725 h 1678172"/>
                    <a:gd name="connsiteX20" fmla="*/ 20911 w 2640891"/>
                    <a:gd name="connsiteY20" fmla="*/ 649768 h 1678172"/>
                    <a:gd name="connsiteX21" fmla="*/ 0 w 2640891"/>
                    <a:gd name="connsiteY21" fmla="*/ 670678 h 1678172"/>
                    <a:gd name="connsiteX22" fmla="*/ 2026329 w 2640891"/>
                    <a:gd name="connsiteY22" fmla="*/ 1379456 h 1678172"/>
                    <a:gd name="connsiteX23" fmla="*/ 1989529 w 2640891"/>
                    <a:gd name="connsiteY23" fmla="*/ 1394696 h 1678172"/>
                    <a:gd name="connsiteX24" fmla="*/ 1866250 w 2640891"/>
                    <a:gd name="connsiteY24" fmla="*/ 1271418 h 1678172"/>
                    <a:gd name="connsiteX25" fmla="*/ 2026329 w 2640891"/>
                    <a:gd name="connsiteY25" fmla="*/ 1205023 h 1678172"/>
                    <a:gd name="connsiteX26" fmla="*/ 2026329 w 2640891"/>
                    <a:gd name="connsiteY26" fmla="*/ 1379456 h 1678172"/>
                    <a:gd name="connsiteX27" fmla="*/ 1862116 w 2640891"/>
                    <a:gd name="connsiteY27" fmla="*/ 1275612 h 1678172"/>
                    <a:gd name="connsiteX28" fmla="*/ 1985394 w 2640891"/>
                    <a:gd name="connsiteY28" fmla="*/ 1398890 h 1678172"/>
                    <a:gd name="connsiteX29" fmla="*/ 1970036 w 2640891"/>
                    <a:gd name="connsiteY29" fmla="*/ 1438644 h 1678172"/>
                    <a:gd name="connsiteX30" fmla="*/ 2029283 w 2640891"/>
                    <a:gd name="connsiteY30" fmla="*/ 1497891 h 1678172"/>
                    <a:gd name="connsiteX31" fmla="*/ 2088530 w 2640891"/>
                    <a:gd name="connsiteY31" fmla="*/ 1438644 h 1678172"/>
                    <a:gd name="connsiteX32" fmla="*/ 2032236 w 2640891"/>
                    <a:gd name="connsiteY32" fmla="*/ 1379515 h 1678172"/>
                    <a:gd name="connsiteX33" fmla="*/ 2032236 w 2640891"/>
                    <a:gd name="connsiteY33" fmla="*/ 1205023 h 1678172"/>
                    <a:gd name="connsiteX34" fmla="*/ 2262963 w 2640891"/>
                    <a:gd name="connsiteY34" fmla="*/ 1438585 h 1678172"/>
                    <a:gd name="connsiteX35" fmla="*/ 2029283 w 2640891"/>
                    <a:gd name="connsiteY35" fmla="*/ 1672265 h 1678172"/>
                    <a:gd name="connsiteX36" fmla="*/ 1795603 w 2640891"/>
                    <a:gd name="connsiteY36" fmla="*/ 1438585 h 1678172"/>
                    <a:gd name="connsiteX37" fmla="*/ 1862116 w 2640891"/>
                    <a:gd name="connsiteY37" fmla="*/ 1275612 h 16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640891" h="1678172">
                      <a:moveTo>
                        <a:pt x="0" y="670678"/>
                      </a:moveTo>
                      <a:cubicBezTo>
                        <a:pt x="0" y="682197"/>
                        <a:pt x="9333" y="691589"/>
                        <a:pt x="20911" y="691589"/>
                      </a:cubicBezTo>
                      <a:cubicBezTo>
                        <a:pt x="31425" y="691589"/>
                        <a:pt x="40049" y="683792"/>
                        <a:pt x="41467" y="673632"/>
                      </a:cubicBezTo>
                      <a:lnTo>
                        <a:pt x="1260136" y="673632"/>
                      </a:lnTo>
                      <a:lnTo>
                        <a:pt x="1857921" y="1271418"/>
                      </a:lnTo>
                      <a:cubicBezTo>
                        <a:pt x="1815746" y="1314598"/>
                        <a:pt x="1789696" y="1373608"/>
                        <a:pt x="1789696" y="1438585"/>
                      </a:cubicBezTo>
                      <a:cubicBezTo>
                        <a:pt x="1789696" y="1570665"/>
                        <a:pt x="1897144" y="1678172"/>
                        <a:pt x="2029283" y="1678172"/>
                      </a:cubicBezTo>
                      <a:cubicBezTo>
                        <a:pt x="2161363" y="1678172"/>
                        <a:pt x="2268870" y="1570724"/>
                        <a:pt x="2268870" y="1438585"/>
                      </a:cubicBezTo>
                      <a:cubicBezTo>
                        <a:pt x="2268870" y="1307450"/>
                        <a:pt x="2163017" y="1200711"/>
                        <a:pt x="2032236" y="1199116"/>
                      </a:cubicBezTo>
                      <a:lnTo>
                        <a:pt x="2032236" y="23864"/>
                      </a:lnTo>
                      <a:lnTo>
                        <a:pt x="2599424" y="23864"/>
                      </a:lnTo>
                      <a:cubicBezTo>
                        <a:pt x="2600842" y="33965"/>
                        <a:pt x="2609466" y="41822"/>
                        <a:pt x="2619981" y="41822"/>
                      </a:cubicBezTo>
                      <a:cubicBezTo>
                        <a:pt x="2631499" y="41822"/>
                        <a:pt x="2640891" y="32488"/>
                        <a:pt x="2640891" y="20911"/>
                      </a:cubicBezTo>
                      <a:cubicBezTo>
                        <a:pt x="2640891" y="9392"/>
                        <a:pt x="2631558" y="0"/>
                        <a:pt x="2619981" y="0"/>
                      </a:cubicBezTo>
                      <a:cubicBezTo>
                        <a:pt x="2609466" y="0"/>
                        <a:pt x="2600842" y="7797"/>
                        <a:pt x="2599424" y="17957"/>
                      </a:cubicBezTo>
                      <a:lnTo>
                        <a:pt x="2026329" y="17957"/>
                      </a:lnTo>
                      <a:lnTo>
                        <a:pt x="2026329" y="1199116"/>
                      </a:lnTo>
                      <a:cubicBezTo>
                        <a:pt x="1962534" y="1199884"/>
                        <a:pt x="1904646" y="1225757"/>
                        <a:pt x="1862116" y="1267283"/>
                      </a:cubicBezTo>
                      <a:lnTo>
                        <a:pt x="1262617" y="667725"/>
                      </a:lnTo>
                      <a:lnTo>
                        <a:pt x="41467" y="667725"/>
                      </a:lnTo>
                      <a:cubicBezTo>
                        <a:pt x="40049" y="657624"/>
                        <a:pt x="31425" y="649768"/>
                        <a:pt x="20911" y="649768"/>
                      </a:cubicBezTo>
                      <a:cubicBezTo>
                        <a:pt x="9333" y="649827"/>
                        <a:pt x="0" y="659159"/>
                        <a:pt x="0" y="670678"/>
                      </a:cubicBezTo>
                      <a:close/>
                      <a:moveTo>
                        <a:pt x="2026329" y="1379456"/>
                      </a:moveTo>
                      <a:cubicBezTo>
                        <a:pt x="2012212" y="1380165"/>
                        <a:pt x="1999394" y="1385777"/>
                        <a:pt x="1989529" y="1394696"/>
                      </a:cubicBezTo>
                      <a:lnTo>
                        <a:pt x="1866250" y="1271418"/>
                      </a:lnTo>
                      <a:cubicBezTo>
                        <a:pt x="1907717" y="1230955"/>
                        <a:pt x="1964129" y="1205791"/>
                        <a:pt x="2026329" y="1205023"/>
                      </a:cubicBezTo>
                      <a:lnTo>
                        <a:pt x="2026329" y="1379456"/>
                      </a:lnTo>
                      <a:close/>
                      <a:moveTo>
                        <a:pt x="1862116" y="1275612"/>
                      </a:moveTo>
                      <a:lnTo>
                        <a:pt x="1985394" y="1398890"/>
                      </a:lnTo>
                      <a:cubicBezTo>
                        <a:pt x="1975884" y="1409405"/>
                        <a:pt x="1970036" y="1423286"/>
                        <a:pt x="1970036" y="1438644"/>
                      </a:cubicBezTo>
                      <a:cubicBezTo>
                        <a:pt x="1970036" y="1471369"/>
                        <a:pt x="1996558" y="1497891"/>
                        <a:pt x="2029283" y="1497891"/>
                      </a:cubicBezTo>
                      <a:cubicBezTo>
                        <a:pt x="2062007" y="1497891"/>
                        <a:pt x="2088530" y="1471369"/>
                        <a:pt x="2088530" y="1438644"/>
                      </a:cubicBezTo>
                      <a:cubicBezTo>
                        <a:pt x="2088530" y="1406865"/>
                        <a:pt x="2063602" y="1381051"/>
                        <a:pt x="2032236" y="1379515"/>
                      </a:cubicBezTo>
                      <a:lnTo>
                        <a:pt x="2032236" y="1205023"/>
                      </a:lnTo>
                      <a:cubicBezTo>
                        <a:pt x="2159709" y="1206618"/>
                        <a:pt x="2262963" y="1310758"/>
                        <a:pt x="2262963" y="1438585"/>
                      </a:cubicBezTo>
                      <a:cubicBezTo>
                        <a:pt x="2262963" y="1567416"/>
                        <a:pt x="2158114" y="1672265"/>
                        <a:pt x="2029283" y="1672265"/>
                      </a:cubicBezTo>
                      <a:cubicBezTo>
                        <a:pt x="1900452" y="1672265"/>
                        <a:pt x="1795603" y="1567416"/>
                        <a:pt x="1795603" y="1438585"/>
                      </a:cubicBezTo>
                      <a:cubicBezTo>
                        <a:pt x="1795603" y="1375262"/>
                        <a:pt x="1821003" y="1317729"/>
                        <a:pt x="1862116" y="1275612"/>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91" name="Freeform: Shape 1390">
                  <a:extLst>
                    <a:ext uri="{FF2B5EF4-FFF2-40B4-BE49-F238E27FC236}">
                      <a16:creationId xmlns:a16="http://schemas.microsoft.com/office/drawing/2014/main" id="{45CA499C-B162-8650-A706-D40D7F690285}"/>
                    </a:ext>
                  </a:extLst>
                </p:cNvPr>
                <p:cNvSpPr/>
                <p:nvPr/>
              </p:nvSpPr>
              <p:spPr>
                <a:xfrm>
                  <a:off x="345321" y="4176350"/>
                  <a:ext cx="2877111" cy="201073"/>
                </a:xfrm>
                <a:custGeom>
                  <a:avLst/>
                  <a:gdLst>
                    <a:gd name="connsiteX0" fmla="*/ 20911 w 2877111"/>
                    <a:gd name="connsiteY0" fmla="*/ 0 h 201073"/>
                    <a:gd name="connsiteX1" fmla="*/ 41467 w 2877111"/>
                    <a:gd name="connsiteY1" fmla="*/ 17957 h 201073"/>
                    <a:gd name="connsiteX2" fmla="*/ 849069 w 2877111"/>
                    <a:gd name="connsiteY2" fmla="*/ 17957 h 201073"/>
                    <a:gd name="connsiteX3" fmla="*/ 1026278 w 2877111"/>
                    <a:gd name="connsiteY3" fmla="*/ 195166 h 201073"/>
                    <a:gd name="connsiteX4" fmla="*/ 1438585 w 2877111"/>
                    <a:gd name="connsiteY4" fmla="*/ 195166 h 201073"/>
                    <a:gd name="connsiteX5" fmla="*/ 1850833 w 2877111"/>
                    <a:gd name="connsiteY5" fmla="*/ 195166 h 201073"/>
                    <a:gd name="connsiteX6" fmla="*/ 2028042 w 2877111"/>
                    <a:gd name="connsiteY6" fmla="*/ 17957 h 201073"/>
                    <a:gd name="connsiteX7" fmla="*/ 2835644 w 2877111"/>
                    <a:gd name="connsiteY7" fmla="*/ 17957 h 201073"/>
                    <a:gd name="connsiteX8" fmla="*/ 2856201 w 2877111"/>
                    <a:gd name="connsiteY8" fmla="*/ 0 h 201073"/>
                    <a:gd name="connsiteX9" fmla="*/ 2877111 w 2877111"/>
                    <a:gd name="connsiteY9" fmla="*/ 20911 h 201073"/>
                    <a:gd name="connsiteX10" fmla="*/ 2856201 w 2877111"/>
                    <a:gd name="connsiteY10" fmla="*/ 41821 h 201073"/>
                    <a:gd name="connsiteX11" fmla="*/ 2835644 w 2877111"/>
                    <a:gd name="connsiteY11" fmla="*/ 23864 h 201073"/>
                    <a:gd name="connsiteX12" fmla="*/ 2030523 w 2877111"/>
                    <a:gd name="connsiteY12" fmla="*/ 23864 h 201073"/>
                    <a:gd name="connsiteX13" fmla="*/ 1853314 w 2877111"/>
                    <a:gd name="connsiteY13" fmla="*/ 201073 h 201073"/>
                    <a:gd name="connsiteX14" fmla="*/ 1438585 w 2877111"/>
                    <a:gd name="connsiteY14" fmla="*/ 201073 h 201073"/>
                    <a:gd name="connsiteX15" fmla="*/ 1023856 w 2877111"/>
                    <a:gd name="connsiteY15" fmla="*/ 201073 h 201073"/>
                    <a:gd name="connsiteX16" fmla="*/ 846647 w 2877111"/>
                    <a:gd name="connsiteY16" fmla="*/ 23864 h 201073"/>
                    <a:gd name="connsiteX17" fmla="*/ 41467 w 2877111"/>
                    <a:gd name="connsiteY17" fmla="*/ 23864 h 201073"/>
                    <a:gd name="connsiteX18" fmla="*/ 20911 w 2877111"/>
                    <a:gd name="connsiteY18" fmla="*/ 41821 h 201073"/>
                    <a:gd name="connsiteX19" fmla="*/ 0 w 2877111"/>
                    <a:gd name="connsiteY19" fmla="*/ 20911 h 201073"/>
                    <a:gd name="connsiteX20" fmla="*/ 20911 w 2877111"/>
                    <a:gd name="connsiteY20" fmla="*/ 0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877111" h="201073">
                      <a:moveTo>
                        <a:pt x="20911" y="0"/>
                      </a:moveTo>
                      <a:cubicBezTo>
                        <a:pt x="31425" y="0"/>
                        <a:pt x="40049" y="7797"/>
                        <a:pt x="41467" y="17957"/>
                      </a:cubicBezTo>
                      <a:lnTo>
                        <a:pt x="849069" y="17957"/>
                      </a:lnTo>
                      <a:lnTo>
                        <a:pt x="1026278" y="195166"/>
                      </a:lnTo>
                      <a:lnTo>
                        <a:pt x="1438585" y="195166"/>
                      </a:lnTo>
                      <a:lnTo>
                        <a:pt x="1850833" y="195166"/>
                      </a:lnTo>
                      <a:lnTo>
                        <a:pt x="2028042" y="17957"/>
                      </a:lnTo>
                      <a:lnTo>
                        <a:pt x="2835644" y="17957"/>
                      </a:lnTo>
                      <a:cubicBezTo>
                        <a:pt x="2837062" y="7856"/>
                        <a:pt x="2845686" y="0"/>
                        <a:pt x="2856201" y="0"/>
                      </a:cubicBezTo>
                      <a:cubicBezTo>
                        <a:pt x="2867719" y="0"/>
                        <a:pt x="2877111" y="9333"/>
                        <a:pt x="2877111" y="20911"/>
                      </a:cubicBezTo>
                      <a:cubicBezTo>
                        <a:pt x="2877111" y="32429"/>
                        <a:pt x="2867778" y="41821"/>
                        <a:pt x="2856201" y="41821"/>
                      </a:cubicBezTo>
                      <a:cubicBezTo>
                        <a:pt x="2845686" y="41821"/>
                        <a:pt x="2837062" y="34024"/>
                        <a:pt x="2835644" y="23864"/>
                      </a:cubicBezTo>
                      <a:lnTo>
                        <a:pt x="2030523" y="23864"/>
                      </a:lnTo>
                      <a:lnTo>
                        <a:pt x="1853314" y="201073"/>
                      </a:lnTo>
                      <a:lnTo>
                        <a:pt x="1438585" y="201073"/>
                      </a:lnTo>
                      <a:lnTo>
                        <a:pt x="1023856" y="201073"/>
                      </a:lnTo>
                      <a:lnTo>
                        <a:pt x="846647" y="23864"/>
                      </a:lnTo>
                      <a:lnTo>
                        <a:pt x="41467" y="23864"/>
                      </a:lnTo>
                      <a:cubicBezTo>
                        <a:pt x="40049" y="33965"/>
                        <a:pt x="31425" y="41821"/>
                        <a:pt x="20911" y="41821"/>
                      </a:cubicBezTo>
                      <a:cubicBezTo>
                        <a:pt x="9392" y="41821"/>
                        <a:pt x="0" y="32488"/>
                        <a:pt x="0" y="20911"/>
                      </a:cubicBezTo>
                      <a:cubicBezTo>
                        <a:pt x="0" y="9333"/>
                        <a:pt x="9333" y="0"/>
                        <a:pt x="20911" y="0"/>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92" name="Freeform: Shape 1391">
                  <a:extLst>
                    <a:ext uri="{FF2B5EF4-FFF2-40B4-BE49-F238E27FC236}">
                      <a16:creationId xmlns:a16="http://schemas.microsoft.com/office/drawing/2014/main" id="{59D8C82D-EC8A-947D-EEA5-D0B7996EDA00}"/>
                    </a:ext>
                  </a:extLst>
                </p:cNvPr>
                <p:cNvSpPr/>
                <p:nvPr/>
              </p:nvSpPr>
              <p:spPr>
                <a:xfrm>
                  <a:off x="8624" y="2522337"/>
                  <a:ext cx="4749622" cy="1737182"/>
                </a:xfrm>
                <a:custGeom>
                  <a:avLst/>
                  <a:gdLst>
                    <a:gd name="connsiteX0" fmla="*/ 0 w 4749622"/>
                    <a:gd name="connsiteY0" fmla="*/ 552539 h 1737182"/>
                    <a:gd name="connsiteX1" fmla="*/ 20911 w 4749622"/>
                    <a:gd name="connsiteY1" fmla="*/ 573449 h 1737182"/>
                    <a:gd name="connsiteX2" fmla="*/ 41467 w 4749622"/>
                    <a:gd name="connsiteY2" fmla="*/ 555492 h 1737182"/>
                    <a:gd name="connsiteX3" fmla="*/ 1185767 w 4749622"/>
                    <a:gd name="connsiteY3" fmla="*/ 555492 h 1737182"/>
                    <a:gd name="connsiteX4" fmla="*/ 1362976 w 4749622"/>
                    <a:gd name="connsiteY4" fmla="*/ 378283 h 1737182"/>
                    <a:gd name="connsiteX5" fmla="*/ 1716863 w 4749622"/>
                    <a:gd name="connsiteY5" fmla="*/ 378283 h 1737182"/>
                    <a:gd name="connsiteX6" fmla="*/ 1772270 w 4749622"/>
                    <a:gd name="connsiteY6" fmla="*/ 433690 h 1737182"/>
                    <a:gd name="connsiteX7" fmla="*/ 1772270 w 4749622"/>
                    <a:gd name="connsiteY7" fmla="*/ 1258127 h 1737182"/>
                    <a:gd name="connsiteX8" fmla="*/ 1535637 w 4749622"/>
                    <a:gd name="connsiteY8" fmla="*/ 1497596 h 1737182"/>
                    <a:gd name="connsiteX9" fmla="*/ 1775224 w 4749622"/>
                    <a:gd name="connsiteY9" fmla="*/ 1737183 h 1737182"/>
                    <a:gd name="connsiteX10" fmla="*/ 2014811 w 4749622"/>
                    <a:gd name="connsiteY10" fmla="*/ 1497596 h 1737182"/>
                    <a:gd name="connsiteX11" fmla="*/ 1946585 w 4749622"/>
                    <a:gd name="connsiteY11" fmla="*/ 1330428 h 1737182"/>
                    <a:gd name="connsiteX12" fmla="*/ 2367162 w 4749622"/>
                    <a:gd name="connsiteY12" fmla="*/ 909852 h 1737182"/>
                    <a:gd name="connsiteX13" fmla="*/ 3664275 w 4749622"/>
                    <a:gd name="connsiteY13" fmla="*/ 909852 h 1737182"/>
                    <a:gd name="connsiteX14" fmla="*/ 3959624 w 4749622"/>
                    <a:gd name="connsiteY14" fmla="*/ 1205200 h 1737182"/>
                    <a:gd name="connsiteX15" fmla="*/ 4708156 w 4749622"/>
                    <a:gd name="connsiteY15" fmla="*/ 1205200 h 1737182"/>
                    <a:gd name="connsiteX16" fmla="*/ 4728712 w 4749622"/>
                    <a:gd name="connsiteY16" fmla="*/ 1223158 h 1737182"/>
                    <a:gd name="connsiteX17" fmla="*/ 4749623 w 4749622"/>
                    <a:gd name="connsiteY17" fmla="*/ 1202247 h 1737182"/>
                    <a:gd name="connsiteX18" fmla="*/ 4728712 w 4749622"/>
                    <a:gd name="connsiteY18" fmla="*/ 1181336 h 1737182"/>
                    <a:gd name="connsiteX19" fmla="*/ 4708156 w 4749622"/>
                    <a:gd name="connsiteY19" fmla="*/ 1199293 h 1737182"/>
                    <a:gd name="connsiteX20" fmla="*/ 3962105 w 4749622"/>
                    <a:gd name="connsiteY20" fmla="*/ 1199293 h 1737182"/>
                    <a:gd name="connsiteX21" fmla="*/ 3666756 w 4749622"/>
                    <a:gd name="connsiteY21" fmla="*/ 903945 h 1737182"/>
                    <a:gd name="connsiteX22" fmla="*/ 2364740 w 4749622"/>
                    <a:gd name="connsiteY22" fmla="*/ 903945 h 1737182"/>
                    <a:gd name="connsiteX23" fmla="*/ 1942450 w 4749622"/>
                    <a:gd name="connsiteY23" fmla="*/ 1326235 h 1737182"/>
                    <a:gd name="connsiteX24" fmla="*/ 1778236 w 4749622"/>
                    <a:gd name="connsiteY24" fmla="*/ 1258068 h 1737182"/>
                    <a:gd name="connsiteX25" fmla="*/ 1778236 w 4749622"/>
                    <a:gd name="connsiteY25" fmla="*/ 433690 h 1737182"/>
                    <a:gd name="connsiteX26" fmla="*/ 1833644 w 4749622"/>
                    <a:gd name="connsiteY26" fmla="*/ 378283 h 1737182"/>
                    <a:gd name="connsiteX27" fmla="*/ 2719159 w 4749622"/>
                    <a:gd name="connsiteY27" fmla="*/ 378283 h 1737182"/>
                    <a:gd name="connsiteX28" fmla="*/ 2955438 w 4749622"/>
                    <a:gd name="connsiteY28" fmla="*/ 614562 h 1737182"/>
                    <a:gd name="connsiteX29" fmla="*/ 4058389 w 4749622"/>
                    <a:gd name="connsiteY29" fmla="*/ 614562 h 1737182"/>
                    <a:gd name="connsiteX30" fmla="*/ 4078945 w 4749622"/>
                    <a:gd name="connsiteY30" fmla="*/ 632519 h 1737182"/>
                    <a:gd name="connsiteX31" fmla="*/ 4099856 w 4749622"/>
                    <a:gd name="connsiteY31" fmla="*/ 611608 h 1737182"/>
                    <a:gd name="connsiteX32" fmla="*/ 4078945 w 4749622"/>
                    <a:gd name="connsiteY32" fmla="*/ 590698 h 1737182"/>
                    <a:gd name="connsiteX33" fmla="*/ 4058389 w 4749622"/>
                    <a:gd name="connsiteY33" fmla="*/ 608655 h 1737182"/>
                    <a:gd name="connsiteX34" fmla="*/ 2957919 w 4749622"/>
                    <a:gd name="connsiteY34" fmla="*/ 608655 h 1737182"/>
                    <a:gd name="connsiteX35" fmla="*/ 2721640 w 4749622"/>
                    <a:gd name="connsiteY35" fmla="*/ 372376 h 1737182"/>
                    <a:gd name="connsiteX36" fmla="*/ 1833644 w 4749622"/>
                    <a:gd name="connsiteY36" fmla="*/ 372376 h 1737182"/>
                    <a:gd name="connsiteX37" fmla="*/ 1778236 w 4749622"/>
                    <a:gd name="connsiteY37" fmla="*/ 316968 h 1737182"/>
                    <a:gd name="connsiteX38" fmla="*/ 1778236 w 4749622"/>
                    <a:gd name="connsiteY38" fmla="*/ 17957 h 1737182"/>
                    <a:gd name="connsiteX39" fmla="*/ 909793 w 4749622"/>
                    <a:gd name="connsiteY39" fmla="*/ 17957 h 1737182"/>
                    <a:gd name="connsiteX40" fmla="*/ 889236 w 4749622"/>
                    <a:gd name="connsiteY40" fmla="*/ 0 h 1737182"/>
                    <a:gd name="connsiteX41" fmla="*/ 868326 w 4749622"/>
                    <a:gd name="connsiteY41" fmla="*/ 20911 h 1737182"/>
                    <a:gd name="connsiteX42" fmla="*/ 889236 w 4749622"/>
                    <a:gd name="connsiteY42" fmla="*/ 41821 h 1737182"/>
                    <a:gd name="connsiteX43" fmla="*/ 909793 w 4749622"/>
                    <a:gd name="connsiteY43" fmla="*/ 23864 h 1737182"/>
                    <a:gd name="connsiteX44" fmla="*/ 1772329 w 4749622"/>
                    <a:gd name="connsiteY44" fmla="*/ 23864 h 1737182"/>
                    <a:gd name="connsiteX45" fmla="*/ 1772329 w 4749622"/>
                    <a:gd name="connsiteY45" fmla="*/ 316968 h 1737182"/>
                    <a:gd name="connsiteX46" fmla="*/ 1716922 w 4749622"/>
                    <a:gd name="connsiteY46" fmla="*/ 372376 h 1737182"/>
                    <a:gd name="connsiteX47" fmla="*/ 1360613 w 4749622"/>
                    <a:gd name="connsiteY47" fmla="*/ 372376 h 1737182"/>
                    <a:gd name="connsiteX48" fmla="*/ 1183404 w 4749622"/>
                    <a:gd name="connsiteY48" fmla="*/ 549585 h 1737182"/>
                    <a:gd name="connsiteX49" fmla="*/ 41467 w 4749622"/>
                    <a:gd name="connsiteY49" fmla="*/ 549585 h 1737182"/>
                    <a:gd name="connsiteX50" fmla="*/ 20911 w 4749622"/>
                    <a:gd name="connsiteY50" fmla="*/ 531628 h 1737182"/>
                    <a:gd name="connsiteX51" fmla="*/ 0 w 4749622"/>
                    <a:gd name="connsiteY51" fmla="*/ 552539 h 1737182"/>
                    <a:gd name="connsiteX52" fmla="*/ 1938256 w 4749622"/>
                    <a:gd name="connsiteY52" fmla="*/ 1330488 h 1737182"/>
                    <a:gd name="connsiteX53" fmla="*/ 1814623 w 4749622"/>
                    <a:gd name="connsiteY53" fmla="*/ 1454120 h 1737182"/>
                    <a:gd name="connsiteX54" fmla="*/ 1778177 w 4749622"/>
                    <a:gd name="connsiteY54" fmla="*/ 1439058 h 1737182"/>
                    <a:gd name="connsiteX55" fmla="*/ 1778177 w 4749622"/>
                    <a:gd name="connsiteY55" fmla="*/ 1264093 h 1737182"/>
                    <a:gd name="connsiteX56" fmla="*/ 1938256 w 4749622"/>
                    <a:gd name="connsiteY56" fmla="*/ 1330488 h 1737182"/>
                    <a:gd name="connsiteX57" fmla="*/ 1772329 w 4749622"/>
                    <a:gd name="connsiteY57" fmla="*/ 1264093 h 1737182"/>
                    <a:gd name="connsiteX58" fmla="*/ 1772329 w 4749622"/>
                    <a:gd name="connsiteY58" fmla="*/ 1439058 h 1737182"/>
                    <a:gd name="connsiteX59" fmla="*/ 1716508 w 4749622"/>
                    <a:gd name="connsiteY59" fmla="*/ 1497714 h 1737182"/>
                    <a:gd name="connsiteX60" fmla="*/ 1775283 w 4749622"/>
                    <a:gd name="connsiteY60" fmla="*/ 1556489 h 1737182"/>
                    <a:gd name="connsiteX61" fmla="*/ 1834057 w 4749622"/>
                    <a:gd name="connsiteY61" fmla="*/ 1497714 h 1737182"/>
                    <a:gd name="connsiteX62" fmla="*/ 1818817 w 4749622"/>
                    <a:gd name="connsiteY62" fmla="*/ 1458315 h 1737182"/>
                    <a:gd name="connsiteX63" fmla="*/ 1942450 w 4749622"/>
                    <a:gd name="connsiteY63" fmla="*/ 1334682 h 1737182"/>
                    <a:gd name="connsiteX64" fmla="*/ 2008904 w 4749622"/>
                    <a:gd name="connsiteY64" fmla="*/ 1497714 h 1737182"/>
                    <a:gd name="connsiteX65" fmla="*/ 1775224 w 4749622"/>
                    <a:gd name="connsiteY65" fmla="*/ 1731394 h 1737182"/>
                    <a:gd name="connsiteX66" fmla="*/ 1541544 w 4749622"/>
                    <a:gd name="connsiteY66" fmla="*/ 1497714 h 1737182"/>
                    <a:gd name="connsiteX67" fmla="*/ 1772329 w 4749622"/>
                    <a:gd name="connsiteY67" fmla="*/ 1264093 h 173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4749622" h="1737182">
                      <a:moveTo>
                        <a:pt x="0" y="552539"/>
                      </a:moveTo>
                      <a:cubicBezTo>
                        <a:pt x="0" y="564057"/>
                        <a:pt x="9333" y="573449"/>
                        <a:pt x="20911" y="573449"/>
                      </a:cubicBezTo>
                      <a:cubicBezTo>
                        <a:pt x="31425" y="573449"/>
                        <a:pt x="40049" y="565652"/>
                        <a:pt x="41467" y="555492"/>
                      </a:cubicBezTo>
                      <a:lnTo>
                        <a:pt x="1185767" y="555492"/>
                      </a:lnTo>
                      <a:lnTo>
                        <a:pt x="1362976" y="378283"/>
                      </a:lnTo>
                      <a:lnTo>
                        <a:pt x="1716863" y="378283"/>
                      </a:lnTo>
                      <a:cubicBezTo>
                        <a:pt x="1718340" y="408231"/>
                        <a:pt x="1742322" y="432213"/>
                        <a:pt x="1772270" y="433690"/>
                      </a:cubicBezTo>
                      <a:lnTo>
                        <a:pt x="1772270" y="1258127"/>
                      </a:lnTo>
                      <a:cubicBezTo>
                        <a:pt x="1641549" y="1259722"/>
                        <a:pt x="1535637" y="1366520"/>
                        <a:pt x="1535637" y="1497596"/>
                      </a:cubicBezTo>
                      <a:cubicBezTo>
                        <a:pt x="1535637" y="1629676"/>
                        <a:pt x="1643085" y="1737183"/>
                        <a:pt x="1775224" y="1737183"/>
                      </a:cubicBezTo>
                      <a:cubicBezTo>
                        <a:pt x="1907304" y="1737183"/>
                        <a:pt x="2014811" y="1629735"/>
                        <a:pt x="2014811" y="1497596"/>
                      </a:cubicBezTo>
                      <a:cubicBezTo>
                        <a:pt x="2014811" y="1432619"/>
                        <a:pt x="1988761" y="1373608"/>
                        <a:pt x="1946585" y="1330428"/>
                      </a:cubicBezTo>
                      <a:lnTo>
                        <a:pt x="2367162" y="909852"/>
                      </a:lnTo>
                      <a:lnTo>
                        <a:pt x="3664275" y="909852"/>
                      </a:lnTo>
                      <a:lnTo>
                        <a:pt x="3959624" y="1205200"/>
                      </a:lnTo>
                      <a:lnTo>
                        <a:pt x="4708156" y="1205200"/>
                      </a:lnTo>
                      <a:cubicBezTo>
                        <a:pt x="4709574" y="1215301"/>
                        <a:pt x="4718198" y="1223158"/>
                        <a:pt x="4728712" y="1223158"/>
                      </a:cubicBezTo>
                      <a:cubicBezTo>
                        <a:pt x="4740231" y="1223158"/>
                        <a:pt x="4749623" y="1213825"/>
                        <a:pt x="4749623" y="1202247"/>
                      </a:cubicBezTo>
                      <a:cubicBezTo>
                        <a:pt x="4749623" y="1190729"/>
                        <a:pt x="4740290" y="1181336"/>
                        <a:pt x="4728712" y="1181336"/>
                      </a:cubicBezTo>
                      <a:cubicBezTo>
                        <a:pt x="4718198" y="1181336"/>
                        <a:pt x="4709574" y="1189134"/>
                        <a:pt x="4708156" y="1199293"/>
                      </a:cubicBezTo>
                      <a:lnTo>
                        <a:pt x="3962105" y="1199293"/>
                      </a:lnTo>
                      <a:lnTo>
                        <a:pt x="3666756" y="903945"/>
                      </a:lnTo>
                      <a:lnTo>
                        <a:pt x="2364740" y="903945"/>
                      </a:lnTo>
                      <a:lnTo>
                        <a:pt x="1942450" y="1326235"/>
                      </a:lnTo>
                      <a:cubicBezTo>
                        <a:pt x="1899920" y="1284708"/>
                        <a:pt x="1842032" y="1258895"/>
                        <a:pt x="1778236" y="1258068"/>
                      </a:cubicBezTo>
                      <a:lnTo>
                        <a:pt x="1778236" y="433690"/>
                      </a:lnTo>
                      <a:cubicBezTo>
                        <a:pt x="1808185" y="432213"/>
                        <a:pt x="1832167" y="408231"/>
                        <a:pt x="1833644" y="378283"/>
                      </a:cubicBezTo>
                      <a:lnTo>
                        <a:pt x="2719159" y="378283"/>
                      </a:lnTo>
                      <a:lnTo>
                        <a:pt x="2955438" y="614562"/>
                      </a:lnTo>
                      <a:lnTo>
                        <a:pt x="4058389" y="614562"/>
                      </a:lnTo>
                      <a:cubicBezTo>
                        <a:pt x="4059806" y="624663"/>
                        <a:pt x="4068430" y="632519"/>
                        <a:pt x="4078945" y="632519"/>
                      </a:cubicBezTo>
                      <a:cubicBezTo>
                        <a:pt x="4090463" y="632519"/>
                        <a:pt x="4099856" y="623186"/>
                        <a:pt x="4099856" y="611608"/>
                      </a:cubicBezTo>
                      <a:cubicBezTo>
                        <a:pt x="4099856" y="600031"/>
                        <a:pt x="4090523" y="590698"/>
                        <a:pt x="4078945" y="590698"/>
                      </a:cubicBezTo>
                      <a:cubicBezTo>
                        <a:pt x="4068430" y="590698"/>
                        <a:pt x="4059806" y="598495"/>
                        <a:pt x="4058389" y="608655"/>
                      </a:cubicBezTo>
                      <a:lnTo>
                        <a:pt x="2957919" y="608655"/>
                      </a:lnTo>
                      <a:lnTo>
                        <a:pt x="2721640" y="372376"/>
                      </a:lnTo>
                      <a:lnTo>
                        <a:pt x="1833644" y="372376"/>
                      </a:lnTo>
                      <a:cubicBezTo>
                        <a:pt x="1832167" y="342427"/>
                        <a:pt x="1808185" y="318445"/>
                        <a:pt x="1778236" y="316968"/>
                      </a:cubicBezTo>
                      <a:lnTo>
                        <a:pt x="1778236" y="17957"/>
                      </a:lnTo>
                      <a:lnTo>
                        <a:pt x="909793" y="17957"/>
                      </a:lnTo>
                      <a:cubicBezTo>
                        <a:pt x="908375" y="7856"/>
                        <a:pt x="899751" y="0"/>
                        <a:pt x="889236" y="0"/>
                      </a:cubicBezTo>
                      <a:cubicBezTo>
                        <a:pt x="877718" y="0"/>
                        <a:pt x="868326" y="9333"/>
                        <a:pt x="868326" y="20911"/>
                      </a:cubicBezTo>
                      <a:cubicBezTo>
                        <a:pt x="868326" y="32488"/>
                        <a:pt x="877659" y="41821"/>
                        <a:pt x="889236" y="41821"/>
                      </a:cubicBezTo>
                      <a:cubicBezTo>
                        <a:pt x="899751" y="41821"/>
                        <a:pt x="908375" y="34024"/>
                        <a:pt x="909793" y="23864"/>
                      </a:cubicBezTo>
                      <a:lnTo>
                        <a:pt x="1772329" y="23864"/>
                      </a:lnTo>
                      <a:lnTo>
                        <a:pt x="1772329" y="316968"/>
                      </a:lnTo>
                      <a:cubicBezTo>
                        <a:pt x="1742381" y="318445"/>
                        <a:pt x="1718399" y="342427"/>
                        <a:pt x="1716922" y="372376"/>
                      </a:cubicBezTo>
                      <a:lnTo>
                        <a:pt x="1360613" y="372376"/>
                      </a:lnTo>
                      <a:lnTo>
                        <a:pt x="1183404" y="549585"/>
                      </a:lnTo>
                      <a:lnTo>
                        <a:pt x="41467" y="549585"/>
                      </a:lnTo>
                      <a:cubicBezTo>
                        <a:pt x="40049" y="539484"/>
                        <a:pt x="31425" y="531628"/>
                        <a:pt x="20911" y="531628"/>
                      </a:cubicBezTo>
                      <a:cubicBezTo>
                        <a:pt x="9333" y="531687"/>
                        <a:pt x="0" y="541020"/>
                        <a:pt x="0" y="552539"/>
                      </a:cubicBezTo>
                      <a:close/>
                      <a:moveTo>
                        <a:pt x="1938256" y="1330488"/>
                      </a:moveTo>
                      <a:lnTo>
                        <a:pt x="1814623" y="1454120"/>
                      </a:lnTo>
                      <a:cubicBezTo>
                        <a:pt x="1804877" y="1445319"/>
                        <a:pt x="1792177" y="1439767"/>
                        <a:pt x="1778177" y="1439058"/>
                      </a:cubicBezTo>
                      <a:lnTo>
                        <a:pt x="1778177" y="1264093"/>
                      </a:lnTo>
                      <a:cubicBezTo>
                        <a:pt x="1840437" y="1264861"/>
                        <a:pt x="1896789" y="1290025"/>
                        <a:pt x="1938256" y="1330488"/>
                      </a:cubicBezTo>
                      <a:close/>
                      <a:moveTo>
                        <a:pt x="1772329" y="1264093"/>
                      </a:moveTo>
                      <a:lnTo>
                        <a:pt x="1772329" y="1439058"/>
                      </a:lnTo>
                      <a:cubicBezTo>
                        <a:pt x="1741259" y="1440594"/>
                        <a:pt x="1716508" y="1466230"/>
                        <a:pt x="1716508" y="1497714"/>
                      </a:cubicBezTo>
                      <a:cubicBezTo>
                        <a:pt x="1716508" y="1530202"/>
                        <a:pt x="1742794" y="1556489"/>
                        <a:pt x="1775283" y="1556489"/>
                      </a:cubicBezTo>
                      <a:cubicBezTo>
                        <a:pt x="1807771" y="1556489"/>
                        <a:pt x="1834057" y="1530202"/>
                        <a:pt x="1834057" y="1497714"/>
                      </a:cubicBezTo>
                      <a:cubicBezTo>
                        <a:pt x="1834057" y="1482533"/>
                        <a:pt x="1828268" y="1468770"/>
                        <a:pt x="1818817" y="1458315"/>
                      </a:cubicBezTo>
                      <a:lnTo>
                        <a:pt x="1942450" y="1334682"/>
                      </a:lnTo>
                      <a:cubicBezTo>
                        <a:pt x="1983563" y="1376798"/>
                        <a:pt x="2008904" y="1434332"/>
                        <a:pt x="2008904" y="1497714"/>
                      </a:cubicBezTo>
                      <a:cubicBezTo>
                        <a:pt x="2008904" y="1626545"/>
                        <a:pt x="1904055" y="1731394"/>
                        <a:pt x="1775224" y="1731394"/>
                      </a:cubicBezTo>
                      <a:cubicBezTo>
                        <a:pt x="1646393" y="1731394"/>
                        <a:pt x="1541544" y="1626545"/>
                        <a:pt x="1541544" y="1497714"/>
                      </a:cubicBezTo>
                      <a:cubicBezTo>
                        <a:pt x="1541603" y="1369828"/>
                        <a:pt x="1644857" y="1265688"/>
                        <a:pt x="1772329" y="126409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93" name="Freeform: Shape 1392">
                  <a:extLst>
                    <a:ext uri="{FF2B5EF4-FFF2-40B4-BE49-F238E27FC236}">
                      <a16:creationId xmlns:a16="http://schemas.microsoft.com/office/drawing/2014/main" id="{0A95D5AA-9B9C-C190-A3DE-374C39E1DAA3}"/>
                    </a:ext>
                  </a:extLst>
                </p:cNvPr>
                <p:cNvSpPr/>
                <p:nvPr/>
              </p:nvSpPr>
              <p:spPr>
                <a:xfrm>
                  <a:off x="1113287" y="1831457"/>
                  <a:ext cx="2936180" cy="201073"/>
                </a:xfrm>
                <a:custGeom>
                  <a:avLst/>
                  <a:gdLst>
                    <a:gd name="connsiteX0" fmla="*/ 2915270 w 2936180"/>
                    <a:gd name="connsiteY0" fmla="*/ 201073 h 201073"/>
                    <a:gd name="connsiteX1" fmla="*/ 2894714 w 2936180"/>
                    <a:gd name="connsiteY1" fmla="*/ 183116 h 201073"/>
                    <a:gd name="connsiteX2" fmla="*/ 1791704 w 2936180"/>
                    <a:gd name="connsiteY2" fmla="*/ 183116 h 201073"/>
                    <a:gd name="connsiteX3" fmla="*/ 1614495 w 2936180"/>
                    <a:gd name="connsiteY3" fmla="*/ 5907 h 201073"/>
                    <a:gd name="connsiteX4" fmla="*/ 671860 w 2936180"/>
                    <a:gd name="connsiteY4" fmla="*/ 5907 h 201073"/>
                    <a:gd name="connsiteX5" fmla="*/ 553720 w 2936180"/>
                    <a:gd name="connsiteY5" fmla="*/ 124047 h 201073"/>
                    <a:gd name="connsiteX6" fmla="*/ 41467 w 2936180"/>
                    <a:gd name="connsiteY6" fmla="*/ 124047 h 201073"/>
                    <a:gd name="connsiteX7" fmla="*/ 20911 w 2936180"/>
                    <a:gd name="connsiteY7" fmla="*/ 142004 h 201073"/>
                    <a:gd name="connsiteX8" fmla="*/ 0 w 2936180"/>
                    <a:gd name="connsiteY8" fmla="*/ 121093 h 201073"/>
                    <a:gd name="connsiteX9" fmla="*/ 20911 w 2936180"/>
                    <a:gd name="connsiteY9" fmla="*/ 100182 h 201073"/>
                    <a:gd name="connsiteX10" fmla="*/ 41467 w 2936180"/>
                    <a:gd name="connsiteY10" fmla="*/ 118140 h 201073"/>
                    <a:gd name="connsiteX11" fmla="*/ 551298 w 2936180"/>
                    <a:gd name="connsiteY11" fmla="*/ 118140 h 201073"/>
                    <a:gd name="connsiteX12" fmla="*/ 669438 w 2936180"/>
                    <a:gd name="connsiteY12" fmla="*/ 0 h 201073"/>
                    <a:gd name="connsiteX13" fmla="*/ 1616976 w 2936180"/>
                    <a:gd name="connsiteY13" fmla="*/ 0 h 201073"/>
                    <a:gd name="connsiteX14" fmla="*/ 1794185 w 2936180"/>
                    <a:gd name="connsiteY14" fmla="*/ 177209 h 201073"/>
                    <a:gd name="connsiteX15" fmla="*/ 2894714 w 2936180"/>
                    <a:gd name="connsiteY15" fmla="*/ 177209 h 201073"/>
                    <a:gd name="connsiteX16" fmla="*/ 2915270 w 2936180"/>
                    <a:gd name="connsiteY16" fmla="*/ 159252 h 201073"/>
                    <a:gd name="connsiteX17" fmla="*/ 2936181 w 2936180"/>
                    <a:gd name="connsiteY17" fmla="*/ 180163 h 201073"/>
                    <a:gd name="connsiteX18" fmla="*/ 2915270 w 2936180"/>
                    <a:gd name="connsiteY18" fmla="*/ 201073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36180" h="201073">
                      <a:moveTo>
                        <a:pt x="2915270" y="201073"/>
                      </a:moveTo>
                      <a:cubicBezTo>
                        <a:pt x="2904756" y="201073"/>
                        <a:pt x="2896132" y="193276"/>
                        <a:pt x="2894714" y="183116"/>
                      </a:cubicBezTo>
                      <a:lnTo>
                        <a:pt x="1791704" y="183116"/>
                      </a:lnTo>
                      <a:lnTo>
                        <a:pt x="1614495" y="5907"/>
                      </a:lnTo>
                      <a:lnTo>
                        <a:pt x="671860" y="5907"/>
                      </a:lnTo>
                      <a:lnTo>
                        <a:pt x="553720" y="124047"/>
                      </a:lnTo>
                      <a:lnTo>
                        <a:pt x="41467" y="124047"/>
                      </a:lnTo>
                      <a:cubicBezTo>
                        <a:pt x="40049" y="134147"/>
                        <a:pt x="31425" y="142004"/>
                        <a:pt x="20911" y="142004"/>
                      </a:cubicBezTo>
                      <a:cubicBezTo>
                        <a:pt x="9392" y="142004"/>
                        <a:pt x="0" y="132671"/>
                        <a:pt x="0" y="121093"/>
                      </a:cubicBezTo>
                      <a:cubicBezTo>
                        <a:pt x="0" y="109574"/>
                        <a:pt x="9333" y="100182"/>
                        <a:pt x="20911" y="100182"/>
                      </a:cubicBezTo>
                      <a:cubicBezTo>
                        <a:pt x="31425" y="100182"/>
                        <a:pt x="40049" y="107980"/>
                        <a:pt x="41467" y="118140"/>
                      </a:cubicBezTo>
                      <a:lnTo>
                        <a:pt x="551298" y="118140"/>
                      </a:lnTo>
                      <a:lnTo>
                        <a:pt x="669438" y="0"/>
                      </a:lnTo>
                      <a:lnTo>
                        <a:pt x="1616976" y="0"/>
                      </a:lnTo>
                      <a:lnTo>
                        <a:pt x="1794185" y="177209"/>
                      </a:lnTo>
                      <a:lnTo>
                        <a:pt x="2894714" y="177209"/>
                      </a:lnTo>
                      <a:cubicBezTo>
                        <a:pt x="2896132" y="167108"/>
                        <a:pt x="2904756" y="159252"/>
                        <a:pt x="2915270" y="159252"/>
                      </a:cubicBezTo>
                      <a:cubicBezTo>
                        <a:pt x="2926789" y="159252"/>
                        <a:pt x="2936181" y="168585"/>
                        <a:pt x="2936181" y="180163"/>
                      </a:cubicBezTo>
                      <a:cubicBezTo>
                        <a:pt x="2936181" y="191741"/>
                        <a:pt x="2926789" y="201073"/>
                        <a:pt x="2915270" y="20107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94" name="Freeform: Shape 1393">
                  <a:extLst>
                    <a:ext uri="{FF2B5EF4-FFF2-40B4-BE49-F238E27FC236}">
                      <a16:creationId xmlns:a16="http://schemas.microsoft.com/office/drawing/2014/main" id="{546FAFD0-5621-E168-2B96-2CDBF50C58C9}"/>
                    </a:ext>
                  </a:extLst>
                </p:cNvPr>
                <p:cNvSpPr/>
                <p:nvPr/>
              </p:nvSpPr>
              <p:spPr>
                <a:xfrm>
                  <a:off x="3939625" y="1922670"/>
                  <a:ext cx="177764" cy="177840"/>
                </a:xfrm>
                <a:custGeom>
                  <a:avLst/>
                  <a:gdLst>
                    <a:gd name="connsiteX0" fmla="*/ 19348 w 177764"/>
                    <a:gd name="connsiteY0" fmla="*/ 144416 h 177840"/>
                    <a:gd name="connsiteX1" fmla="*/ 19348 w 177764"/>
                    <a:gd name="connsiteY1" fmla="*/ 175369 h 177840"/>
                    <a:gd name="connsiteX2" fmla="*/ 27736 w 177764"/>
                    <a:gd name="connsiteY2" fmla="*/ 166922 h 177840"/>
                    <a:gd name="connsiteX3" fmla="*/ 27736 w 177764"/>
                    <a:gd name="connsiteY3" fmla="*/ 153513 h 177840"/>
                    <a:gd name="connsiteX4" fmla="*/ 144340 w 177764"/>
                    <a:gd name="connsiteY4" fmla="*/ 158475 h 177840"/>
                    <a:gd name="connsiteX5" fmla="*/ 175293 w 177764"/>
                    <a:gd name="connsiteY5" fmla="*/ 158475 h 177840"/>
                    <a:gd name="connsiteX6" fmla="*/ 166846 w 177764"/>
                    <a:gd name="connsiteY6" fmla="*/ 150028 h 177840"/>
                    <a:gd name="connsiteX7" fmla="*/ 153437 w 177764"/>
                    <a:gd name="connsiteY7" fmla="*/ 150028 h 177840"/>
                    <a:gd name="connsiteX8" fmla="*/ 158399 w 177764"/>
                    <a:gd name="connsiteY8" fmla="*/ 33424 h 177840"/>
                    <a:gd name="connsiteX9" fmla="*/ 158399 w 177764"/>
                    <a:gd name="connsiteY9" fmla="*/ 2472 h 177840"/>
                    <a:gd name="connsiteX10" fmla="*/ 149952 w 177764"/>
                    <a:gd name="connsiteY10" fmla="*/ 10919 h 177840"/>
                    <a:gd name="connsiteX11" fmla="*/ 149952 w 177764"/>
                    <a:gd name="connsiteY11" fmla="*/ 24327 h 177840"/>
                    <a:gd name="connsiteX12" fmla="*/ 33348 w 177764"/>
                    <a:gd name="connsiteY12" fmla="*/ 19366 h 177840"/>
                    <a:gd name="connsiteX13" fmla="*/ 2395 w 177764"/>
                    <a:gd name="connsiteY13" fmla="*/ 19366 h 177840"/>
                    <a:gd name="connsiteX14" fmla="*/ 10843 w 177764"/>
                    <a:gd name="connsiteY14" fmla="*/ 27813 h 177840"/>
                    <a:gd name="connsiteX15" fmla="*/ 24251 w 177764"/>
                    <a:gd name="connsiteY15" fmla="*/ 27813 h 177840"/>
                    <a:gd name="connsiteX16" fmla="*/ 19348 w 177764"/>
                    <a:gd name="connsiteY16" fmla="*/ 144416 h 177840"/>
                    <a:gd name="connsiteX17" fmla="*/ 27796 w 177764"/>
                    <a:gd name="connsiteY17" fmla="*/ 30530 h 177840"/>
                    <a:gd name="connsiteX18" fmla="*/ 27796 w 177764"/>
                    <a:gd name="connsiteY18" fmla="*/ 44707 h 177840"/>
                    <a:gd name="connsiteX19" fmla="*/ 36242 w 177764"/>
                    <a:gd name="connsiteY19" fmla="*/ 53154 h 177840"/>
                    <a:gd name="connsiteX20" fmla="*/ 36242 w 177764"/>
                    <a:gd name="connsiteY20" fmla="*/ 22792 h 177840"/>
                    <a:gd name="connsiteX21" fmla="*/ 147412 w 177764"/>
                    <a:gd name="connsiteY21" fmla="*/ 27872 h 177840"/>
                    <a:gd name="connsiteX22" fmla="*/ 133235 w 177764"/>
                    <a:gd name="connsiteY22" fmla="*/ 27872 h 177840"/>
                    <a:gd name="connsiteX23" fmla="*/ 124788 w 177764"/>
                    <a:gd name="connsiteY23" fmla="*/ 36319 h 177840"/>
                    <a:gd name="connsiteX24" fmla="*/ 155150 w 177764"/>
                    <a:gd name="connsiteY24" fmla="*/ 36319 h 177840"/>
                    <a:gd name="connsiteX25" fmla="*/ 150070 w 177764"/>
                    <a:gd name="connsiteY25" fmla="*/ 147488 h 177840"/>
                    <a:gd name="connsiteX26" fmla="*/ 150070 w 177764"/>
                    <a:gd name="connsiteY26" fmla="*/ 133311 h 177840"/>
                    <a:gd name="connsiteX27" fmla="*/ 141623 w 177764"/>
                    <a:gd name="connsiteY27" fmla="*/ 124864 h 177840"/>
                    <a:gd name="connsiteX28" fmla="*/ 141623 w 177764"/>
                    <a:gd name="connsiteY28" fmla="*/ 155226 h 177840"/>
                    <a:gd name="connsiteX29" fmla="*/ 30453 w 177764"/>
                    <a:gd name="connsiteY29" fmla="*/ 150146 h 177840"/>
                    <a:gd name="connsiteX30" fmla="*/ 44630 w 177764"/>
                    <a:gd name="connsiteY30" fmla="*/ 150146 h 177840"/>
                    <a:gd name="connsiteX31" fmla="*/ 53077 w 177764"/>
                    <a:gd name="connsiteY31" fmla="*/ 141699 h 177840"/>
                    <a:gd name="connsiteX32" fmla="*/ 22715 w 177764"/>
                    <a:gd name="connsiteY32" fmla="*/ 141699 h 177840"/>
                    <a:gd name="connsiteX33" fmla="*/ 27796 w 177764"/>
                    <a:gd name="connsiteY33" fmla="*/ 30530 h 177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840">
                      <a:moveTo>
                        <a:pt x="19348" y="144416"/>
                      </a:moveTo>
                      <a:lnTo>
                        <a:pt x="19348" y="175369"/>
                      </a:lnTo>
                      <a:lnTo>
                        <a:pt x="27736" y="166922"/>
                      </a:lnTo>
                      <a:lnTo>
                        <a:pt x="27736" y="153513"/>
                      </a:lnTo>
                      <a:cubicBezTo>
                        <a:pt x="60107" y="184170"/>
                        <a:pt x="110080" y="185883"/>
                        <a:pt x="144340" y="158475"/>
                      </a:cubicBezTo>
                      <a:lnTo>
                        <a:pt x="175293" y="158475"/>
                      </a:lnTo>
                      <a:lnTo>
                        <a:pt x="166846" y="150028"/>
                      </a:lnTo>
                      <a:lnTo>
                        <a:pt x="153437" y="150028"/>
                      </a:lnTo>
                      <a:cubicBezTo>
                        <a:pt x="184094" y="117599"/>
                        <a:pt x="185807" y="67685"/>
                        <a:pt x="158399" y="33424"/>
                      </a:cubicBezTo>
                      <a:lnTo>
                        <a:pt x="158399" y="2472"/>
                      </a:lnTo>
                      <a:lnTo>
                        <a:pt x="149952" y="10919"/>
                      </a:lnTo>
                      <a:lnTo>
                        <a:pt x="149952" y="24327"/>
                      </a:lnTo>
                      <a:cubicBezTo>
                        <a:pt x="117581" y="-6330"/>
                        <a:pt x="67609" y="-8043"/>
                        <a:pt x="33348" y="19366"/>
                      </a:cubicBezTo>
                      <a:lnTo>
                        <a:pt x="2395" y="19366"/>
                      </a:lnTo>
                      <a:lnTo>
                        <a:pt x="10843" y="27813"/>
                      </a:lnTo>
                      <a:lnTo>
                        <a:pt x="24251" y="27813"/>
                      </a:lnTo>
                      <a:cubicBezTo>
                        <a:pt x="-6347" y="60242"/>
                        <a:pt x="-8001" y="110156"/>
                        <a:pt x="19348" y="144416"/>
                      </a:cubicBezTo>
                      <a:close/>
                      <a:moveTo>
                        <a:pt x="27796" y="30530"/>
                      </a:moveTo>
                      <a:lnTo>
                        <a:pt x="27796" y="44707"/>
                      </a:lnTo>
                      <a:lnTo>
                        <a:pt x="36242" y="53154"/>
                      </a:lnTo>
                      <a:lnTo>
                        <a:pt x="36242" y="22792"/>
                      </a:lnTo>
                      <a:cubicBezTo>
                        <a:pt x="68967" y="-3317"/>
                        <a:pt x="116636" y="-1604"/>
                        <a:pt x="147412" y="27872"/>
                      </a:cubicBezTo>
                      <a:lnTo>
                        <a:pt x="133235" y="27872"/>
                      </a:lnTo>
                      <a:lnTo>
                        <a:pt x="124788" y="36319"/>
                      </a:lnTo>
                      <a:lnTo>
                        <a:pt x="155150" y="36319"/>
                      </a:lnTo>
                      <a:cubicBezTo>
                        <a:pt x="181259" y="69043"/>
                        <a:pt x="179546" y="116713"/>
                        <a:pt x="150070" y="147488"/>
                      </a:cubicBezTo>
                      <a:lnTo>
                        <a:pt x="150070" y="133311"/>
                      </a:lnTo>
                      <a:lnTo>
                        <a:pt x="141623" y="124864"/>
                      </a:lnTo>
                      <a:lnTo>
                        <a:pt x="141623" y="155226"/>
                      </a:lnTo>
                      <a:cubicBezTo>
                        <a:pt x="108898" y="181335"/>
                        <a:pt x="61229" y="179622"/>
                        <a:pt x="30453" y="150146"/>
                      </a:cubicBezTo>
                      <a:lnTo>
                        <a:pt x="44630" y="150146"/>
                      </a:lnTo>
                      <a:lnTo>
                        <a:pt x="53077" y="141699"/>
                      </a:lnTo>
                      <a:lnTo>
                        <a:pt x="22715" y="141699"/>
                      </a:lnTo>
                      <a:cubicBezTo>
                        <a:pt x="-3334" y="108974"/>
                        <a:pt x="-1681" y="61305"/>
                        <a:pt x="27796" y="30530"/>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95" name="Freeform: Shape 1394">
                  <a:extLst>
                    <a:ext uri="{FF2B5EF4-FFF2-40B4-BE49-F238E27FC236}">
                      <a16:creationId xmlns:a16="http://schemas.microsoft.com/office/drawing/2014/main" id="{17977425-BB76-EB42-C7B7-E57FA074D466}"/>
                    </a:ext>
                  </a:extLst>
                </p:cNvPr>
                <p:cNvSpPr/>
                <p:nvPr/>
              </p:nvSpPr>
              <p:spPr>
                <a:xfrm>
                  <a:off x="3112330" y="4108370"/>
                  <a:ext cx="177787" cy="177790"/>
                </a:xfrm>
                <a:custGeom>
                  <a:avLst/>
                  <a:gdLst>
                    <a:gd name="connsiteX0" fmla="*/ 19372 w 177787"/>
                    <a:gd name="connsiteY0" fmla="*/ 144357 h 177790"/>
                    <a:gd name="connsiteX1" fmla="*/ 19372 w 177787"/>
                    <a:gd name="connsiteY1" fmla="*/ 175310 h 177790"/>
                    <a:gd name="connsiteX2" fmla="*/ 27760 w 177787"/>
                    <a:gd name="connsiteY2" fmla="*/ 166863 h 177790"/>
                    <a:gd name="connsiteX3" fmla="*/ 27760 w 177787"/>
                    <a:gd name="connsiteY3" fmla="*/ 153454 h 177790"/>
                    <a:gd name="connsiteX4" fmla="*/ 144363 w 177787"/>
                    <a:gd name="connsiteY4" fmla="*/ 158475 h 177790"/>
                    <a:gd name="connsiteX5" fmla="*/ 175316 w 177787"/>
                    <a:gd name="connsiteY5" fmla="*/ 158475 h 177790"/>
                    <a:gd name="connsiteX6" fmla="*/ 166869 w 177787"/>
                    <a:gd name="connsiteY6" fmla="*/ 150028 h 177790"/>
                    <a:gd name="connsiteX7" fmla="*/ 153460 w 177787"/>
                    <a:gd name="connsiteY7" fmla="*/ 150028 h 177790"/>
                    <a:gd name="connsiteX8" fmla="*/ 158422 w 177787"/>
                    <a:gd name="connsiteY8" fmla="*/ 33424 h 177790"/>
                    <a:gd name="connsiteX9" fmla="*/ 158422 w 177787"/>
                    <a:gd name="connsiteY9" fmla="*/ 2472 h 177790"/>
                    <a:gd name="connsiteX10" fmla="*/ 149975 w 177787"/>
                    <a:gd name="connsiteY10" fmla="*/ 10918 h 177790"/>
                    <a:gd name="connsiteX11" fmla="*/ 149975 w 177787"/>
                    <a:gd name="connsiteY11" fmla="*/ 24327 h 177790"/>
                    <a:gd name="connsiteX12" fmla="*/ 33371 w 177787"/>
                    <a:gd name="connsiteY12" fmla="*/ 19365 h 177790"/>
                    <a:gd name="connsiteX13" fmla="*/ 2419 w 177787"/>
                    <a:gd name="connsiteY13" fmla="*/ 19365 h 177790"/>
                    <a:gd name="connsiteX14" fmla="*/ 10866 w 177787"/>
                    <a:gd name="connsiteY14" fmla="*/ 27812 h 177790"/>
                    <a:gd name="connsiteX15" fmla="*/ 24275 w 177787"/>
                    <a:gd name="connsiteY15" fmla="*/ 27812 h 177790"/>
                    <a:gd name="connsiteX16" fmla="*/ 19372 w 177787"/>
                    <a:gd name="connsiteY16" fmla="*/ 144357 h 177790"/>
                    <a:gd name="connsiteX17" fmla="*/ 27760 w 177787"/>
                    <a:gd name="connsiteY17" fmla="*/ 30411 h 177790"/>
                    <a:gd name="connsiteX18" fmla="*/ 27760 w 177787"/>
                    <a:gd name="connsiteY18" fmla="*/ 44588 h 177790"/>
                    <a:gd name="connsiteX19" fmla="*/ 36207 w 177787"/>
                    <a:gd name="connsiteY19" fmla="*/ 53035 h 177790"/>
                    <a:gd name="connsiteX20" fmla="*/ 36207 w 177787"/>
                    <a:gd name="connsiteY20" fmla="*/ 22673 h 177790"/>
                    <a:gd name="connsiteX21" fmla="*/ 147376 w 177787"/>
                    <a:gd name="connsiteY21" fmla="*/ 27754 h 177790"/>
                    <a:gd name="connsiteX22" fmla="*/ 133199 w 177787"/>
                    <a:gd name="connsiteY22" fmla="*/ 27754 h 177790"/>
                    <a:gd name="connsiteX23" fmla="*/ 124752 w 177787"/>
                    <a:gd name="connsiteY23" fmla="*/ 36201 h 177790"/>
                    <a:gd name="connsiteX24" fmla="*/ 155114 w 177787"/>
                    <a:gd name="connsiteY24" fmla="*/ 36201 h 177790"/>
                    <a:gd name="connsiteX25" fmla="*/ 150034 w 177787"/>
                    <a:gd name="connsiteY25" fmla="*/ 147370 h 177790"/>
                    <a:gd name="connsiteX26" fmla="*/ 150034 w 177787"/>
                    <a:gd name="connsiteY26" fmla="*/ 133193 h 177790"/>
                    <a:gd name="connsiteX27" fmla="*/ 141587 w 177787"/>
                    <a:gd name="connsiteY27" fmla="*/ 124746 h 177790"/>
                    <a:gd name="connsiteX28" fmla="*/ 141587 w 177787"/>
                    <a:gd name="connsiteY28" fmla="*/ 155108 h 177790"/>
                    <a:gd name="connsiteX29" fmla="*/ 30418 w 177787"/>
                    <a:gd name="connsiteY29" fmla="*/ 150028 h 177790"/>
                    <a:gd name="connsiteX30" fmla="*/ 44595 w 177787"/>
                    <a:gd name="connsiteY30" fmla="*/ 150028 h 177790"/>
                    <a:gd name="connsiteX31" fmla="*/ 53041 w 177787"/>
                    <a:gd name="connsiteY31" fmla="*/ 141581 h 177790"/>
                    <a:gd name="connsiteX32" fmla="*/ 22680 w 177787"/>
                    <a:gd name="connsiteY32" fmla="*/ 141581 h 177790"/>
                    <a:gd name="connsiteX33" fmla="*/ 27760 w 177787"/>
                    <a:gd name="connsiteY33" fmla="*/ 30411 h 177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87" h="177790">
                      <a:moveTo>
                        <a:pt x="19372" y="144357"/>
                      </a:moveTo>
                      <a:lnTo>
                        <a:pt x="19372" y="175310"/>
                      </a:lnTo>
                      <a:lnTo>
                        <a:pt x="27760" y="166863"/>
                      </a:lnTo>
                      <a:lnTo>
                        <a:pt x="27760" y="153454"/>
                      </a:lnTo>
                      <a:cubicBezTo>
                        <a:pt x="60130" y="184111"/>
                        <a:pt x="110103" y="185824"/>
                        <a:pt x="144363" y="158475"/>
                      </a:cubicBezTo>
                      <a:lnTo>
                        <a:pt x="175316" y="158475"/>
                      </a:lnTo>
                      <a:lnTo>
                        <a:pt x="166869" y="150028"/>
                      </a:lnTo>
                      <a:lnTo>
                        <a:pt x="153460" y="150028"/>
                      </a:lnTo>
                      <a:cubicBezTo>
                        <a:pt x="184117" y="117598"/>
                        <a:pt x="185830" y="67684"/>
                        <a:pt x="158422" y="33424"/>
                      </a:cubicBezTo>
                      <a:lnTo>
                        <a:pt x="158422" y="2472"/>
                      </a:lnTo>
                      <a:lnTo>
                        <a:pt x="149975" y="10918"/>
                      </a:lnTo>
                      <a:lnTo>
                        <a:pt x="149975" y="24327"/>
                      </a:lnTo>
                      <a:cubicBezTo>
                        <a:pt x="117605" y="-6330"/>
                        <a:pt x="67632" y="-8043"/>
                        <a:pt x="33371" y="19365"/>
                      </a:cubicBezTo>
                      <a:lnTo>
                        <a:pt x="2419" y="19365"/>
                      </a:lnTo>
                      <a:lnTo>
                        <a:pt x="10866" y="27812"/>
                      </a:lnTo>
                      <a:lnTo>
                        <a:pt x="24275" y="27812"/>
                      </a:lnTo>
                      <a:cubicBezTo>
                        <a:pt x="-6324" y="60124"/>
                        <a:pt x="-8036" y="110038"/>
                        <a:pt x="19372" y="144357"/>
                      </a:cubicBezTo>
                      <a:close/>
                      <a:moveTo>
                        <a:pt x="27760" y="30411"/>
                      </a:moveTo>
                      <a:lnTo>
                        <a:pt x="27760" y="44588"/>
                      </a:lnTo>
                      <a:lnTo>
                        <a:pt x="36207" y="53035"/>
                      </a:lnTo>
                      <a:lnTo>
                        <a:pt x="36207" y="22673"/>
                      </a:lnTo>
                      <a:cubicBezTo>
                        <a:pt x="68931" y="-3435"/>
                        <a:pt x="116601" y="-1723"/>
                        <a:pt x="147376" y="27754"/>
                      </a:cubicBezTo>
                      <a:lnTo>
                        <a:pt x="133199" y="27754"/>
                      </a:lnTo>
                      <a:lnTo>
                        <a:pt x="124752" y="36201"/>
                      </a:lnTo>
                      <a:lnTo>
                        <a:pt x="155114" y="36201"/>
                      </a:lnTo>
                      <a:cubicBezTo>
                        <a:pt x="181223" y="68925"/>
                        <a:pt x="179510" y="116594"/>
                        <a:pt x="150034" y="147370"/>
                      </a:cubicBezTo>
                      <a:lnTo>
                        <a:pt x="150034" y="133193"/>
                      </a:lnTo>
                      <a:lnTo>
                        <a:pt x="141587" y="124746"/>
                      </a:lnTo>
                      <a:lnTo>
                        <a:pt x="141587" y="155108"/>
                      </a:lnTo>
                      <a:cubicBezTo>
                        <a:pt x="108862" y="181158"/>
                        <a:pt x="61193" y="179504"/>
                        <a:pt x="30418" y="150028"/>
                      </a:cubicBezTo>
                      <a:lnTo>
                        <a:pt x="44595" y="150028"/>
                      </a:lnTo>
                      <a:lnTo>
                        <a:pt x="53041" y="141581"/>
                      </a:lnTo>
                      <a:lnTo>
                        <a:pt x="22680" y="141581"/>
                      </a:lnTo>
                      <a:cubicBezTo>
                        <a:pt x="-3370" y="108856"/>
                        <a:pt x="-1657" y="61187"/>
                        <a:pt x="27760" y="30411"/>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96" name="Freeform: Shape 1395">
                  <a:extLst>
                    <a:ext uri="{FF2B5EF4-FFF2-40B4-BE49-F238E27FC236}">
                      <a16:creationId xmlns:a16="http://schemas.microsoft.com/office/drawing/2014/main" id="{126C4B39-6CCA-283A-1DE9-7AFF1B2AF69B}"/>
                    </a:ext>
                  </a:extLst>
                </p:cNvPr>
                <p:cNvSpPr/>
                <p:nvPr/>
              </p:nvSpPr>
              <p:spPr>
                <a:xfrm>
                  <a:off x="808927" y="2454830"/>
                  <a:ext cx="177764" cy="177731"/>
                </a:xfrm>
                <a:custGeom>
                  <a:avLst/>
                  <a:gdLst>
                    <a:gd name="connsiteX0" fmla="*/ 19348 w 177764"/>
                    <a:gd name="connsiteY0" fmla="*/ 144239 h 177731"/>
                    <a:gd name="connsiteX1" fmla="*/ 19348 w 177764"/>
                    <a:gd name="connsiteY1" fmla="*/ 175192 h 177731"/>
                    <a:gd name="connsiteX2" fmla="*/ 27736 w 177764"/>
                    <a:gd name="connsiteY2" fmla="*/ 166804 h 177731"/>
                    <a:gd name="connsiteX3" fmla="*/ 27736 w 177764"/>
                    <a:gd name="connsiteY3" fmla="*/ 153395 h 177731"/>
                    <a:gd name="connsiteX4" fmla="*/ 144340 w 177764"/>
                    <a:gd name="connsiteY4" fmla="*/ 158416 h 177731"/>
                    <a:gd name="connsiteX5" fmla="*/ 175293 w 177764"/>
                    <a:gd name="connsiteY5" fmla="*/ 158416 h 177731"/>
                    <a:gd name="connsiteX6" fmla="*/ 166846 w 177764"/>
                    <a:gd name="connsiteY6" fmla="*/ 150028 h 177731"/>
                    <a:gd name="connsiteX7" fmla="*/ 153437 w 177764"/>
                    <a:gd name="connsiteY7" fmla="*/ 150028 h 177731"/>
                    <a:gd name="connsiteX8" fmla="*/ 158399 w 177764"/>
                    <a:gd name="connsiteY8" fmla="*/ 33424 h 177731"/>
                    <a:gd name="connsiteX9" fmla="*/ 158399 w 177764"/>
                    <a:gd name="connsiteY9" fmla="*/ 2472 h 177731"/>
                    <a:gd name="connsiteX10" fmla="*/ 149952 w 177764"/>
                    <a:gd name="connsiteY10" fmla="*/ 10919 h 177731"/>
                    <a:gd name="connsiteX11" fmla="*/ 149952 w 177764"/>
                    <a:gd name="connsiteY11" fmla="*/ 24328 h 177731"/>
                    <a:gd name="connsiteX12" fmla="*/ 33348 w 177764"/>
                    <a:gd name="connsiteY12" fmla="*/ 19365 h 177731"/>
                    <a:gd name="connsiteX13" fmla="*/ 2395 w 177764"/>
                    <a:gd name="connsiteY13" fmla="*/ 19365 h 177731"/>
                    <a:gd name="connsiteX14" fmla="*/ 10842 w 177764"/>
                    <a:gd name="connsiteY14" fmla="*/ 27813 h 177731"/>
                    <a:gd name="connsiteX15" fmla="*/ 24251 w 177764"/>
                    <a:gd name="connsiteY15" fmla="*/ 27813 h 177731"/>
                    <a:gd name="connsiteX16" fmla="*/ 19348 w 177764"/>
                    <a:gd name="connsiteY16" fmla="*/ 144239 h 177731"/>
                    <a:gd name="connsiteX17" fmla="*/ 27795 w 177764"/>
                    <a:gd name="connsiteY17" fmla="*/ 30293 h 177731"/>
                    <a:gd name="connsiteX18" fmla="*/ 27795 w 177764"/>
                    <a:gd name="connsiteY18" fmla="*/ 44470 h 177731"/>
                    <a:gd name="connsiteX19" fmla="*/ 36242 w 177764"/>
                    <a:gd name="connsiteY19" fmla="*/ 52917 h 177731"/>
                    <a:gd name="connsiteX20" fmla="*/ 36242 w 177764"/>
                    <a:gd name="connsiteY20" fmla="*/ 22555 h 177731"/>
                    <a:gd name="connsiteX21" fmla="*/ 147412 w 177764"/>
                    <a:gd name="connsiteY21" fmla="*/ 27635 h 177731"/>
                    <a:gd name="connsiteX22" fmla="*/ 133235 w 177764"/>
                    <a:gd name="connsiteY22" fmla="*/ 27635 h 177731"/>
                    <a:gd name="connsiteX23" fmla="*/ 124788 w 177764"/>
                    <a:gd name="connsiteY23" fmla="*/ 36082 h 177731"/>
                    <a:gd name="connsiteX24" fmla="*/ 155150 w 177764"/>
                    <a:gd name="connsiteY24" fmla="*/ 36082 h 177731"/>
                    <a:gd name="connsiteX25" fmla="*/ 150070 w 177764"/>
                    <a:gd name="connsiteY25" fmla="*/ 147252 h 177731"/>
                    <a:gd name="connsiteX26" fmla="*/ 150070 w 177764"/>
                    <a:gd name="connsiteY26" fmla="*/ 133075 h 177731"/>
                    <a:gd name="connsiteX27" fmla="*/ 141623 w 177764"/>
                    <a:gd name="connsiteY27" fmla="*/ 124628 h 177731"/>
                    <a:gd name="connsiteX28" fmla="*/ 141623 w 177764"/>
                    <a:gd name="connsiteY28" fmla="*/ 154990 h 177731"/>
                    <a:gd name="connsiteX29" fmla="*/ 30454 w 177764"/>
                    <a:gd name="connsiteY29" fmla="*/ 149910 h 177731"/>
                    <a:gd name="connsiteX30" fmla="*/ 44630 w 177764"/>
                    <a:gd name="connsiteY30" fmla="*/ 149910 h 177731"/>
                    <a:gd name="connsiteX31" fmla="*/ 53077 w 177764"/>
                    <a:gd name="connsiteY31" fmla="*/ 141463 h 177731"/>
                    <a:gd name="connsiteX32" fmla="*/ 22715 w 177764"/>
                    <a:gd name="connsiteY32" fmla="*/ 141463 h 177731"/>
                    <a:gd name="connsiteX33" fmla="*/ 27795 w 177764"/>
                    <a:gd name="connsiteY33" fmla="*/ 30293 h 177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731">
                      <a:moveTo>
                        <a:pt x="19348" y="144239"/>
                      </a:moveTo>
                      <a:lnTo>
                        <a:pt x="19348" y="175192"/>
                      </a:lnTo>
                      <a:lnTo>
                        <a:pt x="27736" y="166804"/>
                      </a:lnTo>
                      <a:lnTo>
                        <a:pt x="27736" y="153395"/>
                      </a:lnTo>
                      <a:cubicBezTo>
                        <a:pt x="60107" y="184052"/>
                        <a:pt x="110080" y="185765"/>
                        <a:pt x="144340" y="158416"/>
                      </a:cubicBezTo>
                      <a:lnTo>
                        <a:pt x="175293" y="158416"/>
                      </a:lnTo>
                      <a:lnTo>
                        <a:pt x="166846" y="150028"/>
                      </a:lnTo>
                      <a:lnTo>
                        <a:pt x="153437" y="150028"/>
                      </a:lnTo>
                      <a:cubicBezTo>
                        <a:pt x="184094" y="117599"/>
                        <a:pt x="185807" y="67685"/>
                        <a:pt x="158399" y="33424"/>
                      </a:cubicBezTo>
                      <a:lnTo>
                        <a:pt x="158399" y="2472"/>
                      </a:lnTo>
                      <a:lnTo>
                        <a:pt x="149952" y="10919"/>
                      </a:lnTo>
                      <a:lnTo>
                        <a:pt x="149952" y="24328"/>
                      </a:lnTo>
                      <a:cubicBezTo>
                        <a:pt x="117582" y="-6330"/>
                        <a:pt x="67608" y="-8043"/>
                        <a:pt x="33348" y="19365"/>
                      </a:cubicBezTo>
                      <a:lnTo>
                        <a:pt x="2395" y="19365"/>
                      </a:lnTo>
                      <a:lnTo>
                        <a:pt x="10842" y="27813"/>
                      </a:lnTo>
                      <a:lnTo>
                        <a:pt x="24251" y="27813"/>
                      </a:lnTo>
                      <a:cubicBezTo>
                        <a:pt x="-6347" y="60006"/>
                        <a:pt x="-8001" y="109920"/>
                        <a:pt x="19348" y="144239"/>
                      </a:cubicBezTo>
                      <a:close/>
                      <a:moveTo>
                        <a:pt x="27795" y="30293"/>
                      </a:moveTo>
                      <a:lnTo>
                        <a:pt x="27795" y="44470"/>
                      </a:lnTo>
                      <a:lnTo>
                        <a:pt x="36242" y="52917"/>
                      </a:lnTo>
                      <a:lnTo>
                        <a:pt x="36242" y="22555"/>
                      </a:lnTo>
                      <a:cubicBezTo>
                        <a:pt x="68967" y="-3553"/>
                        <a:pt x="116636" y="-1841"/>
                        <a:pt x="147412" y="27635"/>
                      </a:cubicBezTo>
                      <a:lnTo>
                        <a:pt x="133235" y="27635"/>
                      </a:lnTo>
                      <a:lnTo>
                        <a:pt x="124788" y="36082"/>
                      </a:lnTo>
                      <a:lnTo>
                        <a:pt x="155150" y="36082"/>
                      </a:lnTo>
                      <a:cubicBezTo>
                        <a:pt x="181259" y="68807"/>
                        <a:pt x="179546" y="116476"/>
                        <a:pt x="150070" y="147252"/>
                      </a:cubicBezTo>
                      <a:lnTo>
                        <a:pt x="150070" y="133075"/>
                      </a:lnTo>
                      <a:lnTo>
                        <a:pt x="141623" y="124628"/>
                      </a:lnTo>
                      <a:lnTo>
                        <a:pt x="141623" y="154990"/>
                      </a:lnTo>
                      <a:cubicBezTo>
                        <a:pt x="108898" y="181040"/>
                        <a:pt x="61229" y="179386"/>
                        <a:pt x="30454" y="149910"/>
                      </a:cubicBezTo>
                      <a:lnTo>
                        <a:pt x="44630" y="149910"/>
                      </a:lnTo>
                      <a:lnTo>
                        <a:pt x="53077" y="141463"/>
                      </a:lnTo>
                      <a:lnTo>
                        <a:pt x="22715" y="141463"/>
                      </a:lnTo>
                      <a:cubicBezTo>
                        <a:pt x="-3334" y="108738"/>
                        <a:pt x="-1680" y="61069"/>
                        <a:pt x="27795" y="3029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1397" name="Graphic 4773">
                  <a:extLst>
                    <a:ext uri="{FF2B5EF4-FFF2-40B4-BE49-F238E27FC236}">
                      <a16:creationId xmlns:a16="http://schemas.microsoft.com/office/drawing/2014/main" id="{485DD814-D780-6462-814E-5141838C0B16}"/>
                    </a:ext>
                  </a:extLst>
                </p:cNvPr>
                <p:cNvGrpSpPr/>
                <p:nvPr/>
              </p:nvGrpSpPr>
              <p:grpSpPr>
                <a:xfrm>
                  <a:off x="1739250" y="2188416"/>
                  <a:ext cx="502742" cy="119025"/>
                  <a:chOff x="1739250" y="2188416"/>
                  <a:chExt cx="502742" cy="119025"/>
                </a:xfrm>
                <a:grpFill/>
              </p:grpSpPr>
              <p:sp>
                <p:nvSpPr>
                  <p:cNvPr id="1518" name="Freeform: Shape 1517">
                    <a:extLst>
                      <a:ext uri="{FF2B5EF4-FFF2-40B4-BE49-F238E27FC236}">
                        <a16:creationId xmlns:a16="http://schemas.microsoft.com/office/drawing/2014/main" id="{72F260B3-B4D6-2BDD-BCC9-6A44D69C4976}"/>
                      </a:ext>
                    </a:extLst>
                  </p:cNvPr>
                  <p:cNvSpPr/>
                  <p:nvPr/>
                </p:nvSpPr>
                <p:spPr>
                  <a:xfrm>
                    <a:off x="2096208" y="2188475"/>
                    <a:ext cx="145784" cy="118966"/>
                  </a:xfrm>
                  <a:custGeom>
                    <a:avLst/>
                    <a:gdLst>
                      <a:gd name="connsiteX0" fmla="*/ 0 w 145784"/>
                      <a:gd name="connsiteY0" fmla="*/ 35678 h 118966"/>
                      <a:gd name="connsiteX1" fmla="*/ 0 w 145784"/>
                      <a:gd name="connsiteY1" fmla="*/ 83289 h 118966"/>
                      <a:gd name="connsiteX2" fmla="*/ 35678 w 145784"/>
                      <a:gd name="connsiteY2" fmla="*/ 118967 h 118966"/>
                      <a:gd name="connsiteX3" fmla="*/ 83288 w 145784"/>
                      <a:gd name="connsiteY3" fmla="*/ 118967 h 118966"/>
                      <a:gd name="connsiteX4" fmla="*/ 118494 w 145784"/>
                      <a:gd name="connsiteY4" fmla="*/ 88959 h 118966"/>
                      <a:gd name="connsiteX5" fmla="*/ 145784 w 145784"/>
                      <a:gd name="connsiteY5" fmla="*/ 59483 h 118966"/>
                      <a:gd name="connsiteX6" fmla="*/ 118494 w 145784"/>
                      <a:gd name="connsiteY6" fmla="*/ 30008 h 118966"/>
                      <a:gd name="connsiteX7" fmla="*/ 83288 w 145784"/>
                      <a:gd name="connsiteY7" fmla="*/ 0 h 118966"/>
                      <a:gd name="connsiteX8" fmla="*/ 35678 w 145784"/>
                      <a:gd name="connsiteY8" fmla="*/ 0 h 118966"/>
                      <a:gd name="connsiteX9" fmla="*/ 0 w 145784"/>
                      <a:gd name="connsiteY9" fmla="*/ 35678 h 118966"/>
                      <a:gd name="connsiteX10" fmla="*/ 5966 w 145784"/>
                      <a:gd name="connsiteY10" fmla="*/ 35678 h 118966"/>
                      <a:gd name="connsiteX11" fmla="*/ 35678 w 145784"/>
                      <a:gd name="connsiteY11" fmla="*/ 5907 h 118966"/>
                      <a:gd name="connsiteX12" fmla="*/ 83288 w 145784"/>
                      <a:gd name="connsiteY12" fmla="*/ 5907 h 118966"/>
                      <a:gd name="connsiteX13" fmla="*/ 112469 w 145784"/>
                      <a:gd name="connsiteY13" fmla="*/ 30067 h 118966"/>
                      <a:gd name="connsiteX14" fmla="*/ 86242 w 145784"/>
                      <a:gd name="connsiteY14" fmla="*/ 59424 h 118966"/>
                      <a:gd name="connsiteX15" fmla="*/ 112469 w 145784"/>
                      <a:gd name="connsiteY15" fmla="*/ 88782 h 118966"/>
                      <a:gd name="connsiteX16" fmla="*/ 83288 w 145784"/>
                      <a:gd name="connsiteY16" fmla="*/ 112942 h 118966"/>
                      <a:gd name="connsiteX17" fmla="*/ 35678 w 145784"/>
                      <a:gd name="connsiteY17" fmla="*/ 112942 h 118966"/>
                      <a:gd name="connsiteX18" fmla="*/ 5966 w 145784"/>
                      <a:gd name="connsiteY18" fmla="*/ 83171 h 118966"/>
                      <a:gd name="connsiteX19" fmla="*/ 5966 w 145784"/>
                      <a:gd name="connsiteY19" fmla="*/ 3567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0" y="35678"/>
                        </a:moveTo>
                        <a:lnTo>
                          <a:pt x="0" y="83289"/>
                        </a:lnTo>
                        <a:cubicBezTo>
                          <a:pt x="0" y="103018"/>
                          <a:pt x="16008" y="118967"/>
                          <a:pt x="35678" y="118967"/>
                        </a:cubicBezTo>
                        <a:lnTo>
                          <a:pt x="83288" y="118967"/>
                        </a:lnTo>
                        <a:cubicBezTo>
                          <a:pt x="101068" y="118967"/>
                          <a:pt x="115777" y="105971"/>
                          <a:pt x="118494" y="88959"/>
                        </a:cubicBezTo>
                        <a:cubicBezTo>
                          <a:pt x="133734" y="87660"/>
                          <a:pt x="145784" y="75019"/>
                          <a:pt x="145784" y="59483"/>
                        </a:cubicBezTo>
                        <a:cubicBezTo>
                          <a:pt x="145784" y="43948"/>
                          <a:pt x="133734" y="31248"/>
                          <a:pt x="118494" y="30008"/>
                        </a:cubicBezTo>
                        <a:cubicBezTo>
                          <a:pt x="115777" y="12996"/>
                          <a:pt x="101068" y="0"/>
                          <a:pt x="83288" y="0"/>
                        </a:cubicBezTo>
                        <a:lnTo>
                          <a:pt x="35678" y="0"/>
                        </a:lnTo>
                        <a:cubicBezTo>
                          <a:pt x="16008" y="-59"/>
                          <a:pt x="0" y="15949"/>
                          <a:pt x="0" y="35678"/>
                        </a:cubicBezTo>
                        <a:close/>
                        <a:moveTo>
                          <a:pt x="5966" y="35678"/>
                        </a:moveTo>
                        <a:cubicBezTo>
                          <a:pt x="5966" y="19257"/>
                          <a:pt x="19316" y="5907"/>
                          <a:pt x="35678" y="5907"/>
                        </a:cubicBezTo>
                        <a:lnTo>
                          <a:pt x="83288" y="5907"/>
                        </a:lnTo>
                        <a:cubicBezTo>
                          <a:pt x="97761" y="5907"/>
                          <a:pt x="109870" y="16303"/>
                          <a:pt x="112469" y="30067"/>
                        </a:cubicBezTo>
                        <a:cubicBezTo>
                          <a:pt x="97761" y="31839"/>
                          <a:pt x="86242" y="44244"/>
                          <a:pt x="86242" y="59424"/>
                        </a:cubicBezTo>
                        <a:cubicBezTo>
                          <a:pt x="86242" y="74664"/>
                          <a:pt x="97701" y="87010"/>
                          <a:pt x="112469" y="88782"/>
                        </a:cubicBezTo>
                        <a:cubicBezTo>
                          <a:pt x="109870" y="102545"/>
                          <a:pt x="97761" y="112942"/>
                          <a:pt x="83288" y="112942"/>
                        </a:cubicBezTo>
                        <a:lnTo>
                          <a:pt x="35678" y="112942"/>
                        </a:lnTo>
                        <a:cubicBezTo>
                          <a:pt x="19257" y="112942"/>
                          <a:pt x="5966" y="99592"/>
                          <a:pt x="5966" y="83171"/>
                        </a:cubicBezTo>
                        <a:lnTo>
                          <a:pt x="5966" y="35678"/>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19" name="Freeform: Shape 1518">
                    <a:extLst>
                      <a:ext uri="{FF2B5EF4-FFF2-40B4-BE49-F238E27FC236}">
                        <a16:creationId xmlns:a16="http://schemas.microsoft.com/office/drawing/2014/main" id="{A0424C39-279B-BFB4-983C-CA3FB968DB76}"/>
                      </a:ext>
                    </a:extLst>
                  </p:cNvPr>
                  <p:cNvSpPr/>
                  <p:nvPr/>
                </p:nvSpPr>
                <p:spPr>
                  <a:xfrm>
                    <a:off x="1739250" y="2188416"/>
                    <a:ext cx="145784" cy="118966"/>
                  </a:xfrm>
                  <a:custGeom>
                    <a:avLst/>
                    <a:gdLst>
                      <a:gd name="connsiteX0" fmla="*/ 145784 w 145784"/>
                      <a:gd name="connsiteY0" fmla="*/ 83288 h 118966"/>
                      <a:gd name="connsiteX1" fmla="*/ 145784 w 145784"/>
                      <a:gd name="connsiteY1" fmla="*/ 35678 h 118966"/>
                      <a:gd name="connsiteX2" fmla="*/ 110106 w 145784"/>
                      <a:gd name="connsiteY2" fmla="*/ 0 h 118966"/>
                      <a:gd name="connsiteX3" fmla="*/ 62496 w 145784"/>
                      <a:gd name="connsiteY3" fmla="*/ 0 h 118966"/>
                      <a:gd name="connsiteX4" fmla="*/ 27290 w 145784"/>
                      <a:gd name="connsiteY4" fmla="*/ 30007 h 118966"/>
                      <a:gd name="connsiteX5" fmla="*/ 0 w 145784"/>
                      <a:gd name="connsiteY5" fmla="*/ 59483 h 118966"/>
                      <a:gd name="connsiteX6" fmla="*/ 27290 w 145784"/>
                      <a:gd name="connsiteY6" fmla="*/ 88959 h 118966"/>
                      <a:gd name="connsiteX7" fmla="*/ 62496 w 145784"/>
                      <a:gd name="connsiteY7" fmla="*/ 118966 h 118966"/>
                      <a:gd name="connsiteX8" fmla="*/ 110106 w 145784"/>
                      <a:gd name="connsiteY8" fmla="*/ 118966 h 118966"/>
                      <a:gd name="connsiteX9" fmla="*/ 145784 w 145784"/>
                      <a:gd name="connsiteY9" fmla="*/ 83288 h 118966"/>
                      <a:gd name="connsiteX10" fmla="*/ 139877 w 145784"/>
                      <a:gd name="connsiteY10" fmla="*/ 83288 h 118966"/>
                      <a:gd name="connsiteX11" fmla="*/ 110106 w 145784"/>
                      <a:gd name="connsiteY11" fmla="*/ 113059 h 118966"/>
                      <a:gd name="connsiteX12" fmla="*/ 62496 w 145784"/>
                      <a:gd name="connsiteY12" fmla="*/ 113059 h 118966"/>
                      <a:gd name="connsiteX13" fmla="*/ 33315 w 145784"/>
                      <a:gd name="connsiteY13" fmla="*/ 88900 h 118966"/>
                      <a:gd name="connsiteX14" fmla="*/ 59542 w 145784"/>
                      <a:gd name="connsiteY14" fmla="*/ 59542 h 118966"/>
                      <a:gd name="connsiteX15" fmla="*/ 33315 w 145784"/>
                      <a:gd name="connsiteY15" fmla="*/ 30185 h 118966"/>
                      <a:gd name="connsiteX16" fmla="*/ 62496 w 145784"/>
                      <a:gd name="connsiteY16" fmla="*/ 6025 h 118966"/>
                      <a:gd name="connsiteX17" fmla="*/ 110106 w 145784"/>
                      <a:gd name="connsiteY17" fmla="*/ 6025 h 118966"/>
                      <a:gd name="connsiteX18" fmla="*/ 139877 w 145784"/>
                      <a:gd name="connsiteY18" fmla="*/ 35796 h 118966"/>
                      <a:gd name="connsiteX19" fmla="*/ 139877 w 145784"/>
                      <a:gd name="connsiteY19" fmla="*/ 8328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145784" y="83288"/>
                        </a:moveTo>
                        <a:lnTo>
                          <a:pt x="145784" y="35678"/>
                        </a:lnTo>
                        <a:cubicBezTo>
                          <a:pt x="145784" y="15949"/>
                          <a:pt x="129776" y="0"/>
                          <a:pt x="110106" y="0"/>
                        </a:cubicBezTo>
                        <a:lnTo>
                          <a:pt x="62496" y="0"/>
                        </a:lnTo>
                        <a:cubicBezTo>
                          <a:pt x="44716" y="0"/>
                          <a:pt x="30007" y="12995"/>
                          <a:pt x="27290" y="30007"/>
                        </a:cubicBezTo>
                        <a:cubicBezTo>
                          <a:pt x="12050" y="31307"/>
                          <a:pt x="0" y="43889"/>
                          <a:pt x="0" y="59483"/>
                        </a:cubicBezTo>
                        <a:cubicBezTo>
                          <a:pt x="0" y="75078"/>
                          <a:pt x="12050" y="87718"/>
                          <a:pt x="27290" y="88959"/>
                        </a:cubicBezTo>
                        <a:cubicBezTo>
                          <a:pt x="30007" y="105971"/>
                          <a:pt x="44716" y="118966"/>
                          <a:pt x="62496" y="118966"/>
                        </a:cubicBezTo>
                        <a:lnTo>
                          <a:pt x="110106" y="118966"/>
                        </a:lnTo>
                        <a:cubicBezTo>
                          <a:pt x="129835" y="118966"/>
                          <a:pt x="145784" y="103018"/>
                          <a:pt x="145784" y="83288"/>
                        </a:cubicBezTo>
                        <a:close/>
                        <a:moveTo>
                          <a:pt x="139877" y="83288"/>
                        </a:moveTo>
                        <a:cubicBezTo>
                          <a:pt x="139877" y="99710"/>
                          <a:pt x="126527" y="113059"/>
                          <a:pt x="110106" y="113059"/>
                        </a:cubicBezTo>
                        <a:lnTo>
                          <a:pt x="62496" y="113059"/>
                        </a:lnTo>
                        <a:cubicBezTo>
                          <a:pt x="48024" y="113059"/>
                          <a:pt x="35914" y="102663"/>
                          <a:pt x="33315" y="88900"/>
                        </a:cubicBezTo>
                        <a:cubicBezTo>
                          <a:pt x="48083" y="87128"/>
                          <a:pt x="59542" y="74723"/>
                          <a:pt x="59542" y="59542"/>
                        </a:cubicBezTo>
                        <a:cubicBezTo>
                          <a:pt x="59542" y="44361"/>
                          <a:pt x="48083" y="31957"/>
                          <a:pt x="33315" y="30185"/>
                        </a:cubicBezTo>
                        <a:cubicBezTo>
                          <a:pt x="35914" y="16421"/>
                          <a:pt x="48024" y="6025"/>
                          <a:pt x="62496" y="6025"/>
                        </a:cubicBezTo>
                        <a:lnTo>
                          <a:pt x="110106" y="6025"/>
                        </a:lnTo>
                        <a:cubicBezTo>
                          <a:pt x="126527" y="6025"/>
                          <a:pt x="139877" y="19375"/>
                          <a:pt x="139877" y="35796"/>
                        </a:cubicBezTo>
                        <a:lnTo>
                          <a:pt x="139877" y="83288"/>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20" name="Freeform: Shape 1519">
                    <a:extLst>
                      <a:ext uri="{FF2B5EF4-FFF2-40B4-BE49-F238E27FC236}">
                        <a16:creationId xmlns:a16="http://schemas.microsoft.com/office/drawing/2014/main" id="{D76B4705-F509-8B53-1639-399E6434B2D1}"/>
                      </a:ext>
                    </a:extLst>
                  </p:cNvPr>
                  <p:cNvSpPr/>
                  <p:nvPr/>
                </p:nvSpPr>
                <p:spPr>
                  <a:xfrm>
                    <a:off x="1900510" y="2188475"/>
                    <a:ext cx="176559" cy="118907"/>
                  </a:xfrm>
                  <a:custGeom>
                    <a:avLst/>
                    <a:gdLst>
                      <a:gd name="connsiteX0" fmla="*/ 28354 w 176559"/>
                      <a:gd name="connsiteY0" fmla="*/ 89018 h 118907"/>
                      <a:gd name="connsiteX1" fmla="*/ 63559 w 176559"/>
                      <a:gd name="connsiteY1" fmla="*/ 118907 h 118907"/>
                      <a:gd name="connsiteX2" fmla="*/ 111170 w 176559"/>
                      <a:gd name="connsiteY2" fmla="*/ 118907 h 118907"/>
                      <a:gd name="connsiteX3" fmla="*/ 146316 w 176559"/>
                      <a:gd name="connsiteY3" fmla="*/ 89136 h 118907"/>
                      <a:gd name="connsiteX4" fmla="*/ 146848 w 176559"/>
                      <a:gd name="connsiteY4" fmla="*/ 89195 h 118907"/>
                      <a:gd name="connsiteX5" fmla="*/ 176560 w 176559"/>
                      <a:gd name="connsiteY5" fmla="*/ 59483 h 118907"/>
                      <a:gd name="connsiteX6" fmla="*/ 146848 w 176559"/>
                      <a:gd name="connsiteY6" fmla="*/ 29712 h 118907"/>
                      <a:gd name="connsiteX7" fmla="*/ 146316 w 176559"/>
                      <a:gd name="connsiteY7" fmla="*/ 29771 h 118907"/>
                      <a:gd name="connsiteX8" fmla="*/ 111170 w 176559"/>
                      <a:gd name="connsiteY8" fmla="*/ 0 h 118907"/>
                      <a:gd name="connsiteX9" fmla="*/ 63559 w 176559"/>
                      <a:gd name="connsiteY9" fmla="*/ 0 h 118907"/>
                      <a:gd name="connsiteX10" fmla="*/ 28354 w 176559"/>
                      <a:gd name="connsiteY10" fmla="*/ 29889 h 118907"/>
                      <a:gd name="connsiteX11" fmla="*/ 0 w 176559"/>
                      <a:gd name="connsiteY11" fmla="*/ 59483 h 118907"/>
                      <a:gd name="connsiteX12" fmla="*/ 28354 w 176559"/>
                      <a:gd name="connsiteY12" fmla="*/ 89018 h 118907"/>
                      <a:gd name="connsiteX13" fmla="*/ 34320 w 176559"/>
                      <a:gd name="connsiteY13" fmla="*/ 88723 h 118907"/>
                      <a:gd name="connsiteX14" fmla="*/ 59424 w 176559"/>
                      <a:gd name="connsiteY14" fmla="*/ 59424 h 118907"/>
                      <a:gd name="connsiteX15" fmla="*/ 34320 w 176559"/>
                      <a:gd name="connsiteY15" fmla="*/ 30126 h 118907"/>
                      <a:gd name="connsiteX16" fmla="*/ 63500 w 176559"/>
                      <a:gd name="connsiteY16" fmla="*/ 5848 h 118907"/>
                      <a:gd name="connsiteX17" fmla="*/ 111110 w 176559"/>
                      <a:gd name="connsiteY17" fmla="*/ 5848 h 118907"/>
                      <a:gd name="connsiteX18" fmla="*/ 140350 w 176559"/>
                      <a:gd name="connsiteY18" fmla="*/ 30421 h 118907"/>
                      <a:gd name="connsiteX19" fmla="*/ 117077 w 176559"/>
                      <a:gd name="connsiteY19" fmla="*/ 59424 h 118907"/>
                      <a:gd name="connsiteX20" fmla="*/ 140350 w 176559"/>
                      <a:gd name="connsiteY20" fmla="*/ 88427 h 118907"/>
                      <a:gd name="connsiteX21" fmla="*/ 111110 w 176559"/>
                      <a:gd name="connsiteY21" fmla="*/ 113001 h 118907"/>
                      <a:gd name="connsiteX22" fmla="*/ 63500 w 176559"/>
                      <a:gd name="connsiteY22" fmla="*/ 113001 h 118907"/>
                      <a:gd name="connsiteX23" fmla="*/ 34320 w 176559"/>
                      <a:gd name="connsiteY23" fmla="*/ 88723 h 118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559" h="118907">
                        <a:moveTo>
                          <a:pt x="28354" y="89018"/>
                        </a:moveTo>
                        <a:cubicBezTo>
                          <a:pt x="31130" y="105971"/>
                          <a:pt x="45779" y="118907"/>
                          <a:pt x="63559" y="118907"/>
                        </a:cubicBezTo>
                        <a:lnTo>
                          <a:pt x="111170" y="118907"/>
                        </a:lnTo>
                        <a:cubicBezTo>
                          <a:pt x="128890" y="118907"/>
                          <a:pt x="143540" y="106030"/>
                          <a:pt x="146316" y="89136"/>
                        </a:cubicBezTo>
                        <a:cubicBezTo>
                          <a:pt x="146493" y="89136"/>
                          <a:pt x="146671" y="89195"/>
                          <a:pt x="146848" y="89195"/>
                        </a:cubicBezTo>
                        <a:cubicBezTo>
                          <a:pt x="163269" y="89195"/>
                          <a:pt x="176560" y="75905"/>
                          <a:pt x="176560" y="59483"/>
                        </a:cubicBezTo>
                        <a:cubicBezTo>
                          <a:pt x="176560" y="43062"/>
                          <a:pt x="163269" y="29712"/>
                          <a:pt x="146848" y="29712"/>
                        </a:cubicBezTo>
                        <a:cubicBezTo>
                          <a:pt x="146671" y="29712"/>
                          <a:pt x="146493" y="29771"/>
                          <a:pt x="146316" y="29771"/>
                        </a:cubicBezTo>
                        <a:cubicBezTo>
                          <a:pt x="143481" y="12877"/>
                          <a:pt x="128831" y="0"/>
                          <a:pt x="111170" y="0"/>
                        </a:cubicBezTo>
                        <a:lnTo>
                          <a:pt x="63559" y="0"/>
                        </a:lnTo>
                        <a:cubicBezTo>
                          <a:pt x="45838" y="0"/>
                          <a:pt x="31189" y="12936"/>
                          <a:pt x="28354" y="29889"/>
                        </a:cubicBezTo>
                        <a:cubicBezTo>
                          <a:pt x="12582" y="30598"/>
                          <a:pt x="0" y="43534"/>
                          <a:pt x="0" y="59483"/>
                        </a:cubicBezTo>
                        <a:cubicBezTo>
                          <a:pt x="-59" y="75432"/>
                          <a:pt x="12582" y="88309"/>
                          <a:pt x="28354" y="89018"/>
                        </a:cubicBezTo>
                        <a:close/>
                        <a:moveTo>
                          <a:pt x="34320" y="88723"/>
                        </a:moveTo>
                        <a:cubicBezTo>
                          <a:pt x="48556" y="86478"/>
                          <a:pt x="59424" y="74310"/>
                          <a:pt x="59424" y="59424"/>
                        </a:cubicBezTo>
                        <a:cubicBezTo>
                          <a:pt x="59424" y="44598"/>
                          <a:pt x="48497" y="32370"/>
                          <a:pt x="34320" y="30126"/>
                        </a:cubicBezTo>
                        <a:cubicBezTo>
                          <a:pt x="36919" y="16362"/>
                          <a:pt x="48969" y="5848"/>
                          <a:pt x="63500" y="5848"/>
                        </a:cubicBezTo>
                        <a:lnTo>
                          <a:pt x="111110" y="5848"/>
                        </a:lnTo>
                        <a:cubicBezTo>
                          <a:pt x="125760" y="5848"/>
                          <a:pt x="137869" y="16481"/>
                          <a:pt x="140350" y="30421"/>
                        </a:cubicBezTo>
                        <a:cubicBezTo>
                          <a:pt x="127059" y="33375"/>
                          <a:pt x="117077" y="45189"/>
                          <a:pt x="117077" y="59424"/>
                        </a:cubicBezTo>
                        <a:cubicBezTo>
                          <a:pt x="117077" y="73601"/>
                          <a:pt x="127059" y="85474"/>
                          <a:pt x="140350" y="88427"/>
                        </a:cubicBezTo>
                        <a:cubicBezTo>
                          <a:pt x="137869" y="102368"/>
                          <a:pt x="125760" y="113001"/>
                          <a:pt x="111110" y="113001"/>
                        </a:cubicBezTo>
                        <a:lnTo>
                          <a:pt x="63500" y="113001"/>
                        </a:lnTo>
                        <a:cubicBezTo>
                          <a:pt x="48969" y="113001"/>
                          <a:pt x="36919" y="102486"/>
                          <a:pt x="34320" y="8872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398" name="Graphic 4773">
                  <a:extLst>
                    <a:ext uri="{FF2B5EF4-FFF2-40B4-BE49-F238E27FC236}">
                      <a16:creationId xmlns:a16="http://schemas.microsoft.com/office/drawing/2014/main" id="{CD1DB24B-9EAD-68B6-7467-C53448081E49}"/>
                    </a:ext>
                  </a:extLst>
                </p:cNvPr>
                <p:cNvGrpSpPr/>
                <p:nvPr/>
              </p:nvGrpSpPr>
              <p:grpSpPr>
                <a:xfrm>
                  <a:off x="2558193" y="4022355"/>
                  <a:ext cx="400670" cy="114063"/>
                  <a:chOff x="2558193" y="4022355"/>
                  <a:chExt cx="400670" cy="114063"/>
                </a:xfrm>
                <a:grpFill/>
              </p:grpSpPr>
              <p:grpSp>
                <p:nvGrpSpPr>
                  <p:cNvPr id="1508" name="Graphic 4773">
                    <a:extLst>
                      <a:ext uri="{FF2B5EF4-FFF2-40B4-BE49-F238E27FC236}">
                        <a16:creationId xmlns:a16="http://schemas.microsoft.com/office/drawing/2014/main" id="{848999F4-6A7E-FE54-19BD-2B4C8683649B}"/>
                      </a:ext>
                    </a:extLst>
                  </p:cNvPr>
                  <p:cNvGrpSpPr/>
                  <p:nvPr/>
                </p:nvGrpSpPr>
                <p:grpSpPr>
                  <a:xfrm>
                    <a:off x="2558193" y="4022355"/>
                    <a:ext cx="114004" cy="114004"/>
                    <a:chOff x="2558193" y="4022355"/>
                    <a:chExt cx="114004" cy="114004"/>
                  </a:xfrm>
                  <a:grpFill/>
                </p:grpSpPr>
                <p:sp>
                  <p:nvSpPr>
                    <p:cNvPr id="1516" name="Freeform: Shape 1515">
                      <a:extLst>
                        <a:ext uri="{FF2B5EF4-FFF2-40B4-BE49-F238E27FC236}">
                          <a16:creationId xmlns:a16="http://schemas.microsoft.com/office/drawing/2014/main" id="{6A39F807-8CB4-CCF6-762F-54100AB6CE1C}"/>
                        </a:ext>
                      </a:extLst>
                    </p:cNvPr>
                    <p:cNvSpPr/>
                    <p:nvPr/>
                  </p:nvSpPr>
                  <p:spPr>
                    <a:xfrm>
                      <a:off x="2558193" y="4022355"/>
                      <a:ext cx="114004" cy="114004"/>
                    </a:xfrm>
                    <a:custGeom>
                      <a:avLst/>
                      <a:gdLst>
                        <a:gd name="connsiteX0" fmla="*/ 34201 w 114004"/>
                        <a:gd name="connsiteY0" fmla="*/ 114005 h 114004"/>
                        <a:gd name="connsiteX1" fmla="*/ 79803 w 114004"/>
                        <a:gd name="connsiteY1" fmla="*/ 114005 h 114004"/>
                        <a:gd name="connsiteX2" fmla="*/ 114005 w 114004"/>
                        <a:gd name="connsiteY2" fmla="*/ 79803 h 114004"/>
                        <a:gd name="connsiteX3" fmla="*/ 114005 w 114004"/>
                        <a:gd name="connsiteY3" fmla="*/ 34201 h 114004"/>
                        <a:gd name="connsiteX4" fmla="*/ 79803 w 114004"/>
                        <a:gd name="connsiteY4" fmla="*/ 0 h 114004"/>
                        <a:gd name="connsiteX5" fmla="*/ 34201 w 114004"/>
                        <a:gd name="connsiteY5" fmla="*/ 0 h 114004"/>
                        <a:gd name="connsiteX6" fmla="*/ 0 w 114004"/>
                        <a:gd name="connsiteY6" fmla="*/ 34201 h 114004"/>
                        <a:gd name="connsiteX7" fmla="*/ 0 w 114004"/>
                        <a:gd name="connsiteY7" fmla="*/ 79803 h 114004"/>
                        <a:gd name="connsiteX8" fmla="*/ 34201 w 114004"/>
                        <a:gd name="connsiteY8" fmla="*/ 114005 h 114004"/>
                        <a:gd name="connsiteX9" fmla="*/ 34201 w 114004"/>
                        <a:gd name="connsiteY9" fmla="*/ 108334 h 114004"/>
                        <a:gd name="connsiteX10" fmla="*/ 5730 w 114004"/>
                        <a:gd name="connsiteY10" fmla="*/ 79862 h 114004"/>
                        <a:gd name="connsiteX11" fmla="*/ 5730 w 114004"/>
                        <a:gd name="connsiteY11" fmla="*/ 34260 h 114004"/>
                        <a:gd name="connsiteX12" fmla="*/ 34201 w 114004"/>
                        <a:gd name="connsiteY12" fmla="*/ 5789 h 114004"/>
                        <a:gd name="connsiteX13" fmla="*/ 79803 w 114004"/>
                        <a:gd name="connsiteY13" fmla="*/ 5789 h 114004"/>
                        <a:gd name="connsiteX14" fmla="*/ 108275 w 114004"/>
                        <a:gd name="connsiteY14" fmla="*/ 34260 h 114004"/>
                        <a:gd name="connsiteX15" fmla="*/ 108275 w 114004"/>
                        <a:gd name="connsiteY15" fmla="*/ 79862 h 114004"/>
                        <a:gd name="connsiteX16" fmla="*/ 79803 w 114004"/>
                        <a:gd name="connsiteY16" fmla="*/ 108334 h 114004"/>
                        <a:gd name="connsiteX17" fmla="*/ 34201 w 114004"/>
                        <a:gd name="connsiteY17" fmla="*/ 108334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34201" y="114005"/>
                          </a:moveTo>
                          <a:lnTo>
                            <a:pt x="79803" y="114005"/>
                          </a:lnTo>
                          <a:cubicBezTo>
                            <a:pt x="98706" y="114005"/>
                            <a:pt x="114005" y="98705"/>
                            <a:pt x="114005" y="79803"/>
                          </a:cubicBezTo>
                          <a:lnTo>
                            <a:pt x="114005" y="34201"/>
                          </a:lnTo>
                          <a:cubicBezTo>
                            <a:pt x="114005" y="15299"/>
                            <a:pt x="98706" y="0"/>
                            <a:pt x="79803" y="0"/>
                          </a:cubicBezTo>
                          <a:lnTo>
                            <a:pt x="34201" y="0"/>
                          </a:lnTo>
                          <a:cubicBezTo>
                            <a:pt x="15299" y="0"/>
                            <a:pt x="0" y="15299"/>
                            <a:pt x="0" y="34201"/>
                          </a:cubicBezTo>
                          <a:lnTo>
                            <a:pt x="0" y="79803"/>
                          </a:lnTo>
                          <a:cubicBezTo>
                            <a:pt x="0" y="98705"/>
                            <a:pt x="15358" y="114005"/>
                            <a:pt x="34201" y="114005"/>
                          </a:cubicBezTo>
                          <a:close/>
                          <a:moveTo>
                            <a:pt x="34201" y="108334"/>
                          </a:moveTo>
                          <a:cubicBezTo>
                            <a:pt x="18489" y="108334"/>
                            <a:pt x="5730" y="95575"/>
                            <a:pt x="5730" y="79862"/>
                          </a:cubicBezTo>
                          <a:lnTo>
                            <a:pt x="5730" y="34260"/>
                          </a:lnTo>
                          <a:cubicBezTo>
                            <a:pt x="5730" y="18548"/>
                            <a:pt x="18489" y="5789"/>
                            <a:pt x="34201" y="5789"/>
                          </a:cubicBezTo>
                          <a:lnTo>
                            <a:pt x="79803" y="5789"/>
                          </a:lnTo>
                          <a:cubicBezTo>
                            <a:pt x="95516" y="5789"/>
                            <a:pt x="108275" y="18548"/>
                            <a:pt x="108275" y="34260"/>
                          </a:cubicBezTo>
                          <a:lnTo>
                            <a:pt x="108275" y="79862"/>
                          </a:lnTo>
                          <a:cubicBezTo>
                            <a:pt x="108275" y="95575"/>
                            <a:pt x="95516" y="108334"/>
                            <a:pt x="79803" y="108334"/>
                          </a:cubicBezTo>
                          <a:lnTo>
                            <a:pt x="34201" y="108334"/>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17" name="Freeform: Shape 1516">
                      <a:extLst>
                        <a:ext uri="{FF2B5EF4-FFF2-40B4-BE49-F238E27FC236}">
                          <a16:creationId xmlns:a16="http://schemas.microsoft.com/office/drawing/2014/main" id="{144D222E-D78A-E337-5990-18060085BA85}"/>
                        </a:ext>
                      </a:extLst>
                    </p:cNvPr>
                    <p:cNvSpPr/>
                    <p:nvPr/>
                  </p:nvSpPr>
                  <p:spPr>
                    <a:xfrm>
                      <a:off x="2593812" y="4054725"/>
                      <a:ext cx="42766" cy="49323"/>
                    </a:xfrm>
                    <a:custGeom>
                      <a:avLst/>
                      <a:gdLst>
                        <a:gd name="connsiteX0" fmla="*/ 42767 w 42766"/>
                        <a:gd name="connsiteY0" fmla="*/ 0 h 49323"/>
                        <a:gd name="connsiteX1" fmla="*/ 42767 w 42766"/>
                        <a:gd name="connsiteY1" fmla="*/ 49323 h 49323"/>
                        <a:gd name="connsiteX2" fmla="*/ 0 w 42766"/>
                        <a:gd name="connsiteY2" fmla="*/ 24691 h 49323"/>
                      </a:gdLst>
                      <a:ahLst/>
                      <a:cxnLst>
                        <a:cxn ang="0">
                          <a:pos x="connsiteX0" y="connsiteY0"/>
                        </a:cxn>
                        <a:cxn ang="0">
                          <a:pos x="connsiteX1" y="connsiteY1"/>
                        </a:cxn>
                        <a:cxn ang="0">
                          <a:pos x="connsiteX2" y="connsiteY2"/>
                        </a:cxn>
                      </a:cxnLst>
                      <a:rect l="l" t="t" r="r" b="b"/>
                      <a:pathLst>
                        <a:path w="42766" h="49323">
                          <a:moveTo>
                            <a:pt x="42767" y="0"/>
                          </a:moveTo>
                          <a:lnTo>
                            <a:pt x="42767" y="49323"/>
                          </a:lnTo>
                          <a:lnTo>
                            <a:pt x="0" y="24691"/>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509" name="Graphic 4773">
                    <a:extLst>
                      <a:ext uri="{FF2B5EF4-FFF2-40B4-BE49-F238E27FC236}">
                        <a16:creationId xmlns:a16="http://schemas.microsoft.com/office/drawing/2014/main" id="{2B44D2A3-CA42-ED3C-33B0-75FB18DA31F6}"/>
                      </a:ext>
                    </a:extLst>
                  </p:cNvPr>
                  <p:cNvGrpSpPr/>
                  <p:nvPr/>
                </p:nvGrpSpPr>
                <p:grpSpPr>
                  <a:xfrm>
                    <a:off x="2844858" y="4022414"/>
                    <a:ext cx="114004" cy="114004"/>
                    <a:chOff x="2844858" y="4022414"/>
                    <a:chExt cx="114004" cy="114004"/>
                  </a:xfrm>
                  <a:grpFill/>
                </p:grpSpPr>
                <p:sp>
                  <p:nvSpPr>
                    <p:cNvPr id="1514" name="Freeform: Shape 1513">
                      <a:extLst>
                        <a:ext uri="{FF2B5EF4-FFF2-40B4-BE49-F238E27FC236}">
                          <a16:creationId xmlns:a16="http://schemas.microsoft.com/office/drawing/2014/main" id="{3BD563D2-6552-714F-F57A-9C3A903BDA17}"/>
                        </a:ext>
                      </a:extLst>
                    </p:cNvPr>
                    <p:cNvSpPr/>
                    <p:nvPr/>
                  </p:nvSpPr>
                  <p:spPr>
                    <a:xfrm>
                      <a:off x="2844858" y="4022414"/>
                      <a:ext cx="114004" cy="114004"/>
                    </a:xfrm>
                    <a:custGeom>
                      <a:avLst/>
                      <a:gdLst>
                        <a:gd name="connsiteX0" fmla="*/ 79803 w 114004"/>
                        <a:gd name="connsiteY0" fmla="*/ 0 h 114004"/>
                        <a:gd name="connsiteX1" fmla="*/ 34201 w 114004"/>
                        <a:gd name="connsiteY1" fmla="*/ 0 h 114004"/>
                        <a:gd name="connsiteX2" fmla="*/ 0 w 114004"/>
                        <a:gd name="connsiteY2" fmla="*/ 34201 h 114004"/>
                        <a:gd name="connsiteX3" fmla="*/ 0 w 114004"/>
                        <a:gd name="connsiteY3" fmla="*/ 79803 h 114004"/>
                        <a:gd name="connsiteX4" fmla="*/ 34201 w 114004"/>
                        <a:gd name="connsiteY4" fmla="*/ 114005 h 114004"/>
                        <a:gd name="connsiteX5" fmla="*/ 79803 w 114004"/>
                        <a:gd name="connsiteY5" fmla="*/ 114005 h 114004"/>
                        <a:gd name="connsiteX6" fmla="*/ 114005 w 114004"/>
                        <a:gd name="connsiteY6" fmla="*/ 79803 h 114004"/>
                        <a:gd name="connsiteX7" fmla="*/ 114005 w 114004"/>
                        <a:gd name="connsiteY7" fmla="*/ 34201 h 114004"/>
                        <a:gd name="connsiteX8" fmla="*/ 79803 w 114004"/>
                        <a:gd name="connsiteY8" fmla="*/ 0 h 114004"/>
                        <a:gd name="connsiteX9" fmla="*/ 79803 w 114004"/>
                        <a:gd name="connsiteY9" fmla="*/ 5670 h 114004"/>
                        <a:gd name="connsiteX10" fmla="*/ 108275 w 114004"/>
                        <a:gd name="connsiteY10" fmla="*/ 34142 h 114004"/>
                        <a:gd name="connsiteX11" fmla="*/ 108275 w 114004"/>
                        <a:gd name="connsiteY11" fmla="*/ 79744 h 114004"/>
                        <a:gd name="connsiteX12" fmla="*/ 79803 w 114004"/>
                        <a:gd name="connsiteY12" fmla="*/ 108216 h 114004"/>
                        <a:gd name="connsiteX13" fmla="*/ 34201 w 114004"/>
                        <a:gd name="connsiteY13" fmla="*/ 108216 h 114004"/>
                        <a:gd name="connsiteX14" fmla="*/ 5730 w 114004"/>
                        <a:gd name="connsiteY14" fmla="*/ 79744 h 114004"/>
                        <a:gd name="connsiteX15" fmla="*/ 5730 w 114004"/>
                        <a:gd name="connsiteY15" fmla="*/ 34142 h 114004"/>
                        <a:gd name="connsiteX16" fmla="*/ 34201 w 114004"/>
                        <a:gd name="connsiteY16" fmla="*/ 5670 h 114004"/>
                        <a:gd name="connsiteX17" fmla="*/ 79803 w 114004"/>
                        <a:gd name="connsiteY17" fmla="*/ 5670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79803" y="0"/>
                          </a:moveTo>
                          <a:lnTo>
                            <a:pt x="34201" y="0"/>
                          </a:lnTo>
                          <a:cubicBezTo>
                            <a:pt x="15299" y="0"/>
                            <a:pt x="0" y="15299"/>
                            <a:pt x="0" y="34201"/>
                          </a:cubicBez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close/>
                          <a:moveTo>
                            <a:pt x="79803" y="5670"/>
                          </a:moveTo>
                          <a:cubicBezTo>
                            <a:pt x="95516" y="5670"/>
                            <a:pt x="108275" y="18489"/>
                            <a:pt x="108275" y="34142"/>
                          </a:cubicBezTo>
                          <a:lnTo>
                            <a:pt x="108275" y="79744"/>
                          </a:lnTo>
                          <a:cubicBezTo>
                            <a:pt x="108275" y="95457"/>
                            <a:pt x="95516" y="108216"/>
                            <a:pt x="79803" y="108216"/>
                          </a:cubicBezTo>
                          <a:lnTo>
                            <a:pt x="34201" y="108216"/>
                          </a:lnTo>
                          <a:cubicBezTo>
                            <a:pt x="18489" y="108216"/>
                            <a:pt x="5730" y="95457"/>
                            <a:pt x="5730" y="79744"/>
                          </a:cubicBezTo>
                          <a:lnTo>
                            <a:pt x="5730" y="34142"/>
                          </a:lnTo>
                          <a:cubicBezTo>
                            <a:pt x="5730" y="18430"/>
                            <a:pt x="18489" y="5670"/>
                            <a:pt x="34201" y="5670"/>
                          </a:cubicBezTo>
                          <a:lnTo>
                            <a:pt x="79803" y="56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15" name="Freeform: Shape 1514">
                      <a:extLst>
                        <a:ext uri="{FF2B5EF4-FFF2-40B4-BE49-F238E27FC236}">
                          <a16:creationId xmlns:a16="http://schemas.microsoft.com/office/drawing/2014/main" id="{78D9F31C-AE7B-A84B-31C1-CB9670EFF5B7}"/>
                        </a:ext>
                      </a:extLst>
                    </p:cNvPr>
                    <p:cNvSpPr/>
                    <p:nvPr/>
                  </p:nvSpPr>
                  <p:spPr>
                    <a:xfrm>
                      <a:off x="2880537" y="4054725"/>
                      <a:ext cx="42707" cy="49323"/>
                    </a:xfrm>
                    <a:custGeom>
                      <a:avLst/>
                      <a:gdLst>
                        <a:gd name="connsiteX0" fmla="*/ 0 w 42707"/>
                        <a:gd name="connsiteY0" fmla="*/ 49323 h 49323"/>
                        <a:gd name="connsiteX1" fmla="*/ 0 w 42707"/>
                        <a:gd name="connsiteY1" fmla="*/ 0 h 49323"/>
                        <a:gd name="connsiteX2" fmla="*/ 42708 w 42707"/>
                        <a:gd name="connsiteY2" fmla="*/ 24691 h 49323"/>
                      </a:gdLst>
                      <a:ahLst/>
                      <a:cxnLst>
                        <a:cxn ang="0">
                          <a:pos x="connsiteX0" y="connsiteY0"/>
                        </a:cxn>
                        <a:cxn ang="0">
                          <a:pos x="connsiteX1" y="connsiteY1"/>
                        </a:cxn>
                        <a:cxn ang="0">
                          <a:pos x="connsiteX2" y="connsiteY2"/>
                        </a:cxn>
                      </a:cxnLst>
                      <a:rect l="l" t="t" r="r" b="b"/>
                      <a:pathLst>
                        <a:path w="42707" h="49323">
                          <a:moveTo>
                            <a:pt x="0" y="49323"/>
                          </a:moveTo>
                          <a:lnTo>
                            <a:pt x="0" y="0"/>
                          </a:lnTo>
                          <a:lnTo>
                            <a:pt x="42708" y="24691"/>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510" name="Graphic 4773">
                    <a:extLst>
                      <a:ext uri="{FF2B5EF4-FFF2-40B4-BE49-F238E27FC236}">
                        <a16:creationId xmlns:a16="http://schemas.microsoft.com/office/drawing/2014/main" id="{F766FB54-F703-EFA9-D5A4-3691C00ECAD6}"/>
                      </a:ext>
                    </a:extLst>
                  </p:cNvPr>
                  <p:cNvGrpSpPr/>
                  <p:nvPr/>
                </p:nvGrpSpPr>
                <p:grpSpPr>
                  <a:xfrm>
                    <a:off x="2702441" y="4022414"/>
                    <a:ext cx="114004" cy="114004"/>
                    <a:chOff x="2702441" y="4022414"/>
                    <a:chExt cx="114004" cy="114004"/>
                  </a:xfrm>
                  <a:grpFill/>
                </p:grpSpPr>
                <p:sp>
                  <p:nvSpPr>
                    <p:cNvPr id="1511" name="Freeform: Shape 1510">
                      <a:extLst>
                        <a:ext uri="{FF2B5EF4-FFF2-40B4-BE49-F238E27FC236}">
                          <a16:creationId xmlns:a16="http://schemas.microsoft.com/office/drawing/2014/main" id="{7E1E00B3-CC9C-1104-64B2-DD08DC5EF9A1}"/>
                        </a:ext>
                      </a:extLst>
                    </p:cNvPr>
                    <p:cNvSpPr/>
                    <p:nvPr/>
                  </p:nvSpPr>
                  <p:spPr>
                    <a:xfrm>
                      <a:off x="2702441" y="4022414"/>
                      <a:ext cx="114004" cy="114004"/>
                    </a:xfrm>
                    <a:custGeom>
                      <a:avLst/>
                      <a:gdLst>
                        <a:gd name="connsiteX0" fmla="*/ 0 w 114004"/>
                        <a:gd name="connsiteY0" fmla="*/ 34201 h 114004"/>
                        <a:gd name="connsiteX1" fmla="*/ 0 w 114004"/>
                        <a:gd name="connsiteY1" fmla="*/ 79803 h 114004"/>
                        <a:gd name="connsiteX2" fmla="*/ 34201 w 114004"/>
                        <a:gd name="connsiteY2" fmla="*/ 114005 h 114004"/>
                        <a:gd name="connsiteX3" fmla="*/ 79803 w 114004"/>
                        <a:gd name="connsiteY3" fmla="*/ 114005 h 114004"/>
                        <a:gd name="connsiteX4" fmla="*/ 114005 w 114004"/>
                        <a:gd name="connsiteY4" fmla="*/ 79803 h 114004"/>
                        <a:gd name="connsiteX5" fmla="*/ 114005 w 114004"/>
                        <a:gd name="connsiteY5" fmla="*/ 34201 h 114004"/>
                        <a:gd name="connsiteX6" fmla="*/ 79803 w 114004"/>
                        <a:gd name="connsiteY6" fmla="*/ 0 h 114004"/>
                        <a:gd name="connsiteX7" fmla="*/ 34201 w 114004"/>
                        <a:gd name="connsiteY7" fmla="*/ 0 h 114004"/>
                        <a:gd name="connsiteX8" fmla="*/ 0 w 114004"/>
                        <a:gd name="connsiteY8" fmla="*/ 34201 h 114004"/>
                        <a:gd name="connsiteX9" fmla="*/ 5730 w 114004"/>
                        <a:gd name="connsiteY9" fmla="*/ 34201 h 114004"/>
                        <a:gd name="connsiteX10" fmla="*/ 34201 w 114004"/>
                        <a:gd name="connsiteY10" fmla="*/ 5730 h 114004"/>
                        <a:gd name="connsiteX11" fmla="*/ 79803 w 114004"/>
                        <a:gd name="connsiteY11" fmla="*/ 5730 h 114004"/>
                        <a:gd name="connsiteX12" fmla="*/ 108275 w 114004"/>
                        <a:gd name="connsiteY12" fmla="*/ 34201 h 114004"/>
                        <a:gd name="connsiteX13" fmla="*/ 108275 w 114004"/>
                        <a:gd name="connsiteY13" fmla="*/ 79803 h 114004"/>
                        <a:gd name="connsiteX14" fmla="*/ 79803 w 114004"/>
                        <a:gd name="connsiteY14" fmla="*/ 108275 h 114004"/>
                        <a:gd name="connsiteX15" fmla="*/ 34201 w 114004"/>
                        <a:gd name="connsiteY15" fmla="*/ 108275 h 114004"/>
                        <a:gd name="connsiteX16" fmla="*/ 5730 w 114004"/>
                        <a:gd name="connsiteY16" fmla="*/ 79803 h 114004"/>
                        <a:gd name="connsiteX17" fmla="*/ 5730 w 114004"/>
                        <a:gd name="connsiteY17" fmla="*/ 34201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0" y="34201"/>
                          </a:move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lnTo>
                            <a:pt x="34201" y="0"/>
                          </a:lnTo>
                          <a:cubicBezTo>
                            <a:pt x="15358" y="0"/>
                            <a:pt x="0" y="15299"/>
                            <a:pt x="0" y="34201"/>
                          </a:cubicBezTo>
                          <a:close/>
                          <a:moveTo>
                            <a:pt x="5730" y="34201"/>
                          </a:moveTo>
                          <a:cubicBezTo>
                            <a:pt x="5730" y="18489"/>
                            <a:pt x="18489" y="5730"/>
                            <a:pt x="34201" y="5730"/>
                          </a:cubicBezTo>
                          <a:lnTo>
                            <a:pt x="79803" y="5730"/>
                          </a:lnTo>
                          <a:cubicBezTo>
                            <a:pt x="95516" y="5730"/>
                            <a:pt x="108275" y="18489"/>
                            <a:pt x="108275" y="34201"/>
                          </a:cubicBezTo>
                          <a:lnTo>
                            <a:pt x="108275" y="79803"/>
                          </a:lnTo>
                          <a:cubicBezTo>
                            <a:pt x="108275" y="95516"/>
                            <a:pt x="95516" y="108275"/>
                            <a:pt x="79803" y="108275"/>
                          </a:cubicBezTo>
                          <a:lnTo>
                            <a:pt x="34201" y="108275"/>
                          </a:lnTo>
                          <a:cubicBezTo>
                            <a:pt x="18489" y="108275"/>
                            <a:pt x="5730" y="95516"/>
                            <a:pt x="5730" y="79803"/>
                          </a:cubicBezTo>
                          <a:lnTo>
                            <a:pt x="5730" y="34201"/>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12" name="Freeform: Shape 1511">
                      <a:extLst>
                        <a:ext uri="{FF2B5EF4-FFF2-40B4-BE49-F238E27FC236}">
                          <a16:creationId xmlns:a16="http://schemas.microsoft.com/office/drawing/2014/main" id="{22E1E9BF-3919-5CE4-96A5-9A125E599DB1}"/>
                        </a:ext>
                      </a:extLst>
                    </p:cNvPr>
                    <p:cNvSpPr/>
                    <p:nvPr/>
                  </p:nvSpPr>
                  <p:spPr>
                    <a:xfrm>
                      <a:off x="2765114"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13" name="Freeform: Shape 1512">
                      <a:extLst>
                        <a:ext uri="{FF2B5EF4-FFF2-40B4-BE49-F238E27FC236}">
                          <a16:creationId xmlns:a16="http://schemas.microsoft.com/office/drawing/2014/main" id="{4FCC4141-21DC-C320-EABB-BBC2C3F1D480}"/>
                        </a:ext>
                      </a:extLst>
                    </p:cNvPr>
                    <p:cNvSpPr/>
                    <p:nvPr/>
                  </p:nvSpPr>
                  <p:spPr>
                    <a:xfrm>
                      <a:off x="2738533"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1399" name="Graphic 4773">
                  <a:extLst>
                    <a:ext uri="{FF2B5EF4-FFF2-40B4-BE49-F238E27FC236}">
                      <a16:creationId xmlns:a16="http://schemas.microsoft.com/office/drawing/2014/main" id="{C14267FD-3DF5-6652-F48E-2D18A03737FC}"/>
                    </a:ext>
                  </a:extLst>
                </p:cNvPr>
                <p:cNvGrpSpPr/>
                <p:nvPr/>
              </p:nvGrpSpPr>
              <p:grpSpPr>
                <a:xfrm>
                  <a:off x="4176882" y="1893185"/>
                  <a:ext cx="116840" cy="236869"/>
                  <a:chOff x="4176882" y="1893185"/>
                  <a:chExt cx="116840" cy="236869"/>
                </a:xfrm>
                <a:grpFill/>
              </p:grpSpPr>
              <p:sp>
                <p:nvSpPr>
                  <p:cNvPr id="1506" name="Freeform: Shape 1505">
                    <a:extLst>
                      <a:ext uri="{FF2B5EF4-FFF2-40B4-BE49-F238E27FC236}">
                        <a16:creationId xmlns:a16="http://schemas.microsoft.com/office/drawing/2014/main" id="{1AF85584-1D1C-DA70-96C7-D7D721E061DC}"/>
                      </a:ext>
                    </a:extLst>
                  </p:cNvPr>
                  <p:cNvSpPr/>
                  <p:nvPr/>
                </p:nvSpPr>
                <p:spPr>
                  <a:xfrm>
                    <a:off x="4176941" y="2013274"/>
                    <a:ext cx="116781" cy="116781"/>
                  </a:xfrm>
                  <a:custGeom>
                    <a:avLst/>
                    <a:gdLst>
                      <a:gd name="connsiteX0" fmla="*/ 116781 w 116781"/>
                      <a:gd name="connsiteY0" fmla="*/ 97524 h 116781"/>
                      <a:gd name="connsiteX1" fmla="*/ 39813 w 116781"/>
                      <a:gd name="connsiteY1" fmla="*/ 20556 h 116781"/>
                      <a:gd name="connsiteX2" fmla="*/ 102782 w 116781"/>
                      <a:gd name="connsiteY2" fmla="*/ 20556 h 116781"/>
                      <a:gd name="connsiteX3" fmla="*/ 82225 w 116781"/>
                      <a:gd name="connsiteY3" fmla="*/ 0 h 116781"/>
                      <a:gd name="connsiteX4" fmla="*/ 0 w 116781"/>
                      <a:gd name="connsiteY4" fmla="*/ 0 h 116781"/>
                      <a:gd name="connsiteX5" fmla="*/ 0 w 116781"/>
                      <a:gd name="connsiteY5" fmla="*/ 82225 h 116781"/>
                      <a:gd name="connsiteX6" fmla="*/ 20556 w 116781"/>
                      <a:gd name="connsiteY6" fmla="*/ 102782 h 116781"/>
                      <a:gd name="connsiteX7" fmla="*/ 20556 w 116781"/>
                      <a:gd name="connsiteY7" fmla="*/ 39813 h 116781"/>
                      <a:gd name="connsiteX8" fmla="*/ 97524 w 116781"/>
                      <a:gd name="connsiteY8" fmla="*/ 116781 h 116781"/>
                      <a:gd name="connsiteX9" fmla="*/ 116781 w 116781"/>
                      <a:gd name="connsiteY9" fmla="*/ 97524 h 116781"/>
                      <a:gd name="connsiteX10" fmla="*/ 37746 w 116781"/>
                      <a:gd name="connsiteY10" fmla="*/ 22624 h 116781"/>
                      <a:gd name="connsiteX11" fmla="*/ 112646 w 116781"/>
                      <a:gd name="connsiteY11" fmla="*/ 97524 h 116781"/>
                      <a:gd name="connsiteX12" fmla="*/ 97465 w 116781"/>
                      <a:gd name="connsiteY12" fmla="*/ 112705 h 116781"/>
                      <a:gd name="connsiteX13" fmla="*/ 22565 w 116781"/>
                      <a:gd name="connsiteY13" fmla="*/ 37805 h 116781"/>
                      <a:gd name="connsiteX14" fmla="*/ 17603 w 116781"/>
                      <a:gd name="connsiteY14" fmla="*/ 32843 h 116781"/>
                      <a:gd name="connsiteX15" fmla="*/ 17603 w 116781"/>
                      <a:gd name="connsiteY15" fmla="*/ 39872 h 116781"/>
                      <a:gd name="connsiteX16" fmla="*/ 17603 w 116781"/>
                      <a:gd name="connsiteY16" fmla="*/ 95870 h 116781"/>
                      <a:gd name="connsiteX17" fmla="*/ 2835 w 116781"/>
                      <a:gd name="connsiteY17" fmla="*/ 81103 h 116781"/>
                      <a:gd name="connsiteX18" fmla="*/ 2835 w 116781"/>
                      <a:gd name="connsiteY18" fmla="*/ 2953 h 116781"/>
                      <a:gd name="connsiteX19" fmla="*/ 80985 w 116781"/>
                      <a:gd name="connsiteY19" fmla="*/ 2953 h 116781"/>
                      <a:gd name="connsiteX20" fmla="*/ 95752 w 116781"/>
                      <a:gd name="connsiteY20" fmla="*/ 17721 h 116781"/>
                      <a:gd name="connsiteX21" fmla="*/ 39813 w 116781"/>
                      <a:gd name="connsiteY21" fmla="*/ 17721 h 116781"/>
                      <a:gd name="connsiteX22" fmla="*/ 32784 w 116781"/>
                      <a:gd name="connsiteY22" fmla="*/ 17721 h 116781"/>
                      <a:gd name="connsiteX23" fmla="*/ 37746 w 116781"/>
                      <a:gd name="connsiteY23" fmla="*/ 2262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1">
                        <a:moveTo>
                          <a:pt x="116781" y="97524"/>
                        </a:moveTo>
                        <a:lnTo>
                          <a:pt x="39813" y="20556"/>
                        </a:lnTo>
                        <a:lnTo>
                          <a:pt x="102782" y="20556"/>
                        </a:lnTo>
                        <a:lnTo>
                          <a:pt x="82225" y="0"/>
                        </a:lnTo>
                        <a:lnTo>
                          <a:pt x="0" y="0"/>
                        </a:lnTo>
                        <a:lnTo>
                          <a:pt x="0" y="82225"/>
                        </a:lnTo>
                        <a:lnTo>
                          <a:pt x="20556" y="102782"/>
                        </a:lnTo>
                        <a:lnTo>
                          <a:pt x="20556" y="39813"/>
                        </a:lnTo>
                        <a:lnTo>
                          <a:pt x="97524" y="116781"/>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07" name="Freeform: Shape 1506">
                    <a:extLst>
                      <a:ext uri="{FF2B5EF4-FFF2-40B4-BE49-F238E27FC236}">
                        <a16:creationId xmlns:a16="http://schemas.microsoft.com/office/drawing/2014/main" id="{F3B22DB9-C549-2260-F3DA-64039648DC3D}"/>
                      </a:ext>
                    </a:extLst>
                  </p:cNvPr>
                  <p:cNvSpPr/>
                  <p:nvPr/>
                </p:nvSpPr>
                <p:spPr>
                  <a:xfrm>
                    <a:off x="4176882" y="1893185"/>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7 w 116781"/>
                      <a:gd name="connsiteY5" fmla="*/ 76968 h 116780"/>
                      <a:gd name="connsiteX6" fmla="*/ 20557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7 h 116780"/>
                      <a:gd name="connsiteX11" fmla="*/ 2894 w 116781"/>
                      <a:gd name="connsiteY11" fmla="*/ 113887 h 116780"/>
                      <a:gd name="connsiteX12" fmla="*/ 2894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76 h 116780"/>
                      <a:gd name="connsiteX18" fmla="*/ 112705 w 116781"/>
                      <a:gd name="connsiteY18" fmla="*/ 19257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7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7" y="76968"/>
                        </a:lnTo>
                        <a:lnTo>
                          <a:pt x="20557" y="14000"/>
                        </a:lnTo>
                        <a:lnTo>
                          <a:pt x="0" y="34556"/>
                        </a:lnTo>
                        <a:lnTo>
                          <a:pt x="0" y="116781"/>
                        </a:lnTo>
                        <a:lnTo>
                          <a:pt x="82225" y="116781"/>
                        </a:lnTo>
                        <a:close/>
                        <a:moveTo>
                          <a:pt x="81044" y="113887"/>
                        </a:moveTo>
                        <a:lnTo>
                          <a:pt x="2894" y="113887"/>
                        </a:lnTo>
                        <a:lnTo>
                          <a:pt x="2894" y="35737"/>
                        </a:lnTo>
                        <a:lnTo>
                          <a:pt x="17662" y="20970"/>
                        </a:lnTo>
                        <a:lnTo>
                          <a:pt x="17662" y="76909"/>
                        </a:lnTo>
                        <a:lnTo>
                          <a:pt x="17662" y="83938"/>
                        </a:lnTo>
                        <a:lnTo>
                          <a:pt x="22624" y="78976"/>
                        </a:lnTo>
                        <a:lnTo>
                          <a:pt x="97524" y="4076"/>
                        </a:lnTo>
                        <a:lnTo>
                          <a:pt x="112705" y="19257"/>
                        </a:lnTo>
                        <a:lnTo>
                          <a:pt x="37805" y="94157"/>
                        </a:lnTo>
                        <a:lnTo>
                          <a:pt x="32843" y="99119"/>
                        </a:lnTo>
                        <a:lnTo>
                          <a:pt x="39872" y="99119"/>
                        </a:lnTo>
                        <a:lnTo>
                          <a:pt x="95811" y="99119"/>
                        </a:lnTo>
                        <a:lnTo>
                          <a:pt x="81044" y="11388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400" name="Graphic 4773">
                  <a:extLst>
                    <a:ext uri="{FF2B5EF4-FFF2-40B4-BE49-F238E27FC236}">
                      <a16:creationId xmlns:a16="http://schemas.microsoft.com/office/drawing/2014/main" id="{B4F40856-E788-CDDE-BB94-306D7A13C1CC}"/>
                    </a:ext>
                  </a:extLst>
                </p:cNvPr>
                <p:cNvGrpSpPr/>
                <p:nvPr/>
              </p:nvGrpSpPr>
              <p:grpSpPr>
                <a:xfrm>
                  <a:off x="632696" y="2425108"/>
                  <a:ext cx="116780" cy="236869"/>
                  <a:chOff x="632696" y="2425108"/>
                  <a:chExt cx="116780" cy="236869"/>
                </a:xfrm>
                <a:grpFill/>
              </p:grpSpPr>
              <p:sp>
                <p:nvSpPr>
                  <p:cNvPr id="1504" name="Freeform: Shape 1503">
                    <a:extLst>
                      <a:ext uri="{FF2B5EF4-FFF2-40B4-BE49-F238E27FC236}">
                        <a16:creationId xmlns:a16="http://schemas.microsoft.com/office/drawing/2014/main" id="{820B3BFA-90A9-6289-2404-4888FC1C7144}"/>
                      </a:ext>
                    </a:extLst>
                  </p:cNvPr>
                  <p:cNvSpPr/>
                  <p:nvPr/>
                </p:nvSpPr>
                <p:spPr>
                  <a:xfrm>
                    <a:off x="632696" y="2425108"/>
                    <a:ext cx="116780" cy="116781"/>
                  </a:xfrm>
                  <a:custGeom>
                    <a:avLst/>
                    <a:gdLst>
                      <a:gd name="connsiteX0" fmla="*/ 0 w 116780"/>
                      <a:gd name="connsiteY0" fmla="*/ 19257 h 116781"/>
                      <a:gd name="connsiteX1" fmla="*/ 76968 w 116780"/>
                      <a:gd name="connsiteY1" fmla="*/ 96225 h 116781"/>
                      <a:gd name="connsiteX2" fmla="*/ 14000 w 116780"/>
                      <a:gd name="connsiteY2" fmla="*/ 96225 h 116781"/>
                      <a:gd name="connsiteX3" fmla="*/ 34556 w 116780"/>
                      <a:gd name="connsiteY3" fmla="*/ 116781 h 116781"/>
                      <a:gd name="connsiteX4" fmla="*/ 116781 w 116780"/>
                      <a:gd name="connsiteY4" fmla="*/ 116781 h 116781"/>
                      <a:gd name="connsiteX5" fmla="*/ 116781 w 116780"/>
                      <a:gd name="connsiteY5" fmla="*/ 34556 h 116781"/>
                      <a:gd name="connsiteX6" fmla="*/ 96225 w 116780"/>
                      <a:gd name="connsiteY6" fmla="*/ 14000 h 116781"/>
                      <a:gd name="connsiteX7" fmla="*/ 96225 w 116780"/>
                      <a:gd name="connsiteY7" fmla="*/ 76968 h 116781"/>
                      <a:gd name="connsiteX8" fmla="*/ 19257 w 116780"/>
                      <a:gd name="connsiteY8" fmla="*/ 0 h 116781"/>
                      <a:gd name="connsiteX9" fmla="*/ 0 w 116780"/>
                      <a:gd name="connsiteY9" fmla="*/ 19257 h 116781"/>
                      <a:gd name="connsiteX10" fmla="*/ 79035 w 116780"/>
                      <a:gd name="connsiteY10" fmla="*/ 94216 h 116781"/>
                      <a:gd name="connsiteX11" fmla="*/ 4135 w 116780"/>
                      <a:gd name="connsiteY11" fmla="*/ 19316 h 116781"/>
                      <a:gd name="connsiteX12" fmla="*/ 19316 w 116780"/>
                      <a:gd name="connsiteY12" fmla="*/ 4135 h 116781"/>
                      <a:gd name="connsiteX13" fmla="*/ 94216 w 116780"/>
                      <a:gd name="connsiteY13" fmla="*/ 79035 h 116781"/>
                      <a:gd name="connsiteX14" fmla="*/ 99178 w 116780"/>
                      <a:gd name="connsiteY14" fmla="*/ 83997 h 116781"/>
                      <a:gd name="connsiteX15" fmla="*/ 99178 w 116780"/>
                      <a:gd name="connsiteY15" fmla="*/ 76968 h 116781"/>
                      <a:gd name="connsiteX16" fmla="*/ 99178 w 116780"/>
                      <a:gd name="connsiteY16" fmla="*/ 20970 h 116781"/>
                      <a:gd name="connsiteX17" fmla="*/ 113946 w 116780"/>
                      <a:gd name="connsiteY17" fmla="*/ 35737 h 116781"/>
                      <a:gd name="connsiteX18" fmla="*/ 113946 w 116780"/>
                      <a:gd name="connsiteY18" fmla="*/ 113887 h 116781"/>
                      <a:gd name="connsiteX19" fmla="*/ 35796 w 116780"/>
                      <a:gd name="connsiteY19" fmla="*/ 113887 h 116781"/>
                      <a:gd name="connsiteX20" fmla="*/ 21029 w 116780"/>
                      <a:gd name="connsiteY20" fmla="*/ 99119 h 116781"/>
                      <a:gd name="connsiteX21" fmla="*/ 76968 w 116780"/>
                      <a:gd name="connsiteY21" fmla="*/ 99119 h 116781"/>
                      <a:gd name="connsiteX22" fmla="*/ 83997 w 116780"/>
                      <a:gd name="connsiteY22" fmla="*/ 99119 h 116781"/>
                      <a:gd name="connsiteX23" fmla="*/ 79035 w 116780"/>
                      <a:gd name="connsiteY23" fmla="*/ 94216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0" y="19257"/>
                        </a:moveTo>
                        <a:lnTo>
                          <a:pt x="76968" y="96225"/>
                        </a:lnTo>
                        <a:lnTo>
                          <a:pt x="14000" y="96225"/>
                        </a:lnTo>
                        <a:lnTo>
                          <a:pt x="34556" y="116781"/>
                        </a:lnTo>
                        <a:lnTo>
                          <a:pt x="116781" y="116781"/>
                        </a:lnTo>
                        <a:lnTo>
                          <a:pt x="116781" y="34556"/>
                        </a:lnTo>
                        <a:lnTo>
                          <a:pt x="96225" y="14000"/>
                        </a:lnTo>
                        <a:lnTo>
                          <a:pt x="96225" y="76968"/>
                        </a:lnTo>
                        <a:lnTo>
                          <a:pt x="19257" y="0"/>
                        </a:lnTo>
                        <a:lnTo>
                          <a:pt x="0" y="19257"/>
                        </a:lnTo>
                        <a:close/>
                        <a:moveTo>
                          <a:pt x="79035" y="94216"/>
                        </a:moveTo>
                        <a:lnTo>
                          <a:pt x="4135" y="19316"/>
                        </a:lnTo>
                        <a:lnTo>
                          <a:pt x="19316" y="4135"/>
                        </a:lnTo>
                        <a:lnTo>
                          <a:pt x="94216" y="79035"/>
                        </a:lnTo>
                        <a:lnTo>
                          <a:pt x="99178" y="83997"/>
                        </a:lnTo>
                        <a:lnTo>
                          <a:pt x="99178" y="76968"/>
                        </a:lnTo>
                        <a:lnTo>
                          <a:pt x="99178" y="20970"/>
                        </a:lnTo>
                        <a:lnTo>
                          <a:pt x="113946" y="35737"/>
                        </a:lnTo>
                        <a:lnTo>
                          <a:pt x="113946" y="113887"/>
                        </a:lnTo>
                        <a:lnTo>
                          <a:pt x="35796" y="113887"/>
                        </a:lnTo>
                        <a:lnTo>
                          <a:pt x="21029" y="99119"/>
                        </a:lnTo>
                        <a:lnTo>
                          <a:pt x="76968" y="99119"/>
                        </a:lnTo>
                        <a:lnTo>
                          <a:pt x="83997" y="99119"/>
                        </a:lnTo>
                        <a:lnTo>
                          <a:pt x="79035" y="94216"/>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05" name="Freeform: Shape 1504">
                    <a:extLst>
                      <a:ext uri="{FF2B5EF4-FFF2-40B4-BE49-F238E27FC236}">
                        <a16:creationId xmlns:a16="http://schemas.microsoft.com/office/drawing/2014/main" id="{85781536-6826-961C-DE0E-A1C6F574D6CA}"/>
                      </a:ext>
                    </a:extLst>
                  </p:cNvPr>
                  <p:cNvSpPr/>
                  <p:nvPr/>
                </p:nvSpPr>
                <p:spPr>
                  <a:xfrm>
                    <a:off x="632696" y="2545197"/>
                    <a:ext cx="116780" cy="116780"/>
                  </a:xfrm>
                  <a:custGeom>
                    <a:avLst/>
                    <a:gdLst>
                      <a:gd name="connsiteX0" fmla="*/ 34556 w 116780"/>
                      <a:gd name="connsiteY0" fmla="*/ 0 h 116780"/>
                      <a:gd name="connsiteX1" fmla="*/ 14000 w 116780"/>
                      <a:gd name="connsiteY1" fmla="*/ 20556 h 116780"/>
                      <a:gd name="connsiteX2" fmla="*/ 76968 w 116780"/>
                      <a:gd name="connsiteY2" fmla="*/ 20556 h 116780"/>
                      <a:gd name="connsiteX3" fmla="*/ 0 w 116780"/>
                      <a:gd name="connsiteY3" fmla="*/ 97524 h 116780"/>
                      <a:gd name="connsiteX4" fmla="*/ 19257 w 116780"/>
                      <a:gd name="connsiteY4" fmla="*/ 116781 h 116780"/>
                      <a:gd name="connsiteX5" fmla="*/ 96225 w 116780"/>
                      <a:gd name="connsiteY5" fmla="*/ 39813 h 116780"/>
                      <a:gd name="connsiteX6" fmla="*/ 96225 w 116780"/>
                      <a:gd name="connsiteY6" fmla="*/ 102781 h 116780"/>
                      <a:gd name="connsiteX7" fmla="*/ 116781 w 116780"/>
                      <a:gd name="connsiteY7" fmla="*/ 82225 h 116780"/>
                      <a:gd name="connsiteX8" fmla="*/ 116781 w 116780"/>
                      <a:gd name="connsiteY8" fmla="*/ 0 h 116780"/>
                      <a:gd name="connsiteX9" fmla="*/ 34556 w 116780"/>
                      <a:gd name="connsiteY9" fmla="*/ 0 h 116780"/>
                      <a:gd name="connsiteX10" fmla="*/ 35796 w 116780"/>
                      <a:gd name="connsiteY10" fmla="*/ 2894 h 116780"/>
                      <a:gd name="connsiteX11" fmla="*/ 113946 w 116780"/>
                      <a:gd name="connsiteY11" fmla="*/ 2894 h 116780"/>
                      <a:gd name="connsiteX12" fmla="*/ 113946 w 116780"/>
                      <a:gd name="connsiteY12" fmla="*/ 81044 h 116780"/>
                      <a:gd name="connsiteX13" fmla="*/ 99178 w 116780"/>
                      <a:gd name="connsiteY13" fmla="*/ 95811 h 116780"/>
                      <a:gd name="connsiteX14" fmla="*/ 99178 w 116780"/>
                      <a:gd name="connsiteY14" fmla="*/ 39872 h 116780"/>
                      <a:gd name="connsiteX15" fmla="*/ 99178 w 116780"/>
                      <a:gd name="connsiteY15" fmla="*/ 32843 h 116780"/>
                      <a:gd name="connsiteX16" fmla="*/ 94216 w 116780"/>
                      <a:gd name="connsiteY16" fmla="*/ 37805 h 116780"/>
                      <a:gd name="connsiteX17" fmla="*/ 19316 w 116780"/>
                      <a:gd name="connsiteY17" fmla="*/ 112705 h 116780"/>
                      <a:gd name="connsiteX18" fmla="*/ 4135 w 116780"/>
                      <a:gd name="connsiteY18" fmla="*/ 97524 h 116780"/>
                      <a:gd name="connsiteX19" fmla="*/ 79035 w 116780"/>
                      <a:gd name="connsiteY19" fmla="*/ 22624 h 116780"/>
                      <a:gd name="connsiteX20" fmla="*/ 83997 w 116780"/>
                      <a:gd name="connsiteY20" fmla="*/ 17662 h 116780"/>
                      <a:gd name="connsiteX21" fmla="*/ 76968 w 116780"/>
                      <a:gd name="connsiteY21" fmla="*/ 17662 h 116780"/>
                      <a:gd name="connsiteX22" fmla="*/ 21029 w 116780"/>
                      <a:gd name="connsiteY22" fmla="*/ 17662 h 116780"/>
                      <a:gd name="connsiteX23" fmla="*/ 35796 w 116780"/>
                      <a:gd name="connsiteY23" fmla="*/ 2894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0">
                        <a:moveTo>
                          <a:pt x="34556" y="0"/>
                        </a:moveTo>
                        <a:lnTo>
                          <a:pt x="14000" y="20556"/>
                        </a:lnTo>
                        <a:lnTo>
                          <a:pt x="76968" y="20556"/>
                        </a:lnTo>
                        <a:lnTo>
                          <a:pt x="0" y="97524"/>
                        </a:lnTo>
                        <a:lnTo>
                          <a:pt x="19257" y="116781"/>
                        </a:lnTo>
                        <a:lnTo>
                          <a:pt x="96225" y="39813"/>
                        </a:lnTo>
                        <a:lnTo>
                          <a:pt x="96225" y="102781"/>
                        </a:lnTo>
                        <a:lnTo>
                          <a:pt x="116781" y="82225"/>
                        </a:lnTo>
                        <a:lnTo>
                          <a:pt x="116781" y="0"/>
                        </a:lnTo>
                        <a:lnTo>
                          <a:pt x="34556" y="0"/>
                        </a:lnTo>
                        <a:close/>
                        <a:moveTo>
                          <a:pt x="35796" y="2894"/>
                        </a:moveTo>
                        <a:lnTo>
                          <a:pt x="113946" y="2894"/>
                        </a:lnTo>
                        <a:lnTo>
                          <a:pt x="113946" y="81044"/>
                        </a:lnTo>
                        <a:lnTo>
                          <a:pt x="99178" y="95811"/>
                        </a:lnTo>
                        <a:lnTo>
                          <a:pt x="99178" y="39872"/>
                        </a:lnTo>
                        <a:lnTo>
                          <a:pt x="99178" y="32843"/>
                        </a:lnTo>
                        <a:lnTo>
                          <a:pt x="94216" y="37805"/>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401" name="Graphic 4773">
                  <a:extLst>
                    <a:ext uri="{FF2B5EF4-FFF2-40B4-BE49-F238E27FC236}">
                      <a16:creationId xmlns:a16="http://schemas.microsoft.com/office/drawing/2014/main" id="{E5EA08AF-9BCF-5C86-DC3B-EDACB7667C2F}"/>
                    </a:ext>
                  </a:extLst>
                </p:cNvPr>
                <p:cNvGrpSpPr/>
                <p:nvPr/>
              </p:nvGrpSpPr>
              <p:grpSpPr>
                <a:xfrm>
                  <a:off x="1371068" y="3902502"/>
                  <a:ext cx="116780" cy="236929"/>
                  <a:chOff x="1371068" y="3902502"/>
                  <a:chExt cx="116780" cy="236929"/>
                </a:xfrm>
                <a:grpFill/>
              </p:grpSpPr>
              <p:sp>
                <p:nvSpPr>
                  <p:cNvPr id="1502" name="Freeform: Shape 1501">
                    <a:extLst>
                      <a:ext uri="{FF2B5EF4-FFF2-40B4-BE49-F238E27FC236}">
                        <a16:creationId xmlns:a16="http://schemas.microsoft.com/office/drawing/2014/main" id="{B1606A25-6E9D-DFF1-CFA9-B5D6DA85DC50}"/>
                      </a:ext>
                    </a:extLst>
                  </p:cNvPr>
                  <p:cNvSpPr/>
                  <p:nvPr/>
                </p:nvSpPr>
                <p:spPr>
                  <a:xfrm>
                    <a:off x="1371068" y="3902502"/>
                    <a:ext cx="116780" cy="116840"/>
                  </a:xfrm>
                  <a:custGeom>
                    <a:avLst/>
                    <a:gdLst>
                      <a:gd name="connsiteX0" fmla="*/ 0 w 116780"/>
                      <a:gd name="connsiteY0" fmla="*/ 19316 h 116840"/>
                      <a:gd name="connsiteX1" fmla="*/ 76968 w 116780"/>
                      <a:gd name="connsiteY1" fmla="*/ 96284 h 116840"/>
                      <a:gd name="connsiteX2" fmla="*/ 14000 w 116780"/>
                      <a:gd name="connsiteY2" fmla="*/ 96284 h 116840"/>
                      <a:gd name="connsiteX3" fmla="*/ 34556 w 116780"/>
                      <a:gd name="connsiteY3" fmla="*/ 116840 h 116840"/>
                      <a:gd name="connsiteX4" fmla="*/ 116781 w 116780"/>
                      <a:gd name="connsiteY4" fmla="*/ 116840 h 116840"/>
                      <a:gd name="connsiteX5" fmla="*/ 116781 w 116780"/>
                      <a:gd name="connsiteY5" fmla="*/ 34556 h 116840"/>
                      <a:gd name="connsiteX6" fmla="*/ 96225 w 116780"/>
                      <a:gd name="connsiteY6" fmla="*/ 14000 h 116840"/>
                      <a:gd name="connsiteX7" fmla="*/ 96225 w 116780"/>
                      <a:gd name="connsiteY7" fmla="*/ 76968 h 116840"/>
                      <a:gd name="connsiteX8" fmla="*/ 19257 w 116780"/>
                      <a:gd name="connsiteY8" fmla="*/ 0 h 116840"/>
                      <a:gd name="connsiteX9" fmla="*/ 0 w 116780"/>
                      <a:gd name="connsiteY9" fmla="*/ 19316 h 116840"/>
                      <a:gd name="connsiteX10" fmla="*/ 79035 w 116780"/>
                      <a:gd name="connsiteY10" fmla="*/ 94216 h 116840"/>
                      <a:gd name="connsiteX11" fmla="*/ 4135 w 116780"/>
                      <a:gd name="connsiteY11" fmla="*/ 19316 h 116840"/>
                      <a:gd name="connsiteX12" fmla="*/ 19316 w 116780"/>
                      <a:gd name="connsiteY12" fmla="*/ 4135 h 116840"/>
                      <a:gd name="connsiteX13" fmla="*/ 94216 w 116780"/>
                      <a:gd name="connsiteY13" fmla="*/ 79035 h 116840"/>
                      <a:gd name="connsiteX14" fmla="*/ 99178 w 116780"/>
                      <a:gd name="connsiteY14" fmla="*/ 83997 h 116840"/>
                      <a:gd name="connsiteX15" fmla="*/ 99178 w 116780"/>
                      <a:gd name="connsiteY15" fmla="*/ 76968 h 116840"/>
                      <a:gd name="connsiteX16" fmla="*/ 99178 w 116780"/>
                      <a:gd name="connsiteY16" fmla="*/ 21029 h 116840"/>
                      <a:gd name="connsiteX17" fmla="*/ 113946 w 116780"/>
                      <a:gd name="connsiteY17" fmla="*/ 35796 h 116840"/>
                      <a:gd name="connsiteX18" fmla="*/ 113946 w 116780"/>
                      <a:gd name="connsiteY18" fmla="*/ 113946 h 116840"/>
                      <a:gd name="connsiteX19" fmla="*/ 35796 w 116780"/>
                      <a:gd name="connsiteY19" fmla="*/ 113946 h 116840"/>
                      <a:gd name="connsiteX20" fmla="*/ 21029 w 116780"/>
                      <a:gd name="connsiteY20" fmla="*/ 99178 h 116840"/>
                      <a:gd name="connsiteX21" fmla="*/ 76968 w 116780"/>
                      <a:gd name="connsiteY21" fmla="*/ 99178 h 116840"/>
                      <a:gd name="connsiteX22" fmla="*/ 83997 w 116780"/>
                      <a:gd name="connsiteY22" fmla="*/ 99178 h 116840"/>
                      <a:gd name="connsiteX23" fmla="*/ 79035 w 116780"/>
                      <a:gd name="connsiteY23" fmla="*/ 94216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840">
                        <a:moveTo>
                          <a:pt x="0" y="19316"/>
                        </a:moveTo>
                        <a:lnTo>
                          <a:pt x="76968" y="96284"/>
                        </a:lnTo>
                        <a:lnTo>
                          <a:pt x="14000" y="96284"/>
                        </a:lnTo>
                        <a:lnTo>
                          <a:pt x="34556" y="116840"/>
                        </a:lnTo>
                        <a:lnTo>
                          <a:pt x="116781" y="116840"/>
                        </a:lnTo>
                        <a:lnTo>
                          <a:pt x="116781" y="34556"/>
                        </a:lnTo>
                        <a:lnTo>
                          <a:pt x="96225" y="14000"/>
                        </a:lnTo>
                        <a:lnTo>
                          <a:pt x="96225" y="76968"/>
                        </a:lnTo>
                        <a:lnTo>
                          <a:pt x="19257" y="0"/>
                        </a:lnTo>
                        <a:lnTo>
                          <a:pt x="0" y="19316"/>
                        </a:lnTo>
                        <a:close/>
                        <a:moveTo>
                          <a:pt x="79035" y="94216"/>
                        </a:moveTo>
                        <a:lnTo>
                          <a:pt x="4135" y="19316"/>
                        </a:lnTo>
                        <a:lnTo>
                          <a:pt x="19316" y="4135"/>
                        </a:lnTo>
                        <a:lnTo>
                          <a:pt x="94216" y="79035"/>
                        </a:lnTo>
                        <a:lnTo>
                          <a:pt x="99178" y="83997"/>
                        </a:lnTo>
                        <a:lnTo>
                          <a:pt x="99178" y="76968"/>
                        </a:lnTo>
                        <a:lnTo>
                          <a:pt x="99178" y="21029"/>
                        </a:lnTo>
                        <a:lnTo>
                          <a:pt x="113946" y="35796"/>
                        </a:lnTo>
                        <a:lnTo>
                          <a:pt x="113946" y="113946"/>
                        </a:lnTo>
                        <a:lnTo>
                          <a:pt x="35796" y="113946"/>
                        </a:lnTo>
                        <a:lnTo>
                          <a:pt x="21029" y="99178"/>
                        </a:lnTo>
                        <a:lnTo>
                          <a:pt x="76968" y="99178"/>
                        </a:lnTo>
                        <a:lnTo>
                          <a:pt x="83997" y="99178"/>
                        </a:lnTo>
                        <a:lnTo>
                          <a:pt x="79035" y="94216"/>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03" name="Freeform: Shape 1502">
                    <a:extLst>
                      <a:ext uri="{FF2B5EF4-FFF2-40B4-BE49-F238E27FC236}">
                        <a16:creationId xmlns:a16="http://schemas.microsoft.com/office/drawing/2014/main" id="{09CC9765-A37E-D819-3AC6-6D7263F18D3A}"/>
                      </a:ext>
                    </a:extLst>
                  </p:cNvPr>
                  <p:cNvSpPr/>
                  <p:nvPr/>
                </p:nvSpPr>
                <p:spPr>
                  <a:xfrm>
                    <a:off x="1371068" y="4022650"/>
                    <a:ext cx="116780" cy="116781"/>
                  </a:xfrm>
                  <a:custGeom>
                    <a:avLst/>
                    <a:gdLst>
                      <a:gd name="connsiteX0" fmla="*/ 34556 w 116780"/>
                      <a:gd name="connsiteY0" fmla="*/ 0 h 116781"/>
                      <a:gd name="connsiteX1" fmla="*/ 14000 w 116780"/>
                      <a:gd name="connsiteY1" fmla="*/ 20556 h 116781"/>
                      <a:gd name="connsiteX2" fmla="*/ 76968 w 116780"/>
                      <a:gd name="connsiteY2" fmla="*/ 20556 h 116781"/>
                      <a:gd name="connsiteX3" fmla="*/ 0 w 116780"/>
                      <a:gd name="connsiteY3" fmla="*/ 97524 h 116781"/>
                      <a:gd name="connsiteX4" fmla="*/ 19257 w 116780"/>
                      <a:gd name="connsiteY4" fmla="*/ 116781 h 116781"/>
                      <a:gd name="connsiteX5" fmla="*/ 96225 w 116780"/>
                      <a:gd name="connsiteY5" fmla="*/ 39813 h 116781"/>
                      <a:gd name="connsiteX6" fmla="*/ 96225 w 116780"/>
                      <a:gd name="connsiteY6" fmla="*/ 102782 h 116781"/>
                      <a:gd name="connsiteX7" fmla="*/ 116781 w 116780"/>
                      <a:gd name="connsiteY7" fmla="*/ 82225 h 116781"/>
                      <a:gd name="connsiteX8" fmla="*/ 116781 w 116780"/>
                      <a:gd name="connsiteY8" fmla="*/ 0 h 116781"/>
                      <a:gd name="connsiteX9" fmla="*/ 34556 w 116780"/>
                      <a:gd name="connsiteY9" fmla="*/ 0 h 116781"/>
                      <a:gd name="connsiteX10" fmla="*/ 35796 w 116780"/>
                      <a:gd name="connsiteY10" fmla="*/ 2894 h 116781"/>
                      <a:gd name="connsiteX11" fmla="*/ 113946 w 116780"/>
                      <a:gd name="connsiteY11" fmla="*/ 2894 h 116781"/>
                      <a:gd name="connsiteX12" fmla="*/ 113946 w 116780"/>
                      <a:gd name="connsiteY12" fmla="*/ 80985 h 116781"/>
                      <a:gd name="connsiteX13" fmla="*/ 99178 w 116780"/>
                      <a:gd name="connsiteY13" fmla="*/ 95752 h 116781"/>
                      <a:gd name="connsiteX14" fmla="*/ 99178 w 116780"/>
                      <a:gd name="connsiteY14" fmla="*/ 39813 h 116781"/>
                      <a:gd name="connsiteX15" fmla="*/ 99178 w 116780"/>
                      <a:gd name="connsiteY15" fmla="*/ 32784 h 116781"/>
                      <a:gd name="connsiteX16" fmla="*/ 94216 w 116780"/>
                      <a:gd name="connsiteY16" fmla="*/ 37746 h 116781"/>
                      <a:gd name="connsiteX17" fmla="*/ 19316 w 116780"/>
                      <a:gd name="connsiteY17" fmla="*/ 112705 h 116781"/>
                      <a:gd name="connsiteX18" fmla="*/ 4135 w 116780"/>
                      <a:gd name="connsiteY18" fmla="*/ 97524 h 116781"/>
                      <a:gd name="connsiteX19" fmla="*/ 79035 w 116780"/>
                      <a:gd name="connsiteY19" fmla="*/ 22624 h 116781"/>
                      <a:gd name="connsiteX20" fmla="*/ 83997 w 116780"/>
                      <a:gd name="connsiteY20" fmla="*/ 17662 h 116781"/>
                      <a:gd name="connsiteX21" fmla="*/ 76968 w 116780"/>
                      <a:gd name="connsiteY21" fmla="*/ 17662 h 116781"/>
                      <a:gd name="connsiteX22" fmla="*/ 21029 w 116780"/>
                      <a:gd name="connsiteY22" fmla="*/ 17662 h 116781"/>
                      <a:gd name="connsiteX23" fmla="*/ 35796 w 116780"/>
                      <a:gd name="connsiteY23" fmla="*/ 289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34556" y="0"/>
                        </a:moveTo>
                        <a:lnTo>
                          <a:pt x="14000" y="20556"/>
                        </a:lnTo>
                        <a:lnTo>
                          <a:pt x="76968" y="20556"/>
                        </a:lnTo>
                        <a:lnTo>
                          <a:pt x="0" y="97524"/>
                        </a:lnTo>
                        <a:lnTo>
                          <a:pt x="19257" y="116781"/>
                        </a:lnTo>
                        <a:lnTo>
                          <a:pt x="96225" y="39813"/>
                        </a:lnTo>
                        <a:lnTo>
                          <a:pt x="96225" y="102782"/>
                        </a:lnTo>
                        <a:lnTo>
                          <a:pt x="116781" y="82225"/>
                        </a:lnTo>
                        <a:lnTo>
                          <a:pt x="116781" y="0"/>
                        </a:lnTo>
                        <a:lnTo>
                          <a:pt x="34556" y="0"/>
                        </a:lnTo>
                        <a:close/>
                        <a:moveTo>
                          <a:pt x="35796" y="2894"/>
                        </a:moveTo>
                        <a:lnTo>
                          <a:pt x="113946" y="2894"/>
                        </a:lnTo>
                        <a:lnTo>
                          <a:pt x="113946" y="80985"/>
                        </a:lnTo>
                        <a:lnTo>
                          <a:pt x="99178" y="95752"/>
                        </a:lnTo>
                        <a:lnTo>
                          <a:pt x="99178" y="39813"/>
                        </a:lnTo>
                        <a:lnTo>
                          <a:pt x="99178" y="32784"/>
                        </a:lnTo>
                        <a:lnTo>
                          <a:pt x="94216" y="37746"/>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402" name="Graphic 4773">
                  <a:extLst>
                    <a:ext uri="{FF2B5EF4-FFF2-40B4-BE49-F238E27FC236}">
                      <a16:creationId xmlns:a16="http://schemas.microsoft.com/office/drawing/2014/main" id="{F9981256-773B-9393-7A44-8005B56801B8}"/>
                    </a:ext>
                  </a:extLst>
                </p:cNvPr>
                <p:cNvGrpSpPr/>
                <p:nvPr/>
              </p:nvGrpSpPr>
              <p:grpSpPr>
                <a:xfrm>
                  <a:off x="2079905" y="3900907"/>
                  <a:ext cx="116840" cy="236928"/>
                  <a:chOff x="2079905" y="3900907"/>
                  <a:chExt cx="116840" cy="236928"/>
                </a:xfrm>
                <a:grpFill/>
              </p:grpSpPr>
              <p:sp>
                <p:nvSpPr>
                  <p:cNvPr id="1500" name="Freeform: Shape 1499">
                    <a:extLst>
                      <a:ext uri="{FF2B5EF4-FFF2-40B4-BE49-F238E27FC236}">
                        <a16:creationId xmlns:a16="http://schemas.microsoft.com/office/drawing/2014/main" id="{0263B7AE-EF62-4279-D6D2-23E8E87BD434}"/>
                      </a:ext>
                    </a:extLst>
                  </p:cNvPr>
                  <p:cNvSpPr/>
                  <p:nvPr/>
                </p:nvSpPr>
                <p:spPr>
                  <a:xfrm>
                    <a:off x="2079964" y="4020996"/>
                    <a:ext cx="116781" cy="116840"/>
                  </a:xfrm>
                  <a:custGeom>
                    <a:avLst/>
                    <a:gdLst>
                      <a:gd name="connsiteX0" fmla="*/ 116781 w 116781"/>
                      <a:gd name="connsiteY0" fmla="*/ 97524 h 116840"/>
                      <a:gd name="connsiteX1" fmla="*/ 39813 w 116781"/>
                      <a:gd name="connsiteY1" fmla="*/ 20557 h 116840"/>
                      <a:gd name="connsiteX2" fmla="*/ 102781 w 116781"/>
                      <a:gd name="connsiteY2" fmla="*/ 20557 h 116840"/>
                      <a:gd name="connsiteX3" fmla="*/ 82225 w 116781"/>
                      <a:gd name="connsiteY3" fmla="*/ 0 h 116840"/>
                      <a:gd name="connsiteX4" fmla="*/ 0 w 116781"/>
                      <a:gd name="connsiteY4" fmla="*/ 0 h 116840"/>
                      <a:gd name="connsiteX5" fmla="*/ 0 w 116781"/>
                      <a:gd name="connsiteY5" fmla="*/ 82225 h 116840"/>
                      <a:gd name="connsiteX6" fmla="*/ 20556 w 116781"/>
                      <a:gd name="connsiteY6" fmla="*/ 102782 h 116840"/>
                      <a:gd name="connsiteX7" fmla="*/ 20556 w 116781"/>
                      <a:gd name="connsiteY7" fmla="*/ 39813 h 116840"/>
                      <a:gd name="connsiteX8" fmla="*/ 97465 w 116781"/>
                      <a:gd name="connsiteY8" fmla="*/ 116840 h 116840"/>
                      <a:gd name="connsiteX9" fmla="*/ 116781 w 116781"/>
                      <a:gd name="connsiteY9" fmla="*/ 97524 h 116840"/>
                      <a:gd name="connsiteX10" fmla="*/ 37746 w 116781"/>
                      <a:gd name="connsiteY10" fmla="*/ 22624 h 116840"/>
                      <a:gd name="connsiteX11" fmla="*/ 112646 w 116781"/>
                      <a:gd name="connsiteY11" fmla="*/ 97524 h 116840"/>
                      <a:gd name="connsiteX12" fmla="*/ 97465 w 116781"/>
                      <a:gd name="connsiteY12" fmla="*/ 112705 h 116840"/>
                      <a:gd name="connsiteX13" fmla="*/ 22565 w 116781"/>
                      <a:gd name="connsiteY13" fmla="*/ 37805 h 116840"/>
                      <a:gd name="connsiteX14" fmla="*/ 17603 w 116781"/>
                      <a:gd name="connsiteY14" fmla="*/ 32843 h 116840"/>
                      <a:gd name="connsiteX15" fmla="*/ 17603 w 116781"/>
                      <a:gd name="connsiteY15" fmla="*/ 39872 h 116840"/>
                      <a:gd name="connsiteX16" fmla="*/ 17603 w 116781"/>
                      <a:gd name="connsiteY16" fmla="*/ 95870 h 116840"/>
                      <a:gd name="connsiteX17" fmla="*/ 2835 w 116781"/>
                      <a:gd name="connsiteY17" fmla="*/ 81103 h 116840"/>
                      <a:gd name="connsiteX18" fmla="*/ 2835 w 116781"/>
                      <a:gd name="connsiteY18" fmla="*/ 2953 h 116840"/>
                      <a:gd name="connsiteX19" fmla="*/ 80985 w 116781"/>
                      <a:gd name="connsiteY19" fmla="*/ 2953 h 116840"/>
                      <a:gd name="connsiteX20" fmla="*/ 95752 w 116781"/>
                      <a:gd name="connsiteY20" fmla="*/ 17721 h 116840"/>
                      <a:gd name="connsiteX21" fmla="*/ 39813 w 116781"/>
                      <a:gd name="connsiteY21" fmla="*/ 17721 h 116840"/>
                      <a:gd name="connsiteX22" fmla="*/ 32784 w 116781"/>
                      <a:gd name="connsiteY22" fmla="*/ 17721 h 116840"/>
                      <a:gd name="connsiteX23" fmla="*/ 37746 w 116781"/>
                      <a:gd name="connsiteY23" fmla="*/ 22624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840">
                        <a:moveTo>
                          <a:pt x="116781" y="97524"/>
                        </a:moveTo>
                        <a:lnTo>
                          <a:pt x="39813" y="20557"/>
                        </a:lnTo>
                        <a:lnTo>
                          <a:pt x="102781" y="20557"/>
                        </a:lnTo>
                        <a:lnTo>
                          <a:pt x="82225" y="0"/>
                        </a:lnTo>
                        <a:lnTo>
                          <a:pt x="0" y="0"/>
                        </a:lnTo>
                        <a:lnTo>
                          <a:pt x="0" y="82225"/>
                        </a:lnTo>
                        <a:lnTo>
                          <a:pt x="20556" y="102782"/>
                        </a:lnTo>
                        <a:lnTo>
                          <a:pt x="20556" y="39813"/>
                        </a:lnTo>
                        <a:lnTo>
                          <a:pt x="97465" y="116840"/>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01" name="Freeform: Shape 1500">
                    <a:extLst>
                      <a:ext uri="{FF2B5EF4-FFF2-40B4-BE49-F238E27FC236}">
                        <a16:creationId xmlns:a16="http://schemas.microsoft.com/office/drawing/2014/main" id="{9194F131-F576-26B8-FB77-9F834DD8131C}"/>
                      </a:ext>
                    </a:extLst>
                  </p:cNvPr>
                  <p:cNvSpPr/>
                  <p:nvPr/>
                </p:nvSpPr>
                <p:spPr>
                  <a:xfrm>
                    <a:off x="2079905" y="3900907"/>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6 w 116781"/>
                      <a:gd name="connsiteY5" fmla="*/ 76968 h 116780"/>
                      <a:gd name="connsiteX6" fmla="*/ 20556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6 h 116780"/>
                      <a:gd name="connsiteX11" fmla="*/ 2895 w 116781"/>
                      <a:gd name="connsiteY11" fmla="*/ 113886 h 116780"/>
                      <a:gd name="connsiteX12" fmla="*/ 2895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17 h 116780"/>
                      <a:gd name="connsiteX18" fmla="*/ 112705 w 116781"/>
                      <a:gd name="connsiteY18" fmla="*/ 19198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6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6" y="76968"/>
                        </a:lnTo>
                        <a:lnTo>
                          <a:pt x="20556" y="14000"/>
                        </a:lnTo>
                        <a:lnTo>
                          <a:pt x="0" y="34556"/>
                        </a:lnTo>
                        <a:lnTo>
                          <a:pt x="0" y="116781"/>
                        </a:lnTo>
                        <a:lnTo>
                          <a:pt x="82225" y="116781"/>
                        </a:lnTo>
                        <a:close/>
                        <a:moveTo>
                          <a:pt x="81044" y="113886"/>
                        </a:moveTo>
                        <a:lnTo>
                          <a:pt x="2895" y="113886"/>
                        </a:lnTo>
                        <a:lnTo>
                          <a:pt x="2895" y="35737"/>
                        </a:lnTo>
                        <a:lnTo>
                          <a:pt x="17662" y="20970"/>
                        </a:lnTo>
                        <a:lnTo>
                          <a:pt x="17662" y="76909"/>
                        </a:lnTo>
                        <a:lnTo>
                          <a:pt x="17662" y="83938"/>
                        </a:lnTo>
                        <a:lnTo>
                          <a:pt x="22624" y="78976"/>
                        </a:lnTo>
                        <a:lnTo>
                          <a:pt x="97524" y="4017"/>
                        </a:lnTo>
                        <a:lnTo>
                          <a:pt x="112705" y="19198"/>
                        </a:lnTo>
                        <a:lnTo>
                          <a:pt x="37805" y="94157"/>
                        </a:lnTo>
                        <a:lnTo>
                          <a:pt x="32843" y="99119"/>
                        </a:lnTo>
                        <a:lnTo>
                          <a:pt x="39872" y="99119"/>
                        </a:lnTo>
                        <a:lnTo>
                          <a:pt x="95811" y="99119"/>
                        </a:lnTo>
                        <a:lnTo>
                          <a:pt x="81044" y="113886"/>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403" name="Graphic 4773">
                  <a:extLst>
                    <a:ext uri="{FF2B5EF4-FFF2-40B4-BE49-F238E27FC236}">
                      <a16:creationId xmlns:a16="http://schemas.microsoft.com/office/drawing/2014/main" id="{261E1655-4E47-7E9F-A753-40BBC01AEC0C}"/>
                    </a:ext>
                  </a:extLst>
                </p:cNvPr>
                <p:cNvGrpSpPr/>
                <p:nvPr/>
              </p:nvGrpSpPr>
              <p:grpSpPr>
                <a:xfrm>
                  <a:off x="1932349" y="1658589"/>
                  <a:ext cx="648231" cy="115451"/>
                  <a:chOff x="1932349" y="1658589"/>
                  <a:chExt cx="648231" cy="115451"/>
                </a:xfrm>
                <a:grpFill/>
              </p:grpSpPr>
              <p:sp>
                <p:nvSpPr>
                  <p:cNvPr id="1484" name="Freeform: Shape 1483">
                    <a:extLst>
                      <a:ext uri="{FF2B5EF4-FFF2-40B4-BE49-F238E27FC236}">
                        <a16:creationId xmlns:a16="http://schemas.microsoft.com/office/drawing/2014/main" id="{1AE2BD80-EC2F-7BE8-2A25-C78D88EA5FC3}"/>
                      </a:ext>
                    </a:extLst>
                  </p:cNvPr>
                  <p:cNvSpPr/>
                  <p:nvPr/>
                </p:nvSpPr>
                <p:spPr>
                  <a:xfrm>
                    <a:off x="2171286" y="170398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70" y="22210"/>
                          <a:pt x="2540" y="17839"/>
                          <a:pt x="2540" y="12405"/>
                        </a:cubicBezTo>
                        <a:cubicBezTo>
                          <a:pt x="2540" y="6970"/>
                          <a:pt x="6911" y="2599"/>
                          <a:pt x="12346" y="2599"/>
                        </a:cubicBezTo>
                        <a:lnTo>
                          <a:pt x="12346" y="2599"/>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553"/>
                          <a:pt x="19198"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85" name="Freeform: Shape 1484">
                    <a:extLst>
                      <a:ext uri="{FF2B5EF4-FFF2-40B4-BE49-F238E27FC236}">
                        <a16:creationId xmlns:a16="http://schemas.microsoft.com/office/drawing/2014/main" id="{C8E54F91-95B7-52DF-DD94-86E46F25A2F3}"/>
                      </a:ext>
                    </a:extLst>
                  </p:cNvPr>
                  <p:cNvSpPr/>
                  <p:nvPr/>
                </p:nvSpPr>
                <p:spPr>
                  <a:xfrm>
                    <a:off x="222255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55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86" name="Freeform: Shape 1485">
                    <a:extLst>
                      <a:ext uri="{FF2B5EF4-FFF2-40B4-BE49-F238E27FC236}">
                        <a16:creationId xmlns:a16="http://schemas.microsoft.com/office/drawing/2014/main" id="{2A3F6FB9-A02A-7107-1A91-206D51F7E3C3}"/>
                      </a:ext>
                    </a:extLst>
                  </p:cNvPr>
                  <p:cNvSpPr/>
                  <p:nvPr/>
                </p:nvSpPr>
                <p:spPr>
                  <a:xfrm>
                    <a:off x="2248254"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87" name="Freeform: Shape 1486">
                    <a:extLst>
                      <a:ext uri="{FF2B5EF4-FFF2-40B4-BE49-F238E27FC236}">
                        <a16:creationId xmlns:a16="http://schemas.microsoft.com/office/drawing/2014/main" id="{3AD50098-C8B0-ECB5-F269-5C2938526C48}"/>
                      </a:ext>
                    </a:extLst>
                  </p:cNvPr>
                  <p:cNvSpPr/>
                  <p:nvPr/>
                </p:nvSpPr>
                <p:spPr>
                  <a:xfrm>
                    <a:off x="2299467"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750" y="5553"/>
                          <a:pt x="19198"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88" name="Freeform: Shape 1487">
                    <a:extLst>
                      <a:ext uri="{FF2B5EF4-FFF2-40B4-BE49-F238E27FC236}">
                        <a16:creationId xmlns:a16="http://schemas.microsoft.com/office/drawing/2014/main" id="{CB1E08EC-FB45-0606-226C-494FFBEEC587}"/>
                      </a:ext>
                    </a:extLst>
                  </p:cNvPr>
                  <p:cNvSpPr/>
                  <p:nvPr/>
                </p:nvSpPr>
                <p:spPr>
                  <a:xfrm>
                    <a:off x="235079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89" name="Freeform: Shape 1488">
                    <a:extLst>
                      <a:ext uri="{FF2B5EF4-FFF2-40B4-BE49-F238E27FC236}">
                        <a16:creationId xmlns:a16="http://schemas.microsoft.com/office/drawing/2014/main" id="{E00C7F56-5184-7DCD-099F-5004AFD1091F}"/>
                      </a:ext>
                    </a:extLst>
                  </p:cNvPr>
                  <p:cNvSpPr/>
                  <p:nvPr/>
                </p:nvSpPr>
                <p:spPr>
                  <a:xfrm>
                    <a:off x="2376435"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80"/>
                          <a:pt x="17780" y="22151"/>
                          <a:pt x="12346" y="22151"/>
                        </a:cubicBezTo>
                        <a:cubicBezTo>
                          <a:pt x="6970" y="22151"/>
                          <a:pt x="2540" y="17721"/>
                          <a:pt x="2540" y="12346"/>
                        </a:cubicBezTo>
                        <a:cubicBezTo>
                          <a:pt x="2540" y="6970"/>
                          <a:pt x="6911"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90" name="Freeform: Shape 1489">
                    <a:extLst>
                      <a:ext uri="{FF2B5EF4-FFF2-40B4-BE49-F238E27FC236}">
                        <a16:creationId xmlns:a16="http://schemas.microsoft.com/office/drawing/2014/main" id="{DF22D4AF-DD8E-F079-1500-8CA27ACEE645}"/>
                      </a:ext>
                    </a:extLst>
                  </p:cNvPr>
                  <p:cNvSpPr/>
                  <p:nvPr/>
                </p:nvSpPr>
                <p:spPr>
                  <a:xfrm>
                    <a:off x="2402072"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49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91" name="Freeform: Shape 1490">
                    <a:extLst>
                      <a:ext uri="{FF2B5EF4-FFF2-40B4-BE49-F238E27FC236}">
                        <a16:creationId xmlns:a16="http://schemas.microsoft.com/office/drawing/2014/main" id="{4C0DC030-A979-9065-73DA-455A4D3E4466}"/>
                      </a:ext>
                    </a:extLst>
                  </p:cNvPr>
                  <p:cNvSpPr/>
                  <p:nvPr/>
                </p:nvSpPr>
                <p:spPr>
                  <a:xfrm>
                    <a:off x="2453344"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21"/>
                          <a:pt x="2540" y="12346"/>
                        </a:cubicBezTo>
                        <a:cubicBezTo>
                          <a:pt x="2540" y="6970"/>
                          <a:pt x="6911" y="2540"/>
                          <a:pt x="12346" y="2540"/>
                        </a:cubicBezTo>
                        <a:lnTo>
                          <a:pt x="12346" y="2540"/>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493"/>
                          <a:pt x="19139"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92" name="Freeform: Shape 1491">
                    <a:extLst>
                      <a:ext uri="{FF2B5EF4-FFF2-40B4-BE49-F238E27FC236}">
                        <a16:creationId xmlns:a16="http://schemas.microsoft.com/office/drawing/2014/main" id="{FB02DDE1-2A04-FD15-415E-CCB872967C94}"/>
                      </a:ext>
                    </a:extLst>
                  </p:cNvPr>
                  <p:cNvSpPr/>
                  <p:nvPr/>
                </p:nvSpPr>
                <p:spPr>
                  <a:xfrm>
                    <a:off x="2504617"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93" name="Freeform: Shape 1492">
                    <a:extLst>
                      <a:ext uri="{FF2B5EF4-FFF2-40B4-BE49-F238E27FC236}">
                        <a16:creationId xmlns:a16="http://schemas.microsoft.com/office/drawing/2014/main" id="{CCE7ECFE-398B-B031-31F5-5929E72639C7}"/>
                      </a:ext>
                    </a:extLst>
                  </p:cNvPr>
                  <p:cNvSpPr/>
                  <p:nvPr/>
                </p:nvSpPr>
                <p:spPr>
                  <a:xfrm>
                    <a:off x="2530253"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94" name="Freeform: Shape 1493">
                    <a:extLst>
                      <a:ext uri="{FF2B5EF4-FFF2-40B4-BE49-F238E27FC236}">
                        <a16:creationId xmlns:a16="http://schemas.microsoft.com/office/drawing/2014/main" id="{93A587E2-B1EF-9B56-AF55-3F733EF2F996}"/>
                      </a:ext>
                    </a:extLst>
                  </p:cNvPr>
                  <p:cNvSpPr/>
                  <p:nvPr/>
                </p:nvSpPr>
                <p:spPr>
                  <a:xfrm>
                    <a:off x="2555889"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70"/>
                          <a:pt x="22151" y="12346"/>
                        </a:cubicBezTo>
                        <a:cubicBezTo>
                          <a:pt x="22151" y="17780"/>
                          <a:pt x="17780" y="22151"/>
                          <a:pt x="12346" y="22151"/>
                        </a:cubicBezTo>
                        <a:cubicBezTo>
                          <a:pt x="6911" y="22151"/>
                          <a:pt x="2540" y="17721"/>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493"/>
                          <a:pt x="19198"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95" name="Freeform: Shape 1494">
                    <a:extLst>
                      <a:ext uri="{FF2B5EF4-FFF2-40B4-BE49-F238E27FC236}">
                        <a16:creationId xmlns:a16="http://schemas.microsoft.com/office/drawing/2014/main" id="{D1A858B8-1AE7-2CD8-582D-089B6BF2256C}"/>
                      </a:ext>
                    </a:extLst>
                  </p:cNvPr>
                  <p:cNvSpPr/>
                  <p:nvPr/>
                </p:nvSpPr>
                <p:spPr>
                  <a:xfrm>
                    <a:off x="2137498" y="1658767"/>
                    <a:ext cx="66719" cy="115274"/>
                  </a:xfrm>
                  <a:custGeom>
                    <a:avLst/>
                    <a:gdLst>
                      <a:gd name="connsiteX0" fmla="*/ 60310 w 66719"/>
                      <a:gd name="connsiteY0" fmla="*/ 115275 h 115274"/>
                      <a:gd name="connsiteX1" fmla="*/ 64859 w 66719"/>
                      <a:gd name="connsiteY1" fmla="*/ 113384 h 115274"/>
                      <a:gd name="connsiteX2" fmla="*/ 64859 w 66719"/>
                      <a:gd name="connsiteY2" fmla="*/ 104347 h 115274"/>
                      <a:gd name="connsiteX3" fmla="*/ 18134 w 66719"/>
                      <a:gd name="connsiteY3" fmla="*/ 57623 h 115274"/>
                      <a:gd name="connsiteX4" fmla="*/ 64859 w 66719"/>
                      <a:gd name="connsiteY4" fmla="*/ 10898 h 115274"/>
                      <a:gd name="connsiteX5" fmla="*/ 64859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9" y="113384"/>
                        </a:cubicBezTo>
                        <a:cubicBezTo>
                          <a:pt x="67340" y="110903"/>
                          <a:pt x="67340" y="106828"/>
                          <a:pt x="64859" y="104347"/>
                        </a:cubicBezTo>
                        <a:lnTo>
                          <a:pt x="18134" y="57623"/>
                        </a:lnTo>
                        <a:lnTo>
                          <a:pt x="64859" y="10898"/>
                        </a:lnTo>
                        <a:cubicBezTo>
                          <a:pt x="67340" y="8417"/>
                          <a:pt x="67340" y="4342"/>
                          <a:pt x="64859" y="1861"/>
                        </a:cubicBezTo>
                        <a:cubicBezTo>
                          <a:pt x="62378" y="-620"/>
                          <a:pt x="58302" y="-620"/>
                          <a:pt x="55821" y="1861"/>
                        </a:cubicBezTo>
                        <a:lnTo>
                          <a:pt x="0" y="57682"/>
                        </a:lnTo>
                        <a:lnTo>
                          <a:pt x="55821" y="113503"/>
                        </a:lnTo>
                        <a:cubicBezTo>
                          <a:pt x="57002" y="114684"/>
                          <a:pt x="58656" y="115275"/>
                          <a:pt x="60310" y="115275"/>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96" name="Freeform: Shape 1495">
                    <a:extLst>
                      <a:ext uri="{FF2B5EF4-FFF2-40B4-BE49-F238E27FC236}">
                        <a16:creationId xmlns:a16="http://schemas.microsoft.com/office/drawing/2014/main" id="{6CCB11EF-063E-8D88-E0BC-903C658B8A3D}"/>
                      </a:ext>
                    </a:extLst>
                  </p:cNvPr>
                  <p:cNvSpPr/>
                  <p:nvPr/>
                </p:nvSpPr>
                <p:spPr>
                  <a:xfrm>
                    <a:off x="2086107" y="1658708"/>
                    <a:ext cx="66778" cy="115333"/>
                  </a:xfrm>
                  <a:custGeom>
                    <a:avLst/>
                    <a:gdLst>
                      <a:gd name="connsiteX0" fmla="*/ 60369 w 66778"/>
                      <a:gd name="connsiteY0" fmla="*/ 115334 h 115333"/>
                      <a:gd name="connsiteX1" fmla="*/ 64918 w 66778"/>
                      <a:gd name="connsiteY1" fmla="*/ 113443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3"/>
                        </a:cubicBezTo>
                        <a:cubicBezTo>
                          <a:pt x="67399" y="110963"/>
                          <a:pt x="67399" y="106887"/>
                          <a:pt x="64918" y="104347"/>
                        </a:cubicBezTo>
                        <a:lnTo>
                          <a:pt x="18134" y="57623"/>
                        </a:lnTo>
                        <a:lnTo>
                          <a:pt x="64918" y="10898"/>
                        </a:lnTo>
                        <a:cubicBezTo>
                          <a:pt x="67399" y="8417"/>
                          <a:pt x="67399" y="4342"/>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97" name="Freeform: Shape 1496">
                    <a:extLst>
                      <a:ext uri="{FF2B5EF4-FFF2-40B4-BE49-F238E27FC236}">
                        <a16:creationId xmlns:a16="http://schemas.microsoft.com/office/drawing/2014/main" id="{34C4E6DF-1DA2-C042-43BD-452BFDB47B1E}"/>
                      </a:ext>
                    </a:extLst>
                  </p:cNvPr>
                  <p:cNvSpPr/>
                  <p:nvPr/>
                </p:nvSpPr>
                <p:spPr>
                  <a:xfrm>
                    <a:off x="2034894" y="165858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7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98" name="Freeform: Shape 1497">
                    <a:extLst>
                      <a:ext uri="{FF2B5EF4-FFF2-40B4-BE49-F238E27FC236}">
                        <a16:creationId xmlns:a16="http://schemas.microsoft.com/office/drawing/2014/main" id="{E3FD48D0-A153-04D3-4C23-19979E8E1ECE}"/>
                      </a:ext>
                    </a:extLst>
                  </p:cNvPr>
                  <p:cNvSpPr/>
                  <p:nvPr/>
                </p:nvSpPr>
                <p:spPr>
                  <a:xfrm>
                    <a:off x="1983621" y="165858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618" y="114684"/>
                          <a:pt x="64859" y="113444"/>
                        </a:cubicBezTo>
                        <a:cubicBezTo>
                          <a:pt x="67340" y="110963"/>
                          <a:pt x="67340" y="106887"/>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99" name="Freeform: Shape 1498">
                    <a:extLst>
                      <a:ext uri="{FF2B5EF4-FFF2-40B4-BE49-F238E27FC236}">
                        <a16:creationId xmlns:a16="http://schemas.microsoft.com/office/drawing/2014/main" id="{8C8048F1-A1C4-A7D7-E585-4F3A8A397A2E}"/>
                      </a:ext>
                    </a:extLst>
                  </p:cNvPr>
                  <p:cNvSpPr/>
                  <p:nvPr/>
                </p:nvSpPr>
                <p:spPr>
                  <a:xfrm>
                    <a:off x="1932349" y="1658648"/>
                    <a:ext cx="66719" cy="115274"/>
                  </a:xfrm>
                  <a:custGeom>
                    <a:avLst/>
                    <a:gdLst>
                      <a:gd name="connsiteX0" fmla="*/ 60310 w 66719"/>
                      <a:gd name="connsiteY0" fmla="*/ 115275 h 115274"/>
                      <a:gd name="connsiteX1" fmla="*/ 64858 w 66719"/>
                      <a:gd name="connsiteY1" fmla="*/ 113384 h 115274"/>
                      <a:gd name="connsiteX2" fmla="*/ 64858 w 66719"/>
                      <a:gd name="connsiteY2" fmla="*/ 104347 h 115274"/>
                      <a:gd name="connsiteX3" fmla="*/ 18134 w 66719"/>
                      <a:gd name="connsiteY3" fmla="*/ 57623 h 115274"/>
                      <a:gd name="connsiteX4" fmla="*/ 64858 w 66719"/>
                      <a:gd name="connsiteY4" fmla="*/ 10898 h 115274"/>
                      <a:gd name="connsiteX5" fmla="*/ 64858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8" y="113384"/>
                        </a:cubicBezTo>
                        <a:cubicBezTo>
                          <a:pt x="67340" y="110904"/>
                          <a:pt x="67340" y="106828"/>
                          <a:pt x="64858" y="104347"/>
                        </a:cubicBezTo>
                        <a:lnTo>
                          <a:pt x="18134" y="57623"/>
                        </a:lnTo>
                        <a:lnTo>
                          <a:pt x="64858" y="10898"/>
                        </a:lnTo>
                        <a:cubicBezTo>
                          <a:pt x="67340" y="8417"/>
                          <a:pt x="67340" y="4342"/>
                          <a:pt x="64858" y="1861"/>
                        </a:cubicBezTo>
                        <a:cubicBezTo>
                          <a:pt x="62378" y="-620"/>
                          <a:pt x="58302" y="-620"/>
                          <a:pt x="55821" y="1861"/>
                        </a:cubicBezTo>
                        <a:lnTo>
                          <a:pt x="0" y="57682"/>
                        </a:lnTo>
                        <a:lnTo>
                          <a:pt x="55821" y="113503"/>
                        </a:lnTo>
                        <a:cubicBezTo>
                          <a:pt x="57002" y="114625"/>
                          <a:pt x="58656" y="115275"/>
                          <a:pt x="60310" y="115275"/>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404" name="Graphic 4773">
                  <a:extLst>
                    <a:ext uri="{FF2B5EF4-FFF2-40B4-BE49-F238E27FC236}">
                      <a16:creationId xmlns:a16="http://schemas.microsoft.com/office/drawing/2014/main" id="{3778E4BC-5BA9-6109-6999-2451C9C8B17D}"/>
                    </a:ext>
                  </a:extLst>
                </p:cNvPr>
                <p:cNvGrpSpPr/>
                <p:nvPr/>
              </p:nvGrpSpPr>
              <p:grpSpPr>
                <a:xfrm>
                  <a:off x="455605" y="4257600"/>
                  <a:ext cx="648231" cy="115511"/>
                  <a:chOff x="455605" y="4257600"/>
                  <a:chExt cx="648231" cy="115511"/>
                </a:xfrm>
                <a:grpFill/>
              </p:grpSpPr>
              <p:sp>
                <p:nvSpPr>
                  <p:cNvPr id="1468" name="Freeform: Shape 1467">
                    <a:extLst>
                      <a:ext uri="{FF2B5EF4-FFF2-40B4-BE49-F238E27FC236}">
                        <a16:creationId xmlns:a16="http://schemas.microsoft.com/office/drawing/2014/main" id="{5262087A-30FC-E951-2EF6-4025CEE9AA4F}"/>
                      </a:ext>
                    </a:extLst>
                  </p:cNvPr>
                  <p:cNvSpPr/>
                  <p:nvPr/>
                </p:nvSpPr>
                <p:spPr>
                  <a:xfrm>
                    <a:off x="694542" y="4303054"/>
                    <a:ext cx="24691" cy="24750"/>
                  </a:xfrm>
                  <a:custGeom>
                    <a:avLst/>
                    <a:gdLst>
                      <a:gd name="connsiteX0" fmla="*/ 12346 w 24691"/>
                      <a:gd name="connsiteY0" fmla="*/ 2599 h 24750"/>
                      <a:gd name="connsiteX1" fmla="*/ 22151 w 24691"/>
                      <a:gd name="connsiteY1" fmla="*/ 12405 h 24750"/>
                      <a:gd name="connsiteX2" fmla="*/ 12346 w 24691"/>
                      <a:gd name="connsiteY2" fmla="*/ 22210 h 24750"/>
                      <a:gd name="connsiteX3" fmla="*/ 2540 w 24691"/>
                      <a:gd name="connsiteY3" fmla="*/ 12405 h 24750"/>
                      <a:gd name="connsiteX4" fmla="*/ 12346 w 24691"/>
                      <a:gd name="connsiteY4" fmla="*/ 2599 h 24750"/>
                      <a:gd name="connsiteX5" fmla="*/ 12346 w 24691"/>
                      <a:gd name="connsiteY5" fmla="*/ 2599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99"/>
                        </a:moveTo>
                        <a:cubicBezTo>
                          <a:pt x="17780" y="2599"/>
                          <a:pt x="22151" y="6971"/>
                          <a:pt x="22151" y="12405"/>
                        </a:cubicBezTo>
                        <a:cubicBezTo>
                          <a:pt x="22151" y="17839"/>
                          <a:pt x="17780" y="22210"/>
                          <a:pt x="12346" y="22210"/>
                        </a:cubicBezTo>
                        <a:cubicBezTo>
                          <a:pt x="6911" y="22210"/>
                          <a:pt x="2540" y="17839"/>
                          <a:pt x="2540" y="12405"/>
                        </a:cubicBezTo>
                        <a:cubicBezTo>
                          <a:pt x="2540" y="6971"/>
                          <a:pt x="6911" y="2599"/>
                          <a:pt x="12346" y="2599"/>
                        </a:cubicBezTo>
                        <a:lnTo>
                          <a:pt x="12346" y="2599"/>
                        </a:lnTo>
                        <a:close/>
                        <a:moveTo>
                          <a:pt x="12346" y="0"/>
                        </a:moveTo>
                        <a:cubicBezTo>
                          <a:pt x="5493" y="0"/>
                          <a:pt x="0" y="5553"/>
                          <a:pt x="0" y="12346"/>
                        </a:cubicBezTo>
                        <a:cubicBezTo>
                          <a:pt x="0" y="19198"/>
                          <a:pt x="5553" y="24750"/>
                          <a:pt x="12346" y="24750"/>
                        </a:cubicBezTo>
                        <a:cubicBezTo>
                          <a:pt x="19198" y="24750"/>
                          <a:pt x="24691" y="19198"/>
                          <a:pt x="24691" y="12346"/>
                        </a:cubicBezTo>
                        <a:cubicBezTo>
                          <a:pt x="24691" y="5553"/>
                          <a:pt x="19198"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69" name="Freeform: Shape 1468">
                    <a:extLst>
                      <a:ext uri="{FF2B5EF4-FFF2-40B4-BE49-F238E27FC236}">
                        <a16:creationId xmlns:a16="http://schemas.microsoft.com/office/drawing/2014/main" id="{4EAFA5F9-50EA-C9AA-8143-922D1D44DA3F}"/>
                      </a:ext>
                    </a:extLst>
                  </p:cNvPr>
                  <p:cNvSpPr/>
                  <p:nvPr/>
                </p:nvSpPr>
                <p:spPr>
                  <a:xfrm>
                    <a:off x="745814"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98" y="0"/>
                          <a:pt x="24691" y="555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70" name="Freeform: Shape 1469">
                    <a:extLst>
                      <a:ext uri="{FF2B5EF4-FFF2-40B4-BE49-F238E27FC236}">
                        <a16:creationId xmlns:a16="http://schemas.microsoft.com/office/drawing/2014/main" id="{F5C89758-525F-AF78-49AB-00392D71C1D8}"/>
                      </a:ext>
                    </a:extLst>
                  </p:cNvPr>
                  <p:cNvSpPr/>
                  <p:nvPr/>
                </p:nvSpPr>
                <p:spPr>
                  <a:xfrm>
                    <a:off x="771510"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71" name="Freeform: Shape 1470">
                    <a:extLst>
                      <a:ext uri="{FF2B5EF4-FFF2-40B4-BE49-F238E27FC236}">
                        <a16:creationId xmlns:a16="http://schemas.microsoft.com/office/drawing/2014/main" id="{0D0DCCF1-CD6B-641D-E176-9B21E111B0AE}"/>
                      </a:ext>
                    </a:extLst>
                  </p:cNvPr>
                  <p:cNvSpPr/>
                  <p:nvPr/>
                </p:nvSpPr>
                <p:spPr>
                  <a:xfrm>
                    <a:off x="822723" y="4303054"/>
                    <a:ext cx="24691" cy="24750"/>
                  </a:xfrm>
                  <a:custGeom>
                    <a:avLst/>
                    <a:gdLst>
                      <a:gd name="connsiteX0" fmla="*/ 12346 w 24691"/>
                      <a:gd name="connsiteY0" fmla="*/ 2540 h 24750"/>
                      <a:gd name="connsiteX1" fmla="*/ 22151 w 24691"/>
                      <a:gd name="connsiteY1" fmla="*/ 12346 h 24750"/>
                      <a:gd name="connsiteX2" fmla="*/ 12346 w 24691"/>
                      <a:gd name="connsiteY2" fmla="*/ 22151 h 24750"/>
                      <a:gd name="connsiteX3" fmla="*/ 2540 w 24691"/>
                      <a:gd name="connsiteY3" fmla="*/ 12346 h 24750"/>
                      <a:gd name="connsiteX4" fmla="*/ 12346 w 24691"/>
                      <a:gd name="connsiteY4" fmla="*/ 2540 h 24750"/>
                      <a:gd name="connsiteX5" fmla="*/ 12346 w 24691"/>
                      <a:gd name="connsiteY5" fmla="*/ 2540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1"/>
                          <a:pt x="6970" y="2540"/>
                          <a:pt x="12346" y="2540"/>
                        </a:cubicBezTo>
                        <a:lnTo>
                          <a:pt x="12346" y="2540"/>
                        </a:lnTo>
                        <a:close/>
                        <a:moveTo>
                          <a:pt x="12346" y="0"/>
                        </a:moveTo>
                        <a:cubicBezTo>
                          <a:pt x="5494" y="0"/>
                          <a:pt x="0" y="5553"/>
                          <a:pt x="0" y="12346"/>
                        </a:cubicBezTo>
                        <a:cubicBezTo>
                          <a:pt x="0" y="19198"/>
                          <a:pt x="5553" y="24750"/>
                          <a:pt x="12346" y="24750"/>
                        </a:cubicBezTo>
                        <a:cubicBezTo>
                          <a:pt x="19198" y="24750"/>
                          <a:pt x="24691" y="19198"/>
                          <a:pt x="24691" y="12346"/>
                        </a:cubicBezTo>
                        <a:cubicBezTo>
                          <a:pt x="24750" y="5553"/>
                          <a:pt x="19198"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72" name="Freeform: Shape 1471">
                    <a:extLst>
                      <a:ext uri="{FF2B5EF4-FFF2-40B4-BE49-F238E27FC236}">
                        <a16:creationId xmlns:a16="http://schemas.microsoft.com/office/drawing/2014/main" id="{21038922-07D3-14DE-D0FE-D0B2B4AFFFFA}"/>
                      </a:ext>
                    </a:extLst>
                  </p:cNvPr>
                  <p:cNvSpPr/>
                  <p:nvPr/>
                </p:nvSpPr>
                <p:spPr>
                  <a:xfrm>
                    <a:off x="874055"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73" name="Freeform: Shape 1472">
                    <a:extLst>
                      <a:ext uri="{FF2B5EF4-FFF2-40B4-BE49-F238E27FC236}">
                        <a16:creationId xmlns:a16="http://schemas.microsoft.com/office/drawing/2014/main" id="{C36CD1A8-6B79-A9C5-EC0F-37BF246F1712}"/>
                      </a:ext>
                    </a:extLst>
                  </p:cNvPr>
                  <p:cNvSpPr/>
                  <p:nvPr/>
                </p:nvSpPr>
                <p:spPr>
                  <a:xfrm>
                    <a:off x="899691"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21"/>
                          <a:pt x="17780" y="22151"/>
                          <a:pt x="12346" y="22151"/>
                        </a:cubicBezTo>
                        <a:cubicBezTo>
                          <a:pt x="6970" y="22151"/>
                          <a:pt x="2540" y="17721"/>
                          <a:pt x="2540" y="12346"/>
                        </a:cubicBezTo>
                        <a:cubicBezTo>
                          <a:pt x="2540" y="6971"/>
                          <a:pt x="6911" y="2540"/>
                          <a:pt x="12346" y="2540"/>
                        </a:cubicBezTo>
                        <a:lnTo>
                          <a:pt x="12346" y="2540"/>
                        </a:lnTo>
                        <a:close/>
                        <a:moveTo>
                          <a:pt x="12346" y="0"/>
                        </a:moveTo>
                        <a:cubicBezTo>
                          <a:pt x="5494"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74" name="Freeform: Shape 1473">
                    <a:extLst>
                      <a:ext uri="{FF2B5EF4-FFF2-40B4-BE49-F238E27FC236}">
                        <a16:creationId xmlns:a16="http://schemas.microsoft.com/office/drawing/2014/main" id="{1F0932CA-5052-65C0-FF05-05C5CAD87B81}"/>
                      </a:ext>
                    </a:extLst>
                  </p:cNvPr>
                  <p:cNvSpPr/>
                  <p:nvPr/>
                </p:nvSpPr>
                <p:spPr>
                  <a:xfrm>
                    <a:off x="925327"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4" y="24750"/>
                          <a:pt x="0" y="19198"/>
                          <a:pt x="0" y="12346"/>
                        </a:cubicBezTo>
                        <a:cubicBezTo>
                          <a:pt x="0" y="5494"/>
                          <a:pt x="5553" y="0"/>
                          <a:pt x="12346" y="0"/>
                        </a:cubicBezTo>
                        <a:cubicBezTo>
                          <a:pt x="19139" y="0"/>
                          <a:pt x="24691" y="5494"/>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75" name="Freeform: Shape 1474">
                    <a:extLst>
                      <a:ext uri="{FF2B5EF4-FFF2-40B4-BE49-F238E27FC236}">
                        <a16:creationId xmlns:a16="http://schemas.microsoft.com/office/drawing/2014/main" id="{601FF0FB-7FC8-D03D-6C6D-6C4641B468BB}"/>
                      </a:ext>
                    </a:extLst>
                  </p:cNvPr>
                  <p:cNvSpPr/>
                  <p:nvPr/>
                </p:nvSpPr>
                <p:spPr>
                  <a:xfrm>
                    <a:off x="976600"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80"/>
                          <a:pt x="2540" y="12346"/>
                        </a:cubicBezTo>
                        <a:cubicBezTo>
                          <a:pt x="2540" y="6971"/>
                          <a:pt x="6911" y="2540"/>
                          <a:pt x="12346" y="2540"/>
                        </a:cubicBezTo>
                        <a:lnTo>
                          <a:pt x="12346" y="2540"/>
                        </a:lnTo>
                        <a:close/>
                        <a:moveTo>
                          <a:pt x="12346" y="0"/>
                        </a:moveTo>
                        <a:cubicBezTo>
                          <a:pt x="5493"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76" name="Freeform: Shape 1475">
                    <a:extLst>
                      <a:ext uri="{FF2B5EF4-FFF2-40B4-BE49-F238E27FC236}">
                        <a16:creationId xmlns:a16="http://schemas.microsoft.com/office/drawing/2014/main" id="{53040C58-5B1E-1A7F-3CE1-11D1BA4B9336}"/>
                      </a:ext>
                    </a:extLst>
                  </p:cNvPr>
                  <p:cNvSpPr/>
                  <p:nvPr/>
                </p:nvSpPr>
                <p:spPr>
                  <a:xfrm>
                    <a:off x="1027872"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553"/>
                          <a:pt x="5553" y="0"/>
                          <a:pt x="12346" y="0"/>
                        </a:cubicBezTo>
                        <a:cubicBezTo>
                          <a:pt x="19198" y="0"/>
                          <a:pt x="24691" y="5494"/>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77" name="Freeform: Shape 1476">
                    <a:extLst>
                      <a:ext uri="{FF2B5EF4-FFF2-40B4-BE49-F238E27FC236}">
                        <a16:creationId xmlns:a16="http://schemas.microsoft.com/office/drawing/2014/main" id="{E7F6E9F4-66A1-D963-73E9-D6C73FBDA6D6}"/>
                      </a:ext>
                    </a:extLst>
                  </p:cNvPr>
                  <p:cNvSpPr/>
                  <p:nvPr/>
                </p:nvSpPr>
                <p:spPr>
                  <a:xfrm>
                    <a:off x="1053509"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3" y="24750"/>
                          <a:pt x="0" y="19198"/>
                          <a:pt x="0" y="12346"/>
                        </a:cubicBezTo>
                        <a:cubicBezTo>
                          <a:pt x="0" y="5494"/>
                          <a:pt x="5552" y="0"/>
                          <a:pt x="12346" y="0"/>
                        </a:cubicBezTo>
                        <a:cubicBezTo>
                          <a:pt x="19198" y="0"/>
                          <a:pt x="24691" y="5494"/>
                          <a:pt x="24691" y="1234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78" name="Freeform: Shape 1477">
                    <a:extLst>
                      <a:ext uri="{FF2B5EF4-FFF2-40B4-BE49-F238E27FC236}">
                        <a16:creationId xmlns:a16="http://schemas.microsoft.com/office/drawing/2014/main" id="{FA0A80DB-847D-37D9-7292-E4A1B77CF871}"/>
                      </a:ext>
                    </a:extLst>
                  </p:cNvPr>
                  <p:cNvSpPr/>
                  <p:nvPr/>
                </p:nvSpPr>
                <p:spPr>
                  <a:xfrm>
                    <a:off x="1079145" y="430299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5 h 24691"/>
                      <a:gd name="connsiteX8" fmla="*/ 12346 w 24691"/>
                      <a:gd name="connsiteY8" fmla="*/ 24691 h 24691"/>
                      <a:gd name="connsiteX9" fmla="*/ 24691 w 24691"/>
                      <a:gd name="connsiteY9" fmla="*/ 12345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11" y="22210"/>
                          <a:pt x="2540" y="17839"/>
                          <a:pt x="2540" y="12405"/>
                        </a:cubicBezTo>
                        <a:cubicBezTo>
                          <a:pt x="2540" y="6970"/>
                          <a:pt x="6970" y="2599"/>
                          <a:pt x="12346" y="2599"/>
                        </a:cubicBezTo>
                        <a:lnTo>
                          <a:pt x="12346" y="2599"/>
                        </a:lnTo>
                        <a:close/>
                        <a:moveTo>
                          <a:pt x="12346" y="0"/>
                        </a:moveTo>
                        <a:cubicBezTo>
                          <a:pt x="5493" y="0"/>
                          <a:pt x="0" y="5553"/>
                          <a:pt x="0" y="12345"/>
                        </a:cubicBezTo>
                        <a:cubicBezTo>
                          <a:pt x="0" y="19198"/>
                          <a:pt x="5553" y="24691"/>
                          <a:pt x="12346" y="24691"/>
                        </a:cubicBezTo>
                        <a:cubicBezTo>
                          <a:pt x="19198" y="24691"/>
                          <a:pt x="24691" y="19139"/>
                          <a:pt x="24691" y="12345"/>
                        </a:cubicBezTo>
                        <a:cubicBezTo>
                          <a:pt x="24691" y="5553"/>
                          <a:pt x="19198" y="0"/>
                          <a:pt x="12346" y="0"/>
                        </a:cubicBezTo>
                        <a:lnTo>
                          <a:pt x="12346"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79" name="Freeform: Shape 1478">
                    <a:extLst>
                      <a:ext uri="{FF2B5EF4-FFF2-40B4-BE49-F238E27FC236}">
                        <a16:creationId xmlns:a16="http://schemas.microsoft.com/office/drawing/2014/main" id="{65FD369B-10E0-BA55-5EEE-A051703AF65A}"/>
                      </a:ext>
                    </a:extLst>
                  </p:cNvPr>
                  <p:cNvSpPr/>
                  <p:nvPr/>
                </p:nvSpPr>
                <p:spPr>
                  <a:xfrm>
                    <a:off x="660754" y="4257777"/>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7"/>
                        </a:lnTo>
                        <a:cubicBezTo>
                          <a:pt x="67340" y="8476"/>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80" name="Freeform: Shape 1479">
                    <a:extLst>
                      <a:ext uri="{FF2B5EF4-FFF2-40B4-BE49-F238E27FC236}">
                        <a16:creationId xmlns:a16="http://schemas.microsoft.com/office/drawing/2014/main" id="{653A85F5-FD13-5135-7103-A37FB41DE6F9}"/>
                      </a:ext>
                    </a:extLst>
                  </p:cNvPr>
                  <p:cNvSpPr/>
                  <p:nvPr/>
                </p:nvSpPr>
                <p:spPr>
                  <a:xfrm>
                    <a:off x="609363" y="4257777"/>
                    <a:ext cx="66778" cy="115333"/>
                  </a:xfrm>
                  <a:custGeom>
                    <a:avLst/>
                    <a:gdLst>
                      <a:gd name="connsiteX0" fmla="*/ 60369 w 66778"/>
                      <a:gd name="connsiteY0" fmla="*/ 115334 h 115333"/>
                      <a:gd name="connsiteX1" fmla="*/ 64918 w 66778"/>
                      <a:gd name="connsiteY1" fmla="*/ 113444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4"/>
                        </a:cubicBezTo>
                        <a:cubicBezTo>
                          <a:pt x="67399" y="110963"/>
                          <a:pt x="67399" y="106887"/>
                          <a:pt x="64918" y="104347"/>
                        </a:cubicBezTo>
                        <a:lnTo>
                          <a:pt x="18134" y="57623"/>
                        </a:lnTo>
                        <a:lnTo>
                          <a:pt x="64918" y="10898"/>
                        </a:lnTo>
                        <a:cubicBezTo>
                          <a:pt x="67399" y="8417"/>
                          <a:pt x="67399" y="4341"/>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81" name="Freeform: Shape 1480">
                    <a:extLst>
                      <a:ext uri="{FF2B5EF4-FFF2-40B4-BE49-F238E27FC236}">
                        <a16:creationId xmlns:a16="http://schemas.microsoft.com/office/drawing/2014/main" id="{EB3A189E-3016-D0D8-414C-4FD634E92CE5}"/>
                      </a:ext>
                    </a:extLst>
                  </p:cNvPr>
                  <p:cNvSpPr/>
                  <p:nvPr/>
                </p:nvSpPr>
                <p:spPr>
                  <a:xfrm>
                    <a:off x="558150" y="425765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82" name="Freeform: Shape 1481">
                    <a:extLst>
                      <a:ext uri="{FF2B5EF4-FFF2-40B4-BE49-F238E27FC236}">
                        <a16:creationId xmlns:a16="http://schemas.microsoft.com/office/drawing/2014/main" id="{4EEE7716-FB1A-9D66-C6E4-FB68F45EF82C}"/>
                      </a:ext>
                    </a:extLst>
                  </p:cNvPr>
                  <p:cNvSpPr/>
                  <p:nvPr/>
                </p:nvSpPr>
                <p:spPr>
                  <a:xfrm>
                    <a:off x="506877" y="4257600"/>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7"/>
                          <a:pt x="67340" y="4401"/>
                          <a:pt x="64859" y="1861"/>
                        </a:cubicBezTo>
                        <a:cubicBezTo>
                          <a:pt x="62378" y="-620"/>
                          <a:pt x="58302" y="-620"/>
                          <a:pt x="55821" y="1861"/>
                        </a:cubicBezTo>
                        <a:lnTo>
                          <a:pt x="0" y="57682"/>
                        </a:lnTo>
                        <a:lnTo>
                          <a:pt x="55821" y="113503"/>
                        </a:lnTo>
                        <a:cubicBezTo>
                          <a:pt x="57002" y="114802"/>
                          <a:pt x="58656" y="115393"/>
                          <a:pt x="60310" y="11539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83" name="Freeform: Shape 1482">
                    <a:extLst>
                      <a:ext uri="{FF2B5EF4-FFF2-40B4-BE49-F238E27FC236}">
                        <a16:creationId xmlns:a16="http://schemas.microsoft.com/office/drawing/2014/main" id="{E74A06E8-39EA-E58C-9CD8-2D35EF4AF804}"/>
                      </a:ext>
                    </a:extLst>
                  </p:cNvPr>
                  <p:cNvSpPr/>
                  <p:nvPr/>
                </p:nvSpPr>
                <p:spPr>
                  <a:xfrm>
                    <a:off x="455605" y="425765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8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02" y="114684"/>
                          <a:pt x="58656" y="115334"/>
                          <a:pt x="60310" y="115334"/>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405" name="Graphic 4773">
                  <a:extLst>
                    <a:ext uri="{FF2B5EF4-FFF2-40B4-BE49-F238E27FC236}">
                      <a16:creationId xmlns:a16="http://schemas.microsoft.com/office/drawing/2014/main" id="{4081B5E8-CE3E-4313-5B95-DF6524B1ACA5}"/>
                    </a:ext>
                  </a:extLst>
                </p:cNvPr>
                <p:cNvGrpSpPr/>
                <p:nvPr/>
              </p:nvGrpSpPr>
              <p:grpSpPr>
                <a:xfrm>
                  <a:off x="3234542" y="2956736"/>
                  <a:ext cx="583845" cy="119557"/>
                  <a:chOff x="3234542" y="2956736"/>
                  <a:chExt cx="583845" cy="119557"/>
                </a:xfrm>
                <a:grpFill/>
              </p:grpSpPr>
              <p:grpSp>
                <p:nvGrpSpPr>
                  <p:cNvPr id="1457" name="Graphic 4773">
                    <a:extLst>
                      <a:ext uri="{FF2B5EF4-FFF2-40B4-BE49-F238E27FC236}">
                        <a16:creationId xmlns:a16="http://schemas.microsoft.com/office/drawing/2014/main" id="{768BF146-2B84-50BD-A107-8FCCFDB0CEE6}"/>
                      </a:ext>
                    </a:extLst>
                  </p:cNvPr>
                  <p:cNvGrpSpPr/>
                  <p:nvPr/>
                </p:nvGrpSpPr>
                <p:grpSpPr>
                  <a:xfrm>
                    <a:off x="3234542" y="2956736"/>
                    <a:ext cx="119557" cy="119557"/>
                    <a:chOff x="3234542" y="2956736"/>
                    <a:chExt cx="119557" cy="119557"/>
                  </a:xfrm>
                  <a:grpFill/>
                </p:grpSpPr>
                <p:sp>
                  <p:nvSpPr>
                    <p:cNvPr id="1466" name="Freeform: Shape 1465">
                      <a:extLst>
                        <a:ext uri="{FF2B5EF4-FFF2-40B4-BE49-F238E27FC236}">
                          <a16:creationId xmlns:a16="http://schemas.microsoft.com/office/drawing/2014/main" id="{EE70ECBF-1C67-F629-771A-286C6F94A988}"/>
                        </a:ext>
                      </a:extLst>
                    </p:cNvPr>
                    <p:cNvSpPr/>
                    <p:nvPr/>
                  </p:nvSpPr>
                  <p:spPr>
                    <a:xfrm>
                      <a:off x="3273941" y="2978474"/>
                      <a:ext cx="40698" cy="76199"/>
                    </a:xfrm>
                    <a:custGeom>
                      <a:avLst/>
                      <a:gdLst>
                        <a:gd name="connsiteX0" fmla="*/ 38868 w 40698"/>
                        <a:gd name="connsiteY0" fmla="*/ 76200 h 76199"/>
                        <a:gd name="connsiteX1" fmla="*/ 40167 w 40698"/>
                        <a:gd name="connsiteY1" fmla="*/ 75668 h 76199"/>
                        <a:gd name="connsiteX2" fmla="*/ 40167 w 40698"/>
                        <a:gd name="connsiteY2" fmla="*/ 73128 h 76199"/>
                        <a:gd name="connsiteX3" fmla="*/ 5139 w 40698"/>
                        <a:gd name="connsiteY3" fmla="*/ 38100 h 76199"/>
                        <a:gd name="connsiteX4" fmla="*/ 40167 w 40698"/>
                        <a:gd name="connsiteY4" fmla="*/ 3072 h 76199"/>
                        <a:gd name="connsiteX5" fmla="*/ 40167 w 40698"/>
                        <a:gd name="connsiteY5" fmla="*/ 532 h 76199"/>
                        <a:gd name="connsiteX6" fmla="*/ 37627 w 40698"/>
                        <a:gd name="connsiteY6" fmla="*/ 532 h 76199"/>
                        <a:gd name="connsiteX7" fmla="*/ 0 w 40698"/>
                        <a:gd name="connsiteY7" fmla="*/ 38159 h 76199"/>
                        <a:gd name="connsiteX8" fmla="*/ 37627 w 40698"/>
                        <a:gd name="connsiteY8" fmla="*/ 75786 h 76199"/>
                        <a:gd name="connsiteX9" fmla="*/ 38868 w 40698"/>
                        <a:gd name="connsiteY9" fmla="*/ 76200 h 76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8" h="76199">
                          <a:moveTo>
                            <a:pt x="38868" y="76200"/>
                          </a:moveTo>
                          <a:cubicBezTo>
                            <a:pt x="39340" y="76200"/>
                            <a:pt x="39813" y="76023"/>
                            <a:pt x="40167" y="75668"/>
                          </a:cubicBezTo>
                          <a:cubicBezTo>
                            <a:pt x="40876" y="74960"/>
                            <a:pt x="40876" y="73837"/>
                            <a:pt x="40167" y="73128"/>
                          </a:cubicBezTo>
                          <a:lnTo>
                            <a:pt x="5139" y="38100"/>
                          </a:lnTo>
                          <a:lnTo>
                            <a:pt x="40167" y="3072"/>
                          </a:lnTo>
                          <a:cubicBezTo>
                            <a:pt x="40876" y="2363"/>
                            <a:pt x="40876" y="1240"/>
                            <a:pt x="40167" y="532"/>
                          </a:cubicBezTo>
                          <a:cubicBezTo>
                            <a:pt x="39459" y="-177"/>
                            <a:pt x="38336" y="-177"/>
                            <a:pt x="37627" y="532"/>
                          </a:cubicBezTo>
                          <a:lnTo>
                            <a:pt x="0" y="38159"/>
                          </a:lnTo>
                          <a:lnTo>
                            <a:pt x="37627" y="75786"/>
                          </a:lnTo>
                          <a:cubicBezTo>
                            <a:pt x="37982" y="76023"/>
                            <a:pt x="38454" y="76200"/>
                            <a:pt x="38868" y="76200"/>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67" name="Freeform: Shape 1466">
                      <a:extLst>
                        <a:ext uri="{FF2B5EF4-FFF2-40B4-BE49-F238E27FC236}">
                          <a16:creationId xmlns:a16="http://schemas.microsoft.com/office/drawing/2014/main" id="{604D33D8-6AC5-FC01-8D96-F52EBE63ADFF}"/>
                        </a:ext>
                      </a:extLst>
                    </p:cNvPr>
                    <p:cNvSpPr/>
                    <p:nvPr/>
                  </p:nvSpPr>
                  <p:spPr>
                    <a:xfrm>
                      <a:off x="3234542" y="2956736"/>
                      <a:ext cx="119557" cy="119557"/>
                    </a:xfrm>
                    <a:custGeom>
                      <a:avLst/>
                      <a:gdLst>
                        <a:gd name="connsiteX0" fmla="*/ 59779 w 119557"/>
                        <a:gd name="connsiteY0" fmla="*/ 6025 h 119557"/>
                        <a:gd name="connsiteX1" fmla="*/ 113532 w 119557"/>
                        <a:gd name="connsiteY1" fmla="*/ 59779 h 119557"/>
                        <a:gd name="connsiteX2" fmla="*/ 59779 w 119557"/>
                        <a:gd name="connsiteY2" fmla="*/ 113532 h 119557"/>
                        <a:gd name="connsiteX3" fmla="*/ 6025 w 119557"/>
                        <a:gd name="connsiteY3" fmla="*/ 59779 h 119557"/>
                        <a:gd name="connsiteX4" fmla="*/ 59779 w 119557"/>
                        <a:gd name="connsiteY4" fmla="*/ 6025 h 119557"/>
                        <a:gd name="connsiteX5" fmla="*/ 59779 w 119557"/>
                        <a:gd name="connsiteY5" fmla="*/ 6025 h 119557"/>
                        <a:gd name="connsiteX6" fmla="*/ 59779 w 119557"/>
                        <a:gd name="connsiteY6" fmla="*/ 0 h 119557"/>
                        <a:gd name="connsiteX7" fmla="*/ 0 w 119557"/>
                        <a:gd name="connsiteY7" fmla="*/ 59779 h 119557"/>
                        <a:gd name="connsiteX8" fmla="*/ 59779 w 119557"/>
                        <a:gd name="connsiteY8" fmla="*/ 119557 h 119557"/>
                        <a:gd name="connsiteX9" fmla="*/ 119557 w 119557"/>
                        <a:gd name="connsiteY9" fmla="*/ 59779 h 119557"/>
                        <a:gd name="connsiteX10" fmla="*/ 59779 w 119557"/>
                        <a:gd name="connsiteY10" fmla="*/ 0 h 119557"/>
                        <a:gd name="connsiteX11" fmla="*/ 59779 w 119557"/>
                        <a:gd name="connsiteY11" fmla="*/ 0 h 119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9557" h="119557">
                          <a:moveTo>
                            <a:pt x="59779" y="6025"/>
                          </a:moveTo>
                          <a:cubicBezTo>
                            <a:pt x="89431" y="6025"/>
                            <a:pt x="113532" y="30126"/>
                            <a:pt x="113532" y="59779"/>
                          </a:cubicBezTo>
                          <a:cubicBezTo>
                            <a:pt x="113532" y="89432"/>
                            <a:pt x="89431" y="113532"/>
                            <a:pt x="59779" y="113532"/>
                          </a:cubicBezTo>
                          <a:cubicBezTo>
                            <a:pt x="30125" y="113532"/>
                            <a:pt x="6025" y="89432"/>
                            <a:pt x="6025" y="59779"/>
                          </a:cubicBezTo>
                          <a:cubicBezTo>
                            <a:pt x="6025" y="30126"/>
                            <a:pt x="30125" y="6025"/>
                            <a:pt x="59779" y="6025"/>
                          </a:cubicBezTo>
                          <a:lnTo>
                            <a:pt x="59779" y="6025"/>
                          </a:lnTo>
                          <a:close/>
                          <a:moveTo>
                            <a:pt x="59779" y="0"/>
                          </a:moveTo>
                          <a:cubicBezTo>
                            <a:pt x="26758" y="0"/>
                            <a:pt x="0" y="26759"/>
                            <a:pt x="0" y="59779"/>
                          </a:cubicBezTo>
                          <a:cubicBezTo>
                            <a:pt x="0" y="92799"/>
                            <a:pt x="26758" y="119557"/>
                            <a:pt x="59779" y="119557"/>
                          </a:cubicBezTo>
                          <a:cubicBezTo>
                            <a:pt x="92798" y="119557"/>
                            <a:pt x="119557" y="92799"/>
                            <a:pt x="119557" y="59779"/>
                          </a:cubicBezTo>
                          <a:cubicBezTo>
                            <a:pt x="119498" y="26759"/>
                            <a:pt x="92740" y="0"/>
                            <a:pt x="59779" y="0"/>
                          </a:cubicBezTo>
                          <a:lnTo>
                            <a:pt x="59779"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1458" name="Freeform: Shape 1457">
                    <a:extLst>
                      <a:ext uri="{FF2B5EF4-FFF2-40B4-BE49-F238E27FC236}">
                        <a16:creationId xmlns:a16="http://schemas.microsoft.com/office/drawing/2014/main" id="{325E664E-865B-E0D3-8FF5-A985F01462C3}"/>
                      </a:ext>
                    </a:extLst>
                  </p:cNvPr>
                  <p:cNvSpPr/>
                  <p:nvPr/>
                </p:nvSpPr>
                <p:spPr>
                  <a:xfrm>
                    <a:off x="3376250"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59" name="Freeform: Shape 1458">
                    <a:extLst>
                      <a:ext uri="{FF2B5EF4-FFF2-40B4-BE49-F238E27FC236}">
                        <a16:creationId xmlns:a16="http://schemas.microsoft.com/office/drawing/2014/main" id="{9BA25A8B-B0B1-3E97-0769-EF17CBB60BAD}"/>
                      </a:ext>
                    </a:extLst>
                  </p:cNvPr>
                  <p:cNvSpPr/>
                  <p:nvPr/>
                </p:nvSpPr>
                <p:spPr>
                  <a:xfrm>
                    <a:off x="345729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51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60" name="Freeform: Shape 1459">
                    <a:extLst>
                      <a:ext uri="{FF2B5EF4-FFF2-40B4-BE49-F238E27FC236}">
                        <a16:creationId xmlns:a16="http://schemas.microsoft.com/office/drawing/2014/main" id="{2BCDAB25-A2E5-1A8F-602A-494E6BBED35A}"/>
                      </a:ext>
                    </a:extLst>
                  </p:cNvPr>
                  <p:cNvSpPr/>
                  <p:nvPr/>
                </p:nvSpPr>
                <p:spPr>
                  <a:xfrm>
                    <a:off x="3497816"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514"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649" y="0"/>
                          <a:pt x="18430" y="0"/>
                        </a:cubicBezTo>
                        <a:lnTo>
                          <a:pt x="1843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61" name="Freeform: Shape 1460">
                    <a:extLst>
                      <a:ext uri="{FF2B5EF4-FFF2-40B4-BE49-F238E27FC236}">
                        <a16:creationId xmlns:a16="http://schemas.microsoft.com/office/drawing/2014/main" id="{B43F416D-FDC4-BD5F-D87D-80BCDAA78111}"/>
                      </a:ext>
                    </a:extLst>
                  </p:cNvPr>
                  <p:cNvSpPr/>
                  <p:nvPr/>
                </p:nvSpPr>
                <p:spPr>
                  <a:xfrm>
                    <a:off x="353833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62" name="Freeform: Shape 1461">
                    <a:extLst>
                      <a:ext uri="{FF2B5EF4-FFF2-40B4-BE49-F238E27FC236}">
                        <a16:creationId xmlns:a16="http://schemas.microsoft.com/office/drawing/2014/main" id="{BA8B88DE-D324-BD3E-94E0-539376C85AAB}"/>
                      </a:ext>
                    </a:extLst>
                  </p:cNvPr>
                  <p:cNvSpPr/>
                  <p:nvPr/>
                </p:nvSpPr>
                <p:spPr>
                  <a:xfrm>
                    <a:off x="3619381"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649" y="0"/>
                          <a:pt x="36859" y="8270"/>
                          <a:pt x="36859" y="18430"/>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63" name="Freeform: Shape 1462">
                    <a:extLst>
                      <a:ext uri="{FF2B5EF4-FFF2-40B4-BE49-F238E27FC236}">
                        <a16:creationId xmlns:a16="http://schemas.microsoft.com/office/drawing/2014/main" id="{E0FD34A0-9924-AD73-A773-B05F55F89BD8}"/>
                      </a:ext>
                    </a:extLst>
                  </p:cNvPr>
                  <p:cNvSpPr/>
                  <p:nvPr/>
                </p:nvSpPr>
                <p:spPr>
                  <a:xfrm>
                    <a:off x="3659962"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64" name="Freeform: Shape 1463">
                    <a:extLst>
                      <a:ext uri="{FF2B5EF4-FFF2-40B4-BE49-F238E27FC236}">
                        <a16:creationId xmlns:a16="http://schemas.microsoft.com/office/drawing/2014/main" id="{6A9D59D8-F5F8-2929-54AE-7AAA99749ED1}"/>
                      </a:ext>
                    </a:extLst>
                  </p:cNvPr>
                  <p:cNvSpPr/>
                  <p:nvPr/>
                </p:nvSpPr>
                <p:spPr>
                  <a:xfrm>
                    <a:off x="370048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590" y="0"/>
                          <a:pt x="18430" y="0"/>
                        </a:cubicBezTo>
                        <a:lnTo>
                          <a:pt x="1843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65" name="Freeform: Shape 1464">
                    <a:extLst>
                      <a:ext uri="{FF2B5EF4-FFF2-40B4-BE49-F238E27FC236}">
                        <a16:creationId xmlns:a16="http://schemas.microsoft.com/office/drawing/2014/main" id="{9AD03047-78FF-099D-D286-C9502F98FC68}"/>
                      </a:ext>
                    </a:extLst>
                  </p:cNvPr>
                  <p:cNvSpPr/>
                  <p:nvPr/>
                </p:nvSpPr>
                <p:spPr>
                  <a:xfrm>
                    <a:off x="378152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406" name="Graphic 4773">
                  <a:extLst>
                    <a:ext uri="{FF2B5EF4-FFF2-40B4-BE49-F238E27FC236}">
                      <a16:creationId xmlns:a16="http://schemas.microsoft.com/office/drawing/2014/main" id="{BCE5CEEA-E31D-422C-62FC-148443674131}"/>
                    </a:ext>
                  </a:extLst>
                </p:cNvPr>
                <p:cNvGrpSpPr/>
                <p:nvPr/>
              </p:nvGrpSpPr>
              <p:grpSpPr>
                <a:xfrm>
                  <a:off x="2640418" y="2129759"/>
                  <a:ext cx="886046" cy="59069"/>
                  <a:chOff x="2640418" y="2129759"/>
                  <a:chExt cx="886046" cy="59069"/>
                </a:xfrm>
                <a:grpFill/>
              </p:grpSpPr>
              <p:sp>
                <p:nvSpPr>
                  <p:cNvPr id="1449" name="Freeform: Shape 1448">
                    <a:extLst>
                      <a:ext uri="{FF2B5EF4-FFF2-40B4-BE49-F238E27FC236}">
                        <a16:creationId xmlns:a16="http://schemas.microsoft.com/office/drawing/2014/main" id="{85476FE5-3274-4A85-E2E5-0384EA3055F1}"/>
                      </a:ext>
                    </a:extLst>
                  </p:cNvPr>
                  <p:cNvSpPr/>
                  <p:nvPr/>
                </p:nvSpPr>
                <p:spPr>
                  <a:xfrm>
                    <a:off x="3467395"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50" name="Freeform: Shape 1449">
                    <a:extLst>
                      <a:ext uri="{FF2B5EF4-FFF2-40B4-BE49-F238E27FC236}">
                        <a16:creationId xmlns:a16="http://schemas.microsoft.com/office/drawing/2014/main" id="{8BE79136-A538-EB0A-3FE3-EBE7A224BEF8}"/>
                      </a:ext>
                    </a:extLst>
                  </p:cNvPr>
                  <p:cNvSpPr/>
                  <p:nvPr/>
                </p:nvSpPr>
                <p:spPr>
                  <a:xfrm>
                    <a:off x="3349255"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51" name="Freeform: Shape 1450">
                    <a:extLst>
                      <a:ext uri="{FF2B5EF4-FFF2-40B4-BE49-F238E27FC236}">
                        <a16:creationId xmlns:a16="http://schemas.microsoft.com/office/drawing/2014/main" id="{0B09CEF8-1051-4409-8A56-3A8DD02CFDA0}"/>
                      </a:ext>
                    </a:extLst>
                  </p:cNvPr>
                  <p:cNvSpPr/>
                  <p:nvPr/>
                </p:nvSpPr>
                <p:spPr>
                  <a:xfrm>
                    <a:off x="3231116"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52" name="Freeform: Shape 1451">
                    <a:extLst>
                      <a:ext uri="{FF2B5EF4-FFF2-40B4-BE49-F238E27FC236}">
                        <a16:creationId xmlns:a16="http://schemas.microsoft.com/office/drawing/2014/main" id="{84909941-CBDA-9012-E923-6FFE450A41B8}"/>
                      </a:ext>
                    </a:extLst>
                  </p:cNvPr>
                  <p:cNvSpPr/>
                  <p:nvPr/>
                </p:nvSpPr>
                <p:spPr>
                  <a:xfrm>
                    <a:off x="3112976"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53" name="Freeform: Shape 1452">
                    <a:extLst>
                      <a:ext uri="{FF2B5EF4-FFF2-40B4-BE49-F238E27FC236}">
                        <a16:creationId xmlns:a16="http://schemas.microsoft.com/office/drawing/2014/main" id="{4BEFCF4B-60A7-8845-3F64-D2DDF436C277}"/>
                      </a:ext>
                    </a:extLst>
                  </p:cNvPr>
                  <p:cNvSpPr/>
                  <p:nvPr/>
                </p:nvSpPr>
                <p:spPr>
                  <a:xfrm>
                    <a:off x="2994837"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54" name="Freeform: Shape 1453">
                    <a:extLst>
                      <a:ext uri="{FF2B5EF4-FFF2-40B4-BE49-F238E27FC236}">
                        <a16:creationId xmlns:a16="http://schemas.microsoft.com/office/drawing/2014/main" id="{F85BDF1D-EEFB-FE47-10CE-F34E037E893B}"/>
                      </a:ext>
                    </a:extLst>
                  </p:cNvPr>
                  <p:cNvSpPr/>
                  <p:nvPr/>
                </p:nvSpPr>
                <p:spPr>
                  <a:xfrm>
                    <a:off x="2876697"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55" name="Freeform: Shape 1454">
                    <a:extLst>
                      <a:ext uri="{FF2B5EF4-FFF2-40B4-BE49-F238E27FC236}">
                        <a16:creationId xmlns:a16="http://schemas.microsoft.com/office/drawing/2014/main" id="{08DDB04A-80D0-9B60-7408-3390B4E618C4}"/>
                      </a:ext>
                    </a:extLst>
                  </p:cNvPr>
                  <p:cNvSpPr/>
                  <p:nvPr/>
                </p:nvSpPr>
                <p:spPr>
                  <a:xfrm>
                    <a:off x="2758558"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56" name="Freeform: Shape 1455">
                    <a:extLst>
                      <a:ext uri="{FF2B5EF4-FFF2-40B4-BE49-F238E27FC236}">
                        <a16:creationId xmlns:a16="http://schemas.microsoft.com/office/drawing/2014/main" id="{1094AB82-F721-AF0B-2F8C-D2439C8879C1}"/>
                      </a:ext>
                    </a:extLst>
                  </p:cNvPr>
                  <p:cNvSpPr/>
                  <p:nvPr/>
                </p:nvSpPr>
                <p:spPr>
                  <a:xfrm>
                    <a:off x="2640418"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407" name="Graphic 4773">
                  <a:extLst>
                    <a:ext uri="{FF2B5EF4-FFF2-40B4-BE49-F238E27FC236}">
                      <a16:creationId xmlns:a16="http://schemas.microsoft.com/office/drawing/2014/main" id="{41599DFA-A890-BFEF-4DD8-47F5C9D67D5C}"/>
                    </a:ext>
                  </a:extLst>
                </p:cNvPr>
                <p:cNvGrpSpPr/>
                <p:nvPr/>
              </p:nvGrpSpPr>
              <p:grpSpPr>
                <a:xfrm>
                  <a:off x="1990651" y="4610690"/>
                  <a:ext cx="886046" cy="59069"/>
                  <a:chOff x="1990651" y="4610690"/>
                  <a:chExt cx="886046" cy="59069"/>
                </a:xfrm>
                <a:grpFill/>
              </p:grpSpPr>
              <p:sp>
                <p:nvSpPr>
                  <p:cNvPr id="1441" name="Freeform: Shape 1440">
                    <a:extLst>
                      <a:ext uri="{FF2B5EF4-FFF2-40B4-BE49-F238E27FC236}">
                        <a16:creationId xmlns:a16="http://schemas.microsoft.com/office/drawing/2014/main" id="{EC5B2073-8D66-5107-BD4F-10CC5161C542}"/>
                      </a:ext>
                    </a:extLst>
                  </p:cNvPr>
                  <p:cNvSpPr/>
                  <p:nvPr/>
                </p:nvSpPr>
                <p:spPr>
                  <a:xfrm>
                    <a:off x="2817627"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42" name="Freeform: Shape 1441">
                    <a:extLst>
                      <a:ext uri="{FF2B5EF4-FFF2-40B4-BE49-F238E27FC236}">
                        <a16:creationId xmlns:a16="http://schemas.microsoft.com/office/drawing/2014/main" id="{B15498A2-C625-D64F-A909-FB3944CA0ADF}"/>
                      </a:ext>
                    </a:extLst>
                  </p:cNvPr>
                  <p:cNvSpPr/>
                  <p:nvPr/>
                </p:nvSpPr>
                <p:spPr>
                  <a:xfrm>
                    <a:off x="2699488"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43" name="Freeform: Shape 1442">
                    <a:extLst>
                      <a:ext uri="{FF2B5EF4-FFF2-40B4-BE49-F238E27FC236}">
                        <a16:creationId xmlns:a16="http://schemas.microsoft.com/office/drawing/2014/main" id="{B53442BA-8A84-E28F-DD2B-B5D91432EB28}"/>
                      </a:ext>
                    </a:extLst>
                  </p:cNvPr>
                  <p:cNvSpPr/>
                  <p:nvPr/>
                </p:nvSpPr>
                <p:spPr>
                  <a:xfrm>
                    <a:off x="2581348"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44" name="Freeform: Shape 1443">
                    <a:extLst>
                      <a:ext uri="{FF2B5EF4-FFF2-40B4-BE49-F238E27FC236}">
                        <a16:creationId xmlns:a16="http://schemas.microsoft.com/office/drawing/2014/main" id="{5738EEBA-5A82-7AF0-E6FA-83E862253DEF}"/>
                      </a:ext>
                    </a:extLst>
                  </p:cNvPr>
                  <p:cNvSpPr/>
                  <p:nvPr/>
                </p:nvSpPr>
                <p:spPr>
                  <a:xfrm>
                    <a:off x="246320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45" name="Freeform: Shape 1444">
                    <a:extLst>
                      <a:ext uri="{FF2B5EF4-FFF2-40B4-BE49-F238E27FC236}">
                        <a16:creationId xmlns:a16="http://schemas.microsoft.com/office/drawing/2014/main" id="{E12F859C-004F-CEE8-7670-F2D309B91C6F}"/>
                      </a:ext>
                    </a:extLst>
                  </p:cNvPr>
                  <p:cNvSpPr/>
                  <p:nvPr/>
                </p:nvSpPr>
                <p:spPr>
                  <a:xfrm>
                    <a:off x="234506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46" name="Freeform: Shape 1445">
                    <a:extLst>
                      <a:ext uri="{FF2B5EF4-FFF2-40B4-BE49-F238E27FC236}">
                        <a16:creationId xmlns:a16="http://schemas.microsoft.com/office/drawing/2014/main" id="{20623E38-EAB6-481A-FCAE-F2AD11AC35FE}"/>
                      </a:ext>
                    </a:extLst>
                  </p:cNvPr>
                  <p:cNvSpPr/>
                  <p:nvPr/>
                </p:nvSpPr>
                <p:spPr>
                  <a:xfrm>
                    <a:off x="2226930"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47" name="Freeform: Shape 1446">
                    <a:extLst>
                      <a:ext uri="{FF2B5EF4-FFF2-40B4-BE49-F238E27FC236}">
                        <a16:creationId xmlns:a16="http://schemas.microsoft.com/office/drawing/2014/main" id="{C8835A93-E69F-3743-3F6C-AAC3046E634E}"/>
                      </a:ext>
                    </a:extLst>
                  </p:cNvPr>
                  <p:cNvSpPr/>
                  <p:nvPr/>
                </p:nvSpPr>
                <p:spPr>
                  <a:xfrm>
                    <a:off x="2108790"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48" name="Freeform: Shape 1447">
                    <a:extLst>
                      <a:ext uri="{FF2B5EF4-FFF2-40B4-BE49-F238E27FC236}">
                        <a16:creationId xmlns:a16="http://schemas.microsoft.com/office/drawing/2014/main" id="{825829F9-631F-E97A-9FB0-6E0948218A04}"/>
                      </a:ext>
                    </a:extLst>
                  </p:cNvPr>
                  <p:cNvSpPr/>
                  <p:nvPr/>
                </p:nvSpPr>
                <p:spPr>
                  <a:xfrm>
                    <a:off x="1990651"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1408" name="Freeform: Shape 1407">
                  <a:extLst>
                    <a:ext uri="{FF2B5EF4-FFF2-40B4-BE49-F238E27FC236}">
                      <a16:creationId xmlns:a16="http://schemas.microsoft.com/office/drawing/2014/main" id="{CF8B8783-DBB8-83BE-9798-0E39BCFD019B}"/>
                    </a:ext>
                  </a:extLst>
                </p:cNvPr>
                <p:cNvSpPr/>
                <p:nvPr/>
              </p:nvSpPr>
              <p:spPr>
                <a:xfrm rot="-2700000">
                  <a:off x="3497758" y="3223441"/>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09" name="Freeform: Shape 1408">
                  <a:extLst>
                    <a:ext uri="{FF2B5EF4-FFF2-40B4-BE49-F238E27FC236}">
                      <a16:creationId xmlns:a16="http://schemas.microsoft.com/office/drawing/2014/main" id="{C3D47CBF-5F41-8DDF-E0BF-23E27D8F3E95}"/>
                    </a:ext>
                  </a:extLst>
                </p:cNvPr>
                <p:cNvSpPr/>
                <p:nvPr/>
              </p:nvSpPr>
              <p:spPr>
                <a:xfrm>
                  <a:off x="3350142"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10" name="Freeform: Shape 1409">
                  <a:extLst>
                    <a:ext uri="{FF2B5EF4-FFF2-40B4-BE49-F238E27FC236}">
                      <a16:creationId xmlns:a16="http://schemas.microsoft.com/office/drawing/2014/main" id="{6F9BAE5A-AE02-436A-F785-3C37D41434D4}"/>
                    </a:ext>
                  </a:extLst>
                </p:cNvPr>
                <p:cNvSpPr/>
                <p:nvPr/>
              </p:nvSpPr>
              <p:spPr>
                <a:xfrm>
                  <a:off x="3202467"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11" name="Freeform: Shape 1410">
                  <a:extLst>
                    <a:ext uri="{FF2B5EF4-FFF2-40B4-BE49-F238E27FC236}">
                      <a16:creationId xmlns:a16="http://schemas.microsoft.com/office/drawing/2014/main" id="{1A7AFF10-16CC-166F-EF94-8B446FA59FB0}"/>
                    </a:ext>
                  </a:extLst>
                </p:cNvPr>
                <p:cNvSpPr/>
                <p:nvPr/>
              </p:nvSpPr>
              <p:spPr>
                <a:xfrm rot="-2700000">
                  <a:off x="3054737" y="3223438"/>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12" name="Freeform: Shape 1411">
                  <a:extLst>
                    <a:ext uri="{FF2B5EF4-FFF2-40B4-BE49-F238E27FC236}">
                      <a16:creationId xmlns:a16="http://schemas.microsoft.com/office/drawing/2014/main" id="{E500615E-8CD5-F694-0A5D-07046ECAA55F}"/>
                    </a:ext>
                  </a:extLst>
                </p:cNvPr>
                <p:cNvSpPr/>
                <p:nvPr/>
              </p:nvSpPr>
              <p:spPr>
                <a:xfrm rot="-2700000">
                  <a:off x="2907066" y="3223435"/>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13" name="Freeform: Shape 1412">
                  <a:extLst>
                    <a:ext uri="{FF2B5EF4-FFF2-40B4-BE49-F238E27FC236}">
                      <a16:creationId xmlns:a16="http://schemas.microsoft.com/office/drawing/2014/main" id="{EA26DFBF-BA4F-4C8F-EDDC-6F201B8FF50A}"/>
                    </a:ext>
                  </a:extLst>
                </p:cNvPr>
                <p:cNvSpPr/>
                <p:nvPr/>
              </p:nvSpPr>
              <p:spPr>
                <a:xfrm>
                  <a:off x="2759444"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14" name="Freeform: Shape 1413">
                  <a:extLst>
                    <a:ext uri="{FF2B5EF4-FFF2-40B4-BE49-F238E27FC236}">
                      <a16:creationId xmlns:a16="http://schemas.microsoft.com/office/drawing/2014/main" id="{6ACE0227-2A42-9555-0D1F-EBE0D04D16B0}"/>
                    </a:ext>
                  </a:extLst>
                </p:cNvPr>
                <p:cNvSpPr/>
                <p:nvPr/>
              </p:nvSpPr>
              <p:spPr>
                <a:xfrm>
                  <a:off x="2611769"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15" name="Freeform: Shape 1414">
                  <a:extLst>
                    <a:ext uri="{FF2B5EF4-FFF2-40B4-BE49-F238E27FC236}">
                      <a16:creationId xmlns:a16="http://schemas.microsoft.com/office/drawing/2014/main" id="{1968C1D4-B07D-6C8E-3A42-E4D8EB529047}"/>
                    </a:ext>
                  </a:extLst>
                </p:cNvPr>
                <p:cNvSpPr/>
                <p:nvPr/>
              </p:nvSpPr>
              <p:spPr>
                <a:xfrm rot="-2700000">
                  <a:off x="2464040" y="3223432"/>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16" name="Freeform: Shape 1415">
                  <a:extLst>
                    <a:ext uri="{FF2B5EF4-FFF2-40B4-BE49-F238E27FC236}">
                      <a16:creationId xmlns:a16="http://schemas.microsoft.com/office/drawing/2014/main" id="{3538F922-F0F8-1E7E-C4E6-7C3C46075E65}"/>
                    </a:ext>
                  </a:extLst>
                </p:cNvPr>
                <p:cNvSpPr/>
                <p:nvPr/>
              </p:nvSpPr>
              <p:spPr>
                <a:xfrm>
                  <a:off x="1038446" y="3340749"/>
                  <a:ext cx="191326" cy="177091"/>
                </a:xfrm>
                <a:custGeom>
                  <a:avLst/>
                  <a:gdLst>
                    <a:gd name="connsiteX0" fmla="*/ 88546 w 191326"/>
                    <a:gd name="connsiteY0" fmla="*/ 0 h 177091"/>
                    <a:gd name="connsiteX1" fmla="*/ 113887 w 191326"/>
                    <a:gd name="connsiteY1" fmla="*/ 25341 h 177091"/>
                    <a:gd name="connsiteX2" fmla="*/ 71474 w 191326"/>
                    <a:gd name="connsiteY2" fmla="*/ 67694 h 177091"/>
                    <a:gd name="connsiteX3" fmla="*/ 191327 w 191326"/>
                    <a:gd name="connsiteY3" fmla="*/ 67694 h 177091"/>
                    <a:gd name="connsiteX4" fmla="*/ 191327 w 191326"/>
                    <a:gd name="connsiteY4" fmla="*/ 106916 h 177091"/>
                    <a:gd name="connsiteX5" fmla="*/ 68934 w 191326"/>
                    <a:gd name="connsiteY5" fmla="*/ 106916 h 177091"/>
                    <a:gd name="connsiteX6" fmla="*/ 113887 w 191326"/>
                    <a:gd name="connsiteY6" fmla="*/ 151809 h 177091"/>
                    <a:gd name="connsiteX7" fmla="*/ 88546 w 191326"/>
                    <a:gd name="connsiteY7" fmla="*/ 177091 h 177091"/>
                    <a:gd name="connsiteX8" fmla="*/ 0 w 191326"/>
                    <a:gd name="connsiteY8" fmla="*/ 88546 h 177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326" h="177091">
                      <a:moveTo>
                        <a:pt x="88546" y="0"/>
                      </a:moveTo>
                      <a:lnTo>
                        <a:pt x="113887" y="25341"/>
                      </a:lnTo>
                      <a:lnTo>
                        <a:pt x="71474" y="67694"/>
                      </a:lnTo>
                      <a:lnTo>
                        <a:pt x="191327" y="67694"/>
                      </a:lnTo>
                      <a:lnTo>
                        <a:pt x="191327" y="106916"/>
                      </a:lnTo>
                      <a:lnTo>
                        <a:pt x="68934" y="106916"/>
                      </a:lnTo>
                      <a:lnTo>
                        <a:pt x="113887" y="151809"/>
                      </a:lnTo>
                      <a:lnTo>
                        <a:pt x="88546" y="177091"/>
                      </a:lnTo>
                      <a:lnTo>
                        <a:pt x="0" y="88546"/>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17" name="Freeform: Shape 1416">
                  <a:extLst>
                    <a:ext uri="{FF2B5EF4-FFF2-40B4-BE49-F238E27FC236}">
                      <a16:creationId xmlns:a16="http://schemas.microsoft.com/office/drawing/2014/main" id="{E14720D3-C3AD-B849-F0CD-904B39B77F6A}"/>
                    </a:ext>
                  </a:extLst>
                </p:cNvPr>
                <p:cNvSpPr/>
                <p:nvPr/>
              </p:nvSpPr>
              <p:spPr>
                <a:xfrm>
                  <a:off x="5004626" y="1576512"/>
                  <a:ext cx="174374" cy="161437"/>
                </a:xfrm>
                <a:custGeom>
                  <a:avLst/>
                  <a:gdLst>
                    <a:gd name="connsiteX0" fmla="*/ 80690 w 174374"/>
                    <a:gd name="connsiteY0" fmla="*/ 0 h 161437"/>
                    <a:gd name="connsiteX1" fmla="*/ 103727 w 174374"/>
                    <a:gd name="connsiteY1" fmla="*/ 23037 h 161437"/>
                    <a:gd name="connsiteX2" fmla="*/ 65154 w 174374"/>
                    <a:gd name="connsiteY2" fmla="*/ 61669 h 161437"/>
                    <a:gd name="connsiteX3" fmla="*/ 174374 w 174374"/>
                    <a:gd name="connsiteY3" fmla="*/ 61669 h 161437"/>
                    <a:gd name="connsiteX4" fmla="*/ 174374 w 174374"/>
                    <a:gd name="connsiteY4" fmla="*/ 97406 h 161437"/>
                    <a:gd name="connsiteX5" fmla="*/ 62850 w 174374"/>
                    <a:gd name="connsiteY5" fmla="*/ 97406 h 161437"/>
                    <a:gd name="connsiteX6" fmla="*/ 103727 w 174374"/>
                    <a:gd name="connsiteY6" fmla="*/ 138341 h 161437"/>
                    <a:gd name="connsiteX7" fmla="*/ 80690 w 174374"/>
                    <a:gd name="connsiteY7" fmla="*/ 161438 h 161437"/>
                    <a:gd name="connsiteX8" fmla="*/ 0 w 174374"/>
                    <a:gd name="connsiteY8" fmla="*/ 80689 h 16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4374" h="161437">
                      <a:moveTo>
                        <a:pt x="80690" y="0"/>
                      </a:moveTo>
                      <a:lnTo>
                        <a:pt x="103727" y="23037"/>
                      </a:lnTo>
                      <a:lnTo>
                        <a:pt x="65154" y="61669"/>
                      </a:lnTo>
                      <a:lnTo>
                        <a:pt x="174374" y="61669"/>
                      </a:lnTo>
                      <a:lnTo>
                        <a:pt x="174374" y="97406"/>
                      </a:lnTo>
                      <a:lnTo>
                        <a:pt x="62850" y="97406"/>
                      </a:lnTo>
                      <a:lnTo>
                        <a:pt x="103727" y="138341"/>
                      </a:lnTo>
                      <a:lnTo>
                        <a:pt x="80690" y="161438"/>
                      </a:lnTo>
                      <a:lnTo>
                        <a:pt x="0" y="80689"/>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1418" name="Graphic 4773">
                  <a:extLst>
                    <a:ext uri="{FF2B5EF4-FFF2-40B4-BE49-F238E27FC236}">
                      <a16:creationId xmlns:a16="http://schemas.microsoft.com/office/drawing/2014/main" id="{88FE186D-3B9F-E188-CF36-17536AF680FA}"/>
                    </a:ext>
                  </a:extLst>
                </p:cNvPr>
                <p:cNvGrpSpPr/>
                <p:nvPr/>
              </p:nvGrpSpPr>
              <p:grpSpPr>
                <a:xfrm>
                  <a:off x="457259" y="2897903"/>
                  <a:ext cx="526784" cy="117726"/>
                  <a:chOff x="457259" y="2897903"/>
                  <a:chExt cx="526784" cy="117726"/>
                </a:xfrm>
                <a:grpFill/>
              </p:grpSpPr>
              <p:sp>
                <p:nvSpPr>
                  <p:cNvPr id="1419" name="Freeform: Shape 1418">
                    <a:extLst>
                      <a:ext uri="{FF2B5EF4-FFF2-40B4-BE49-F238E27FC236}">
                        <a16:creationId xmlns:a16="http://schemas.microsoft.com/office/drawing/2014/main" id="{55491117-0672-BAD7-5893-C0A409E6C361}"/>
                      </a:ext>
                    </a:extLst>
                  </p:cNvPr>
                  <p:cNvSpPr/>
                  <p:nvPr/>
                </p:nvSpPr>
                <p:spPr>
                  <a:xfrm>
                    <a:off x="882147" y="2924248"/>
                    <a:ext cx="8269" cy="9214"/>
                  </a:xfrm>
                  <a:custGeom>
                    <a:avLst/>
                    <a:gdLst>
                      <a:gd name="connsiteX0" fmla="*/ 0 w 8269"/>
                      <a:gd name="connsiteY0" fmla="*/ 3131 h 9214"/>
                      <a:gd name="connsiteX1" fmla="*/ 5316 w 8269"/>
                      <a:gd name="connsiteY1" fmla="*/ 0 h 9214"/>
                      <a:gd name="connsiteX2" fmla="*/ 8270 w 8269"/>
                      <a:gd name="connsiteY2" fmla="*/ 5139 h 9214"/>
                      <a:gd name="connsiteX3" fmla="*/ 5907 w 8269"/>
                      <a:gd name="connsiteY3" fmla="*/ 6498 h 9214"/>
                      <a:gd name="connsiteX4" fmla="*/ 5907 w 8269"/>
                      <a:gd name="connsiteY4" fmla="*/ 9215 h 9214"/>
                      <a:gd name="connsiteX5" fmla="*/ 0 w 8269"/>
                      <a:gd name="connsiteY5" fmla="*/ 9215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0" y="3131"/>
                        </a:moveTo>
                        <a:lnTo>
                          <a:pt x="5316" y="0"/>
                        </a:lnTo>
                        <a:lnTo>
                          <a:pt x="8270" y="5139"/>
                        </a:lnTo>
                        <a:lnTo>
                          <a:pt x="5907" y="6498"/>
                        </a:lnTo>
                        <a:lnTo>
                          <a:pt x="5907" y="9215"/>
                        </a:lnTo>
                        <a:lnTo>
                          <a:pt x="0" y="9215"/>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20" name="Freeform: Shape 1419">
                    <a:extLst>
                      <a:ext uri="{FF2B5EF4-FFF2-40B4-BE49-F238E27FC236}">
                        <a16:creationId xmlns:a16="http://schemas.microsoft.com/office/drawing/2014/main" id="{5F343460-756D-5120-5821-1942A2C7EB05}"/>
                      </a:ext>
                    </a:extLst>
                  </p:cNvPr>
                  <p:cNvSpPr/>
                  <p:nvPr/>
                </p:nvSpPr>
                <p:spPr>
                  <a:xfrm rot="-1800341">
                    <a:off x="896354" y="2917003"/>
                    <a:ext cx="9333" cy="5907"/>
                  </a:xfrm>
                  <a:custGeom>
                    <a:avLst/>
                    <a:gdLst>
                      <a:gd name="connsiteX0" fmla="*/ 0 w 9333"/>
                      <a:gd name="connsiteY0" fmla="*/ 0 h 5907"/>
                      <a:gd name="connsiteX1" fmla="*/ 9333 w 9333"/>
                      <a:gd name="connsiteY1" fmla="*/ 0 h 5907"/>
                      <a:gd name="connsiteX2" fmla="*/ 9333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3" y="0"/>
                        </a:lnTo>
                        <a:lnTo>
                          <a:pt x="9333" y="5907"/>
                        </a:lnTo>
                        <a:lnTo>
                          <a:pt x="0" y="590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21" name="Freeform: Shape 1420">
                    <a:extLst>
                      <a:ext uri="{FF2B5EF4-FFF2-40B4-BE49-F238E27FC236}">
                        <a16:creationId xmlns:a16="http://schemas.microsoft.com/office/drawing/2014/main" id="{9EF1FBDD-A406-5C22-7388-3EDEADEFE8A7}"/>
                      </a:ext>
                    </a:extLst>
                  </p:cNvPr>
                  <p:cNvSpPr/>
                  <p:nvPr/>
                </p:nvSpPr>
                <p:spPr>
                  <a:xfrm>
                    <a:off x="911682" y="2905641"/>
                    <a:ext cx="10986" cy="9805"/>
                  </a:xfrm>
                  <a:custGeom>
                    <a:avLst/>
                    <a:gdLst>
                      <a:gd name="connsiteX0" fmla="*/ 8033 w 10986"/>
                      <a:gd name="connsiteY0" fmla="*/ 0 h 9805"/>
                      <a:gd name="connsiteX1" fmla="*/ 10987 w 10986"/>
                      <a:gd name="connsiteY1" fmla="*/ 5139 h 9805"/>
                      <a:gd name="connsiteX2" fmla="*/ 2953 w 10986"/>
                      <a:gd name="connsiteY2" fmla="*/ 9806 h 9805"/>
                      <a:gd name="connsiteX3" fmla="*/ 0 w 10986"/>
                      <a:gd name="connsiteY3" fmla="*/ 4667 h 9805"/>
                    </a:gdLst>
                    <a:ahLst/>
                    <a:cxnLst>
                      <a:cxn ang="0">
                        <a:pos x="connsiteX0" y="connsiteY0"/>
                      </a:cxn>
                      <a:cxn ang="0">
                        <a:pos x="connsiteX1" y="connsiteY1"/>
                      </a:cxn>
                      <a:cxn ang="0">
                        <a:pos x="connsiteX2" y="connsiteY2"/>
                      </a:cxn>
                      <a:cxn ang="0">
                        <a:pos x="connsiteX3" y="connsiteY3"/>
                      </a:cxn>
                    </a:cxnLst>
                    <a:rect l="l" t="t" r="r" b="b"/>
                    <a:pathLst>
                      <a:path w="10986" h="9805">
                        <a:moveTo>
                          <a:pt x="8033" y="0"/>
                        </a:moveTo>
                        <a:lnTo>
                          <a:pt x="10987" y="5139"/>
                        </a:lnTo>
                        <a:lnTo>
                          <a:pt x="2953" y="9806"/>
                        </a:lnTo>
                        <a:lnTo>
                          <a:pt x="0" y="466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22" name="Freeform: Shape 1421">
                    <a:extLst>
                      <a:ext uri="{FF2B5EF4-FFF2-40B4-BE49-F238E27FC236}">
                        <a16:creationId xmlns:a16="http://schemas.microsoft.com/office/drawing/2014/main" id="{1C9BDA98-6519-AA0F-9EF1-BB7BCA10E27E}"/>
                      </a:ext>
                    </a:extLst>
                  </p:cNvPr>
                  <p:cNvSpPr/>
                  <p:nvPr/>
                </p:nvSpPr>
                <p:spPr>
                  <a:xfrm>
                    <a:off x="927808" y="2897903"/>
                    <a:ext cx="10632" cy="8210"/>
                  </a:xfrm>
                  <a:custGeom>
                    <a:avLst/>
                    <a:gdLst>
                      <a:gd name="connsiteX0" fmla="*/ 5257 w 10632"/>
                      <a:gd name="connsiteY0" fmla="*/ 0 h 8210"/>
                      <a:gd name="connsiteX1" fmla="*/ 10632 w 10632"/>
                      <a:gd name="connsiteY1" fmla="*/ 3072 h 8210"/>
                      <a:gd name="connsiteX2" fmla="*/ 7679 w 10632"/>
                      <a:gd name="connsiteY2" fmla="*/ 8211 h 8210"/>
                      <a:gd name="connsiteX3" fmla="*/ 5257 w 10632"/>
                      <a:gd name="connsiteY3" fmla="*/ 6852 h 8210"/>
                      <a:gd name="connsiteX4" fmla="*/ 2953 w 10632"/>
                      <a:gd name="connsiteY4" fmla="*/ 8211 h 8210"/>
                      <a:gd name="connsiteX5" fmla="*/ 0 w 10632"/>
                      <a:gd name="connsiteY5" fmla="*/ 3072 h 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10">
                        <a:moveTo>
                          <a:pt x="5257" y="0"/>
                        </a:moveTo>
                        <a:lnTo>
                          <a:pt x="10632" y="3072"/>
                        </a:lnTo>
                        <a:lnTo>
                          <a:pt x="7679" y="8211"/>
                        </a:lnTo>
                        <a:lnTo>
                          <a:pt x="5257" y="6852"/>
                        </a:lnTo>
                        <a:lnTo>
                          <a:pt x="2953" y="8211"/>
                        </a:lnTo>
                        <a:lnTo>
                          <a:pt x="0" y="3072"/>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23" name="Freeform: Shape 1422">
                    <a:extLst>
                      <a:ext uri="{FF2B5EF4-FFF2-40B4-BE49-F238E27FC236}">
                        <a16:creationId xmlns:a16="http://schemas.microsoft.com/office/drawing/2014/main" id="{DA20B996-5955-F31D-FB60-59ADEB00BBCD}"/>
                      </a:ext>
                    </a:extLst>
                  </p:cNvPr>
                  <p:cNvSpPr/>
                  <p:nvPr/>
                </p:nvSpPr>
                <p:spPr>
                  <a:xfrm>
                    <a:off x="959647" y="2914915"/>
                    <a:ext cx="11046" cy="9805"/>
                  </a:xfrm>
                  <a:custGeom>
                    <a:avLst/>
                    <a:gdLst>
                      <a:gd name="connsiteX0" fmla="*/ 2953 w 11046"/>
                      <a:gd name="connsiteY0" fmla="*/ 0 h 9805"/>
                      <a:gd name="connsiteX1" fmla="*/ 11046 w 11046"/>
                      <a:gd name="connsiteY1" fmla="*/ 4726 h 9805"/>
                      <a:gd name="connsiteX2" fmla="*/ 8033 w 11046"/>
                      <a:gd name="connsiteY2" fmla="*/ 9806 h 9805"/>
                      <a:gd name="connsiteX3" fmla="*/ 0 w 11046"/>
                      <a:gd name="connsiteY3" fmla="*/ 5139 h 9805"/>
                    </a:gdLst>
                    <a:ahLst/>
                    <a:cxnLst>
                      <a:cxn ang="0">
                        <a:pos x="connsiteX0" y="connsiteY0"/>
                      </a:cxn>
                      <a:cxn ang="0">
                        <a:pos x="connsiteX1" y="connsiteY1"/>
                      </a:cxn>
                      <a:cxn ang="0">
                        <a:pos x="connsiteX2" y="connsiteY2"/>
                      </a:cxn>
                      <a:cxn ang="0">
                        <a:pos x="connsiteX3" y="connsiteY3"/>
                      </a:cxn>
                    </a:cxnLst>
                    <a:rect l="l" t="t" r="r" b="b"/>
                    <a:pathLst>
                      <a:path w="11046" h="9805">
                        <a:moveTo>
                          <a:pt x="2953" y="0"/>
                        </a:moveTo>
                        <a:lnTo>
                          <a:pt x="11046" y="4726"/>
                        </a:lnTo>
                        <a:lnTo>
                          <a:pt x="8033" y="9806"/>
                        </a:lnTo>
                        <a:lnTo>
                          <a:pt x="0" y="5139"/>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24" name="Freeform: Shape 1423">
                    <a:extLst>
                      <a:ext uri="{FF2B5EF4-FFF2-40B4-BE49-F238E27FC236}">
                        <a16:creationId xmlns:a16="http://schemas.microsoft.com/office/drawing/2014/main" id="{82489B2D-42A8-F7EA-2F5E-540099BABBCD}"/>
                      </a:ext>
                    </a:extLst>
                  </p:cNvPr>
                  <p:cNvSpPr/>
                  <p:nvPr/>
                </p:nvSpPr>
                <p:spPr>
                  <a:xfrm rot="-3600896">
                    <a:off x="946174" y="2906009"/>
                    <a:ext cx="5907" cy="9274"/>
                  </a:xfrm>
                  <a:custGeom>
                    <a:avLst/>
                    <a:gdLst>
                      <a:gd name="connsiteX0" fmla="*/ 0 w 5907"/>
                      <a:gd name="connsiteY0" fmla="*/ 0 h 9274"/>
                      <a:gd name="connsiteX1" fmla="*/ 5907 w 5907"/>
                      <a:gd name="connsiteY1" fmla="*/ 0 h 9274"/>
                      <a:gd name="connsiteX2" fmla="*/ 5907 w 5907"/>
                      <a:gd name="connsiteY2" fmla="*/ 9275 h 9274"/>
                      <a:gd name="connsiteX3" fmla="*/ 0 w 5907"/>
                      <a:gd name="connsiteY3" fmla="*/ 9275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5"/>
                        </a:lnTo>
                        <a:lnTo>
                          <a:pt x="0" y="9275"/>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25" name="Freeform: Shape 1424">
                    <a:extLst>
                      <a:ext uri="{FF2B5EF4-FFF2-40B4-BE49-F238E27FC236}">
                        <a16:creationId xmlns:a16="http://schemas.microsoft.com/office/drawing/2014/main" id="{80F75771-1A22-7D35-92F6-B4730F0DD525}"/>
                      </a:ext>
                    </a:extLst>
                  </p:cNvPr>
                  <p:cNvSpPr/>
                  <p:nvPr/>
                </p:nvSpPr>
                <p:spPr>
                  <a:xfrm>
                    <a:off x="975773" y="2924248"/>
                    <a:ext cx="8269" cy="9214"/>
                  </a:xfrm>
                  <a:custGeom>
                    <a:avLst/>
                    <a:gdLst>
                      <a:gd name="connsiteX0" fmla="*/ 2953 w 8269"/>
                      <a:gd name="connsiteY0" fmla="*/ 0 h 9214"/>
                      <a:gd name="connsiteX1" fmla="*/ 8270 w 8269"/>
                      <a:gd name="connsiteY1" fmla="*/ 3131 h 9214"/>
                      <a:gd name="connsiteX2" fmla="*/ 8270 w 8269"/>
                      <a:gd name="connsiteY2" fmla="*/ 9215 h 9214"/>
                      <a:gd name="connsiteX3" fmla="*/ 2304 w 8269"/>
                      <a:gd name="connsiteY3" fmla="*/ 9215 h 9214"/>
                      <a:gd name="connsiteX4" fmla="*/ 2304 w 8269"/>
                      <a:gd name="connsiteY4" fmla="*/ 6498 h 9214"/>
                      <a:gd name="connsiteX5" fmla="*/ 0 w 8269"/>
                      <a:gd name="connsiteY5" fmla="*/ 5139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2953" y="0"/>
                        </a:moveTo>
                        <a:lnTo>
                          <a:pt x="8270" y="3131"/>
                        </a:lnTo>
                        <a:lnTo>
                          <a:pt x="8270" y="9215"/>
                        </a:lnTo>
                        <a:lnTo>
                          <a:pt x="2304" y="9215"/>
                        </a:lnTo>
                        <a:lnTo>
                          <a:pt x="2304" y="6498"/>
                        </a:lnTo>
                        <a:lnTo>
                          <a:pt x="0" y="5139"/>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26" name="Freeform: Shape 1425">
                    <a:extLst>
                      <a:ext uri="{FF2B5EF4-FFF2-40B4-BE49-F238E27FC236}">
                        <a16:creationId xmlns:a16="http://schemas.microsoft.com/office/drawing/2014/main" id="{151641CD-2753-9110-D3E5-BF4AA45C0DAE}"/>
                      </a:ext>
                    </a:extLst>
                  </p:cNvPr>
                  <p:cNvSpPr/>
                  <p:nvPr/>
                </p:nvSpPr>
                <p:spPr>
                  <a:xfrm>
                    <a:off x="978077" y="2961403"/>
                    <a:ext cx="5966" cy="9273"/>
                  </a:xfrm>
                  <a:custGeom>
                    <a:avLst/>
                    <a:gdLst>
                      <a:gd name="connsiteX0" fmla="*/ 0 w 5966"/>
                      <a:gd name="connsiteY0" fmla="*/ 0 h 9273"/>
                      <a:gd name="connsiteX1" fmla="*/ 5966 w 5966"/>
                      <a:gd name="connsiteY1" fmla="*/ 0 h 9273"/>
                      <a:gd name="connsiteX2" fmla="*/ 5966 w 5966"/>
                      <a:gd name="connsiteY2" fmla="*/ 9274 h 9273"/>
                      <a:gd name="connsiteX3" fmla="*/ 0 w 5966"/>
                      <a:gd name="connsiteY3" fmla="*/ 9274 h 9273"/>
                    </a:gdLst>
                    <a:ahLst/>
                    <a:cxnLst>
                      <a:cxn ang="0">
                        <a:pos x="connsiteX0" y="connsiteY0"/>
                      </a:cxn>
                      <a:cxn ang="0">
                        <a:pos x="connsiteX1" y="connsiteY1"/>
                      </a:cxn>
                      <a:cxn ang="0">
                        <a:pos x="connsiteX2" y="connsiteY2"/>
                      </a:cxn>
                      <a:cxn ang="0">
                        <a:pos x="connsiteX3" y="connsiteY3"/>
                      </a:cxn>
                    </a:cxnLst>
                    <a:rect l="l" t="t" r="r" b="b"/>
                    <a:pathLst>
                      <a:path w="5966" h="9273">
                        <a:moveTo>
                          <a:pt x="0" y="0"/>
                        </a:moveTo>
                        <a:lnTo>
                          <a:pt x="5966" y="0"/>
                        </a:lnTo>
                        <a:lnTo>
                          <a:pt x="5966" y="9274"/>
                        </a:lnTo>
                        <a:lnTo>
                          <a:pt x="0" y="9274"/>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27" name="Freeform: Shape 1426">
                    <a:extLst>
                      <a:ext uri="{FF2B5EF4-FFF2-40B4-BE49-F238E27FC236}">
                        <a16:creationId xmlns:a16="http://schemas.microsoft.com/office/drawing/2014/main" id="{978A1403-7966-9F3F-25AC-47ED5E090D85}"/>
                      </a:ext>
                    </a:extLst>
                  </p:cNvPr>
                  <p:cNvSpPr/>
                  <p:nvPr/>
                </p:nvSpPr>
                <p:spPr>
                  <a:xfrm>
                    <a:off x="978077" y="2942796"/>
                    <a:ext cx="5966" cy="9333"/>
                  </a:xfrm>
                  <a:custGeom>
                    <a:avLst/>
                    <a:gdLst>
                      <a:gd name="connsiteX0" fmla="*/ 0 w 5966"/>
                      <a:gd name="connsiteY0" fmla="*/ 0 h 9333"/>
                      <a:gd name="connsiteX1" fmla="*/ 5966 w 5966"/>
                      <a:gd name="connsiteY1" fmla="*/ 0 h 9333"/>
                      <a:gd name="connsiteX2" fmla="*/ 5966 w 5966"/>
                      <a:gd name="connsiteY2" fmla="*/ 9333 h 9333"/>
                      <a:gd name="connsiteX3" fmla="*/ 0 w 5966"/>
                      <a:gd name="connsiteY3" fmla="*/ 9333 h 9333"/>
                    </a:gdLst>
                    <a:ahLst/>
                    <a:cxnLst>
                      <a:cxn ang="0">
                        <a:pos x="connsiteX0" y="connsiteY0"/>
                      </a:cxn>
                      <a:cxn ang="0">
                        <a:pos x="connsiteX1" y="connsiteY1"/>
                      </a:cxn>
                      <a:cxn ang="0">
                        <a:pos x="connsiteX2" y="connsiteY2"/>
                      </a:cxn>
                      <a:cxn ang="0">
                        <a:pos x="connsiteX3" y="connsiteY3"/>
                      </a:cxn>
                    </a:cxnLst>
                    <a:rect l="l" t="t" r="r" b="b"/>
                    <a:pathLst>
                      <a:path w="5966" h="9333">
                        <a:moveTo>
                          <a:pt x="0" y="0"/>
                        </a:moveTo>
                        <a:lnTo>
                          <a:pt x="5966" y="0"/>
                        </a:lnTo>
                        <a:lnTo>
                          <a:pt x="5966" y="9333"/>
                        </a:lnTo>
                        <a:lnTo>
                          <a:pt x="0" y="9333"/>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28" name="Freeform: Shape 1427">
                    <a:extLst>
                      <a:ext uri="{FF2B5EF4-FFF2-40B4-BE49-F238E27FC236}">
                        <a16:creationId xmlns:a16="http://schemas.microsoft.com/office/drawing/2014/main" id="{2CB2A007-BCE1-2BBC-6894-5BA858FE9B01}"/>
                      </a:ext>
                    </a:extLst>
                  </p:cNvPr>
                  <p:cNvSpPr/>
                  <p:nvPr/>
                </p:nvSpPr>
                <p:spPr>
                  <a:xfrm>
                    <a:off x="975773" y="2980010"/>
                    <a:ext cx="8269" cy="9214"/>
                  </a:xfrm>
                  <a:custGeom>
                    <a:avLst/>
                    <a:gdLst>
                      <a:gd name="connsiteX0" fmla="*/ 8270 w 8269"/>
                      <a:gd name="connsiteY0" fmla="*/ 6143 h 9214"/>
                      <a:gd name="connsiteX1" fmla="*/ 2953 w 8269"/>
                      <a:gd name="connsiteY1" fmla="*/ 9215 h 9214"/>
                      <a:gd name="connsiteX2" fmla="*/ 0 w 8269"/>
                      <a:gd name="connsiteY2" fmla="*/ 4135 h 9214"/>
                      <a:gd name="connsiteX3" fmla="*/ 2304 w 8269"/>
                      <a:gd name="connsiteY3" fmla="*/ 2776 h 9214"/>
                      <a:gd name="connsiteX4" fmla="*/ 2304 w 8269"/>
                      <a:gd name="connsiteY4" fmla="*/ 0 h 9214"/>
                      <a:gd name="connsiteX5" fmla="*/ 8270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8270" y="6143"/>
                        </a:moveTo>
                        <a:lnTo>
                          <a:pt x="2953" y="9215"/>
                        </a:lnTo>
                        <a:lnTo>
                          <a:pt x="0" y="4135"/>
                        </a:lnTo>
                        <a:lnTo>
                          <a:pt x="2304" y="2776"/>
                        </a:lnTo>
                        <a:lnTo>
                          <a:pt x="2304" y="0"/>
                        </a:lnTo>
                        <a:lnTo>
                          <a:pt x="8270"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29" name="Freeform: Shape 1428">
                    <a:extLst>
                      <a:ext uri="{FF2B5EF4-FFF2-40B4-BE49-F238E27FC236}">
                        <a16:creationId xmlns:a16="http://schemas.microsoft.com/office/drawing/2014/main" id="{F0124972-A2DF-3908-90B7-1F95D834E469}"/>
                      </a:ext>
                    </a:extLst>
                  </p:cNvPr>
                  <p:cNvSpPr/>
                  <p:nvPr/>
                </p:nvSpPr>
                <p:spPr>
                  <a:xfrm rot="-1801109">
                    <a:off x="960619" y="2990764"/>
                    <a:ext cx="9274" cy="5907"/>
                  </a:xfrm>
                  <a:custGeom>
                    <a:avLst/>
                    <a:gdLst>
                      <a:gd name="connsiteX0" fmla="*/ 0 w 9274"/>
                      <a:gd name="connsiteY0" fmla="*/ 0 h 5907"/>
                      <a:gd name="connsiteX1" fmla="*/ 9274 w 9274"/>
                      <a:gd name="connsiteY1" fmla="*/ 0 h 5907"/>
                      <a:gd name="connsiteX2" fmla="*/ 9274 w 9274"/>
                      <a:gd name="connsiteY2" fmla="*/ 5907 h 5907"/>
                      <a:gd name="connsiteX3" fmla="*/ 0 w 9274"/>
                      <a:gd name="connsiteY3" fmla="*/ 5907 h 5907"/>
                    </a:gdLst>
                    <a:ahLst/>
                    <a:cxnLst>
                      <a:cxn ang="0">
                        <a:pos x="connsiteX0" y="connsiteY0"/>
                      </a:cxn>
                      <a:cxn ang="0">
                        <a:pos x="connsiteX1" y="connsiteY1"/>
                      </a:cxn>
                      <a:cxn ang="0">
                        <a:pos x="connsiteX2" y="connsiteY2"/>
                      </a:cxn>
                      <a:cxn ang="0">
                        <a:pos x="connsiteX3" y="connsiteY3"/>
                      </a:cxn>
                    </a:cxnLst>
                    <a:rect l="l" t="t" r="r" b="b"/>
                    <a:pathLst>
                      <a:path w="9274" h="5907">
                        <a:moveTo>
                          <a:pt x="0" y="0"/>
                        </a:moveTo>
                        <a:lnTo>
                          <a:pt x="9274" y="0"/>
                        </a:lnTo>
                        <a:lnTo>
                          <a:pt x="9274" y="5907"/>
                        </a:lnTo>
                        <a:lnTo>
                          <a:pt x="0" y="590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30" name="Freeform: Shape 1429">
                    <a:extLst>
                      <a:ext uri="{FF2B5EF4-FFF2-40B4-BE49-F238E27FC236}">
                        <a16:creationId xmlns:a16="http://schemas.microsoft.com/office/drawing/2014/main" id="{D75779B9-C9B2-0532-C05F-B154C737C7CA}"/>
                      </a:ext>
                    </a:extLst>
                  </p:cNvPr>
                  <p:cNvSpPr/>
                  <p:nvPr/>
                </p:nvSpPr>
                <p:spPr>
                  <a:xfrm rot="-1806651">
                    <a:off x="944560" y="3000057"/>
                    <a:ext cx="9333" cy="5907"/>
                  </a:xfrm>
                  <a:custGeom>
                    <a:avLst/>
                    <a:gdLst>
                      <a:gd name="connsiteX0" fmla="*/ 0 w 9333"/>
                      <a:gd name="connsiteY0" fmla="*/ 0 h 5907"/>
                      <a:gd name="connsiteX1" fmla="*/ 9334 w 9333"/>
                      <a:gd name="connsiteY1" fmla="*/ 0 h 5907"/>
                      <a:gd name="connsiteX2" fmla="*/ 9334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4" y="0"/>
                        </a:lnTo>
                        <a:lnTo>
                          <a:pt x="9334" y="5907"/>
                        </a:lnTo>
                        <a:lnTo>
                          <a:pt x="0" y="590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31" name="Freeform: Shape 1430">
                    <a:extLst>
                      <a:ext uri="{FF2B5EF4-FFF2-40B4-BE49-F238E27FC236}">
                        <a16:creationId xmlns:a16="http://schemas.microsoft.com/office/drawing/2014/main" id="{5F5D931A-03C2-097C-B6A0-4831A1FB03F6}"/>
                      </a:ext>
                    </a:extLst>
                  </p:cNvPr>
                  <p:cNvSpPr/>
                  <p:nvPr/>
                </p:nvSpPr>
                <p:spPr>
                  <a:xfrm>
                    <a:off x="927808" y="3007359"/>
                    <a:ext cx="10632" cy="8269"/>
                  </a:xfrm>
                  <a:custGeom>
                    <a:avLst/>
                    <a:gdLst>
                      <a:gd name="connsiteX0" fmla="*/ 5257 w 10632"/>
                      <a:gd name="connsiteY0" fmla="*/ 1418 h 8269"/>
                      <a:gd name="connsiteX1" fmla="*/ 7679 w 10632"/>
                      <a:gd name="connsiteY1" fmla="*/ 0 h 8269"/>
                      <a:gd name="connsiteX2" fmla="*/ 10632 w 10632"/>
                      <a:gd name="connsiteY2" fmla="*/ 5139 h 8269"/>
                      <a:gd name="connsiteX3" fmla="*/ 5257 w 10632"/>
                      <a:gd name="connsiteY3" fmla="*/ 8270 h 8269"/>
                      <a:gd name="connsiteX4" fmla="*/ 0 w 10632"/>
                      <a:gd name="connsiteY4" fmla="*/ 5139 h 8269"/>
                      <a:gd name="connsiteX5" fmla="*/ 2953 w 10632"/>
                      <a:gd name="connsiteY5" fmla="*/ 0 h 8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69">
                        <a:moveTo>
                          <a:pt x="5257" y="1418"/>
                        </a:moveTo>
                        <a:lnTo>
                          <a:pt x="7679" y="0"/>
                        </a:lnTo>
                        <a:lnTo>
                          <a:pt x="10632" y="5139"/>
                        </a:lnTo>
                        <a:lnTo>
                          <a:pt x="5257" y="8270"/>
                        </a:lnTo>
                        <a:lnTo>
                          <a:pt x="0" y="5139"/>
                        </a:lnTo>
                        <a:lnTo>
                          <a:pt x="2953"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32" name="Freeform: Shape 1431">
                    <a:extLst>
                      <a:ext uri="{FF2B5EF4-FFF2-40B4-BE49-F238E27FC236}">
                        <a16:creationId xmlns:a16="http://schemas.microsoft.com/office/drawing/2014/main" id="{8188C5A4-13BE-297F-4B56-3ED813139408}"/>
                      </a:ext>
                    </a:extLst>
                  </p:cNvPr>
                  <p:cNvSpPr/>
                  <p:nvPr/>
                </p:nvSpPr>
                <p:spPr>
                  <a:xfrm rot="-3604434">
                    <a:off x="898141" y="2989017"/>
                    <a:ext cx="5966" cy="9274"/>
                  </a:xfrm>
                  <a:custGeom>
                    <a:avLst/>
                    <a:gdLst>
                      <a:gd name="connsiteX0" fmla="*/ 0 w 5966"/>
                      <a:gd name="connsiteY0" fmla="*/ 0 h 9274"/>
                      <a:gd name="connsiteX1" fmla="*/ 5966 w 5966"/>
                      <a:gd name="connsiteY1" fmla="*/ 0 h 9274"/>
                      <a:gd name="connsiteX2" fmla="*/ 5966 w 5966"/>
                      <a:gd name="connsiteY2" fmla="*/ 9274 h 9274"/>
                      <a:gd name="connsiteX3" fmla="*/ 0 w 5966"/>
                      <a:gd name="connsiteY3" fmla="*/ 9274 h 9274"/>
                    </a:gdLst>
                    <a:ahLst/>
                    <a:cxnLst>
                      <a:cxn ang="0">
                        <a:pos x="connsiteX0" y="connsiteY0"/>
                      </a:cxn>
                      <a:cxn ang="0">
                        <a:pos x="connsiteX1" y="connsiteY1"/>
                      </a:cxn>
                      <a:cxn ang="0">
                        <a:pos x="connsiteX2" y="connsiteY2"/>
                      </a:cxn>
                      <a:cxn ang="0">
                        <a:pos x="connsiteX3" y="connsiteY3"/>
                      </a:cxn>
                    </a:cxnLst>
                    <a:rect l="l" t="t" r="r" b="b"/>
                    <a:pathLst>
                      <a:path w="5966" h="9274">
                        <a:moveTo>
                          <a:pt x="0" y="0"/>
                        </a:moveTo>
                        <a:lnTo>
                          <a:pt x="5966" y="0"/>
                        </a:lnTo>
                        <a:lnTo>
                          <a:pt x="5966" y="9274"/>
                        </a:lnTo>
                        <a:lnTo>
                          <a:pt x="0" y="9274"/>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33" name="Freeform: Shape 1432">
                    <a:extLst>
                      <a:ext uri="{FF2B5EF4-FFF2-40B4-BE49-F238E27FC236}">
                        <a16:creationId xmlns:a16="http://schemas.microsoft.com/office/drawing/2014/main" id="{711C8BF0-93FC-73C6-342C-FD6026C8167E}"/>
                      </a:ext>
                    </a:extLst>
                  </p:cNvPr>
                  <p:cNvSpPr/>
                  <p:nvPr/>
                </p:nvSpPr>
                <p:spPr>
                  <a:xfrm rot="-3587633">
                    <a:off x="914188" y="2998227"/>
                    <a:ext cx="5906" cy="9332"/>
                  </a:xfrm>
                  <a:custGeom>
                    <a:avLst/>
                    <a:gdLst>
                      <a:gd name="connsiteX0" fmla="*/ 0 w 5906"/>
                      <a:gd name="connsiteY0" fmla="*/ 0 h 9332"/>
                      <a:gd name="connsiteX1" fmla="*/ 5907 w 5906"/>
                      <a:gd name="connsiteY1" fmla="*/ 0 h 9332"/>
                      <a:gd name="connsiteX2" fmla="*/ 5907 w 5906"/>
                      <a:gd name="connsiteY2" fmla="*/ 9333 h 9332"/>
                      <a:gd name="connsiteX3" fmla="*/ 0 w 5906"/>
                      <a:gd name="connsiteY3" fmla="*/ 9333 h 9332"/>
                    </a:gdLst>
                    <a:ahLst/>
                    <a:cxnLst>
                      <a:cxn ang="0">
                        <a:pos x="connsiteX0" y="connsiteY0"/>
                      </a:cxn>
                      <a:cxn ang="0">
                        <a:pos x="connsiteX1" y="connsiteY1"/>
                      </a:cxn>
                      <a:cxn ang="0">
                        <a:pos x="connsiteX2" y="connsiteY2"/>
                      </a:cxn>
                      <a:cxn ang="0">
                        <a:pos x="connsiteX3" y="connsiteY3"/>
                      </a:cxn>
                    </a:cxnLst>
                    <a:rect l="l" t="t" r="r" b="b"/>
                    <a:pathLst>
                      <a:path w="5906" h="9332">
                        <a:moveTo>
                          <a:pt x="0" y="0"/>
                        </a:moveTo>
                        <a:lnTo>
                          <a:pt x="5907" y="0"/>
                        </a:lnTo>
                        <a:lnTo>
                          <a:pt x="5907" y="9333"/>
                        </a:lnTo>
                        <a:lnTo>
                          <a:pt x="0" y="9333"/>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34" name="Freeform: Shape 1433">
                    <a:extLst>
                      <a:ext uri="{FF2B5EF4-FFF2-40B4-BE49-F238E27FC236}">
                        <a16:creationId xmlns:a16="http://schemas.microsoft.com/office/drawing/2014/main" id="{71F6B677-2C29-69B8-85AF-6109143FE2CD}"/>
                      </a:ext>
                    </a:extLst>
                  </p:cNvPr>
                  <p:cNvSpPr/>
                  <p:nvPr/>
                </p:nvSpPr>
                <p:spPr>
                  <a:xfrm>
                    <a:off x="882147" y="2980010"/>
                    <a:ext cx="8269" cy="9214"/>
                  </a:xfrm>
                  <a:custGeom>
                    <a:avLst/>
                    <a:gdLst>
                      <a:gd name="connsiteX0" fmla="*/ 5907 w 8269"/>
                      <a:gd name="connsiteY0" fmla="*/ 2776 h 9214"/>
                      <a:gd name="connsiteX1" fmla="*/ 8270 w 8269"/>
                      <a:gd name="connsiteY1" fmla="*/ 4135 h 9214"/>
                      <a:gd name="connsiteX2" fmla="*/ 5316 w 8269"/>
                      <a:gd name="connsiteY2" fmla="*/ 9215 h 9214"/>
                      <a:gd name="connsiteX3" fmla="*/ 0 w 8269"/>
                      <a:gd name="connsiteY3" fmla="*/ 6143 h 9214"/>
                      <a:gd name="connsiteX4" fmla="*/ 0 w 8269"/>
                      <a:gd name="connsiteY4" fmla="*/ 0 h 9214"/>
                      <a:gd name="connsiteX5" fmla="*/ 5907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5907" y="2776"/>
                        </a:moveTo>
                        <a:lnTo>
                          <a:pt x="8270" y="4135"/>
                        </a:lnTo>
                        <a:lnTo>
                          <a:pt x="5316" y="9215"/>
                        </a:lnTo>
                        <a:lnTo>
                          <a:pt x="0" y="6143"/>
                        </a:lnTo>
                        <a:lnTo>
                          <a:pt x="0" y="0"/>
                        </a:lnTo>
                        <a:lnTo>
                          <a:pt x="5907" y="0"/>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35" name="Freeform: Shape 1434">
                    <a:extLst>
                      <a:ext uri="{FF2B5EF4-FFF2-40B4-BE49-F238E27FC236}">
                        <a16:creationId xmlns:a16="http://schemas.microsoft.com/office/drawing/2014/main" id="{ABC47542-8495-0A0F-E53C-D2107BF6A5B2}"/>
                      </a:ext>
                    </a:extLst>
                  </p:cNvPr>
                  <p:cNvSpPr/>
                  <p:nvPr/>
                </p:nvSpPr>
                <p:spPr>
                  <a:xfrm rot="-23376">
                    <a:off x="882168" y="2961460"/>
                    <a:ext cx="5907" cy="9274"/>
                  </a:xfrm>
                  <a:custGeom>
                    <a:avLst/>
                    <a:gdLst>
                      <a:gd name="connsiteX0" fmla="*/ 0 w 5907"/>
                      <a:gd name="connsiteY0" fmla="*/ 0 h 9274"/>
                      <a:gd name="connsiteX1" fmla="*/ 5907 w 5907"/>
                      <a:gd name="connsiteY1" fmla="*/ 0 h 9274"/>
                      <a:gd name="connsiteX2" fmla="*/ 5907 w 5907"/>
                      <a:gd name="connsiteY2" fmla="*/ 9274 h 9274"/>
                      <a:gd name="connsiteX3" fmla="*/ 0 w 5907"/>
                      <a:gd name="connsiteY3" fmla="*/ 9274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4"/>
                        </a:lnTo>
                        <a:lnTo>
                          <a:pt x="0" y="9274"/>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36" name="Freeform: Shape 1435">
                    <a:extLst>
                      <a:ext uri="{FF2B5EF4-FFF2-40B4-BE49-F238E27FC236}">
                        <a16:creationId xmlns:a16="http://schemas.microsoft.com/office/drawing/2014/main" id="{B7864451-6159-9B6B-A2CF-271774859982}"/>
                      </a:ext>
                    </a:extLst>
                  </p:cNvPr>
                  <p:cNvSpPr/>
                  <p:nvPr/>
                </p:nvSpPr>
                <p:spPr>
                  <a:xfrm rot="-5391765">
                    <a:off x="880458" y="2944505"/>
                    <a:ext cx="9333" cy="5906"/>
                  </a:xfrm>
                  <a:custGeom>
                    <a:avLst/>
                    <a:gdLst>
                      <a:gd name="connsiteX0" fmla="*/ 0 w 9333"/>
                      <a:gd name="connsiteY0" fmla="*/ 0 h 5906"/>
                      <a:gd name="connsiteX1" fmla="*/ 9333 w 9333"/>
                      <a:gd name="connsiteY1" fmla="*/ 0 h 5906"/>
                      <a:gd name="connsiteX2" fmla="*/ 9333 w 9333"/>
                      <a:gd name="connsiteY2" fmla="*/ 5907 h 5906"/>
                      <a:gd name="connsiteX3" fmla="*/ 0 w 9333"/>
                      <a:gd name="connsiteY3" fmla="*/ 5907 h 5906"/>
                    </a:gdLst>
                    <a:ahLst/>
                    <a:cxnLst>
                      <a:cxn ang="0">
                        <a:pos x="connsiteX0" y="connsiteY0"/>
                      </a:cxn>
                      <a:cxn ang="0">
                        <a:pos x="connsiteX1" y="connsiteY1"/>
                      </a:cxn>
                      <a:cxn ang="0">
                        <a:pos x="connsiteX2" y="connsiteY2"/>
                      </a:cxn>
                      <a:cxn ang="0">
                        <a:pos x="connsiteX3" y="connsiteY3"/>
                      </a:cxn>
                    </a:cxnLst>
                    <a:rect l="l" t="t" r="r" b="b"/>
                    <a:pathLst>
                      <a:path w="9333" h="5906">
                        <a:moveTo>
                          <a:pt x="0" y="0"/>
                        </a:moveTo>
                        <a:lnTo>
                          <a:pt x="9333" y="0"/>
                        </a:lnTo>
                        <a:lnTo>
                          <a:pt x="9333" y="5907"/>
                        </a:lnTo>
                        <a:lnTo>
                          <a:pt x="0" y="590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37" name="Freeform: Shape 1436">
                    <a:extLst>
                      <a:ext uri="{FF2B5EF4-FFF2-40B4-BE49-F238E27FC236}">
                        <a16:creationId xmlns:a16="http://schemas.microsoft.com/office/drawing/2014/main" id="{5780EE58-AF3B-3454-A499-FB8B6730656A}"/>
                      </a:ext>
                    </a:extLst>
                  </p:cNvPr>
                  <p:cNvSpPr/>
                  <p:nvPr/>
                </p:nvSpPr>
                <p:spPr>
                  <a:xfrm>
                    <a:off x="564234" y="2900915"/>
                    <a:ext cx="96047" cy="110873"/>
                  </a:xfrm>
                  <a:custGeom>
                    <a:avLst/>
                    <a:gdLst>
                      <a:gd name="connsiteX0" fmla="*/ 96047 w 96047"/>
                      <a:gd name="connsiteY0" fmla="*/ 83111 h 110873"/>
                      <a:gd name="connsiteX1" fmla="*/ 48024 w 96047"/>
                      <a:gd name="connsiteY1" fmla="*/ 110874 h 110873"/>
                      <a:gd name="connsiteX2" fmla="*/ 0 w 96047"/>
                      <a:gd name="connsiteY2" fmla="*/ 83111 h 110873"/>
                      <a:gd name="connsiteX3" fmla="*/ 0 w 96047"/>
                      <a:gd name="connsiteY3" fmla="*/ 27763 h 110873"/>
                      <a:gd name="connsiteX4" fmla="*/ 48024 w 96047"/>
                      <a:gd name="connsiteY4" fmla="*/ 0 h 110873"/>
                      <a:gd name="connsiteX5" fmla="*/ 96047 w 96047"/>
                      <a:gd name="connsiteY5" fmla="*/ 27763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47" h="110873">
                        <a:moveTo>
                          <a:pt x="96047" y="83111"/>
                        </a:moveTo>
                        <a:lnTo>
                          <a:pt x="48024" y="110874"/>
                        </a:lnTo>
                        <a:lnTo>
                          <a:pt x="0" y="83111"/>
                        </a:lnTo>
                        <a:lnTo>
                          <a:pt x="0" y="27763"/>
                        </a:lnTo>
                        <a:lnTo>
                          <a:pt x="48024" y="0"/>
                        </a:lnTo>
                        <a:lnTo>
                          <a:pt x="96047" y="27763"/>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38" name="Freeform: Shape 1437">
                    <a:extLst>
                      <a:ext uri="{FF2B5EF4-FFF2-40B4-BE49-F238E27FC236}">
                        <a16:creationId xmlns:a16="http://schemas.microsoft.com/office/drawing/2014/main" id="{039CBFF3-3804-86E5-EFCC-877508BC82BF}"/>
                      </a:ext>
                    </a:extLst>
                  </p:cNvPr>
                  <p:cNvSpPr/>
                  <p:nvPr/>
                </p:nvSpPr>
                <p:spPr>
                  <a:xfrm>
                    <a:off x="669437" y="2901329"/>
                    <a:ext cx="95988" cy="110873"/>
                  </a:xfrm>
                  <a:custGeom>
                    <a:avLst/>
                    <a:gdLst>
                      <a:gd name="connsiteX0" fmla="*/ 47965 w 95988"/>
                      <a:gd name="connsiteY0" fmla="*/ 0 h 110873"/>
                      <a:gd name="connsiteX1" fmla="*/ 0 w 95988"/>
                      <a:gd name="connsiteY1" fmla="*/ 27763 h 110873"/>
                      <a:gd name="connsiteX2" fmla="*/ 0 w 95988"/>
                      <a:gd name="connsiteY2" fmla="*/ 83170 h 110873"/>
                      <a:gd name="connsiteX3" fmla="*/ 47965 w 95988"/>
                      <a:gd name="connsiteY3" fmla="*/ 110874 h 110873"/>
                      <a:gd name="connsiteX4" fmla="*/ 95988 w 95988"/>
                      <a:gd name="connsiteY4" fmla="*/ 83170 h 110873"/>
                      <a:gd name="connsiteX5" fmla="*/ 95988 w 95988"/>
                      <a:gd name="connsiteY5" fmla="*/ 27763 h 110873"/>
                      <a:gd name="connsiteX6" fmla="*/ 47965 w 95988"/>
                      <a:gd name="connsiteY6" fmla="*/ 0 h 110873"/>
                      <a:gd name="connsiteX7" fmla="*/ 70707 w 95988"/>
                      <a:gd name="connsiteY7" fmla="*/ 46074 h 110873"/>
                      <a:gd name="connsiteX8" fmla="*/ 60842 w 95988"/>
                      <a:gd name="connsiteY8" fmla="*/ 40404 h 110873"/>
                      <a:gd name="connsiteX9" fmla="*/ 60842 w 95988"/>
                      <a:gd name="connsiteY9" fmla="*/ 29003 h 110873"/>
                      <a:gd name="connsiteX10" fmla="*/ 70707 w 95988"/>
                      <a:gd name="connsiteY10" fmla="*/ 23332 h 110873"/>
                      <a:gd name="connsiteX11" fmla="*/ 80571 w 95988"/>
                      <a:gd name="connsiteY11" fmla="*/ 29003 h 110873"/>
                      <a:gd name="connsiteX12" fmla="*/ 80571 w 95988"/>
                      <a:gd name="connsiteY12" fmla="*/ 40404 h 110873"/>
                      <a:gd name="connsiteX13" fmla="*/ 70707 w 95988"/>
                      <a:gd name="connsiteY13" fmla="*/ 46074 h 110873"/>
                      <a:gd name="connsiteX14" fmla="*/ 47965 w 95988"/>
                      <a:gd name="connsiteY14" fmla="*/ 77086 h 110873"/>
                      <a:gd name="connsiteX15" fmla="*/ 57829 w 95988"/>
                      <a:gd name="connsiteY15" fmla="*/ 71415 h 110873"/>
                      <a:gd name="connsiteX16" fmla="*/ 67694 w 95988"/>
                      <a:gd name="connsiteY16" fmla="*/ 77086 h 110873"/>
                      <a:gd name="connsiteX17" fmla="*/ 67694 w 95988"/>
                      <a:gd name="connsiteY17" fmla="*/ 88427 h 110873"/>
                      <a:gd name="connsiteX18" fmla="*/ 57829 w 95988"/>
                      <a:gd name="connsiteY18" fmla="*/ 94098 h 110873"/>
                      <a:gd name="connsiteX19" fmla="*/ 47965 w 95988"/>
                      <a:gd name="connsiteY19" fmla="*/ 88427 h 110873"/>
                      <a:gd name="connsiteX20" fmla="*/ 47965 w 95988"/>
                      <a:gd name="connsiteY20" fmla="*/ 77086 h 110873"/>
                      <a:gd name="connsiteX21" fmla="*/ 35206 w 95988"/>
                      <a:gd name="connsiteY21" fmla="*/ 61137 h 110873"/>
                      <a:gd name="connsiteX22" fmla="*/ 25341 w 95988"/>
                      <a:gd name="connsiteY22" fmla="*/ 66808 h 110873"/>
                      <a:gd name="connsiteX23" fmla="*/ 15476 w 95988"/>
                      <a:gd name="connsiteY23" fmla="*/ 61137 h 110873"/>
                      <a:gd name="connsiteX24" fmla="*/ 15476 w 95988"/>
                      <a:gd name="connsiteY24" fmla="*/ 49737 h 110873"/>
                      <a:gd name="connsiteX25" fmla="*/ 25341 w 95988"/>
                      <a:gd name="connsiteY25" fmla="*/ 44066 h 110873"/>
                      <a:gd name="connsiteX26" fmla="*/ 35206 w 95988"/>
                      <a:gd name="connsiteY26" fmla="*/ 49737 h 110873"/>
                      <a:gd name="connsiteX27" fmla="*/ 35206 w 95988"/>
                      <a:gd name="connsiteY27" fmla="*/ 61137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5988" h="110873">
                        <a:moveTo>
                          <a:pt x="47965" y="0"/>
                        </a:moveTo>
                        <a:lnTo>
                          <a:pt x="0" y="27763"/>
                        </a:lnTo>
                        <a:lnTo>
                          <a:pt x="0" y="83170"/>
                        </a:lnTo>
                        <a:lnTo>
                          <a:pt x="47965" y="110874"/>
                        </a:lnTo>
                        <a:lnTo>
                          <a:pt x="95988" y="83170"/>
                        </a:lnTo>
                        <a:lnTo>
                          <a:pt x="95988" y="27763"/>
                        </a:lnTo>
                        <a:lnTo>
                          <a:pt x="47965" y="0"/>
                        </a:lnTo>
                        <a:close/>
                        <a:moveTo>
                          <a:pt x="70707" y="46074"/>
                        </a:moveTo>
                        <a:lnTo>
                          <a:pt x="60842" y="40404"/>
                        </a:lnTo>
                        <a:lnTo>
                          <a:pt x="60842" y="29003"/>
                        </a:lnTo>
                        <a:lnTo>
                          <a:pt x="70707" y="23332"/>
                        </a:lnTo>
                        <a:lnTo>
                          <a:pt x="80571" y="29003"/>
                        </a:lnTo>
                        <a:lnTo>
                          <a:pt x="80571" y="40404"/>
                        </a:lnTo>
                        <a:lnTo>
                          <a:pt x="70707" y="46074"/>
                        </a:lnTo>
                        <a:close/>
                        <a:moveTo>
                          <a:pt x="47965" y="77086"/>
                        </a:moveTo>
                        <a:lnTo>
                          <a:pt x="57829" y="71415"/>
                        </a:lnTo>
                        <a:lnTo>
                          <a:pt x="67694" y="77086"/>
                        </a:lnTo>
                        <a:lnTo>
                          <a:pt x="67694" y="88427"/>
                        </a:lnTo>
                        <a:lnTo>
                          <a:pt x="57829" y="94098"/>
                        </a:lnTo>
                        <a:lnTo>
                          <a:pt x="47965" y="88427"/>
                        </a:lnTo>
                        <a:lnTo>
                          <a:pt x="47965" y="77086"/>
                        </a:lnTo>
                        <a:close/>
                        <a:moveTo>
                          <a:pt x="35206" y="61137"/>
                        </a:moveTo>
                        <a:lnTo>
                          <a:pt x="25341" y="66808"/>
                        </a:lnTo>
                        <a:lnTo>
                          <a:pt x="15476" y="61137"/>
                        </a:lnTo>
                        <a:lnTo>
                          <a:pt x="15476" y="49737"/>
                        </a:lnTo>
                        <a:lnTo>
                          <a:pt x="25341" y="44066"/>
                        </a:lnTo>
                        <a:lnTo>
                          <a:pt x="35206" y="49737"/>
                        </a:lnTo>
                        <a:lnTo>
                          <a:pt x="35206" y="6113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39" name="Freeform: Shape 1438">
                    <a:extLst>
                      <a:ext uri="{FF2B5EF4-FFF2-40B4-BE49-F238E27FC236}">
                        <a16:creationId xmlns:a16="http://schemas.microsoft.com/office/drawing/2014/main" id="{C7DBE9E9-8DA9-3146-4733-9B9DEA7EF54A}"/>
                      </a:ext>
                    </a:extLst>
                  </p:cNvPr>
                  <p:cNvSpPr/>
                  <p:nvPr/>
                </p:nvSpPr>
                <p:spPr>
                  <a:xfrm>
                    <a:off x="775172" y="2900974"/>
                    <a:ext cx="95988" cy="110874"/>
                  </a:xfrm>
                  <a:custGeom>
                    <a:avLst/>
                    <a:gdLst>
                      <a:gd name="connsiteX0" fmla="*/ 95988 w 95988"/>
                      <a:gd name="connsiteY0" fmla="*/ 27704 h 110874"/>
                      <a:gd name="connsiteX1" fmla="*/ 47965 w 95988"/>
                      <a:gd name="connsiteY1" fmla="*/ 0 h 110874"/>
                      <a:gd name="connsiteX2" fmla="*/ 0 w 95988"/>
                      <a:gd name="connsiteY2" fmla="*/ 27704 h 110874"/>
                      <a:gd name="connsiteX3" fmla="*/ 0 w 95988"/>
                      <a:gd name="connsiteY3" fmla="*/ 83111 h 110874"/>
                      <a:gd name="connsiteX4" fmla="*/ 47965 w 95988"/>
                      <a:gd name="connsiteY4" fmla="*/ 110874 h 110874"/>
                      <a:gd name="connsiteX5" fmla="*/ 95988 w 95988"/>
                      <a:gd name="connsiteY5" fmla="*/ 83111 h 110874"/>
                      <a:gd name="connsiteX6" fmla="*/ 95988 w 95988"/>
                      <a:gd name="connsiteY6" fmla="*/ 27704 h 110874"/>
                      <a:gd name="connsiteX7" fmla="*/ 65390 w 95988"/>
                      <a:gd name="connsiteY7" fmla="*/ 45307 h 110874"/>
                      <a:gd name="connsiteX8" fmla="*/ 65390 w 95988"/>
                      <a:gd name="connsiteY8" fmla="*/ 65449 h 110874"/>
                      <a:gd name="connsiteX9" fmla="*/ 48024 w 95988"/>
                      <a:gd name="connsiteY9" fmla="*/ 75491 h 110874"/>
                      <a:gd name="connsiteX10" fmla="*/ 30598 w 95988"/>
                      <a:gd name="connsiteY10" fmla="*/ 65449 h 110874"/>
                      <a:gd name="connsiteX11" fmla="*/ 30598 w 95988"/>
                      <a:gd name="connsiteY11" fmla="*/ 45307 h 110874"/>
                      <a:gd name="connsiteX12" fmla="*/ 48024 w 95988"/>
                      <a:gd name="connsiteY12" fmla="*/ 35265 h 110874"/>
                      <a:gd name="connsiteX13" fmla="*/ 65390 w 95988"/>
                      <a:gd name="connsiteY13" fmla="*/ 45307 h 11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88" h="110874">
                        <a:moveTo>
                          <a:pt x="95988" y="27704"/>
                        </a:moveTo>
                        <a:lnTo>
                          <a:pt x="47965" y="0"/>
                        </a:lnTo>
                        <a:lnTo>
                          <a:pt x="0" y="27704"/>
                        </a:lnTo>
                        <a:lnTo>
                          <a:pt x="0" y="83111"/>
                        </a:lnTo>
                        <a:lnTo>
                          <a:pt x="47965" y="110874"/>
                        </a:lnTo>
                        <a:lnTo>
                          <a:pt x="95988" y="83111"/>
                        </a:lnTo>
                        <a:lnTo>
                          <a:pt x="95988" y="27704"/>
                        </a:lnTo>
                        <a:close/>
                        <a:moveTo>
                          <a:pt x="65390" y="45307"/>
                        </a:moveTo>
                        <a:lnTo>
                          <a:pt x="65390" y="65449"/>
                        </a:lnTo>
                        <a:lnTo>
                          <a:pt x="48024" y="75491"/>
                        </a:lnTo>
                        <a:lnTo>
                          <a:pt x="30598" y="65449"/>
                        </a:lnTo>
                        <a:lnTo>
                          <a:pt x="30598" y="45307"/>
                        </a:lnTo>
                        <a:lnTo>
                          <a:pt x="48024" y="35265"/>
                        </a:lnTo>
                        <a:lnTo>
                          <a:pt x="65390" y="45307"/>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40" name="Freeform: Shape 1439">
                    <a:extLst>
                      <a:ext uri="{FF2B5EF4-FFF2-40B4-BE49-F238E27FC236}">
                        <a16:creationId xmlns:a16="http://schemas.microsoft.com/office/drawing/2014/main" id="{6CCAA33B-2B0A-935F-B367-C459D463E81E}"/>
                      </a:ext>
                    </a:extLst>
                  </p:cNvPr>
                  <p:cNvSpPr/>
                  <p:nvPr/>
                </p:nvSpPr>
                <p:spPr>
                  <a:xfrm>
                    <a:off x="457259" y="2900974"/>
                    <a:ext cx="95929" cy="110814"/>
                  </a:xfrm>
                  <a:custGeom>
                    <a:avLst/>
                    <a:gdLst>
                      <a:gd name="connsiteX0" fmla="*/ 47965 w 95929"/>
                      <a:gd name="connsiteY0" fmla="*/ 110815 h 110814"/>
                      <a:gd name="connsiteX1" fmla="*/ 95929 w 95929"/>
                      <a:gd name="connsiteY1" fmla="*/ 83052 h 110814"/>
                      <a:gd name="connsiteX2" fmla="*/ 95929 w 95929"/>
                      <a:gd name="connsiteY2" fmla="*/ 27704 h 110814"/>
                      <a:gd name="connsiteX3" fmla="*/ 47965 w 95929"/>
                      <a:gd name="connsiteY3" fmla="*/ 0 h 110814"/>
                      <a:gd name="connsiteX4" fmla="*/ 0 w 95929"/>
                      <a:gd name="connsiteY4" fmla="*/ 27704 h 110814"/>
                      <a:gd name="connsiteX5" fmla="*/ 0 w 95929"/>
                      <a:gd name="connsiteY5" fmla="*/ 83052 h 110814"/>
                      <a:gd name="connsiteX6" fmla="*/ 47965 w 95929"/>
                      <a:gd name="connsiteY6" fmla="*/ 110815 h 110814"/>
                      <a:gd name="connsiteX7" fmla="*/ 61373 w 95929"/>
                      <a:gd name="connsiteY7" fmla="*/ 78681 h 110814"/>
                      <a:gd name="connsiteX8" fmla="*/ 34497 w 95929"/>
                      <a:gd name="connsiteY8" fmla="*/ 78681 h 110814"/>
                      <a:gd name="connsiteX9" fmla="*/ 21029 w 95929"/>
                      <a:gd name="connsiteY9" fmla="*/ 55349 h 110814"/>
                      <a:gd name="connsiteX10" fmla="*/ 34497 w 95929"/>
                      <a:gd name="connsiteY10" fmla="*/ 32016 h 110814"/>
                      <a:gd name="connsiteX11" fmla="*/ 61373 w 95929"/>
                      <a:gd name="connsiteY11" fmla="*/ 32016 h 110814"/>
                      <a:gd name="connsiteX12" fmla="*/ 74841 w 95929"/>
                      <a:gd name="connsiteY12" fmla="*/ 55349 h 110814"/>
                      <a:gd name="connsiteX13" fmla="*/ 61373 w 95929"/>
                      <a:gd name="connsiteY13" fmla="*/ 78681 h 110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29" h="110814">
                        <a:moveTo>
                          <a:pt x="47965" y="110815"/>
                        </a:moveTo>
                        <a:lnTo>
                          <a:pt x="95929" y="83052"/>
                        </a:lnTo>
                        <a:lnTo>
                          <a:pt x="95929" y="27704"/>
                        </a:lnTo>
                        <a:lnTo>
                          <a:pt x="47965" y="0"/>
                        </a:lnTo>
                        <a:lnTo>
                          <a:pt x="0" y="27704"/>
                        </a:lnTo>
                        <a:lnTo>
                          <a:pt x="0" y="83052"/>
                        </a:lnTo>
                        <a:lnTo>
                          <a:pt x="47965" y="110815"/>
                        </a:lnTo>
                        <a:close/>
                        <a:moveTo>
                          <a:pt x="61373" y="78681"/>
                        </a:moveTo>
                        <a:lnTo>
                          <a:pt x="34497" y="78681"/>
                        </a:lnTo>
                        <a:lnTo>
                          <a:pt x="21029" y="55349"/>
                        </a:lnTo>
                        <a:lnTo>
                          <a:pt x="34497" y="32016"/>
                        </a:lnTo>
                        <a:lnTo>
                          <a:pt x="61373" y="32016"/>
                        </a:lnTo>
                        <a:lnTo>
                          <a:pt x="74841" y="55349"/>
                        </a:lnTo>
                        <a:lnTo>
                          <a:pt x="61373" y="78681"/>
                        </a:ln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1386" name="Graphic 4773">
                <a:extLst>
                  <a:ext uri="{FF2B5EF4-FFF2-40B4-BE49-F238E27FC236}">
                    <a16:creationId xmlns:a16="http://schemas.microsoft.com/office/drawing/2014/main" id="{41C9F1AE-A5B6-E0FF-4EB0-A223F0F4E256}"/>
                  </a:ext>
                </a:extLst>
              </p:cNvPr>
              <p:cNvGrpSpPr/>
              <p:nvPr/>
            </p:nvGrpSpPr>
            <p:grpSpPr>
              <a:xfrm>
                <a:off x="3924418" y="4634731"/>
                <a:ext cx="680365" cy="187664"/>
                <a:chOff x="3924418" y="4634731"/>
                <a:chExt cx="680365" cy="187664"/>
              </a:xfrm>
              <a:grpFill/>
            </p:grpSpPr>
            <p:sp>
              <p:nvSpPr>
                <p:cNvPr id="1387" name="Freeform: Shape 1386">
                  <a:extLst>
                    <a:ext uri="{FF2B5EF4-FFF2-40B4-BE49-F238E27FC236}">
                      <a16:creationId xmlns:a16="http://schemas.microsoft.com/office/drawing/2014/main" id="{295ABCDC-D46C-022D-B2EE-1E584CEE2A64}"/>
                    </a:ext>
                  </a:extLst>
                </p:cNvPr>
                <p:cNvSpPr/>
                <p:nvPr/>
              </p:nvSpPr>
              <p:spPr>
                <a:xfrm>
                  <a:off x="3924418" y="4634731"/>
                  <a:ext cx="680365" cy="187664"/>
                </a:xfrm>
                <a:custGeom>
                  <a:avLst/>
                  <a:gdLst>
                    <a:gd name="connsiteX0" fmla="*/ 89491 w 680365"/>
                    <a:gd name="connsiteY0" fmla="*/ 122452 h 187664"/>
                    <a:gd name="connsiteX1" fmla="*/ 497545 w 680365"/>
                    <a:gd name="connsiteY1" fmla="*/ 122452 h 187664"/>
                    <a:gd name="connsiteX2" fmla="*/ 586445 w 680365"/>
                    <a:gd name="connsiteY2" fmla="*/ 187665 h 187664"/>
                    <a:gd name="connsiteX3" fmla="*/ 680366 w 680365"/>
                    <a:gd name="connsiteY3" fmla="*/ 93862 h 187664"/>
                    <a:gd name="connsiteX4" fmla="*/ 586445 w 680365"/>
                    <a:gd name="connsiteY4" fmla="*/ 0 h 187664"/>
                    <a:gd name="connsiteX5" fmla="*/ 497308 w 680365"/>
                    <a:gd name="connsiteY5" fmla="*/ 66099 h 187664"/>
                    <a:gd name="connsiteX6" fmla="*/ 89491 w 680365"/>
                    <a:gd name="connsiteY6" fmla="*/ 66099 h 187664"/>
                    <a:gd name="connsiteX7" fmla="*/ 89491 w 680365"/>
                    <a:gd name="connsiteY7" fmla="*/ 71711 h 187664"/>
                    <a:gd name="connsiteX8" fmla="*/ 495536 w 680365"/>
                    <a:gd name="connsiteY8" fmla="*/ 71711 h 187664"/>
                    <a:gd name="connsiteX9" fmla="*/ 492878 w 680365"/>
                    <a:gd name="connsiteY9" fmla="*/ 91085 h 187664"/>
                    <a:gd name="connsiteX10" fmla="*/ 0 w 680365"/>
                    <a:gd name="connsiteY10" fmla="*/ 91085 h 187664"/>
                    <a:gd name="connsiteX11" fmla="*/ 0 w 680365"/>
                    <a:gd name="connsiteY11" fmla="*/ 96638 h 187664"/>
                    <a:gd name="connsiteX12" fmla="*/ 492878 w 680365"/>
                    <a:gd name="connsiteY12" fmla="*/ 96638 h 187664"/>
                    <a:gd name="connsiteX13" fmla="*/ 495773 w 680365"/>
                    <a:gd name="connsiteY13" fmla="*/ 116899 h 187664"/>
                    <a:gd name="connsiteX14" fmla="*/ 89432 w 680365"/>
                    <a:gd name="connsiteY14" fmla="*/ 116840 h 187664"/>
                    <a:gd name="connsiteX15" fmla="*/ 89432 w 680365"/>
                    <a:gd name="connsiteY15" fmla="*/ 122452 h 187664"/>
                    <a:gd name="connsiteX16" fmla="*/ 586504 w 680365"/>
                    <a:gd name="connsiteY16" fmla="*/ 19729 h 187664"/>
                    <a:gd name="connsiteX17" fmla="*/ 660577 w 680365"/>
                    <a:gd name="connsiteY17" fmla="*/ 93803 h 187664"/>
                    <a:gd name="connsiteX18" fmla="*/ 586445 w 680365"/>
                    <a:gd name="connsiteY18" fmla="*/ 167876 h 187664"/>
                    <a:gd name="connsiteX19" fmla="*/ 512371 w 680365"/>
                    <a:gd name="connsiteY19" fmla="*/ 93803 h 187664"/>
                    <a:gd name="connsiteX20" fmla="*/ 586504 w 680365"/>
                    <a:gd name="connsiteY20" fmla="*/ 19729 h 187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80365" h="187664">
                      <a:moveTo>
                        <a:pt x="89491" y="122452"/>
                      </a:moveTo>
                      <a:lnTo>
                        <a:pt x="497545" y="122452"/>
                      </a:lnTo>
                      <a:cubicBezTo>
                        <a:pt x="509713" y="160197"/>
                        <a:pt x="544682" y="187665"/>
                        <a:pt x="586445" y="187665"/>
                      </a:cubicBezTo>
                      <a:cubicBezTo>
                        <a:pt x="638308" y="187665"/>
                        <a:pt x="680366" y="145666"/>
                        <a:pt x="680366" y="93862"/>
                      </a:cubicBezTo>
                      <a:cubicBezTo>
                        <a:pt x="680366" y="41999"/>
                        <a:pt x="638367" y="0"/>
                        <a:pt x="586445" y="0"/>
                      </a:cubicBezTo>
                      <a:cubicBezTo>
                        <a:pt x="544387" y="0"/>
                        <a:pt x="509181" y="27940"/>
                        <a:pt x="497308" y="66099"/>
                      </a:cubicBezTo>
                      <a:lnTo>
                        <a:pt x="89491" y="66099"/>
                      </a:lnTo>
                      <a:lnTo>
                        <a:pt x="89491" y="71711"/>
                      </a:lnTo>
                      <a:lnTo>
                        <a:pt x="495536" y="71711"/>
                      </a:lnTo>
                      <a:cubicBezTo>
                        <a:pt x="494060" y="77972"/>
                        <a:pt x="493114" y="84411"/>
                        <a:pt x="492878" y="91085"/>
                      </a:cubicBezTo>
                      <a:lnTo>
                        <a:pt x="0" y="91085"/>
                      </a:lnTo>
                      <a:lnTo>
                        <a:pt x="0" y="96638"/>
                      </a:lnTo>
                      <a:lnTo>
                        <a:pt x="492878" y="96638"/>
                      </a:lnTo>
                      <a:cubicBezTo>
                        <a:pt x="493056" y="103608"/>
                        <a:pt x="494119" y="110401"/>
                        <a:pt x="495773" y="116899"/>
                      </a:cubicBezTo>
                      <a:lnTo>
                        <a:pt x="89432" y="116840"/>
                      </a:lnTo>
                      <a:lnTo>
                        <a:pt x="89432" y="122452"/>
                      </a:lnTo>
                      <a:close/>
                      <a:moveTo>
                        <a:pt x="586504" y="19729"/>
                      </a:moveTo>
                      <a:cubicBezTo>
                        <a:pt x="627439" y="19729"/>
                        <a:pt x="660636" y="52927"/>
                        <a:pt x="660577" y="93803"/>
                      </a:cubicBezTo>
                      <a:cubicBezTo>
                        <a:pt x="660577" y="134738"/>
                        <a:pt x="627439" y="167876"/>
                        <a:pt x="586445" y="167876"/>
                      </a:cubicBezTo>
                      <a:cubicBezTo>
                        <a:pt x="545509" y="167876"/>
                        <a:pt x="512371" y="134679"/>
                        <a:pt x="512371" y="93803"/>
                      </a:cubicBezTo>
                      <a:cubicBezTo>
                        <a:pt x="512430" y="52868"/>
                        <a:pt x="545568" y="19729"/>
                        <a:pt x="586504" y="19729"/>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88" name="Freeform: Shape 1387">
                  <a:extLst>
                    <a:ext uri="{FF2B5EF4-FFF2-40B4-BE49-F238E27FC236}">
                      <a16:creationId xmlns:a16="http://schemas.microsoft.com/office/drawing/2014/main" id="{12026E8F-0C33-A8F7-FA7E-C2D2597A47BF}"/>
                    </a:ext>
                  </a:extLst>
                </p:cNvPr>
                <p:cNvSpPr/>
                <p:nvPr/>
              </p:nvSpPr>
              <p:spPr>
                <a:xfrm>
                  <a:off x="4453269" y="4670941"/>
                  <a:ext cx="115186" cy="115186"/>
                </a:xfrm>
                <a:custGeom>
                  <a:avLst/>
                  <a:gdLst>
                    <a:gd name="connsiteX0" fmla="*/ 57593 w 115186"/>
                    <a:gd name="connsiteY0" fmla="*/ 115186 h 115186"/>
                    <a:gd name="connsiteX1" fmla="*/ 115186 w 115186"/>
                    <a:gd name="connsiteY1" fmla="*/ 57593 h 115186"/>
                    <a:gd name="connsiteX2" fmla="*/ 57593 w 115186"/>
                    <a:gd name="connsiteY2" fmla="*/ 0 h 115186"/>
                    <a:gd name="connsiteX3" fmla="*/ 0 w 115186"/>
                    <a:gd name="connsiteY3" fmla="*/ 57593 h 115186"/>
                    <a:gd name="connsiteX4" fmla="*/ 57593 w 115186"/>
                    <a:gd name="connsiteY4" fmla="*/ 115186 h 115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86" h="115186">
                      <a:moveTo>
                        <a:pt x="57593" y="115186"/>
                      </a:moveTo>
                      <a:cubicBezTo>
                        <a:pt x="89490" y="115186"/>
                        <a:pt x="115186" y="89432"/>
                        <a:pt x="115186" y="57593"/>
                      </a:cubicBezTo>
                      <a:cubicBezTo>
                        <a:pt x="115186" y="25813"/>
                        <a:pt x="89490" y="0"/>
                        <a:pt x="57593" y="0"/>
                      </a:cubicBezTo>
                      <a:cubicBezTo>
                        <a:pt x="25813" y="0"/>
                        <a:pt x="0" y="25813"/>
                        <a:pt x="0" y="57593"/>
                      </a:cubicBezTo>
                      <a:cubicBezTo>
                        <a:pt x="59" y="89432"/>
                        <a:pt x="25813" y="115186"/>
                        <a:pt x="57593" y="115186"/>
                      </a:cubicBezTo>
                      <a:close/>
                    </a:path>
                  </a:pathLst>
                </a:custGeom>
                <a:grpFill/>
                <a:ln w="5907" cap="flat">
                  <a:solidFill>
                    <a:schemeClr val="bg1">
                      <a:lumMod val="95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spTree>
    <p:extLst>
      <p:ext uri="{BB962C8B-B14F-4D97-AF65-F5344CB8AC3E}">
        <p14:creationId xmlns:p14="http://schemas.microsoft.com/office/powerpoint/2010/main" val="3465013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7245" y="1265772"/>
            <a:ext cx="10252710" cy="459528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17245" y="6328834"/>
            <a:ext cx="10252710" cy="150846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17245" y="22035352"/>
            <a:ext cx="2674620" cy="1265767"/>
          </a:xfrm>
          <a:prstGeom prst="rect">
            <a:avLst/>
          </a:prstGeom>
        </p:spPr>
        <p:txBody>
          <a:bodyPr vert="horz" lIns="91440" tIns="45720" rIns="91440" bIns="45720" rtlCol="0" anchor="ctr"/>
          <a:lstStyle>
            <a:lvl1pPr algn="l">
              <a:defRPr sz="1560">
                <a:solidFill>
                  <a:schemeClr val="tx1">
                    <a:tint val="75000"/>
                  </a:schemeClr>
                </a:solidFill>
              </a:defRPr>
            </a:lvl1pPr>
          </a:lstStyle>
          <a:p>
            <a:fld id="{C764DE79-268F-4C1A-8933-263129D2AF90}" type="datetimeFigureOut">
              <a:rPr lang="en-US" smtClean="0"/>
              <a:t>3/15/2026</a:t>
            </a:fld>
            <a:endParaRPr lang="en-US" dirty="0"/>
          </a:p>
        </p:txBody>
      </p:sp>
      <p:sp>
        <p:nvSpPr>
          <p:cNvPr id="5" name="Footer Placeholder 4"/>
          <p:cNvSpPr>
            <a:spLocks noGrp="1"/>
          </p:cNvSpPr>
          <p:nvPr>
            <p:ph type="ftr" sz="quarter" idx="3"/>
          </p:nvPr>
        </p:nvSpPr>
        <p:spPr>
          <a:xfrm>
            <a:off x="3937635" y="22035352"/>
            <a:ext cx="4011930" cy="1265767"/>
          </a:xfrm>
          <a:prstGeom prst="rect">
            <a:avLst/>
          </a:prstGeom>
        </p:spPr>
        <p:txBody>
          <a:bodyPr vert="horz" lIns="91440" tIns="45720" rIns="91440" bIns="45720" rtlCol="0" anchor="ctr"/>
          <a:lstStyle>
            <a:lvl1pPr algn="ctr">
              <a:defRPr sz="156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395335" y="22035352"/>
            <a:ext cx="2674620" cy="1265767"/>
          </a:xfrm>
          <a:prstGeom prst="rect">
            <a:avLst/>
          </a:prstGeom>
        </p:spPr>
        <p:txBody>
          <a:bodyPr vert="horz" lIns="91440" tIns="45720" rIns="91440" bIns="45720" rtlCol="0" anchor="ctr"/>
          <a:lstStyle>
            <a:lvl1pPr algn="r">
              <a:defRPr sz="156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3296870684"/>
      </p:ext>
    </p:extLst>
  </p:cSld>
  <p:clrMap bg1="lt1" tx1="dk1" bg2="lt2" tx2="dk2" accent1="accent1" accent2="accent2" accent3="accent3" accent4="accent4" accent5="accent5" accent6="accent6" hlink="hlink" folHlink="folHlink"/>
  <p:sldLayoutIdLst>
    <p:sldLayoutId id="2147484114" r:id="rId1"/>
    <p:sldLayoutId id="2147484115" r:id="rId2"/>
    <p:sldLayoutId id="2147484116" r:id="rId3"/>
    <p:sldLayoutId id="2147484117" r:id="rId4"/>
    <p:sldLayoutId id="2147484118" r:id="rId5"/>
    <p:sldLayoutId id="2147484119" r:id="rId6"/>
    <p:sldLayoutId id="2147484120" r:id="rId7"/>
    <p:sldLayoutId id="2147484121" r:id="rId8"/>
    <p:sldLayoutId id="2147484122" r:id="rId9"/>
    <p:sldLayoutId id="2147484123" r:id="rId10"/>
    <p:sldLayoutId id="2147484124" r:id="rId11"/>
    <p:sldLayoutId id="2147484125" r:id="rId12"/>
  </p:sldLayoutIdLst>
  <p:txStyles>
    <p:titleStyle>
      <a:lvl1pPr algn="l" defTabSz="1188720" rtl="0" eaLnBrk="1" latinLnBrk="0" hangingPunct="1">
        <a:lnSpc>
          <a:spcPct val="90000"/>
        </a:lnSpc>
        <a:spcBef>
          <a:spcPct val="0"/>
        </a:spcBef>
        <a:buNone/>
        <a:defRPr sz="5720" kern="1200">
          <a:solidFill>
            <a:schemeClr val="tx1"/>
          </a:solidFill>
          <a:latin typeface="+mj-lt"/>
          <a:ea typeface="+mj-ea"/>
          <a:cs typeface="+mj-cs"/>
        </a:defRPr>
      </a:lvl1pPr>
    </p:titleStyle>
    <p:bodyStyle>
      <a:lvl1pPr marL="297180" indent="-297180" algn="l" defTabSz="1188720" rtl="0" eaLnBrk="1" latinLnBrk="0" hangingPunct="1">
        <a:lnSpc>
          <a:spcPct val="90000"/>
        </a:lnSpc>
        <a:spcBef>
          <a:spcPts val="1300"/>
        </a:spcBef>
        <a:buFont typeface="Arial" panose="020B0604020202020204" pitchFamily="34" charset="0"/>
        <a:buChar char="•"/>
        <a:defRPr sz="3640" kern="1200">
          <a:solidFill>
            <a:schemeClr val="tx1"/>
          </a:solidFill>
          <a:latin typeface="+mn-lt"/>
          <a:ea typeface="+mn-ea"/>
          <a:cs typeface="+mn-cs"/>
        </a:defRPr>
      </a:lvl1pPr>
      <a:lvl2pPr marL="891540" indent="-297180" algn="l" defTabSz="1188720" rtl="0" eaLnBrk="1" latinLnBrk="0" hangingPunct="1">
        <a:lnSpc>
          <a:spcPct val="90000"/>
        </a:lnSpc>
        <a:spcBef>
          <a:spcPts val="650"/>
        </a:spcBef>
        <a:buFont typeface="Arial" panose="020B0604020202020204" pitchFamily="34" charset="0"/>
        <a:buChar char="•"/>
        <a:defRPr sz="3120" kern="1200">
          <a:solidFill>
            <a:schemeClr val="tx1"/>
          </a:solidFill>
          <a:latin typeface="+mn-lt"/>
          <a:ea typeface="+mn-ea"/>
          <a:cs typeface="+mn-cs"/>
        </a:defRPr>
      </a:lvl2pPr>
      <a:lvl3pPr marL="1485900" indent="-297180" algn="l" defTabSz="1188720" rtl="0" eaLnBrk="1" latinLnBrk="0" hangingPunct="1">
        <a:lnSpc>
          <a:spcPct val="90000"/>
        </a:lnSpc>
        <a:spcBef>
          <a:spcPts val="650"/>
        </a:spcBef>
        <a:buFont typeface="Arial" panose="020B0604020202020204" pitchFamily="34" charset="0"/>
        <a:buChar char="•"/>
        <a:defRPr sz="2600" kern="1200">
          <a:solidFill>
            <a:schemeClr val="tx1"/>
          </a:solidFill>
          <a:latin typeface="+mn-lt"/>
          <a:ea typeface="+mn-ea"/>
          <a:cs typeface="+mn-cs"/>
        </a:defRPr>
      </a:lvl3pPr>
      <a:lvl4pPr marL="2080260" indent="-297180" algn="l" defTabSz="1188720"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4pPr>
      <a:lvl5pPr marL="2674620" indent="-297180" algn="l" defTabSz="1188720"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5pPr>
      <a:lvl6pPr marL="3268980" indent="-297180" algn="l" defTabSz="1188720"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6pPr>
      <a:lvl7pPr marL="3863340" indent="-297180" algn="l" defTabSz="1188720"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7pPr>
      <a:lvl8pPr marL="4457700" indent="-297180" algn="l" defTabSz="1188720"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8pPr>
      <a:lvl9pPr marL="5052060" indent="-297180" algn="l" defTabSz="1188720"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9pPr>
    </p:bodyStyle>
    <p:otherStyle>
      <a:defPPr>
        <a:defRPr lang="en-US"/>
      </a:defPPr>
      <a:lvl1pPr marL="0" algn="l" defTabSz="1188720" rtl="0" eaLnBrk="1" latinLnBrk="0" hangingPunct="1">
        <a:defRPr sz="2340" kern="1200">
          <a:solidFill>
            <a:schemeClr val="tx1"/>
          </a:solidFill>
          <a:latin typeface="+mn-lt"/>
          <a:ea typeface="+mn-ea"/>
          <a:cs typeface="+mn-cs"/>
        </a:defRPr>
      </a:lvl1pPr>
      <a:lvl2pPr marL="594360" algn="l" defTabSz="1188720" rtl="0" eaLnBrk="1" latinLnBrk="0" hangingPunct="1">
        <a:defRPr sz="2340" kern="1200">
          <a:solidFill>
            <a:schemeClr val="tx1"/>
          </a:solidFill>
          <a:latin typeface="+mn-lt"/>
          <a:ea typeface="+mn-ea"/>
          <a:cs typeface="+mn-cs"/>
        </a:defRPr>
      </a:lvl2pPr>
      <a:lvl3pPr marL="1188720" algn="l" defTabSz="1188720" rtl="0" eaLnBrk="1" latinLnBrk="0" hangingPunct="1">
        <a:defRPr sz="2340" kern="1200">
          <a:solidFill>
            <a:schemeClr val="tx1"/>
          </a:solidFill>
          <a:latin typeface="+mn-lt"/>
          <a:ea typeface="+mn-ea"/>
          <a:cs typeface="+mn-cs"/>
        </a:defRPr>
      </a:lvl3pPr>
      <a:lvl4pPr marL="1783080" algn="l" defTabSz="1188720" rtl="0" eaLnBrk="1" latinLnBrk="0" hangingPunct="1">
        <a:defRPr sz="2340" kern="1200">
          <a:solidFill>
            <a:schemeClr val="tx1"/>
          </a:solidFill>
          <a:latin typeface="+mn-lt"/>
          <a:ea typeface="+mn-ea"/>
          <a:cs typeface="+mn-cs"/>
        </a:defRPr>
      </a:lvl4pPr>
      <a:lvl5pPr marL="2377440" algn="l" defTabSz="1188720" rtl="0" eaLnBrk="1" latinLnBrk="0" hangingPunct="1">
        <a:defRPr sz="2340" kern="1200">
          <a:solidFill>
            <a:schemeClr val="tx1"/>
          </a:solidFill>
          <a:latin typeface="+mn-lt"/>
          <a:ea typeface="+mn-ea"/>
          <a:cs typeface="+mn-cs"/>
        </a:defRPr>
      </a:lvl5pPr>
      <a:lvl6pPr marL="2971800" algn="l" defTabSz="1188720" rtl="0" eaLnBrk="1" latinLnBrk="0" hangingPunct="1">
        <a:defRPr sz="2340" kern="1200">
          <a:solidFill>
            <a:schemeClr val="tx1"/>
          </a:solidFill>
          <a:latin typeface="+mn-lt"/>
          <a:ea typeface="+mn-ea"/>
          <a:cs typeface="+mn-cs"/>
        </a:defRPr>
      </a:lvl6pPr>
      <a:lvl7pPr marL="3566160" algn="l" defTabSz="1188720" rtl="0" eaLnBrk="1" latinLnBrk="0" hangingPunct="1">
        <a:defRPr sz="2340" kern="1200">
          <a:solidFill>
            <a:schemeClr val="tx1"/>
          </a:solidFill>
          <a:latin typeface="+mn-lt"/>
          <a:ea typeface="+mn-ea"/>
          <a:cs typeface="+mn-cs"/>
        </a:defRPr>
      </a:lvl7pPr>
      <a:lvl8pPr marL="4160520" algn="l" defTabSz="1188720" rtl="0" eaLnBrk="1" latinLnBrk="0" hangingPunct="1">
        <a:defRPr sz="2340" kern="1200">
          <a:solidFill>
            <a:schemeClr val="tx1"/>
          </a:solidFill>
          <a:latin typeface="+mn-lt"/>
          <a:ea typeface="+mn-ea"/>
          <a:cs typeface="+mn-cs"/>
        </a:defRPr>
      </a:lvl8pPr>
      <a:lvl9pPr marL="4754880" algn="l" defTabSz="1188720" rtl="0" eaLnBrk="1" latinLnBrk="0" hangingPunct="1">
        <a:defRPr sz="234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7245" y="1265772"/>
            <a:ext cx="10252710" cy="459528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17245" y="6328834"/>
            <a:ext cx="10252710" cy="150846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17245" y="22035353"/>
            <a:ext cx="2674620" cy="1265766"/>
          </a:xfrm>
          <a:prstGeom prst="rect">
            <a:avLst/>
          </a:prstGeom>
        </p:spPr>
        <p:txBody>
          <a:bodyPr vert="horz" lIns="91440" tIns="45720" rIns="91440" bIns="45720" rtlCol="0" anchor="ctr"/>
          <a:lstStyle>
            <a:lvl1pPr algn="l">
              <a:defRPr sz="1449">
                <a:solidFill>
                  <a:schemeClr val="tx1">
                    <a:tint val="75000"/>
                  </a:schemeClr>
                </a:solidFill>
              </a:defRPr>
            </a:lvl1pPr>
          </a:lstStyle>
          <a:p>
            <a:fld id="{C764DE79-268F-4C1A-8933-263129D2AF90}" type="datetimeFigureOut">
              <a:rPr lang="en-US" smtClean="0"/>
              <a:t>3/15/2026</a:t>
            </a:fld>
            <a:endParaRPr lang="en-US" dirty="0"/>
          </a:p>
        </p:txBody>
      </p:sp>
      <p:sp>
        <p:nvSpPr>
          <p:cNvPr id="5" name="Footer Placeholder 4"/>
          <p:cNvSpPr>
            <a:spLocks noGrp="1"/>
          </p:cNvSpPr>
          <p:nvPr>
            <p:ph type="ftr" sz="quarter" idx="3"/>
          </p:nvPr>
        </p:nvSpPr>
        <p:spPr>
          <a:xfrm>
            <a:off x="3937635" y="22035353"/>
            <a:ext cx="4011930" cy="1265766"/>
          </a:xfrm>
          <a:prstGeom prst="rect">
            <a:avLst/>
          </a:prstGeom>
        </p:spPr>
        <p:txBody>
          <a:bodyPr vert="horz" lIns="91440" tIns="45720" rIns="91440" bIns="45720" rtlCol="0" anchor="ctr"/>
          <a:lstStyle>
            <a:lvl1pPr algn="ctr">
              <a:defRPr sz="1449">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395335" y="22035353"/>
            <a:ext cx="2674620" cy="1265766"/>
          </a:xfrm>
          <a:prstGeom prst="rect">
            <a:avLst/>
          </a:prstGeom>
        </p:spPr>
        <p:txBody>
          <a:bodyPr vert="horz" lIns="91440" tIns="45720" rIns="91440" bIns="45720" rtlCol="0" anchor="ctr"/>
          <a:lstStyle>
            <a:lvl1pPr algn="r">
              <a:defRPr sz="1449">
                <a:solidFill>
                  <a:schemeClr val="tx1">
                    <a:tint val="75000"/>
                  </a:schemeClr>
                </a:solidFill>
              </a:defRPr>
            </a:lvl1pPr>
          </a:lstStyle>
          <a:p>
            <a:fld id="{48F63A3B-78C7-47BE-AE5E-E10140E04643}" type="slidenum">
              <a:rPr lang="en-US" smtClean="0"/>
              <a:t>‹#›</a:t>
            </a:fld>
            <a:endParaRPr lang="en-US" dirty="0"/>
          </a:p>
        </p:txBody>
      </p:sp>
      <p:grpSp>
        <p:nvGrpSpPr>
          <p:cNvPr id="7" name="Group 6">
            <a:extLst>
              <a:ext uri="{FF2B5EF4-FFF2-40B4-BE49-F238E27FC236}">
                <a16:creationId xmlns:a16="http://schemas.microsoft.com/office/drawing/2014/main" id="{DCEE9F74-6A60-C46B-087F-44D65A9285B0}"/>
              </a:ext>
            </a:extLst>
          </p:cNvPr>
          <p:cNvGrpSpPr/>
          <p:nvPr userDrawn="1"/>
        </p:nvGrpSpPr>
        <p:grpSpPr>
          <a:xfrm>
            <a:off x="811637" y="2000301"/>
            <a:ext cx="10232284" cy="1784004"/>
            <a:chOff x="824337" y="7216576"/>
            <a:chExt cx="10232284" cy="3636623"/>
          </a:xfrm>
        </p:grpSpPr>
        <p:grpSp>
          <p:nvGrpSpPr>
            <p:cNvPr id="8" name="Graphic 4773">
              <a:extLst>
                <a:ext uri="{FF2B5EF4-FFF2-40B4-BE49-F238E27FC236}">
                  <a16:creationId xmlns:a16="http://schemas.microsoft.com/office/drawing/2014/main" id="{AAECBA94-CA86-341A-6BF3-5F04CAEC3180}"/>
                </a:ext>
              </a:extLst>
            </p:cNvPr>
            <p:cNvGrpSpPr/>
            <p:nvPr userDrawn="1"/>
          </p:nvGrpSpPr>
          <p:grpSpPr>
            <a:xfrm>
              <a:off x="824337" y="7216576"/>
              <a:ext cx="4296304" cy="3636623"/>
              <a:chOff x="8624" y="1576512"/>
              <a:chExt cx="5170376" cy="3982601"/>
            </a:xfrm>
            <a:solidFill>
              <a:schemeClr val="bg1">
                <a:lumMod val="95000"/>
                <a:alpha val="76000"/>
              </a:schemeClr>
            </a:solidFill>
          </p:grpSpPr>
          <p:grpSp>
            <p:nvGrpSpPr>
              <p:cNvPr id="146" name="Graphic 4773">
                <a:extLst>
                  <a:ext uri="{FF2B5EF4-FFF2-40B4-BE49-F238E27FC236}">
                    <a16:creationId xmlns:a16="http://schemas.microsoft.com/office/drawing/2014/main" id="{402E51DC-1D4B-C88B-4FFD-767251497E98}"/>
                  </a:ext>
                </a:extLst>
              </p:cNvPr>
              <p:cNvGrpSpPr/>
              <p:nvPr/>
            </p:nvGrpSpPr>
            <p:grpSpPr>
              <a:xfrm>
                <a:off x="8624" y="1576512"/>
                <a:ext cx="5170376" cy="3982601"/>
                <a:chOff x="8624" y="1576512"/>
                <a:chExt cx="5170376" cy="3982601"/>
              </a:xfrm>
              <a:grpFill/>
            </p:grpSpPr>
            <p:sp>
              <p:nvSpPr>
                <p:cNvPr id="150" name="Freeform: Shape 149">
                  <a:extLst>
                    <a:ext uri="{FF2B5EF4-FFF2-40B4-BE49-F238E27FC236}">
                      <a16:creationId xmlns:a16="http://schemas.microsoft.com/office/drawing/2014/main" id="{AED8FE85-F049-1BB0-4CDF-E4FFDD110D09}"/>
                    </a:ext>
                  </a:extLst>
                </p:cNvPr>
                <p:cNvSpPr/>
                <p:nvPr/>
              </p:nvSpPr>
              <p:spPr>
                <a:xfrm>
                  <a:off x="1467647" y="2244945"/>
                  <a:ext cx="3526878" cy="437352"/>
                </a:xfrm>
                <a:custGeom>
                  <a:avLst/>
                  <a:gdLst>
                    <a:gd name="connsiteX0" fmla="*/ 2146182 w 3526878"/>
                    <a:gd name="connsiteY0" fmla="*/ 5907 h 437352"/>
                    <a:gd name="connsiteX1" fmla="*/ 1085407 w 3526878"/>
                    <a:gd name="connsiteY1" fmla="*/ 5907 h 437352"/>
                    <a:gd name="connsiteX2" fmla="*/ 967267 w 3526878"/>
                    <a:gd name="connsiteY2" fmla="*/ 124047 h 437352"/>
                    <a:gd name="connsiteX3" fmla="*/ 41467 w 3526878"/>
                    <a:gd name="connsiteY3" fmla="*/ 124047 h 437352"/>
                    <a:gd name="connsiteX4" fmla="*/ 20911 w 3526878"/>
                    <a:gd name="connsiteY4" fmla="*/ 142004 h 437352"/>
                    <a:gd name="connsiteX5" fmla="*/ 0 w 3526878"/>
                    <a:gd name="connsiteY5" fmla="*/ 121093 h 437352"/>
                    <a:gd name="connsiteX6" fmla="*/ 20911 w 3526878"/>
                    <a:gd name="connsiteY6" fmla="*/ 100182 h 437352"/>
                    <a:gd name="connsiteX7" fmla="*/ 41467 w 3526878"/>
                    <a:gd name="connsiteY7" fmla="*/ 118140 h 437352"/>
                    <a:gd name="connsiteX8" fmla="*/ 964787 w 3526878"/>
                    <a:gd name="connsiteY8" fmla="*/ 118140 h 437352"/>
                    <a:gd name="connsiteX9" fmla="*/ 1082926 w 3526878"/>
                    <a:gd name="connsiteY9" fmla="*/ 0 h 437352"/>
                    <a:gd name="connsiteX10" fmla="*/ 2148604 w 3526878"/>
                    <a:gd name="connsiteY10" fmla="*/ 0 h 437352"/>
                    <a:gd name="connsiteX11" fmla="*/ 2562092 w 3526878"/>
                    <a:gd name="connsiteY11" fmla="*/ 413488 h 437352"/>
                    <a:gd name="connsiteX12" fmla="*/ 3485412 w 3526878"/>
                    <a:gd name="connsiteY12" fmla="*/ 413488 h 437352"/>
                    <a:gd name="connsiteX13" fmla="*/ 3505968 w 3526878"/>
                    <a:gd name="connsiteY13" fmla="*/ 395531 h 437352"/>
                    <a:gd name="connsiteX14" fmla="*/ 3526879 w 3526878"/>
                    <a:gd name="connsiteY14" fmla="*/ 416442 h 437352"/>
                    <a:gd name="connsiteX15" fmla="*/ 3505968 w 3526878"/>
                    <a:gd name="connsiteY15" fmla="*/ 437353 h 437352"/>
                    <a:gd name="connsiteX16" fmla="*/ 3485412 w 3526878"/>
                    <a:gd name="connsiteY16" fmla="*/ 419395 h 437352"/>
                    <a:gd name="connsiteX17" fmla="*/ 2559670 w 3526878"/>
                    <a:gd name="connsiteY17" fmla="*/ 419395 h 437352"/>
                    <a:gd name="connsiteX18" fmla="*/ 2146182 w 3526878"/>
                    <a:gd name="connsiteY18" fmla="*/ 5907 h 437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526878" h="437352">
                      <a:moveTo>
                        <a:pt x="2146182" y="5907"/>
                      </a:moveTo>
                      <a:lnTo>
                        <a:pt x="1085407" y="5907"/>
                      </a:lnTo>
                      <a:lnTo>
                        <a:pt x="967267" y="124047"/>
                      </a:lnTo>
                      <a:lnTo>
                        <a:pt x="41467" y="124047"/>
                      </a:lnTo>
                      <a:cubicBezTo>
                        <a:pt x="40049" y="134148"/>
                        <a:pt x="31425" y="142004"/>
                        <a:pt x="20911" y="142004"/>
                      </a:cubicBezTo>
                      <a:cubicBezTo>
                        <a:pt x="9392" y="142004"/>
                        <a:pt x="0" y="132671"/>
                        <a:pt x="0" y="121093"/>
                      </a:cubicBezTo>
                      <a:cubicBezTo>
                        <a:pt x="0" y="109515"/>
                        <a:pt x="9333" y="100182"/>
                        <a:pt x="20911" y="100182"/>
                      </a:cubicBezTo>
                      <a:cubicBezTo>
                        <a:pt x="31425" y="100182"/>
                        <a:pt x="40049" y="107980"/>
                        <a:pt x="41467" y="118140"/>
                      </a:cubicBezTo>
                      <a:lnTo>
                        <a:pt x="964787" y="118140"/>
                      </a:lnTo>
                      <a:lnTo>
                        <a:pt x="1082926" y="0"/>
                      </a:lnTo>
                      <a:lnTo>
                        <a:pt x="2148604" y="0"/>
                      </a:lnTo>
                      <a:lnTo>
                        <a:pt x="2562092" y="413488"/>
                      </a:lnTo>
                      <a:lnTo>
                        <a:pt x="3485412" y="413488"/>
                      </a:lnTo>
                      <a:cubicBezTo>
                        <a:pt x="3486829" y="403388"/>
                        <a:pt x="3495454" y="395531"/>
                        <a:pt x="3505968" y="395531"/>
                      </a:cubicBezTo>
                      <a:cubicBezTo>
                        <a:pt x="3517487" y="395531"/>
                        <a:pt x="3526879" y="404864"/>
                        <a:pt x="3526879" y="416442"/>
                      </a:cubicBezTo>
                      <a:cubicBezTo>
                        <a:pt x="3526879" y="427961"/>
                        <a:pt x="3517546" y="437353"/>
                        <a:pt x="3505968" y="437353"/>
                      </a:cubicBezTo>
                      <a:cubicBezTo>
                        <a:pt x="3495454" y="437353"/>
                        <a:pt x="3486829" y="429555"/>
                        <a:pt x="3485412" y="419395"/>
                      </a:cubicBezTo>
                      <a:lnTo>
                        <a:pt x="2559670" y="419395"/>
                      </a:lnTo>
                      <a:lnTo>
                        <a:pt x="2146182"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1" name="Freeform: Shape 150">
                  <a:extLst>
                    <a:ext uri="{FF2B5EF4-FFF2-40B4-BE49-F238E27FC236}">
                      <a16:creationId xmlns:a16="http://schemas.microsoft.com/office/drawing/2014/main" id="{46030C78-7461-0BA7-F433-5D3C424E3AA4}"/>
                    </a:ext>
                  </a:extLst>
                </p:cNvPr>
                <p:cNvSpPr/>
                <p:nvPr/>
              </p:nvSpPr>
              <p:spPr>
                <a:xfrm>
                  <a:off x="1762996" y="3880942"/>
                  <a:ext cx="2640891" cy="1678172"/>
                </a:xfrm>
                <a:custGeom>
                  <a:avLst/>
                  <a:gdLst>
                    <a:gd name="connsiteX0" fmla="*/ 0 w 2640891"/>
                    <a:gd name="connsiteY0" fmla="*/ 670678 h 1678172"/>
                    <a:gd name="connsiteX1" fmla="*/ 20911 w 2640891"/>
                    <a:gd name="connsiteY1" fmla="*/ 691589 h 1678172"/>
                    <a:gd name="connsiteX2" fmla="*/ 41467 w 2640891"/>
                    <a:gd name="connsiteY2" fmla="*/ 673632 h 1678172"/>
                    <a:gd name="connsiteX3" fmla="*/ 1260136 w 2640891"/>
                    <a:gd name="connsiteY3" fmla="*/ 673632 h 1678172"/>
                    <a:gd name="connsiteX4" fmla="*/ 1857921 w 2640891"/>
                    <a:gd name="connsiteY4" fmla="*/ 1271418 h 1678172"/>
                    <a:gd name="connsiteX5" fmla="*/ 1789696 w 2640891"/>
                    <a:gd name="connsiteY5" fmla="*/ 1438585 h 1678172"/>
                    <a:gd name="connsiteX6" fmla="*/ 2029283 w 2640891"/>
                    <a:gd name="connsiteY6" fmla="*/ 1678172 h 1678172"/>
                    <a:gd name="connsiteX7" fmla="*/ 2268870 w 2640891"/>
                    <a:gd name="connsiteY7" fmla="*/ 1438585 h 1678172"/>
                    <a:gd name="connsiteX8" fmla="*/ 2032236 w 2640891"/>
                    <a:gd name="connsiteY8" fmla="*/ 1199116 h 1678172"/>
                    <a:gd name="connsiteX9" fmla="*/ 2032236 w 2640891"/>
                    <a:gd name="connsiteY9" fmla="*/ 23864 h 1678172"/>
                    <a:gd name="connsiteX10" fmla="*/ 2599424 w 2640891"/>
                    <a:gd name="connsiteY10" fmla="*/ 23864 h 1678172"/>
                    <a:gd name="connsiteX11" fmla="*/ 2619981 w 2640891"/>
                    <a:gd name="connsiteY11" fmla="*/ 41822 h 1678172"/>
                    <a:gd name="connsiteX12" fmla="*/ 2640891 w 2640891"/>
                    <a:gd name="connsiteY12" fmla="*/ 20911 h 1678172"/>
                    <a:gd name="connsiteX13" fmla="*/ 2619981 w 2640891"/>
                    <a:gd name="connsiteY13" fmla="*/ 0 h 1678172"/>
                    <a:gd name="connsiteX14" fmla="*/ 2599424 w 2640891"/>
                    <a:gd name="connsiteY14" fmla="*/ 17957 h 1678172"/>
                    <a:gd name="connsiteX15" fmla="*/ 2026329 w 2640891"/>
                    <a:gd name="connsiteY15" fmla="*/ 17957 h 1678172"/>
                    <a:gd name="connsiteX16" fmla="*/ 2026329 w 2640891"/>
                    <a:gd name="connsiteY16" fmla="*/ 1199116 h 1678172"/>
                    <a:gd name="connsiteX17" fmla="*/ 1862116 w 2640891"/>
                    <a:gd name="connsiteY17" fmla="*/ 1267283 h 1678172"/>
                    <a:gd name="connsiteX18" fmla="*/ 1262617 w 2640891"/>
                    <a:gd name="connsiteY18" fmla="*/ 667725 h 1678172"/>
                    <a:gd name="connsiteX19" fmla="*/ 41467 w 2640891"/>
                    <a:gd name="connsiteY19" fmla="*/ 667725 h 1678172"/>
                    <a:gd name="connsiteX20" fmla="*/ 20911 w 2640891"/>
                    <a:gd name="connsiteY20" fmla="*/ 649768 h 1678172"/>
                    <a:gd name="connsiteX21" fmla="*/ 0 w 2640891"/>
                    <a:gd name="connsiteY21" fmla="*/ 670678 h 1678172"/>
                    <a:gd name="connsiteX22" fmla="*/ 2026329 w 2640891"/>
                    <a:gd name="connsiteY22" fmla="*/ 1379456 h 1678172"/>
                    <a:gd name="connsiteX23" fmla="*/ 1989529 w 2640891"/>
                    <a:gd name="connsiteY23" fmla="*/ 1394696 h 1678172"/>
                    <a:gd name="connsiteX24" fmla="*/ 1866250 w 2640891"/>
                    <a:gd name="connsiteY24" fmla="*/ 1271418 h 1678172"/>
                    <a:gd name="connsiteX25" fmla="*/ 2026329 w 2640891"/>
                    <a:gd name="connsiteY25" fmla="*/ 1205023 h 1678172"/>
                    <a:gd name="connsiteX26" fmla="*/ 2026329 w 2640891"/>
                    <a:gd name="connsiteY26" fmla="*/ 1379456 h 1678172"/>
                    <a:gd name="connsiteX27" fmla="*/ 1862116 w 2640891"/>
                    <a:gd name="connsiteY27" fmla="*/ 1275612 h 1678172"/>
                    <a:gd name="connsiteX28" fmla="*/ 1985394 w 2640891"/>
                    <a:gd name="connsiteY28" fmla="*/ 1398890 h 1678172"/>
                    <a:gd name="connsiteX29" fmla="*/ 1970036 w 2640891"/>
                    <a:gd name="connsiteY29" fmla="*/ 1438644 h 1678172"/>
                    <a:gd name="connsiteX30" fmla="*/ 2029283 w 2640891"/>
                    <a:gd name="connsiteY30" fmla="*/ 1497891 h 1678172"/>
                    <a:gd name="connsiteX31" fmla="*/ 2088530 w 2640891"/>
                    <a:gd name="connsiteY31" fmla="*/ 1438644 h 1678172"/>
                    <a:gd name="connsiteX32" fmla="*/ 2032236 w 2640891"/>
                    <a:gd name="connsiteY32" fmla="*/ 1379515 h 1678172"/>
                    <a:gd name="connsiteX33" fmla="*/ 2032236 w 2640891"/>
                    <a:gd name="connsiteY33" fmla="*/ 1205023 h 1678172"/>
                    <a:gd name="connsiteX34" fmla="*/ 2262963 w 2640891"/>
                    <a:gd name="connsiteY34" fmla="*/ 1438585 h 1678172"/>
                    <a:gd name="connsiteX35" fmla="*/ 2029283 w 2640891"/>
                    <a:gd name="connsiteY35" fmla="*/ 1672265 h 1678172"/>
                    <a:gd name="connsiteX36" fmla="*/ 1795603 w 2640891"/>
                    <a:gd name="connsiteY36" fmla="*/ 1438585 h 1678172"/>
                    <a:gd name="connsiteX37" fmla="*/ 1862116 w 2640891"/>
                    <a:gd name="connsiteY37" fmla="*/ 1275612 h 16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640891" h="1678172">
                      <a:moveTo>
                        <a:pt x="0" y="670678"/>
                      </a:moveTo>
                      <a:cubicBezTo>
                        <a:pt x="0" y="682197"/>
                        <a:pt x="9333" y="691589"/>
                        <a:pt x="20911" y="691589"/>
                      </a:cubicBezTo>
                      <a:cubicBezTo>
                        <a:pt x="31425" y="691589"/>
                        <a:pt x="40049" y="683792"/>
                        <a:pt x="41467" y="673632"/>
                      </a:cubicBezTo>
                      <a:lnTo>
                        <a:pt x="1260136" y="673632"/>
                      </a:lnTo>
                      <a:lnTo>
                        <a:pt x="1857921" y="1271418"/>
                      </a:lnTo>
                      <a:cubicBezTo>
                        <a:pt x="1815746" y="1314598"/>
                        <a:pt x="1789696" y="1373608"/>
                        <a:pt x="1789696" y="1438585"/>
                      </a:cubicBezTo>
                      <a:cubicBezTo>
                        <a:pt x="1789696" y="1570665"/>
                        <a:pt x="1897144" y="1678172"/>
                        <a:pt x="2029283" y="1678172"/>
                      </a:cubicBezTo>
                      <a:cubicBezTo>
                        <a:pt x="2161363" y="1678172"/>
                        <a:pt x="2268870" y="1570724"/>
                        <a:pt x="2268870" y="1438585"/>
                      </a:cubicBezTo>
                      <a:cubicBezTo>
                        <a:pt x="2268870" y="1307450"/>
                        <a:pt x="2163017" y="1200711"/>
                        <a:pt x="2032236" y="1199116"/>
                      </a:cubicBezTo>
                      <a:lnTo>
                        <a:pt x="2032236" y="23864"/>
                      </a:lnTo>
                      <a:lnTo>
                        <a:pt x="2599424" y="23864"/>
                      </a:lnTo>
                      <a:cubicBezTo>
                        <a:pt x="2600842" y="33965"/>
                        <a:pt x="2609466" y="41822"/>
                        <a:pt x="2619981" y="41822"/>
                      </a:cubicBezTo>
                      <a:cubicBezTo>
                        <a:pt x="2631499" y="41822"/>
                        <a:pt x="2640891" y="32488"/>
                        <a:pt x="2640891" y="20911"/>
                      </a:cubicBezTo>
                      <a:cubicBezTo>
                        <a:pt x="2640891" y="9392"/>
                        <a:pt x="2631558" y="0"/>
                        <a:pt x="2619981" y="0"/>
                      </a:cubicBezTo>
                      <a:cubicBezTo>
                        <a:pt x="2609466" y="0"/>
                        <a:pt x="2600842" y="7797"/>
                        <a:pt x="2599424" y="17957"/>
                      </a:cubicBezTo>
                      <a:lnTo>
                        <a:pt x="2026329" y="17957"/>
                      </a:lnTo>
                      <a:lnTo>
                        <a:pt x="2026329" y="1199116"/>
                      </a:lnTo>
                      <a:cubicBezTo>
                        <a:pt x="1962534" y="1199884"/>
                        <a:pt x="1904646" y="1225757"/>
                        <a:pt x="1862116" y="1267283"/>
                      </a:cubicBezTo>
                      <a:lnTo>
                        <a:pt x="1262617" y="667725"/>
                      </a:lnTo>
                      <a:lnTo>
                        <a:pt x="41467" y="667725"/>
                      </a:lnTo>
                      <a:cubicBezTo>
                        <a:pt x="40049" y="657624"/>
                        <a:pt x="31425" y="649768"/>
                        <a:pt x="20911" y="649768"/>
                      </a:cubicBezTo>
                      <a:cubicBezTo>
                        <a:pt x="9333" y="649827"/>
                        <a:pt x="0" y="659159"/>
                        <a:pt x="0" y="670678"/>
                      </a:cubicBezTo>
                      <a:close/>
                      <a:moveTo>
                        <a:pt x="2026329" y="1379456"/>
                      </a:moveTo>
                      <a:cubicBezTo>
                        <a:pt x="2012212" y="1380165"/>
                        <a:pt x="1999394" y="1385777"/>
                        <a:pt x="1989529" y="1394696"/>
                      </a:cubicBezTo>
                      <a:lnTo>
                        <a:pt x="1866250" y="1271418"/>
                      </a:lnTo>
                      <a:cubicBezTo>
                        <a:pt x="1907717" y="1230955"/>
                        <a:pt x="1964129" y="1205791"/>
                        <a:pt x="2026329" y="1205023"/>
                      </a:cubicBezTo>
                      <a:lnTo>
                        <a:pt x="2026329" y="1379456"/>
                      </a:lnTo>
                      <a:close/>
                      <a:moveTo>
                        <a:pt x="1862116" y="1275612"/>
                      </a:moveTo>
                      <a:lnTo>
                        <a:pt x="1985394" y="1398890"/>
                      </a:lnTo>
                      <a:cubicBezTo>
                        <a:pt x="1975884" y="1409405"/>
                        <a:pt x="1970036" y="1423286"/>
                        <a:pt x="1970036" y="1438644"/>
                      </a:cubicBezTo>
                      <a:cubicBezTo>
                        <a:pt x="1970036" y="1471369"/>
                        <a:pt x="1996558" y="1497891"/>
                        <a:pt x="2029283" y="1497891"/>
                      </a:cubicBezTo>
                      <a:cubicBezTo>
                        <a:pt x="2062007" y="1497891"/>
                        <a:pt x="2088530" y="1471369"/>
                        <a:pt x="2088530" y="1438644"/>
                      </a:cubicBezTo>
                      <a:cubicBezTo>
                        <a:pt x="2088530" y="1406865"/>
                        <a:pt x="2063602" y="1381051"/>
                        <a:pt x="2032236" y="1379515"/>
                      </a:cubicBezTo>
                      <a:lnTo>
                        <a:pt x="2032236" y="1205023"/>
                      </a:lnTo>
                      <a:cubicBezTo>
                        <a:pt x="2159709" y="1206618"/>
                        <a:pt x="2262963" y="1310758"/>
                        <a:pt x="2262963" y="1438585"/>
                      </a:cubicBezTo>
                      <a:cubicBezTo>
                        <a:pt x="2262963" y="1567416"/>
                        <a:pt x="2158114" y="1672265"/>
                        <a:pt x="2029283" y="1672265"/>
                      </a:cubicBezTo>
                      <a:cubicBezTo>
                        <a:pt x="1900452" y="1672265"/>
                        <a:pt x="1795603" y="1567416"/>
                        <a:pt x="1795603" y="1438585"/>
                      </a:cubicBezTo>
                      <a:cubicBezTo>
                        <a:pt x="1795603" y="1375262"/>
                        <a:pt x="1821003" y="1317729"/>
                        <a:pt x="1862116" y="1275612"/>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2" name="Freeform: Shape 151">
                  <a:extLst>
                    <a:ext uri="{FF2B5EF4-FFF2-40B4-BE49-F238E27FC236}">
                      <a16:creationId xmlns:a16="http://schemas.microsoft.com/office/drawing/2014/main" id="{9A460EA6-A6E1-73B7-CB43-9356568722F5}"/>
                    </a:ext>
                  </a:extLst>
                </p:cNvPr>
                <p:cNvSpPr/>
                <p:nvPr/>
              </p:nvSpPr>
              <p:spPr>
                <a:xfrm>
                  <a:off x="345321" y="4176350"/>
                  <a:ext cx="2877111" cy="201073"/>
                </a:xfrm>
                <a:custGeom>
                  <a:avLst/>
                  <a:gdLst>
                    <a:gd name="connsiteX0" fmla="*/ 20911 w 2877111"/>
                    <a:gd name="connsiteY0" fmla="*/ 0 h 201073"/>
                    <a:gd name="connsiteX1" fmla="*/ 41467 w 2877111"/>
                    <a:gd name="connsiteY1" fmla="*/ 17957 h 201073"/>
                    <a:gd name="connsiteX2" fmla="*/ 849069 w 2877111"/>
                    <a:gd name="connsiteY2" fmla="*/ 17957 h 201073"/>
                    <a:gd name="connsiteX3" fmla="*/ 1026278 w 2877111"/>
                    <a:gd name="connsiteY3" fmla="*/ 195166 h 201073"/>
                    <a:gd name="connsiteX4" fmla="*/ 1438585 w 2877111"/>
                    <a:gd name="connsiteY4" fmla="*/ 195166 h 201073"/>
                    <a:gd name="connsiteX5" fmla="*/ 1850833 w 2877111"/>
                    <a:gd name="connsiteY5" fmla="*/ 195166 h 201073"/>
                    <a:gd name="connsiteX6" fmla="*/ 2028042 w 2877111"/>
                    <a:gd name="connsiteY6" fmla="*/ 17957 h 201073"/>
                    <a:gd name="connsiteX7" fmla="*/ 2835644 w 2877111"/>
                    <a:gd name="connsiteY7" fmla="*/ 17957 h 201073"/>
                    <a:gd name="connsiteX8" fmla="*/ 2856201 w 2877111"/>
                    <a:gd name="connsiteY8" fmla="*/ 0 h 201073"/>
                    <a:gd name="connsiteX9" fmla="*/ 2877111 w 2877111"/>
                    <a:gd name="connsiteY9" fmla="*/ 20911 h 201073"/>
                    <a:gd name="connsiteX10" fmla="*/ 2856201 w 2877111"/>
                    <a:gd name="connsiteY10" fmla="*/ 41821 h 201073"/>
                    <a:gd name="connsiteX11" fmla="*/ 2835644 w 2877111"/>
                    <a:gd name="connsiteY11" fmla="*/ 23864 h 201073"/>
                    <a:gd name="connsiteX12" fmla="*/ 2030523 w 2877111"/>
                    <a:gd name="connsiteY12" fmla="*/ 23864 h 201073"/>
                    <a:gd name="connsiteX13" fmla="*/ 1853314 w 2877111"/>
                    <a:gd name="connsiteY13" fmla="*/ 201073 h 201073"/>
                    <a:gd name="connsiteX14" fmla="*/ 1438585 w 2877111"/>
                    <a:gd name="connsiteY14" fmla="*/ 201073 h 201073"/>
                    <a:gd name="connsiteX15" fmla="*/ 1023856 w 2877111"/>
                    <a:gd name="connsiteY15" fmla="*/ 201073 h 201073"/>
                    <a:gd name="connsiteX16" fmla="*/ 846647 w 2877111"/>
                    <a:gd name="connsiteY16" fmla="*/ 23864 h 201073"/>
                    <a:gd name="connsiteX17" fmla="*/ 41467 w 2877111"/>
                    <a:gd name="connsiteY17" fmla="*/ 23864 h 201073"/>
                    <a:gd name="connsiteX18" fmla="*/ 20911 w 2877111"/>
                    <a:gd name="connsiteY18" fmla="*/ 41821 h 201073"/>
                    <a:gd name="connsiteX19" fmla="*/ 0 w 2877111"/>
                    <a:gd name="connsiteY19" fmla="*/ 20911 h 201073"/>
                    <a:gd name="connsiteX20" fmla="*/ 20911 w 2877111"/>
                    <a:gd name="connsiteY20" fmla="*/ 0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877111" h="201073">
                      <a:moveTo>
                        <a:pt x="20911" y="0"/>
                      </a:moveTo>
                      <a:cubicBezTo>
                        <a:pt x="31425" y="0"/>
                        <a:pt x="40049" y="7797"/>
                        <a:pt x="41467" y="17957"/>
                      </a:cubicBezTo>
                      <a:lnTo>
                        <a:pt x="849069" y="17957"/>
                      </a:lnTo>
                      <a:lnTo>
                        <a:pt x="1026278" y="195166"/>
                      </a:lnTo>
                      <a:lnTo>
                        <a:pt x="1438585" y="195166"/>
                      </a:lnTo>
                      <a:lnTo>
                        <a:pt x="1850833" y="195166"/>
                      </a:lnTo>
                      <a:lnTo>
                        <a:pt x="2028042" y="17957"/>
                      </a:lnTo>
                      <a:lnTo>
                        <a:pt x="2835644" y="17957"/>
                      </a:lnTo>
                      <a:cubicBezTo>
                        <a:pt x="2837062" y="7856"/>
                        <a:pt x="2845686" y="0"/>
                        <a:pt x="2856201" y="0"/>
                      </a:cubicBezTo>
                      <a:cubicBezTo>
                        <a:pt x="2867719" y="0"/>
                        <a:pt x="2877111" y="9333"/>
                        <a:pt x="2877111" y="20911"/>
                      </a:cubicBezTo>
                      <a:cubicBezTo>
                        <a:pt x="2877111" y="32429"/>
                        <a:pt x="2867778" y="41821"/>
                        <a:pt x="2856201" y="41821"/>
                      </a:cubicBezTo>
                      <a:cubicBezTo>
                        <a:pt x="2845686" y="41821"/>
                        <a:pt x="2837062" y="34024"/>
                        <a:pt x="2835644" y="23864"/>
                      </a:cubicBezTo>
                      <a:lnTo>
                        <a:pt x="2030523" y="23864"/>
                      </a:lnTo>
                      <a:lnTo>
                        <a:pt x="1853314" y="201073"/>
                      </a:lnTo>
                      <a:lnTo>
                        <a:pt x="1438585" y="201073"/>
                      </a:lnTo>
                      <a:lnTo>
                        <a:pt x="1023856" y="201073"/>
                      </a:lnTo>
                      <a:lnTo>
                        <a:pt x="846647" y="23864"/>
                      </a:lnTo>
                      <a:lnTo>
                        <a:pt x="41467" y="23864"/>
                      </a:lnTo>
                      <a:cubicBezTo>
                        <a:pt x="40049" y="33965"/>
                        <a:pt x="31425" y="41821"/>
                        <a:pt x="20911" y="41821"/>
                      </a:cubicBezTo>
                      <a:cubicBezTo>
                        <a:pt x="9392" y="41821"/>
                        <a:pt x="0" y="32488"/>
                        <a:pt x="0" y="20911"/>
                      </a:cubicBezTo>
                      <a:cubicBezTo>
                        <a:pt x="0" y="9333"/>
                        <a:pt x="9333" y="0"/>
                        <a:pt x="20911" y="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3" name="Freeform: Shape 152">
                  <a:extLst>
                    <a:ext uri="{FF2B5EF4-FFF2-40B4-BE49-F238E27FC236}">
                      <a16:creationId xmlns:a16="http://schemas.microsoft.com/office/drawing/2014/main" id="{97BA0645-6671-73AA-7C5B-DEB8B2E1B3A0}"/>
                    </a:ext>
                  </a:extLst>
                </p:cNvPr>
                <p:cNvSpPr/>
                <p:nvPr/>
              </p:nvSpPr>
              <p:spPr>
                <a:xfrm>
                  <a:off x="8624" y="2522337"/>
                  <a:ext cx="4749622" cy="1737182"/>
                </a:xfrm>
                <a:custGeom>
                  <a:avLst/>
                  <a:gdLst>
                    <a:gd name="connsiteX0" fmla="*/ 0 w 4749622"/>
                    <a:gd name="connsiteY0" fmla="*/ 552539 h 1737182"/>
                    <a:gd name="connsiteX1" fmla="*/ 20911 w 4749622"/>
                    <a:gd name="connsiteY1" fmla="*/ 573449 h 1737182"/>
                    <a:gd name="connsiteX2" fmla="*/ 41467 w 4749622"/>
                    <a:gd name="connsiteY2" fmla="*/ 555492 h 1737182"/>
                    <a:gd name="connsiteX3" fmla="*/ 1185767 w 4749622"/>
                    <a:gd name="connsiteY3" fmla="*/ 555492 h 1737182"/>
                    <a:gd name="connsiteX4" fmla="*/ 1362976 w 4749622"/>
                    <a:gd name="connsiteY4" fmla="*/ 378283 h 1737182"/>
                    <a:gd name="connsiteX5" fmla="*/ 1716863 w 4749622"/>
                    <a:gd name="connsiteY5" fmla="*/ 378283 h 1737182"/>
                    <a:gd name="connsiteX6" fmla="*/ 1772270 w 4749622"/>
                    <a:gd name="connsiteY6" fmla="*/ 433690 h 1737182"/>
                    <a:gd name="connsiteX7" fmla="*/ 1772270 w 4749622"/>
                    <a:gd name="connsiteY7" fmla="*/ 1258127 h 1737182"/>
                    <a:gd name="connsiteX8" fmla="*/ 1535637 w 4749622"/>
                    <a:gd name="connsiteY8" fmla="*/ 1497596 h 1737182"/>
                    <a:gd name="connsiteX9" fmla="*/ 1775224 w 4749622"/>
                    <a:gd name="connsiteY9" fmla="*/ 1737183 h 1737182"/>
                    <a:gd name="connsiteX10" fmla="*/ 2014811 w 4749622"/>
                    <a:gd name="connsiteY10" fmla="*/ 1497596 h 1737182"/>
                    <a:gd name="connsiteX11" fmla="*/ 1946585 w 4749622"/>
                    <a:gd name="connsiteY11" fmla="*/ 1330428 h 1737182"/>
                    <a:gd name="connsiteX12" fmla="*/ 2367162 w 4749622"/>
                    <a:gd name="connsiteY12" fmla="*/ 909852 h 1737182"/>
                    <a:gd name="connsiteX13" fmla="*/ 3664275 w 4749622"/>
                    <a:gd name="connsiteY13" fmla="*/ 909852 h 1737182"/>
                    <a:gd name="connsiteX14" fmla="*/ 3959624 w 4749622"/>
                    <a:gd name="connsiteY14" fmla="*/ 1205200 h 1737182"/>
                    <a:gd name="connsiteX15" fmla="*/ 4708156 w 4749622"/>
                    <a:gd name="connsiteY15" fmla="*/ 1205200 h 1737182"/>
                    <a:gd name="connsiteX16" fmla="*/ 4728712 w 4749622"/>
                    <a:gd name="connsiteY16" fmla="*/ 1223158 h 1737182"/>
                    <a:gd name="connsiteX17" fmla="*/ 4749623 w 4749622"/>
                    <a:gd name="connsiteY17" fmla="*/ 1202247 h 1737182"/>
                    <a:gd name="connsiteX18" fmla="*/ 4728712 w 4749622"/>
                    <a:gd name="connsiteY18" fmla="*/ 1181336 h 1737182"/>
                    <a:gd name="connsiteX19" fmla="*/ 4708156 w 4749622"/>
                    <a:gd name="connsiteY19" fmla="*/ 1199293 h 1737182"/>
                    <a:gd name="connsiteX20" fmla="*/ 3962105 w 4749622"/>
                    <a:gd name="connsiteY20" fmla="*/ 1199293 h 1737182"/>
                    <a:gd name="connsiteX21" fmla="*/ 3666756 w 4749622"/>
                    <a:gd name="connsiteY21" fmla="*/ 903945 h 1737182"/>
                    <a:gd name="connsiteX22" fmla="*/ 2364740 w 4749622"/>
                    <a:gd name="connsiteY22" fmla="*/ 903945 h 1737182"/>
                    <a:gd name="connsiteX23" fmla="*/ 1942450 w 4749622"/>
                    <a:gd name="connsiteY23" fmla="*/ 1326235 h 1737182"/>
                    <a:gd name="connsiteX24" fmla="*/ 1778236 w 4749622"/>
                    <a:gd name="connsiteY24" fmla="*/ 1258068 h 1737182"/>
                    <a:gd name="connsiteX25" fmla="*/ 1778236 w 4749622"/>
                    <a:gd name="connsiteY25" fmla="*/ 433690 h 1737182"/>
                    <a:gd name="connsiteX26" fmla="*/ 1833644 w 4749622"/>
                    <a:gd name="connsiteY26" fmla="*/ 378283 h 1737182"/>
                    <a:gd name="connsiteX27" fmla="*/ 2719159 w 4749622"/>
                    <a:gd name="connsiteY27" fmla="*/ 378283 h 1737182"/>
                    <a:gd name="connsiteX28" fmla="*/ 2955438 w 4749622"/>
                    <a:gd name="connsiteY28" fmla="*/ 614562 h 1737182"/>
                    <a:gd name="connsiteX29" fmla="*/ 4058389 w 4749622"/>
                    <a:gd name="connsiteY29" fmla="*/ 614562 h 1737182"/>
                    <a:gd name="connsiteX30" fmla="*/ 4078945 w 4749622"/>
                    <a:gd name="connsiteY30" fmla="*/ 632519 h 1737182"/>
                    <a:gd name="connsiteX31" fmla="*/ 4099856 w 4749622"/>
                    <a:gd name="connsiteY31" fmla="*/ 611608 h 1737182"/>
                    <a:gd name="connsiteX32" fmla="*/ 4078945 w 4749622"/>
                    <a:gd name="connsiteY32" fmla="*/ 590698 h 1737182"/>
                    <a:gd name="connsiteX33" fmla="*/ 4058389 w 4749622"/>
                    <a:gd name="connsiteY33" fmla="*/ 608655 h 1737182"/>
                    <a:gd name="connsiteX34" fmla="*/ 2957919 w 4749622"/>
                    <a:gd name="connsiteY34" fmla="*/ 608655 h 1737182"/>
                    <a:gd name="connsiteX35" fmla="*/ 2721640 w 4749622"/>
                    <a:gd name="connsiteY35" fmla="*/ 372376 h 1737182"/>
                    <a:gd name="connsiteX36" fmla="*/ 1833644 w 4749622"/>
                    <a:gd name="connsiteY36" fmla="*/ 372376 h 1737182"/>
                    <a:gd name="connsiteX37" fmla="*/ 1778236 w 4749622"/>
                    <a:gd name="connsiteY37" fmla="*/ 316968 h 1737182"/>
                    <a:gd name="connsiteX38" fmla="*/ 1778236 w 4749622"/>
                    <a:gd name="connsiteY38" fmla="*/ 17957 h 1737182"/>
                    <a:gd name="connsiteX39" fmla="*/ 909793 w 4749622"/>
                    <a:gd name="connsiteY39" fmla="*/ 17957 h 1737182"/>
                    <a:gd name="connsiteX40" fmla="*/ 889236 w 4749622"/>
                    <a:gd name="connsiteY40" fmla="*/ 0 h 1737182"/>
                    <a:gd name="connsiteX41" fmla="*/ 868326 w 4749622"/>
                    <a:gd name="connsiteY41" fmla="*/ 20911 h 1737182"/>
                    <a:gd name="connsiteX42" fmla="*/ 889236 w 4749622"/>
                    <a:gd name="connsiteY42" fmla="*/ 41821 h 1737182"/>
                    <a:gd name="connsiteX43" fmla="*/ 909793 w 4749622"/>
                    <a:gd name="connsiteY43" fmla="*/ 23864 h 1737182"/>
                    <a:gd name="connsiteX44" fmla="*/ 1772329 w 4749622"/>
                    <a:gd name="connsiteY44" fmla="*/ 23864 h 1737182"/>
                    <a:gd name="connsiteX45" fmla="*/ 1772329 w 4749622"/>
                    <a:gd name="connsiteY45" fmla="*/ 316968 h 1737182"/>
                    <a:gd name="connsiteX46" fmla="*/ 1716922 w 4749622"/>
                    <a:gd name="connsiteY46" fmla="*/ 372376 h 1737182"/>
                    <a:gd name="connsiteX47" fmla="*/ 1360613 w 4749622"/>
                    <a:gd name="connsiteY47" fmla="*/ 372376 h 1737182"/>
                    <a:gd name="connsiteX48" fmla="*/ 1183404 w 4749622"/>
                    <a:gd name="connsiteY48" fmla="*/ 549585 h 1737182"/>
                    <a:gd name="connsiteX49" fmla="*/ 41467 w 4749622"/>
                    <a:gd name="connsiteY49" fmla="*/ 549585 h 1737182"/>
                    <a:gd name="connsiteX50" fmla="*/ 20911 w 4749622"/>
                    <a:gd name="connsiteY50" fmla="*/ 531628 h 1737182"/>
                    <a:gd name="connsiteX51" fmla="*/ 0 w 4749622"/>
                    <a:gd name="connsiteY51" fmla="*/ 552539 h 1737182"/>
                    <a:gd name="connsiteX52" fmla="*/ 1938256 w 4749622"/>
                    <a:gd name="connsiteY52" fmla="*/ 1330488 h 1737182"/>
                    <a:gd name="connsiteX53" fmla="*/ 1814623 w 4749622"/>
                    <a:gd name="connsiteY53" fmla="*/ 1454120 h 1737182"/>
                    <a:gd name="connsiteX54" fmla="*/ 1778177 w 4749622"/>
                    <a:gd name="connsiteY54" fmla="*/ 1439058 h 1737182"/>
                    <a:gd name="connsiteX55" fmla="*/ 1778177 w 4749622"/>
                    <a:gd name="connsiteY55" fmla="*/ 1264093 h 1737182"/>
                    <a:gd name="connsiteX56" fmla="*/ 1938256 w 4749622"/>
                    <a:gd name="connsiteY56" fmla="*/ 1330488 h 1737182"/>
                    <a:gd name="connsiteX57" fmla="*/ 1772329 w 4749622"/>
                    <a:gd name="connsiteY57" fmla="*/ 1264093 h 1737182"/>
                    <a:gd name="connsiteX58" fmla="*/ 1772329 w 4749622"/>
                    <a:gd name="connsiteY58" fmla="*/ 1439058 h 1737182"/>
                    <a:gd name="connsiteX59" fmla="*/ 1716508 w 4749622"/>
                    <a:gd name="connsiteY59" fmla="*/ 1497714 h 1737182"/>
                    <a:gd name="connsiteX60" fmla="*/ 1775283 w 4749622"/>
                    <a:gd name="connsiteY60" fmla="*/ 1556489 h 1737182"/>
                    <a:gd name="connsiteX61" fmla="*/ 1834057 w 4749622"/>
                    <a:gd name="connsiteY61" fmla="*/ 1497714 h 1737182"/>
                    <a:gd name="connsiteX62" fmla="*/ 1818817 w 4749622"/>
                    <a:gd name="connsiteY62" fmla="*/ 1458315 h 1737182"/>
                    <a:gd name="connsiteX63" fmla="*/ 1942450 w 4749622"/>
                    <a:gd name="connsiteY63" fmla="*/ 1334682 h 1737182"/>
                    <a:gd name="connsiteX64" fmla="*/ 2008904 w 4749622"/>
                    <a:gd name="connsiteY64" fmla="*/ 1497714 h 1737182"/>
                    <a:gd name="connsiteX65" fmla="*/ 1775224 w 4749622"/>
                    <a:gd name="connsiteY65" fmla="*/ 1731394 h 1737182"/>
                    <a:gd name="connsiteX66" fmla="*/ 1541544 w 4749622"/>
                    <a:gd name="connsiteY66" fmla="*/ 1497714 h 1737182"/>
                    <a:gd name="connsiteX67" fmla="*/ 1772329 w 4749622"/>
                    <a:gd name="connsiteY67" fmla="*/ 1264093 h 173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4749622" h="1737182">
                      <a:moveTo>
                        <a:pt x="0" y="552539"/>
                      </a:moveTo>
                      <a:cubicBezTo>
                        <a:pt x="0" y="564057"/>
                        <a:pt x="9333" y="573449"/>
                        <a:pt x="20911" y="573449"/>
                      </a:cubicBezTo>
                      <a:cubicBezTo>
                        <a:pt x="31425" y="573449"/>
                        <a:pt x="40049" y="565652"/>
                        <a:pt x="41467" y="555492"/>
                      </a:cubicBezTo>
                      <a:lnTo>
                        <a:pt x="1185767" y="555492"/>
                      </a:lnTo>
                      <a:lnTo>
                        <a:pt x="1362976" y="378283"/>
                      </a:lnTo>
                      <a:lnTo>
                        <a:pt x="1716863" y="378283"/>
                      </a:lnTo>
                      <a:cubicBezTo>
                        <a:pt x="1718340" y="408231"/>
                        <a:pt x="1742322" y="432213"/>
                        <a:pt x="1772270" y="433690"/>
                      </a:cubicBezTo>
                      <a:lnTo>
                        <a:pt x="1772270" y="1258127"/>
                      </a:lnTo>
                      <a:cubicBezTo>
                        <a:pt x="1641549" y="1259722"/>
                        <a:pt x="1535637" y="1366520"/>
                        <a:pt x="1535637" y="1497596"/>
                      </a:cubicBezTo>
                      <a:cubicBezTo>
                        <a:pt x="1535637" y="1629676"/>
                        <a:pt x="1643085" y="1737183"/>
                        <a:pt x="1775224" y="1737183"/>
                      </a:cubicBezTo>
                      <a:cubicBezTo>
                        <a:pt x="1907304" y="1737183"/>
                        <a:pt x="2014811" y="1629735"/>
                        <a:pt x="2014811" y="1497596"/>
                      </a:cubicBezTo>
                      <a:cubicBezTo>
                        <a:pt x="2014811" y="1432619"/>
                        <a:pt x="1988761" y="1373608"/>
                        <a:pt x="1946585" y="1330428"/>
                      </a:cubicBezTo>
                      <a:lnTo>
                        <a:pt x="2367162" y="909852"/>
                      </a:lnTo>
                      <a:lnTo>
                        <a:pt x="3664275" y="909852"/>
                      </a:lnTo>
                      <a:lnTo>
                        <a:pt x="3959624" y="1205200"/>
                      </a:lnTo>
                      <a:lnTo>
                        <a:pt x="4708156" y="1205200"/>
                      </a:lnTo>
                      <a:cubicBezTo>
                        <a:pt x="4709574" y="1215301"/>
                        <a:pt x="4718198" y="1223158"/>
                        <a:pt x="4728712" y="1223158"/>
                      </a:cubicBezTo>
                      <a:cubicBezTo>
                        <a:pt x="4740231" y="1223158"/>
                        <a:pt x="4749623" y="1213825"/>
                        <a:pt x="4749623" y="1202247"/>
                      </a:cubicBezTo>
                      <a:cubicBezTo>
                        <a:pt x="4749623" y="1190729"/>
                        <a:pt x="4740290" y="1181336"/>
                        <a:pt x="4728712" y="1181336"/>
                      </a:cubicBezTo>
                      <a:cubicBezTo>
                        <a:pt x="4718198" y="1181336"/>
                        <a:pt x="4709574" y="1189134"/>
                        <a:pt x="4708156" y="1199293"/>
                      </a:cubicBezTo>
                      <a:lnTo>
                        <a:pt x="3962105" y="1199293"/>
                      </a:lnTo>
                      <a:lnTo>
                        <a:pt x="3666756" y="903945"/>
                      </a:lnTo>
                      <a:lnTo>
                        <a:pt x="2364740" y="903945"/>
                      </a:lnTo>
                      <a:lnTo>
                        <a:pt x="1942450" y="1326235"/>
                      </a:lnTo>
                      <a:cubicBezTo>
                        <a:pt x="1899920" y="1284708"/>
                        <a:pt x="1842032" y="1258895"/>
                        <a:pt x="1778236" y="1258068"/>
                      </a:cubicBezTo>
                      <a:lnTo>
                        <a:pt x="1778236" y="433690"/>
                      </a:lnTo>
                      <a:cubicBezTo>
                        <a:pt x="1808185" y="432213"/>
                        <a:pt x="1832167" y="408231"/>
                        <a:pt x="1833644" y="378283"/>
                      </a:cubicBezTo>
                      <a:lnTo>
                        <a:pt x="2719159" y="378283"/>
                      </a:lnTo>
                      <a:lnTo>
                        <a:pt x="2955438" y="614562"/>
                      </a:lnTo>
                      <a:lnTo>
                        <a:pt x="4058389" y="614562"/>
                      </a:lnTo>
                      <a:cubicBezTo>
                        <a:pt x="4059806" y="624663"/>
                        <a:pt x="4068430" y="632519"/>
                        <a:pt x="4078945" y="632519"/>
                      </a:cubicBezTo>
                      <a:cubicBezTo>
                        <a:pt x="4090463" y="632519"/>
                        <a:pt x="4099856" y="623186"/>
                        <a:pt x="4099856" y="611608"/>
                      </a:cubicBezTo>
                      <a:cubicBezTo>
                        <a:pt x="4099856" y="600031"/>
                        <a:pt x="4090523" y="590698"/>
                        <a:pt x="4078945" y="590698"/>
                      </a:cubicBezTo>
                      <a:cubicBezTo>
                        <a:pt x="4068430" y="590698"/>
                        <a:pt x="4059806" y="598495"/>
                        <a:pt x="4058389" y="608655"/>
                      </a:cubicBezTo>
                      <a:lnTo>
                        <a:pt x="2957919" y="608655"/>
                      </a:lnTo>
                      <a:lnTo>
                        <a:pt x="2721640" y="372376"/>
                      </a:lnTo>
                      <a:lnTo>
                        <a:pt x="1833644" y="372376"/>
                      </a:lnTo>
                      <a:cubicBezTo>
                        <a:pt x="1832167" y="342427"/>
                        <a:pt x="1808185" y="318445"/>
                        <a:pt x="1778236" y="316968"/>
                      </a:cubicBezTo>
                      <a:lnTo>
                        <a:pt x="1778236" y="17957"/>
                      </a:lnTo>
                      <a:lnTo>
                        <a:pt x="909793" y="17957"/>
                      </a:lnTo>
                      <a:cubicBezTo>
                        <a:pt x="908375" y="7856"/>
                        <a:pt x="899751" y="0"/>
                        <a:pt x="889236" y="0"/>
                      </a:cubicBezTo>
                      <a:cubicBezTo>
                        <a:pt x="877718" y="0"/>
                        <a:pt x="868326" y="9333"/>
                        <a:pt x="868326" y="20911"/>
                      </a:cubicBezTo>
                      <a:cubicBezTo>
                        <a:pt x="868326" y="32488"/>
                        <a:pt x="877659" y="41821"/>
                        <a:pt x="889236" y="41821"/>
                      </a:cubicBezTo>
                      <a:cubicBezTo>
                        <a:pt x="899751" y="41821"/>
                        <a:pt x="908375" y="34024"/>
                        <a:pt x="909793" y="23864"/>
                      </a:cubicBezTo>
                      <a:lnTo>
                        <a:pt x="1772329" y="23864"/>
                      </a:lnTo>
                      <a:lnTo>
                        <a:pt x="1772329" y="316968"/>
                      </a:lnTo>
                      <a:cubicBezTo>
                        <a:pt x="1742381" y="318445"/>
                        <a:pt x="1718399" y="342427"/>
                        <a:pt x="1716922" y="372376"/>
                      </a:cubicBezTo>
                      <a:lnTo>
                        <a:pt x="1360613" y="372376"/>
                      </a:lnTo>
                      <a:lnTo>
                        <a:pt x="1183404" y="549585"/>
                      </a:lnTo>
                      <a:lnTo>
                        <a:pt x="41467" y="549585"/>
                      </a:lnTo>
                      <a:cubicBezTo>
                        <a:pt x="40049" y="539484"/>
                        <a:pt x="31425" y="531628"/>
                        <a:pt x="20911" y="531628"/>
                      </a:cubicBezTo>
                      <a:cubicBezTo>
                        <a:pt x="9333" y="531687"/>
                        <a:pt x="0" y="541020"/>
                        <a:pt x="0" y="552539"/>
                      </a:cubicBezTo>
                      <a:close/>
                      <a:moveTo>
                        <a:pt x="1938256" y="1330488"/>
                      </a:moveTo>
                      <a:lnTo>
                        <a:pt x="1814623" y="1454120"/>
                      </a:lnTo>
                      <a:cubicBezTo>
                        <a:pt x="1804877" y="1445319"/>
                        <a:pt x="1792177" y="1439767"/>
                        <a:pt x="1778177" y="1439058"/>
                      </a:cubicBezTo>
                      <a:lnTo>
                        <a:pt x="1778177" y="1264093"/>
                      </a:lnTo>
                      <a:cubicBezTo>
                        <a:pt x="1840437" y="1264861"/>
                        <a:pt x="1896789" y="1290025"/>
                        <a:pt x="1938256" y="1330488"/>
                      </a:cubicBezTo>
                      <a:close/>
                      <a:moveTo>
                        <a:pt x="1772329" y="1264093"/>
                      </a:moveTo>
                      <a:lnTo>
                        <a:pt x="1772329" y="1439058"/>
                      </a:lnTo>
                      <a:cubicBezTo>
                        <a:pt x="1741259" y="1440594"/>
                        <a:pt x="1716508" y="1466230"/>
                        <a:pt x="1716508" y="1497714"/>
                      </a:cubicBezTo>
                      <a:cubicBezTo>
                        <a:pt x="1716508" y="1530202"/>
                        <a:pt x="1742794" y="1556489"/>
                        <a:pt x="1775283" y="1556489"/>
                      </a:cubicBezTo>
                      <a:cubicBezTo>
                        <a:pt x="1807771" y="1556489"/>
                        <a:pt x="1834057" y="1530202"/>
                        <a:pt x="1834057" y="1497714"/>
                      </a:cubicBezTo>
                      <a:cubicBezTo>
                        <a:pt x="1834057" y="1482533"/>
                        <a:pt x="1828268" y="1468770"/>
                        <a:pt x="1818817" y="1458315"/>
                      </a:cubicBezTo>
                      <a:lnTo>
                        <a:pt x="1942450" y="1334682"/>
                      </a:lnTo>
                      <a:cubicBezTo>
                        <a:pt x="1983563" y="1376798"/>
                        <a:pt x="2008904" y="1434332"/>
                        <a:pt x="2008904" y="1497714"/>
                      </a:cubicBezTo>
                      <a:cubicBezTo>
                        <a:pt x="2008904" y="1626545"/>
                        <a:pt x="1904055" y="1731394"/>
                        <a:pt x="1775224" y="1731394"/>
                      </a:cubicBezTo>
                      <a:cubicBezTo>
                        <a:pt x="1646393" y="1731394"/>
                        <a:pt x="1541544" y="1626545"/>
                        <a:pt x="1541544" y="1497714"/>
                      </a:cubicBezTo>
                      <a:cubicBezTo>
                        <a:pt x="1541603" y="1369828"/>
                        <a:pt x="1644857" y="1265688"/>
                        <a:pt x="1772329" y="12640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4" name="Freeform: Shape 153">
                  <a:extLst>
                    <a:ext uri="{FF2B5EF4-FFF2-40B4-BE49-F238E27FC236}">
                      <a16:creationId xmlns:a16="http://schemas.microsoft.com/office/drawing/2014/main" id="{88D72FE8-EC1C-902C-BDFD-8357FEA251ED}"/>
                    </a:ext>
                  </a:extLst>
                </p:cNvPr>
                <p:cNvSpPr/>
                <p:nvPr/>
              </p:nvSpPr>
              <p:spPr>
                <a:xfrm>
                  <a:off x="1113287" y="1831457"/>
                  <a:ext cx="2936180" cy="201073"/>
                </a:xfrm>
                <a:custGeom>
                  <a:avLst/>
                  <a:gdLst>
                    <a:gd name="connsiteX0" fmla="*/ 2915270 w 2936180"/>
                    <a:gd name="connsiteY0" fmla="*/ 201073 h 201073"/>
                    <a:gd name="connsiteX1" fmla="*/ 2894714 w 2936180"/>
                    <a:gd name="connsiteY1" fmla="*/ 183116 h 201073"/>
                    <a:gd name="connsiteX2" fmla="*/ 1791704 w 2936180"/>
                    <a:gd name="connsiteY2" fmla="*/ 183116 h 201073"/>
                    <a:gd name="connsiteX3" fmla="*/ 1614495 w 2936180"/>
                    <a:gd name="connsiteY3" fmla="*/ 5907 h 201073"/>
                    <a:gd name="connsiteX4" fmla="*/ 671860 w 2936180"/>
                    <a:gd name="connsiteY4" fmla="*/ 5907 h 201073"/>
                    <a:gd name="connsiteX5" fmla="*/ 553720 w 2936180"/>
                    <a:gd name="connsiteY5" fmla="*/ 124047 h 201073"/>
                    <a:gd name="connsiteX6" fmla="*/ 41467 w 2936180"/>
                    <a:gd name="connsiteY6" fmla="*/ 124047 h 201073"/>
                    <a:gd name="connsiteX7" fmla="*/ 20911 w 2936180"/>
                    <a:gd name="connsiteY7" fmla="*/ 142004 h 201073"/>
                    <a:gd name="connsiteX8" fmla="*/ 0 w 2936180"/>
                    <a:gd name="connsiteY8" fmla="*/ 121093 h 201073"/>
                    <a:gd name="connsiteX9" fmla="*/ 20911 w 2936180"/>
                    <a:gd name="connsiteY9" fmla="*/ 100182 h 201073"/>
                    <a:gd name="connsiteX10" fmla="*/ 41467 w 2936180"/>
                    <a:gd name="connsiteY10" fmla="*/ 118140 h 201073"/>
                    <a:gd name="connsiteX11" fmla="*/ 551298 w 2936180"/>
                    <a:gd name="connsiteY11" fmla="*/ 118140 h 201073"/>
                    <a:gd name="connsiteX12" fmla="*/ 669438 w 2936180"/>
                    <a:gd name="connsiteY12" fmla="*/ 0 h 201073"/>
                    <a:gd name="connsiteX13" fmla="*/ 1616976 w 2936180"/>
                    <a:gd name="connsiteY13" fmla="*/ 0 h 201073"/>
                    <a:gd name="connsiteX14" fmla="*/ 1794185 w 2936180"/>
                    <a:gd name="connsiteY14" fmla="*/ 177209 h 201073"/>
                    <a:gd name="connsiteX15" fmla="*/ 2894714 w 2936180"/>
                    <a:gd name="connsiteY15" fmla="*/ 177209 h 201073"/>
                    <a:gd name="connsiteX16" fmla="*/ 2915270 w 2936180"/>
                    <a:gd name="connsiteY16" fmla="*/ 159252 h 201073"/>
                    <a:gd name="connsiteX17" fmla="*/ 2936181 w 2936180"/>
                    <a:gd name="connsiteY17" fmla="*/ 180163 h 201073"/>
                    <a:gd name="connsiteX18" fmla="*/ 2915270 w 2936180"/>
                    <a:gd name="connsiteY18" fmla="*/ 201073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36180" h="201073">
                      <a:moveTo>
                        <a:pt x="2915270" y="201073"/>
                      </a:moveTo>
                      <a:cubicBezTo>
                        <a:pt x="2904756" y="201073"/>
                        <a:pt x="2896132" y="193276"/>
                        <a:pt x="2894714" y="183116"/>
                      </a:cubicBezTo>
                      <a:lnTo>
                        <a:pt x="1791704" y="183116"/>
                      </a:lnTo>
                      <a:lnTo>
                        <a:pt x="1614495" y="5907"/>
                      </a:lnTo>
                      <a:lnTo>
                        <a:pt x="671860" y="5907"/>
                      </a:lnTo>
                      <a:lnTo>
                        <a:pt x="553720" y="124047"/>
                      </a:lnTo>
                      <a:lnTo>
                        <a:pt x="41467" y="124047"/>
                      </a:lnTo>
                      <a:cubicBezTo>
                        <a:pt x="40049" y="134147"/>
                        <a:pt x="31425" y="142004"/>
                        <a:pt x="20911" y="142004"/>
                      </a:cubicBezTo>
                      <a:cubicBezTo>
                        <a:pt x="9392" y="142004"/>
                        <a:pt x="0" y="132671"/>
                        <a:pt x="0" y="121093"/>
                      </a:cubicBezTo>
                      <a:cubicBezTo>
                        <a:pt x="0" y="109574"/>
                        <a:pt x="9333" y="100182"/>
                        <a:pt x="20911" y="100182"/>
                      </a:cubicBezTo>
                      <a:cubicBezTo>
                        <a:pt x="31425" y="100182"/>
                        <a:pt x="40049" y="107980"/>
                        <a:pt x="41467" y="118140"/>
                      </a:cubicBezTo>
                      <a:lnTo>
                        <a:pt x="551298" y="118140"/>
                      </a:lnTo>
                      <a:lnTo>
                        <a:pt x="669438" y="0"/>
                      </a:lnTo>
                      <a:lnTo>
                        <a:pt x="1616976" y="0"/>
                      </a:lnTo>
                      <a:lnTo>
                        <a:pt x="1794185" y="177209"/>
                      </a:lnTo>
                      <a:lnTo>
                        <a:pt x="2894714" y="177209"/>
                      </a:lnTo>
                      <a:cubicBezTo>
                        <a:pt x="2896132" y="167108"/>
                        <a:pt x="2904756" y="159252"/>
                        <a:pt x="2915270" y="159252"/>
                      </a:cubicBezTo>
                      <a:cubicBezTo>
                        <a:pt x="2926789" y="159252"/>
                        <a:pt x="2936181" y="168585"/>
                        <a:pt x="2936181" y="180163"/>
                      </a:cubicBezTo>
                      <a:cubicBezTo>
                        <a:pt x="2936181" y="191741"/>
                        <a:pt x="2926789" y="201073"/>
                        <a:pt x="2915270" y="20107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5" name="Freeform: Shape 154">
                  <a:extLst>
                    <a:ext uri="{FF2B5EF4-FFF2-40B4-BE49-F238E27FC236}">
                      <a16:creationId xmlns:a16="http://schemas.microsoft.com/office/drawing/2014/main" id="{E4B2CB01-48BC-A9F4-DC1B-2281A6DDEA71}"/>
                    </a:ext>
                  </a:extLst>
                </p:cNvPr>
                <p:cNvSpPr/>
                <p:nvPr/>
              </p:nvSpPr>
              <p:spPr>
                <a:xfrm>
                  <a:off x="3939625" y="1922670"/>
                  <a:ext cx="177764" cy="177840"/>
                </a:xfrm>
                <a:custGeom>
                  <a:avLst/>
                  <a:gdLst>
                    <a:gd name="connsiteX0" fmla="*/ 19348 w 177764"/>
                    <a:gd name="connsiteY0" fmla="*/ 144416 h 177840"/>
                    <a:gd name="connsiteX1" fmla="*/ 19348 w 177764"/>
                    <a:gd name="connsiteY1" fmla="*/ 175369 h 177840"/>
                    <a:gd name="connsiteX2" fmla="*/ 27736 w 177764"/>
                    <a:gd name="connsiteY2" fmla="*/ 166922 h 177840"/>
                    <a:gd name="connsiteX3" fmla="*/ 27736 w 177764"/>
                    <a:gd name="connsiteY3" fmla="*/ 153513 h 177840"/>
                    <a:gd name="connsiteX4" fmla="*/ 144340 w 177764"/>
                    <a:gd name="connsiteY4" fmla="*/ 158475 h 177840"/>
                    <a:gd name="connsiteX5" fmla="*/ 175293 w 177764"/>
                    <a:gd name="connsiteY5" fmla="*/ 158475 h 177840"/>
                    <a:gd name="connsiteX6" fmla="*/ 166846 w 177764"/>
                    <a:gd name="connsiteY6" fmla="*/ 150028 h 177840"/>
                    <a:gd name="connsiteX7" fmla="*/ 153437 w 177764"/>
                    <a:gd name="connsiteY7" fmla="*/ 150028 h 177840"/>
                    <a:gd name="connsiteX8" fmla="*/ 158399 w 177764"/>
                    <a:gd name="connsiteY8" fmla="*/ 33424 h 177840"/>
                    <a:gd name="connsiteX9" fmla="*/ 158399 w 177764"/>
                    <a:gd name="connsiteY9" fmla="*/ 2472 h 177840"/>
                    <a:gd name="connsiteX10" fmla="*/ 149952 w 177764"/>
                    <a:gd name="connsiteY10" fmla="*/ 10919 h 177840"/>
                    <a:gd name="connsiteX11" fmla="*/ 149952 w 177764"/>
                    <a:gd name="connsiteY11" fmla="*/ 24327 h 177840"/>
                    <a:gd name="connsiteX12" fmla="*/ 33348 w 177764"/>
                    <a:gd name="connsiteY12" fmla="*/ 19366 h 177840"/>
                    <a:gd name="connsiteX13" fmla="*/ 2395 w 177764"/>
                    <a:gd name="connsiteY13" fmla="*/ 19366 h 177840"/>
                    <a:gd name="connsiteX14" fmla="*/ 10843 w 177764"/>
                    <a:gd name="connsiteY14" fmla="*/ 27813 h 177840"/>
                    <a:gd name="connsiteX15" fmla="*/ 24251 w 177764"/>
                    <a:gd name="connsiteY15" fmla="*/ 27813 h 177840"/>
                    <a:gd name="connsiteX16" fmla="*/ 19348 w 177764"/>
                    <a:gd name="connsiteY16" fmla="*/ 144416 h 177840"/>
                    <a:gd name="connsiteX17" fmla="*/ 27796 w 177764"/>
                    <a:gd name="connsiteY17" fmla="*/ 30530 h 177840"/>
                    <a:gd name="connsiteX18" fmla="*/ 27796 w 177764"/>
                    <a:gd name="connsiteY18" fmla="*/ 44707 h 177840"/>
                    <a:gd name="connsiteX19" fmla="*/ 36242 w 177764"/>
                    <a:gd name="connsiteY19" fmla="*/ 53154 h 177840"/>
                    <a:gd name="connsiteX20" fmla="*/ 36242 w 177764"/>
                    <a:gd name="connsiteY20" fmla="*/ 22792 h 177840"/>
                    <a:gd name="connsiteX21" fmla="*/ 147412 w 177764"/>
                    <a:gd name="connsiteY21" fmla="*/ 27872 h 177840"/>
                    <a:gd name="connsiteX22" fmla="*/ 133235 w 177764"/>
                    <a:gd name="connsiteY22" fmla="*/ 27872 h 177840"/>
                    <a:gd name="connsiteX23" fmla="*/ 124788 w 177764"/>
                    <a:gd name="connsiteY23" fmla="*/ 36319 h 177840"/>
                    <a:gd name="connsiteX24" fmla="*/ 155150 w 177764"/>
                    <a:gd name="connsiteY24" fmla="*/ 36319 h 177840"/>
                    <a:gd name="connsiteX25" fmla="*/ 150070 w 177764"/>
                    <a:gd name="connsiteY25" fmla="*/ 147488 h 177840"/>
                    <a:gd name="connsiteX26" fmla="*/ 150070 w 177764"/>
                    <a:gd name="connsiteY26" fmla="*/ 133311 h 177840"/>
                    <a:gd name="connsiteX27" fmla="*/ 141623 w 177764"/>
                    <a:gd name="connsiteY27" fmla="*/ 124864 h 177840"/>
                    <a:gd name="connsiteX28" fmla="*/ 141623 w 177764"/>
                    <a:gd name="connsiteY28" fmla="*/ 155226 h 177840"/>
                    <a:gd name="connsiteX29" fmla="*/ 30453 w 177764"/>
                    <a:gd name="connsiteY29" fmla="*/ 150146 h 177840"/>
                    <a:gd name="connsiteX30" fmla="*/ 44630 w 177764"/>
                    <a:gd name="connsiteY30" fmla="*/ 150146 h 177840"/>
                    <a:gd name="connsiteX31" fmla="*/ 53077 w 177764"/>
                    <a:gd name="connsiteY31" fmla="*/ 141699 h 177840"/>
                    <a:gd name="connsiteX32" fmla="*/ 22715 w 177764"/>
                    <a:gd name="connsiteY32" fmla="*/ 141699 h 177840"/>
                    <a:gd name="connsiteX33" fmla="*/ 27796 w 177764"/>
                    <a:gd name="connsiteY33" fmla="*/ 30530 h 177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840">
                      <a:moveTo>
                        <a:pt x="19348" y="144416"/>
                      </a:moveTo>
                      <a:lnTo>
                        <a:pt x="19348" y="175369"/>
                      </a:lnTo>
                      <a:lnTo>
                        <a:pt x="27736" y="166922"/>
                      </a:lnTo>
                      <a:lnTo>
                        <a:pt x="27736" y="153513"/>
                      </a:lnTo>
                      <a:cubicBezTo>
                        <a:pt x="60107" y="184170"/>
                        <a:pt x="110080" y="185883"/>
                        <a:pt x="144340" y="158475"/>
                      </a:cubicBezTo>
                      <a:lnTo>
                        <a:pt x="175293" y="158475"/>
                      </a:lnTo>
                      <a:lnTo>
                        <a:pt x="166846" y="150028"/>
                      </a:lnTo>
                      <a:lnTo>
                        <a:pt x="153437" y="150028"/>
                      </a:lnTo>
                      <a:cubicBezTo>
                        <a:pt x="184094" y="117599"/>
                        <a:pt x="185807" y="67685"/>
                        <a:pt x="158399" y="33424"/>
                      </a:cubicBezTo>
                      <a:lnTo>
                        <a:pt x="158399" y="2472"/>
                      </a:lnTo>
                      <a:lnTo>
                        <a:pt x="149952" y="10919"/>
                      </a:lnTo>
                      <a:lnTo>
                        <a:pt x="149952" y="24327"/>
                      </a:lnTo>
                      <a:cubicBezTo>
                        <a:pt x="117581" y="-6330"/>
                        <a:pt x="67609" y="-8043"/>
                        <a:pt x="33348" y="19366"/>
                      </a:cubicBezTo>
                      <a:lnTo>
                        <a:pt x="2395" y="19366"/>
                      </a:lnTo>
                      <a:lnTo>
                        <a:pt x="10843" y="27813"/>
                      </a:lnTo>
                      <a:lnTo>
                        <a:pt x="24251" y="27813"/>
                      </a:lnTo>
                      <a:cubicBezTo>
                        <a:pt x="-6347" y="60242"/>
                        <a:pt x="-8001" y="110156"/>
                        <a:pt x="19348" y="144416"/>
                      </a:cubicBezTo>
                      <a:close/>
                      <a:moveTo>
                        <a:pt x="27796" y="30530"/>
                      </a:moveTo>
                      <a:lnTo>
                        <a:pt x="27796" y="44707"/>
                      </a:lnTo>
                      <a:lnTo>
                        <a:pt x="36242" y="53154"/>
                      </a:lnTo>
                      <a:lnTo>
                        <a:pt x="36242" y="22792"/>
                      </a:lnTo>
                      <a:cubicBezTo>
                        <a:pt x="68967" y="-3317"/>
                        <a:pt x="116636" y="-1604"/>
                        <a:pt x="147412" y="27872"/>
                      </a:cubicBezTo>
                      <a:lnTo>
                        <a:pt x="133235" y="27872"/>
                      </a:lnTo>
                      <a:lnTo>
                        <a:pt x="124788" y="36319"/>
                      </a:lnTo>
                      <a:lnTo>
                        <a:pt x="155150" y="36319"/>
                      </a:lnTo>
                      <a:cubicBezTo>
                        <a:pt x="181259" y="69043"/>
                        <a:pt x="179546" y="116713"/>
                        <a:pt x="150070" y="147488"/>
                      </a:cubicBezTo>
                      <a:lnTo>
                        <a:pt x="150070" y="133311"/>
                      </a:lnTo>
                      <a:lnTo>
                        <a:pt x="141623" y="124864"/>
                      </a:lnTo>
                      <a:lnTo>
                        <a:pt x="141623" y="155226"/>
                      </a:lnTo>
                      <a:cubicBezTo>
                        <a:pt x="108898" y="181335"/>
                        <a:pt x="61229" y="179622"/>
                        <a:pt x="30453" y="150146"/>
                      </a:cubicBezTo>
                      <a:lnTo>
                        <a:pt x="44630" y="150146"/>
                      </a:lnTo>
                      <a:lnTo>
                        <a:pt x="53077" y="141699"/>
                      </a:lnTo>
                      <a:lnTo>
                        <a:pt x="22715" y="141699"/>
                      </a:lnTo>
                      <a:cubicBezTo>
                        <a:pt x="-3334" y="108974"/>
                        <a:pt x="-1681" y="61305"/>
                        <a:pt x="27796" y="305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6" name="Freeform: Shape 155">
                  <a:extLst>
                    <a:ext uri="{FF2B5EF4-FFF2-40B4-BE49-F238E27FC236}">
                      <a16:creationId xmlns:a16="http://schemas.microsoft.com/office/drawing/2014/main" id="{80433288-39E8-E472-0595-F44218A09BEE}"/>
                    </a:ext>
                  </a:extLst>
                </p:cNvPr>
                <p:cNvSpPr/>
                <p:nvPr/>
              </p:nvSpPr>
              <p:spPr>
                <a:xfrm>
                  <a:off x="3112330" y="4108370"/>
                  <a:ext cx="177787" cy="177790"/>
                </a:xfrm>
                <a:custGeom>
                  <a:avLst/>
                  <a:gdLst>
                    <a:gd name="connsiteX0" fmla="*/ 19372 w 177787"/>
                    <a:gd name="connsiteY0" fmla="*/ 144357 h 177790"/>
                    <a:gd name="connsiteX1" fmla="*/ 19372 w 177787"/>
                    <a:gd name="connsiteY1" fmla="*/ 175310 h 177790"/>
                    <a:gd name="connsiteX2" fmla="*/ 27760 w 177787"/>
                    <a:gd name="connsiteY2" fmla="*/ 166863 h 177790"/>
                    <a:gd name="connsiteX3" fmla="*/ 27760 w 177787"/>
                    <a:gd name="connsiteY3" fmla="*/ 153454 h 177790"/>
                    <a:gd name="connsiteX4" fmla="*/ 144363 w 177787"/>
                    <a:gd name="connsiteY4" fmla="*/ 158475 h 177790"/>
                    <a:gd name="connsiteX5" fmla="*/ 175316 w 177787"/>
                    <a:gd name="connsiteY5" fmla="*/ 158475 h 177790"/>
                    <a:gd name="connsiteX6" fmla="*/ 166869 w 177787"/>
                    <a:gd name="connsiteY6" fmla="*/ 150028 h 177790"/>
                    <a:gd name="connsiteX7" fmla="*/ 153460 w 177787"/>
                    <a:gd name="connsiteY7" fmla="*/ 150028 h 177790"/>
                    <a:gd name="connsiteX8" fmla="*/ 158422 w 177787"/>
                    <a:gd name="connsiteY8" fmla="*/ 33424 h 177790"/>
                    <a:gd name="connsiteX9" fmla="*/ 158422 w 177787"/>
                    <a:gd name="connsiteY9" fmla="*/ 2472 h 177790"/>
                    <a:gd name="connsiteX10" fmla="*/ 149975 w 177787"/>
                    <a:gd name="connsiteY10" fmla="*/ 10918 h 177790"/>
                    <a:gd name="connsiteX11" fmla="*/ 149975 w 177787"/>
                    <a:gd name="connsiteY11" fmla="*/ 24327 h 177790"/>
                    <a:gd name="connsiteX12" fmla="*/ 33371 w 177787"/>
                    <a:gd name="connsiteY12" fmla="*/ 19365 h 177790"/>
                    <a:gd name="connsiteX13" fmla="*/ 2419 w 177787"/>
                    <a:gd name="connsiteY13" fmla="*/ 19365 h 177790"/>
                    <a:gd name="connsiteX14" fmla="*/ 10866 w 177787"/>
                    <a:gd name="connsiteY14" fmla="*/ 27812 h 177790"/>
                    <a:gd name="connsiteX15" fmla="*/ 24275 w 177787"/>
                    <a:gd name="connsiteY15" fmla="*/ 27812 h 177790"/>
                    <a:gd name="connsiteX16" fmla="*/ 19372 w 177787"/>
                    <a:gd name="connsiteY16" fmla="*/ 144357 h 177790"/>
                    <a:gd name="connsiteX17" fmla="*/ 27760 w 177787"/>
                    <a:gd name="connsiteY17" fmla="*/ 30411 h 177790"/>
                    <a:gd name="connsiteX18" fmla="*/ 27760 w 177787"/>
                    <a:gd name="connsiteY18" fmla="*/ 44588 h 177790"/>
                    <a:gd name="connsiteX19" fmla="*/ 36207 w 177787"/>
                    <a:gd name="connsiteY19" fmla="*/ 53035 h 177790"/>
                    <a:gd name="connsiteX20" fmla="*/ 36207 w 177787"/>
                    <a:gd name="connsiteY20" fmla="*/ 22673 h 177790"/>
                    <a:gd name="connsiteX21" fmla="*/ 147376 w 177787"/>
                    <a:gd name="connsiteY21" fmla="*/ 27754 h 177790"/>
                    <a:gd name="connsiteX22" fmla="*/ 133199 w 177787"/>
                    <a:gd name="connsiteY22" fmla="*/ 27754 h 177790"/>
                    <a:gd name="connsiteX23" fmla="*/ 124752 w 177787"/>
                    <a:gd name="connsiteY23" fmla="*/ 36201 h 177790"/>
                    <a:gd name="connsiteX24" fmla="*/ 155114 w 177787"/>
                    <a:gd name="connsiteY24" fmla="*/ 36201 h 177790"/>
                    <a:gd name="connsiteX25" fmla="*/ 150034 w 177787"/>
                    <a:gd name="connsiteY25" fmla="*/ 147370 h 177790"/>
                    <a:gd name="connsiteX26" fmla="*/ 150034 w 177787"/>
                    <a:gd name="connsiteY26" fmla="*/ 133193 h 177790"/>
                    <a:gd name="connsiteX27" fmla="*/ 141587 w 177787"/>
                    <a:gd name="connsiteY27" fmla="*/ 124746 h 177790"/>
                    <a:gd name="connsiteX28" fmla="*/ 141587 w 177787"/>
                    <a:gd name="connsiteY28" fmla="*/ 155108 h 177790"/>
                    <a:gd name="connsiteX29" fmla="*/ 30418 w 177787"/>
                    <a:gd name="connsiteY29" fmla="*/ 150028 h 177790"/>
                    <a:gd name="connsiteX30" fmla="*/ 44595 w 177787"/>
                    <a:gd name="connsiteY30" fmla="*/ 150028 h 177790"/>
                    <a:gd name="connsiteX31" fmla="*/ 53041 w 177787"/>
                    <a:gd name="connsiteY31" fmla="*/ 141581 h 177790"/>
                    <a:gd name="connsiteX32" fmla="*/ 22680 w 177787"/>
                    <a:gd name="connsiteY32" fmla="*/ 141581 h 177790"/>
                    <a:gd name="connsiteX33" fmla="*/ 27760 w 177787"/>
                    <a:gd name="connsiteY33" fmla="*/ 30411 h 177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87" h="177790">
                      <a:moveTo>
                        <a:pt x="19372" y="144357"/>
                      </a:moveTo>
                      <a:lnTo>
                        <a:pt x="19372" y="175310"/>
                      </a:lnTo>
                      <a:lnTo>
                        <a:pt x="27760" y="166863"/>
                      </a:lnTo>
                      <a:lnTo>
                        <a:pt x="27760" y="153454"/>
                      </a:lnTo>
                      <a:cubicBezTo>
                        <a:pt x="60130" y="184111"/>
                        <a:pt x="110103" y="185824"/>
                        <a:pt x="144363" y="158475"/>
                      </a:cubicBezTo>
                      <a:lnTo>
                        <a:pt x="175316" y="158475"/>
                      </a:lnTo>
                      <a:lnTo>
                        <a:pt x="166869" y="150028"/>
                      </a:lnTo>
                      <a:lnTo>
                        <a:pt x="153460" y="150028"/>
                      </a:lnTo>
                      <a:cubicBezTo>
                        <a:pt x="184117" y="117598"/>
                        <a:pt x="185830" y="67684"/>
                        <a:pt x="158422" y="33424"/>
                      </a:cubicBezTo>
                      <a:lnTo>
                        <a:pt x="158422" y="2472"/>
                      </a:lnTo>
                      <a:lnTo>
                        <a:pt x="149975" y="10918"/>
                      </a:lnTo>
                      <a:lnTo>
                        <a:pt x="149975" y="24327"/>
                      </a:lnTo>
                      <a:cubicBezTo>
                        <a:pt x="117605" y="-6330"/>
                        <a:pt x="67632" y="-8043"/>
                        <a:pt x="33371" y="19365"/>
                      </a:cubicBezTo>
                      <a:lnTo>
                        <a:pt x="2419" y="19365"/>
                      </a:lnTo>
                      <a:lnTo>
                        <a:pt x="10866" y="27812"/>
                      </a:lnTo>
                      <a:lnTo>
                        <a:pt x="24275" y="27812"/>
                      </a:lnTo>
                      <a:cubicBezTo>
                        <a:pt x="-6324" y="60124"/>
                        <a:pt x="-8036" y="110038"/>
                        <a:pt x="19372" y="144357"/>
                      </a:cubicBezTo>
                      <a:close/>
                      <a:moveTo>
                        <a:pt x="27760" y="30411"/>
                      </a:moveTo>
                      <a:lnTo>
                        <a:pt x="27760" y="44588"/>
                      </a:lnTo>
                      <a:lnTo>
                        <a:pt x="36207" y="53035"/>
                      </a:lnTo>
                      <a:lnTo>
                        <a:pt x="36207" y="22673"/>
                      </a:lnTo>
                      <a:cubicBezTo>
                        <a:pt x="68931" y="-3435"/>
                        <a:pt x="116601" y="-1723"/>
                        <a:pt x="147376" y="27754"/>
                      </a:cubicBezTo>
                      <a:lnTo>
                        <a:pt x="133199" y="27754"/>
                      </a:lnTo>
                      <a:lnTo>
                        <a:pt x="124752" y="36201"/>
                      </a:lnTo>
                      <a:lnTo>
                        <a:pt x="155114" y="36201"/>
                      </a:lnTo>
                      <a:cubicBezTo>
                        <a:pt x="181223" y="68925"/>
                        <a:pt x="179510" y="116594"/>
                        <a:pt x="150034" y="147370"/>
                      </a:cubicBezTo>
                      <a:lnTo>
                        <a:pt x="150034" y="133193"/>
                      </a:lnTo>
                      <a:lnTo>
                        <a:pt x="141587" y="124746"/>
                      </a:lnTo>
                      <a:lnTo>
                        <a:pt x="141587" y="155108"/>
                      </a:lnTo>
                      <a:cubicBezTo>
                        <a:pt x="108862" y="181158"/>
                        <a:pt x="61193" y="179504"/>
                        <a:pt x="30418" y="150028"/>
                      </a:cubicBezTo>
                      <a:lnTo>
                        <a:pt x="44595" y="150028"/>
                      </a:lnTo>
                      <a:lnTo>
                        <a:pt x="53041" y="141581"/>
                      </a:lnTo>
                      <a:lnTo>
                        <a:pt x="22680" y="141581"/>
                      </a:lnTo>
                      <a:cubicBezTo>
                        <a:pt x="-3370" y="108856"/>
                        <a:pt x="-1657" y="61187"/>
                        <a:pt x="27760" y="30411"/>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7" name="Freeform: Shape 156">
                  <a:extLst>
                    <a:ext uri="{FF2B5EF4-FFF2-40B4-BE49-F238E27FC236}">
                      <a16:creationId xmlns:a16="http://schemas.microsoft.com/office/drawing/2014/main" id="{ACA94C84-1687-3F66-A010-EFD991A7665B}"/>
                    </a:ext>
                  </a:extLst>
                </p:cNvPr>
                <p:cNvSpPr/>
                <p:nvPr/>
              </p:nvSpPr>
              <p:spPr>
                <a:xfrm>
                  <a:off x="808927" y="2454830"/>
                  <a:ext cx="177764" cy="177731"/>
                </a:xfrm>
                <a:custGeom>
                  <a:avLst/>
                  <a:gdLst>
                    <a:gd name="connsiteX0" fmla="*/ 19348 w 177764"/>
                    <a:gd name="connsiteY0" fmla="*/ 144239 h 177731"/>
                    <a:gd name="connsiteX1" fmla="*/ 19348 w 177764"/>
                    <a:gd name="connsiteY1" fmla="*/ 175192 h 177731"/>
                    <a:gd name="connsiteX2" fmla="*/ 27736 w 177764"/>
                    <a:gd name="connsiteY2" fmla="*/ 166804 h 177731"/>
                    <a:gd name="connsiteX3" fmla="*/ 27736 w 177764"/>
                    <a:gd name="connsiteY3" fmla="*/ 153395 h 177731"/>
                    <a:gd name="connsiteX4" fmla="*/ 144340 w 177764"/>
                    <a:gd name="connsiteY4" fmla="*/ 158416 h 177731"/>
                    <a:gd name="connsiteX5" fmla="*/ 175293 w 177764"/>
                    <a:gd name="connsiteY5" fmla="*/ 158416 h 177731"/>
                    <a:gd name="connsiteX6" fmla="*/ 166846 w 177764"/>
                    <a:gd name="connsiteY6" fmla="*/ 150028 h 177731"/>
                    <a:gd name="connsiteX7" fmla="*/ 153437 w 177764"/>
                    <a:gd name="connsiteY7" fmla="*/ 150028 h 177731"/>
                    <a:gd name="connsiteX8" fmla="*/ 158399 w 177764"/>
                    <a:gd name="connsiteY8" fmla="*/ 33424 h 177731"/>
                    <a:gd name="connsiteX9" fmla="*/ 158399 w 177764"/>
                    <a:gd name="connsiteY9" fmla="*/ 2472 h 177731"/>
                    <a:gd name="connsiteX10" fmla="*/ 149952 w 177764"/>
                    <a:gd name="connsiteY10" fmla="*/ 10919 h 177731"/>
                    <a:gd name="connsiteX11" fmla="*/ 149952 w 177764"/>
                    <a:gd name="connsiteY11" fmla="*/ 24328 h 177731"/>
                    <a:gd name="connsiteX12" fmla="*/ 33348 w 177764"/>
                    <a:gd name="connsiteY12" fmla="*/ 19365 h 177731"/>
                    <a:gd name="connsiteX13" fmla="*/ 2395 w 177764"/>
                    <a:gd name="connsiteY13" fmla="*/ 19365 h 177731"/>
                    <a:gd name="connsiteX14" fmla="*/ 10842 w 177764"/>
                    <a:gd name="connsiteY14" fmla="*/ 27813 h 177731"/>
                    <a:gd name="connsiteX15" fmla="*/ 24251 w 177764"/>
                    <a:gd name="connsiteY15" fmla="*/ 27813 h 177731"/>
                    <a:gd name="connsiteX16" fmla="*/ 19348 w 177764"/>
                    <a:gd name="connsiteY16" fmla="*/ 144239 h 177731"/>
                    <a:gd name="connsiteX17" fmla="*/ 27795 w 177764"/>
                    <a:gd name="connsiteY17" fmla="*/ 30293 h 177731"/>
                    <a:gd name="connsiteX18" fmla="*/ 27795 w 177764"/>
                    <a:gd name="connsiteY18" fmla="*/ 44470 h 177731"/>
                    <a:gd name="connsiteX19" fmla="*/ 36242 w 177764"/>
                    <a:gd name="connsiteY19" fmla="*/ 52917 h 177731"/>
                    <a:gd name="connsiteX20" fmla="*/ 36242 w 177764"/>
                    <a:gd name="connsiteY20" fmla="*/ 22555 h 177731"/>
                    <a:gd name="connsiteX21" fmla="*/ 147412 w 177764"/>
                    <a:gd name="connsiteY21" fmla="*/ 27635 h 177731"/>
                    <a:gd name="connsiteX22" fmla="*/ 133235 w 177764"/>
                    <a:gd name="connsiteY22" fmla="*/ 27635 h 177731"/>
                    <a:gd name="connsiteX23" fmla="*/ 124788 w 177764"/>
                    <a:gd name="connsiteY23" fmla="*/ 36082 h 177731"/>
                    <a:gd name="connsiteX24" fmla="*/ 155150 w 177764"/>
                    <a:gd name="connsiteY24" fmla="*/ 36082 h 177731"/>
                    <a:gd name="connsiteX25" fmla="*/ 150070 w 177764"/>
                    <a:gd name="connsiteY25" fmla="*/ 147252 h 177731"/>
                    <a:gd name="connsiteX26" fmla="*/ 150070 w 177764"/>
                    <a:gd name="connsiteY26" fmla="*/ 133075 h 177731"/>
                    <a:gd name="connsiteX27" fmla="*/ 141623 w 177764"/>
                    <a:gd name="connsiteY27" fmla="*/ 124628 h 177731"/>
                    <a:gd name="connsiteX28" fmla="*/ 141623 w 177764"/>
                    <a:gd name="connsiteY28" fmla="*/ 154990 h 177731"/>
                    <a:gd name="connsiteX29" fmla="*/ 30454 w 177764"/>
                    <a:gd name="connsiteY29" fmla="*/ 149910 h 177731"/>
                    <a:gd name="connsiteX30" fmla="*/ 44630 w 177764"/>
                    <a:gd name="connsiteY30" fmla="*/ 149910 h 177731"/>
                    <a:gd name="connsiteX31" fmla="*/ 53077 w 177764"/>
                    <a:gd name="connsiteY31" fmla="*/ 141463 h 177731"/>
                    <a:gd name="connsiteX32" fmla="*/ 22715 w 177764"/>
                    <a:gd name="connsiteY32" fmla="*/ 141463 h 177731"/>
                    <a:gd name="connsiteX33" fmla="*/ 27795 w 177764"/>
                    <a:gd name="connsiteY33" fmla="*/ 30293 h 177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731">
                      <a:moveTo>
                        <a:pt x="19348" y="144239"/>
                      </a:moveTo>
                      <a:lnTo>
                        <a:pt x="19348" y="175192"/>
                      </a:lnTo>
                      <a:lnTo>
                        <a:pt x="27736" y="166804"/>
                      </a:lnTo>
                      <a:lnTo>
                        <a:pt x="27736" y="153395"/>
                      </a:lnTo>
                      <a:cubicBezTo>
                        <a:pt x="60107" y="184052"/>
                        <a:pt x="110080" y="185765"/>
                        <a:pt x="144340" y="158416"/>
                      </a:cubicBezTo>
                      <a:lnTo>
                        <a:pt x="175293" y="158416"/>
                      </a:lnTo>
                      <a:lnTo>
                        <a:pt x="166846" y="150028"/>
                      </a:lnTo>
                      <a:lnTo>
                        <a:pt x="153437" y="150028"/>
                      </a:lnTo>
                      <a:cubicBezTo>
                        <a:pt x="184094" y="117599"/>
                        <a:pt x="185807" y="67685"/>
                        <a:pt x="158399" y="33424"/>
                      </a:cubicBezTo>
                      <a:lnTo>
                        <a:pt x="158399" y="2472"/>
                      </a:lnTo>
                      <a:lnTo>
                        <a:pt x="149952" y="10919"/>
                      </a:lnTo>
                      <a:lnTo>
                        <a:pt x="149952" y="24328"/>
                      </a:lnTo>
                      <a:cubicBezTo>
                        <a:pt x="117582" y="-6330"/>
                        <a:pt x="67608" y="-8043"/>
                        <a:pt x="33348" y="19365"/>
                      </a:cubicBezTo>
                      <a:lnTo>
                        <a:pt x="2395" y="19365"/>
                      </a:lnTo>
                      <a:lnTo>
                        <a:pt x="10842" y="27813"/>
                      </a:lnTo>
                      <a:lnTo>
                        <a:pt x="24251" y="27813"/>
                      </a:lnTo>
                      <a:cubicBezTo>
                        <a:pt x="-6347" y="60006"/>
                        <a:pt x="-8001" y="109920"/>
                        <a:pt x="19348" y="144239"/>
                      </a:cubicBezTo>
                      <a:close/>
                      <a:moveTo>
                        <a:pt x="27795" y="30293"/>
                      </a:moveTo>
                      <a:lnTo>
                        <a:pt x="27795" y="44470"/>
                      </a:lnTo>
                      <a:lnTo>
                        <a:pt x="36242" y="52917"/>
                      </a:lnTo>
                      <a:lnTo>
                        <a:pt x="36242" y="22555"/>
                      </a:lnTo>
                      <a:cubicBezTo>
                        <a:pt x="68967" y="-3553"/>
                        <a:pt x="116636" y="-1841"/>
                        <a:pt x="147412" y="27635"/>
                      </a:cubicBezTo>
                      <a:lnTo>
                        <a:pt x="133235" y="27635"/>
                      </a:lnTo>
                      <a:lnTo>
                        <a:pt x="124788" y="36082"/>
                      </a:lnTo>
                      <a:lnTo>
                        <a:pt x="155150" y="36082"/>
                      </a:lnTo>
                      <a:cubicBezTo>
                        <a:pt x="181259" y="68807"/>
                        <a:pt x="179546" y="116476"/>
                        <a:pt x="150070" y="147252"/>
                      </a:cubicBezTo>
                      <a:lnTo>
                        <a:pt x="150070" y="133075"/>
                      </a:lnTo>
                      <a:lnTo>
                        <a:pt x="141623" y="124628"/>
                      </a:lnTo>
                      <a:lnTo>
                        <a:pt x="141623" y="154990"/>
                      </a:lnTo>
                      <a:cubicBezTo>
                        <a:pt x="108898" y="181040"/>
                        <a:pt x="61229" y="179386"/>
                        <a:pt x="30454" y="149910"/>
                      </a:cubicBezTo>
                      <a:lnTo>
                        <a:pt x="44630" y="149910"/>
                      </a:lnTo>
                      <a:lnTo>
                        <a:pt x="53077" y="141463"/>
                      </a:lnTo>
                      <a:lnTo>
                        <a:pt x="22715" y="141463"/>
                      </a:lnTo>
                      <a:cubicBezTo>
                        <a:pt x="-3334" y="108738"/>
                        <a:pt x="-1680" y="61069"/>
                        <a:pt x="27795" y="302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158" name="Graphic 4773">
                  <a:extLst>
                    <a:ext uri="{FF2B5EF4-FFF2-40B4-BE49-F238E27FC236}">
                      <a16:creationId xmlns:a16="http://schemas.microsoft.com/office/drawing/2014/main" id="{08315208-DDD3-1C37-3F5A-145FF607ECD5}"/>
                    </a:ext>
                  </a:extLst>
                </p:cNvPr>
                <p:cNvGrpSpPr/>
                <p:nvPr/>
              </p:nvGrpSpPr>
              <p:grpSpPr>
                <a:xfrm>
                  <a:off x="1739250" y="2188416"/>
                  <a:ext cx="502742" cy="119025"/>
                  <a:chOff x="1739250" y="2188416"/>
                  <a:chExt cx="502742" cy="119025"/>
                </a:xfrm>
                <a:grpFill/>
              </p:grpSpPr>
              <p:sp>
                <p:nvSpPr>
                  <p:cNvPr id="279" name="Freeform: Shape 278">
                    <a:extLst>
                      <a:ext uri="{FF2B5EF4-FFF2-40B4-BE49-F238E27FC236}">
                        <a16:creationId xmlns:a16="http://schemas.microsoft.com/office/drawing/2014/main" id="{72B3E4CC-6F38-A5F1-1DBD-58FCBF64E34E}"/>
                      </a:ext>
                    </a:extLst>
                  </p:cNvPr>
                  <p:cNvSpPr/>
                  <p:nvPr/>
                </p:nvSpPr>
                <p:spPr>
                  <a:xfrm>
                    <a:off x="2096208" y="2188475"/>
                    <a:ext cx="145784" cy="118966"/>
                  </a:xfrm>
                  <a:custGeom>
                    <a:avLst/>
                    <a:gdLst>
                      <a:gd name="connsiteX0" fmla="*/ 0 w 145784"/>
                      <a:gd name="connsiteY0" fmla="*/ 35678 h 118966"/>
                      <a:gd name="connsiteX1" fmla="*/ 0 w 145784"/>
                      <a:gd name="connsiteY1" fmla="*/ 83289 h 118966"/>
                      <a:gd name="connsiteX2" fmla="*/ 35678 w 145784"/>
                      <a:gd name="connsiteY2" fmla="*/ 118967 h 118966"/>
                      <a:gd name="connsiteX3" fmla="*/ 83288 w 145784"/>
                      <a:gd name="connsiteY3" fmla="*/ 118967 h 118966"/>
                      <a:gd name="connsiteX4" fmla="*/ 118494 w 145784"/>
                      <a:gd name="connsiteY4" fmla="*/ 88959 h 118966"/>
                      <a:gd name="connsiteX5" fmla="*/ 145784 w 145784"/>
                      <a:gd name="connsiteY5" fmla="*/ 59483 h 118966"/>
                      <a:gd name="connsiteX6" fmla="*/ 118494 w 145784"/>
                      <a:gd name="connsiteY6" fmla="*/ 30008 h 118966"/>
                      <a:gd name="connsiteX7" fmla="*/ 83288 w 145784"/>
                      <a:gd name="connsiteY7" fmla="*/ 0 h 118966"/>
                      <a:gd name="connsiteX8" fmla="*/ 35678 w 145784"/>
                      <a:gd name="connsiteY8" fmla="*/ 0 h 118966"/>
                      <a:gd name="connsiteX9" fmla="*/ 0 w 145784"/>
                      <a:gd name="connsiteY9" fmla="*/ 35678 h 118966"/>
                      <a:gd name="connsiteX10" fmla="*/ 5966 w 145784"/>
                      <a:gd name="connsiteY10" fmla="*/ 35678 h 118966"/>
                      <a:gd name="connsiteX11" fmla="*/ 35678 w 145784"/>
                      <a:gd name="connsiteY11" fmla="*/ 5907 h 118966"/>
                      <a:gd name="connsiteX12" fmla="*/ 83288 w 145784"/>
                      <a:gd name="connsiteY12" fmla="*/ 5907 h 118966"/>
                      <a:gd name="connsiteX13" fmla="*/ 112469 w 145784"/>
                      <a:gd name="connsiteY13" fmla="*/ 30067 h 118966"/>
                      <a:gd name="connsiteX14" fmla="*/ 86242 w 145784"/>
                      <a:gd name="connsiteY14" fmla="*/ 59424 h 118966"/>
                      <a:gd name="connsiteX15" fmla="*/ 112469 w 145784"/>
                      <a:gd name="connsiteY15" fmla="*/ 88782 h 118966"/>
                      <a:gd name="connsiteX16" fmla="*/ 83288 w 145784"/>
                      <a:gd name="connsiteY16" fmla="*/ 112942 h 118966"/>
                      <a:gd name="connsiteX17" fmla="*/ 35678 w 145784"/>
                      <a:gd name="connsiteY17" fmla="*/ 112942 h 118966"/>
                      <a:gd name="connsiteX18" fmla="*/ 5966 w 145784"/>
                      <a:gd name="connsiteY18" fmla="*/ 83171 h 118966"/>
                      <a:gd name="connsiteX19" fmla="*/ 5966 w 145784"/>
                      <a:gd name="connsiteY19" fmla="*/ 3567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0" y="35678"/>
                        </a:moveTo>
                        <a:lnTo>
                          <a:pt x="0" y="83289"/>
                        </a:lnTo>
                        <a:cubicBezTo>
                          <a:pt x="0" y="103018"/>
                          <a:pt x="16008" y="118967"/>
                          <a:pt x="35678" y="118967"/>
                        </a:cubicBezTo>
                        <a:lnTo>
                          <a:pt x="83288" y="118967"/>
                        </a:lnTo>
                        <a:cubicBezTo>
                          <a:pt x="101068" y="118967"/>
                          <a:pt x="115777" y="105971"/>
                          <a:pt x="118494" y="88959"/>
                        </a:cubicBezTo>
                        <a:cubicBezTo>
                          <a:pt x="133734" y="87660"/>
                          <a:pt x="145784" y="75019"/>
                          <a:pt x="145784" y="59483"/>
                        </a:cubicBezTo>
                        <a:cubicBezTo>
                          <a:pt x="145784" y="43948"/>
                          <a:pt x="133734" y="31248"/>
                          <a:pt x="118494" y="30008"/>
                        </a:cubicBezTo>
                        <a:cubicBezTo>
                          <a:pt x="115777" y="12996"/>
                          <a:pt x="101068" y="0"/>
                          <a:pt x="83288" y="0"/>
                        </a:cubicBezTo>
                        <a:lnTo>
                          <a:pt x="35678" y="0"/>
                        </a:lnTo>
                        <a:cubicBezTo>
                          <a:pt x="16008" y="-59"/>
                          <a:pt x="0" y="15949"/>
                          <a:pt x="0" y="35678"/>
                        </a:cubicBezTo>
                        <a:close/>
                        <a:moveTo>
                          <a:pt x="5966" y="35678"/>
                        </a:moveTo>
                        <a:cubicBezTo>
                          <a:pt x="5966" y="19257"/>
                          <a:pt x="19316" y="5907"/>
                          <a:pt x="35678" y="5907"/>
                        </a:cubicBezTo>
                        <a:lnTo>
                          <a:pt x="83288" y="5907"/>
                        </a:lnTo>
                        <a:cubicBezTo>
                          <a:pt x="97761" y="5907"/>
                          <a:pt x="109870" y="16303"/>
                          <a:pt x="112469" y="30067"/>
                        </a:cubicBezTo>
                        <a:cubicBezTo>
                          <a:pt x="97761" y="31839"/>
                          <a:pt x="86242" y="44244"/>
                          <a:pt x="86242" y="59424"/>
                        </a:cubicBezTo>
                        <a:cubicBezTo>
                          <a:pt x="86242" y="74664"/>
                          <a:pt x="97701" y="87010"/>
                          <a:pt x="112469" y="88782"/>
                        </a:cubicBezTo>
                        <a:cubicBezTo>
                          <a:pt x="109870" y="102545"/>
                          <a:pt x="97761" y="112942"/>
                          <a:pt x="83288" y="112942"/>
                        </a:cubicBezTo>
                        <a:lnTo>
                          <a:pt x="35678" y="112942"/>
                        </a:lnTo>
                        <a:cubicBezTo>
                          <a:pt x="19257" y="112942"/>
                          <a:pt x="5966" y="99592"/>
                          <a:pt x="5966" y="83171"/>
                        </a:cubicBezTo>
                        <a:lnTo>
                          <a:pt x="5966" y="35678"/>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80" name="Freeform: Shape 279">
                    <a:extLst>
                      <a:ext uri="{FF2B5EF4-FFF2-40B4-BE49-F238E27FC236}">
                        <a16:creationId xmlns:a16="http://schemas.microsoft.com/office/drawing/2014/main" id="{CE608F97-7346-BFC5-E2A4-1C8A6F73321B}"/>
                      </a:ext>
                    </a:extLst>
                  </p:cNvPr>
                  <p:cNvSpPr/>
                  <p:nvPr/>
                </p:nvSpPr>
                <p:spPr>
                  <a:xfrm>
                    <a:off x="1739250" y="2188416"/>
                    <a:ext cx="145784" cy="118966"/>
                  </a:xfrm>
                  <a:custGeom>
                    <a:avLst/>
                    <a:gdLst>
                      <a:gd name="connsiteX0" fmla="*/ 145784 w 145784"/>
                      <a:gd name="connsiteY0" fmla="*/ 83288 h 118966"/>
                      <a:gd name="connsiteX1" fmla="*/ 145784 w 145784"/>
                      <a:gd name="connsiteY1" fmla="*/ 35678 h 118966"/>
                      <a:gd name="connsiteX2" fmla="*/ 110106 w 145784"/>
                      <a:gd name="connsiteY2" fmla="*/ 0 h 118966"/>
                      <a:gd name="connsiteX3" fmla="*/ 62496 w 145784"/>
                      <a:gd name="connsiteY3" fmla="*/ 0 h 118966"/>
                      <a:gd name="connsiteX4" fmla="*/ 27290 w 145784"/>
                      <a:gd name="connsiteY4" fmla="*/ 30007 h 118966"/>
                      <a:gd name="connsiteX5" fmla="*/ 0 w 145784"/>
                      <a:gd name="connsiteY5" fmla="*/ 59483 h 118966"/>
                      <a:gd name="connsiteX6" fmla="*/ 27290 w 145784"/>
                      <a:gd name="connsiteY6" fmla="*/ 88959 h 118966"/>
                      <a:gd name="connsiteX7" fmla="*/ 62496 w 145784"/>
                      <a:gd name="connsiteY7" fmla="*/ 118966 h 118966"/>
                      <a:gd name="connsiteX8" fmla="*/ 110106 w 145784"/>
                      <a:gd name="connsiteY8" fmla="*/ 118966 h 118966"/>
                      <a:gd name="connsiteX9" fmla="*/ 145784 w 145784"/>
                      <a:gd name="connsiteY9" fmla="*/ 83288 h 118966"/>
                      <a:gd name="connsiteX10" fmla="*/ 139877 w 145784"/>
                      <a:gd name="connsiteY10" fmla="*/ 83288 h 118966"/>
                      <a:gd name="connsiteX11" fmla="*/ 110106 w 145784"/>
                      <a:gd name="connsiteY11" fmla="*/ 113059 h 118966"/>
                      <a:gd name="connsiteX12" fmla="*/ 62496 w 145784"/>
                      <a:gd name="connsiteY12" fmla="*/ 113059 h 118966"/>
                      <a:gd name="connsiteX13" fmla="*/ 33315 w 145784"/>
                      <a:gd name="connsiteY13" fmla="*/ 88900 h 118966"/>
                      <a:gd name="connsiteX14" fmla="*/ 59542 w 145784"/>
                      <a:gd name="connsiteY14" fmla="*/ 59542 h 118966"/>
                      <a:gd name="connsiteX15" fmla="*/ 33315 w 145784"/>
                      <a:gd name="connsiteY15" fmla="*/ 30185 h 118966"/>
                      <a:gd name="connsiteX16" fmla="*/ 62496 w 145784"/>
                      <a:gd name="connsiteY16" fmla="*/ 6025 h 118966"/>
                      <a:gd name="connsiteX17" fmla="*/ 110106 w 145784"/>
                      <a:gd name="connsiteY17" fmla="*/ 6025 h 118966"/>
                      <a:gd name="connsiteX18" fmla="*/ 139877 w 145784"/>
                      <a:gd name="connsiteY18" fmla="*/ 35796 h 118966"/>
                      <a:gd name="connsiteX19" fmla="*/ 139877 w 145784"/>
                      <a:gd name="connsiteY19" fmla="*/ 8328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145784" y="83288"/>
                        </a:moveTo>
                        <a:lnTo>
                          <a:pt x="145784" y="35678"/>
                        </a:lnTo>
                        <a:cubicBezTo>
                          <a:pt x="145784" y="15949"/>
                          <a:pt x="129776" y="0"/>
                          <a:pt x="110106" y="0"/>
                        </a:cubicBezTo>
                        <a:lnTo>
                          <a:pt x="62496" y="0"/>
                        </a:lnTo>
                        <a:cubicBezTo>
                          <a:pt x="44716" y="0"/>
                          <a:pt x="30007" y="12995"/>
                          <a:pt x="27290" y="30007"/>
                        </a:cubicBezTo>
                        <a:cubicBezTo>
                          <a:pt x="12050" y="31307"/>
                          <a:pt x="0" y="43889"/>
                          <a:pt x="0" y="59483"/>
                        </a:cubicBezTo>
                        <a:cubicBezTo>
                          <a:pt x="0" y="75078"/>
                          <a:pt x="12050" y="87718"/>
                          <a:pt x="27290" y="88959"/>
                        </a:cubicBezTo>
                        <a:cubicBezTo>
                          <a:pt x="30007" y="105971"/>
                          <a:pt x="44716" y="118966"/>
                          <a:pt x="62496" y="118966"/>
                        </a:cubicBezTo>
                        <a:lnTo>
                          <a:pt x="110106" y="118966"/>
                        </a:lnTo>
                        <a:cubicBezTo>
                          <a:pt x="129835" y="118966"/>
                          <a:pt x="145784" y="103018"/>
                          <a:pt x="145784" y="83288"/>
                        </a:cubicBezTo>
                        <a:close/>
                        <a:moveTo>
                          <a:pt x="139877" y="83288"/>
                        </a:moveTo>
                        <a:cubicBezTo>
                          <a:pt x="139877" y="99710"/>
                          <a:pt x="126527" y="113059"/>
                          <a:pt x="110106" y="113059"/>
                        </a:cubicBezTo>
                        <a:lnTo>
                          <a:pt x="62496" y="113059"/>
                        </a:lnTo>
                        <a:cubicBezTo>
                          <a:pt x="48024" y="113059"/>
                          <a:pt x="35914" y="102663"/>
                          <a:pt x="33315" y="88900"/>
                        </a:cubicBezTo>
                        <a:cubicBezTo>
                          <a:pt x="48083" y="87128"/>
                          <a:pt x="59542" y="74723"/>
                          <a:pt x="59542" y="59542"/>
                        </a:cubicBezTo>
                        <a:cubicBezTo>
                          <a:pt x="59542" y="44361"/>
                          <a:pt x="48083" y="31957"/>
                          <a:pt x="33315" y="30185"/>
                        </a:cubicBezTo>
                        <a:cubicBezTo>
                          <a:pt x="35914" y="16421"/>
                          <a:pt x="48024" y="6025"/>
                          <a:pt x="62496" y="6025"/>
                        </a:cubicBezTo>
                        <a:lnTo>
                          <a:pt x="110106" y="6025"/>
                        </a:lnTo>
                        <a:cubicBezTo>
                          <a:pt x="126527" y="6025"/>
                          <a:pt x="139877" y="19375"/>
                          <a:pt x="139877" y="35796"/>
                        </a:cubicBezTo>
                        <a:lnTo>
                          <a:pt x="139877" y="83288"/>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81" name="Freeform: Shape 280">
                    <a:extLst>
                      <a:ext uri="{FF2B5EF4-FFF2-40B4-BE49-F238E27FC236}">
                        <a16:creationId xmlns:a16="http://schemas.microsoft.com/office/drawing/2014/main" id="{31ABCF92-DB12-20C4-036E-9D9F01CBEFCF}"/>
                      </a:ext>
                    </a:extLst>
                  </p:cNvPr>
                  <p:cNvSpPr/>
                  <p:nvPr/>
                </p:nvSpPr>
                <p:spPr>
                  <a:xfrm>
                    <a:off x="1900510" y="2188475"/>
                    <a:ext cx="176559" cy="118907"/>
                  </a:xfrm>
                  <a:custGeom>
                    <a:avLst/>
                    <a:gdLst>
                      <a:gd name="connsiteX0" fmla="*/ 28354 w 176559"/>
                      <a:gd name="connsiteY0" fmla="*/ 89018 h 118907"/>
                      <a:gd name="connsiteX1" fmla="*/ 63559 w 176559"/>
                      <a:gd name="connsiteY1" fmla="*/ 118907 h 118907"/>
                      <a:gd name="connsiteX2" fmla="*/ 111170 w 176559"/>
                      <a:gd name="connsiteY2" fmla="*/ 118907 h 118907"/>
                      <a:gd name="connsiteX3" fmla="*/ 146316 w 176559"/>
                      <a:gd name="connsiteY3" fmla="*/ 89136 h 118907"/>
                      <a:gd name="connsiteX4" fmla="*/ 146848 w 176559"/>
                      <a:gd name="connsiteY4" fmla="*/ 89195 h 118907"/>
                      <a:gd name="connsiteX5" fmla="*/ 176560 w 176559"/>
                      <a:gd name="connsiteY5" fmla="*/ 59483 h 118907"/>
                      <a:gd name="connsiteX6" fmla="*/ 146848 w 176559"/>
                      <a:gd name="connsiteY6" fmla="*/ 29712 h 118907"/>
                      <a:gd name="connsiteX7" fmla="*/ 146316 w 176559"/>
                      <a:gd name="connsiteY7" fmla="*/ 29771 h 118907"/>
                      <a:gd name="connsiteX8" fmla="*/ 111170 w 176559"/>
                      <a:gd name="connsiteY8" fmla="*/ 0 h 118907"/>
                      <a:gd name="connsiteX9" fmla="*/ 63559 w 176559"/>
                      <a:gd name="connsiteY9" fmla="*/ 0 h 118907"/>
                      <a:gd name="connsiteX10" fmla="*/ 28354 w 176559"/>
                      <a:gd name="connsiteY10" fmla="*/ 29889 h 118907"/>
                      <a:gd name="connsiteX11" fmla="*/ 0 w 176559"/>
                      <a:gd name="connsiteY11" fmla="*/ 59483 h 118907"/>
                      <a:gd name="connsiteX12" fmla="*/ 28354 w 176559"/>
                      <a:gd name="connsiteY12" fmla="*/ 89018 h 118907"/>
                      <a:gd name="connsiteX13" fmla="*/ 34320 w 176559"/>
                      <a:gd name="connsiteY13" fmla="*/ 88723 h 118907"/>
                      <a:gd name="connsiteX14" fmla="*/ 59424 w 176559"/>
                      <a:gd name="connsiteY14" fmla="*/ 59424 h 118907"/>
                      <a:gd name="connsiteX15" fmla="*/ 34320 w 176559"/>
                      <a:gd name="connsiteY15" fmla="*/ 30126 h 118907"/>
                      <a:gd name="connsiteX16" fmla="*/ 63500 w 176559"/>
                      <a:gd name="connsiteY16" fmla="*/ 5848 h 118907"/>
                      <a:gd name="connsiteX17" fmla="*/ 111110 w 176559"/>
                      <a:gd name="connsiteY17" fmla="*/ 5848 h 118907"/>
                      <a:gd name="connsiteX18" fmla="*/ 140350 w 176559"/>
                      <a:gd name="connsiteY18" fmla="*/ 30421 h 118907"/>
                      <a:gd name="connsiteX19" fmla="*/ 117077 w 176559"/>
                      <a:gd name="connsiteY19" fmla="*/ 59424 h 118907"/>
                      <a:gd name="connsiteX20" fmla="*/ 140350 w 176559"/>
                      <a:gd name="connsiteY20" fmla="*/ 88427 h 118907"/>
                      <a:gd name="connsiteX21" fmla="*/ 111110 w 176559"/>
                      <a:gd name="connsiteY21" fmla="*/ 113001 h 118907"/>
                      <a:gd name="connsiteX22" fmla="*/ 63500 w 176559"/>
                      <a:gd name="connsiteY22" fmla="*/ 113001 h 118907"/>
                      <a:gd name="connsiteX23" fmla="*/ 34320 w 176559"/>
                      <a:gd name="connsiteY23" fmla="*/ 88723 h 118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559" h="118907">
                        <a:moveTo>
                          <a:pt x="28354" y="89018"/>
                        </a:moveTo>
                        <a:cubicBezTo>
                          <a:pt x="31130" y="105971"/>
                          <a:pt x="45779" y="118907"/>
                          <a:pt x="63559" y="118907"/>
                        </a:cubicBezTo>
                        <a:lnTo>
                          <a:pt x="111170" y="118907"/>
                        </a:lnTo>
                        <a:cubicBezTo>
                          <a:pt x="128890" y="118907"/>
                          <a:pt x="143540" y="106030"/>
                          <a:pt x="146316" y="89136"/>
                        </a:cubicBezTo>
                        <a:cubicBezTo>
                          <a:pt x="146493" y="89136"/>
                          <a:pt x="146671" y="89195"/>
                          <a:pt x="146848" y="89195"/>
                        </a:cubicBezTo>
                        <a:cubicBezTo>
                          <a:pt x="163269" y="89195"/>
                          <a:pt x="176560" y="75905"/>
                          <a:pt x="176560" y="59483"/>
                        </a:cubicBezTo>
                        <a:cubicBezTo>
                          <a:pt x="176560" y="43062"/>
                          <a:pt x="163269" y="29712"/>
                          <a:pt x="146848" y="29712"/>
                        </a:cubicBezTo>
                        <a:cubicBezTo>
                          <a:pt x="146671" y="29712"/>
                          <a:pt x="146493" y="29771"/>
                          <a:pt x="146316" y="29771"/>
                        </a:cubicBezTo>
                        <a:cubicBezTo>
                          <a:pt x="143481" y="12877"/>
                          <a:pt x="128831" y="0"/>
                          <a:pt x="111170" y="0"/>
                        </a:cubicBezTo>
                        <a:lnTo>
                          <a:pt x="63559" y="0"/>
                        </a:lnTo>
                        <a:cubicBezTo>
                          <a:pt x="45838" y="0"/>
                          <a:pt x="31189" y="12936"/>
                          <a:pt x="28354" y="29889"/>
                        </a:cubicBezTo>
                        <a:cubicBezTo>
                          <a:pt x="12582" y="30598"/>
                          <a:pt x="0" y="43534"/>
                          <a:pt x="0" y="59483"/>
                        </a:cubicBezTo>
                        <a:cubicBezTo>
                          <a:pt x="-59" y="75432"/>
                          <a:pt x="12582" y="88309"/>
                          <a:pt x="28354" y="89018"/>
                        </a:cubicBezTo>
                        <a:close/>
                        <a:moveTo>
                          <a:pt x="34320" y="88723"/>
                        </a:moveTo>
                        <a:cubicBezTo>
                          <a:pt x="48556" y="86478"/>
                          <a:pt x="59424" y="74310"/>
                          <a:pt x="59424" y="59424"/>
                        </a:cubicBezTo>
                        <a:cubicBezTo>
                          <a:pt x="59424" y="44598"/>
                          <a:pt x="48497" y="32370"/>
                          <a:pt x="34320" y="30126"/>
                        </a:cubicBezTo>
                        <a:cubicBezTo>
                          <a:pt x="36919" y="16362"/>
                          <a:pt x="48969" y="5848"/>
                          <a:pt x="63500" y="5848"/>
                        </a:cubicBezTo>
                        <a:lnTo>
                          <a:pt x="111110" y="5848"/>
                        </a:lnTo>
                        <a:cubicBezTo>
                          <a:pt x="125760" y="5848"/>
                          <a:pt x="137869" y="16481"/>
                          <a:pt x="140350" y="30421"/>
                        </a:cubicBezTo>
                        <a:cubicBezTo>
                          <a:pt x="127059" y="33375"/>
                          <a:pt x="117077" y="45189"/>
                          <a:pt x="117077" y="59424"/>
                        </a:cubicBezTo>
                        <a:cubicBezTo>
                          <a:pt x="117077" y="73601"/>
                          <a:pt x="127059" y="85474"/>
                          <a:pt x="140350" y="88427"/>
                        </a:cubicBezTo>
                        <a:cubicBezTo>
                          <a:pt x="137869" y="102368"/>
                          <a:pt x="125760" y="113001"/>
                          <a:pt x="111110" y="113001"/>
                        </a:cubicBezTo>
                        <a:lnTo>
                          <a:pt x="63500" y="113001"/>
                        </a:lnTo>
                        <a:cubicBezTo>
                          <a:pt x="48969" y="113001"/>
                          <a:pt x="36919" y="102486"/>
                          <a:pt x="34320" y="8872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59" name="Graphic 4773">
                  <a:extLst>
                    <a:ext uri="{FF2B5EF4-FFF2-40B4-BE49-F238E27FC236}">
                      <a16:creationId xmlns:a16="http://schemas.microsoft.com/office/drawing/2014/main" id="{2565AA88-11A5-80C9-431D-1A858B82E122}"/>
                    </a:ext>
                  </a:extLst>
                </p:cNvPr>
                <p:cNvGrpSpPr/>
                <p:nvPr/>
              </p:nvGrpSpPr>
              <p:grpSpPr>
                <a:xfrm>
                  <a:off x="2558193" y="4022355"/>
                  <a:ext cx="400670" cy="114063"/>
                  <a:chOff x="2558193" y="4022355"/>
                  <a:chExt cx="400670" cy="114063"/>
                </a:xfrm>
                <a:grpFill/>
              </p:grpSpPr>
              <p:grpSp>
                <p:nvGrpSpPr>
                  <p:cNvPr id="269" name="Graphic 4773">
                    <a:extLst>
                      <a:ext uri="{FF2B5EF4-FFF2-40B4-BE49-F238E27FC236}">
                        <a16:creationId xmlns:a16="http://schemas.microsoft.com/office/drawing/2014/main" id="{1CA571A7-4E12-178C-6BC0-D43BE37C76EA}"/>
                      </a:ext>
                    </a:extLst>
                  </p:cNvPr>
                  <p:cNvGrpSpPr/>
                  <p:nvPr/>
                </p:nvGrpSpPr>
                <p:grpSpPr>
                  <a:xfrm>
                    <a:off x="2558193" y="4022355"/>
                    <a:ext cx="114004" cy="114004"/>
                    <a:chOff x="2558193" y="4022355"/>
                    <a:chExt cx="114004" cy="114004"/>
                  </a:xfrm>
                  <a:grpFill/>
                </p:grpSpPr>
                <p:sp>
                  <p:nvSpPr>
                    <p:cNvPr id="277" name="Freeform: Shape 276">
                      <a:extLst>
                        <a:ext uri="{FF2B5EF4-FFF2-40B4-BE49-F238E27FC236}">
                          <a16:creationId xmlns:a16="http://schemas.microsoft.com/office/drawing/2014/main" id="{C4D384A2-4E9B-4E39-B803-45E3DC35705A}"/>
                        </a:ext>
                      </a:extLst>
                    </p:cNvPr>
                    <p:cNvSpPr/>
                    <p:nvPr/>
                  </p:nvSpPr>
                  <p:spPr>
                    <a:xfrm>
                      <a:off x="2558193" y="4022355"/>
                      <a:ext cx="114004" cy="114004"/>
                    </a:xfrm>
                    <a:custGeom>
                      <a:avLst/>
                      <a:gdLst>
                        <a:gd name="connsiteX0" fmla="*/ 34201 w 114004"/>
                        <a:gd name="connsiteY0" fmla="*/ 114005 h 114004"/>
                        <a:gd name="connsiteX1" fmla="*/ 79803 w 114004"/>
                        <a:gd name="connsiteY1" fmla="*/ 114005 h 114004"/>
                        <a:gd name="connsiteX2" fmla="*/ 114005 w 114004"/>
                        <a:gd name="connsiteY2" fmla="*/ 79803 h 114004"/>
                        <a:gd name="connsiteX3" fmla="*/ 114005 w 114004"/>
                        <a:gd name="connsiteY3" fmla="*/ 34201 h 114004"/>
                        <a:gd name="connsiteX4" fmla="*/ 79803 w 114004"/>
                        <a:gd name="connsiteY4" fmla="*/ 0 h 114004"/>
                        <a:gd name="connsiteX5" fmla="*/ 34201 w 114004"/>
                        <a:gd name="connsiteY5" fmla="*/ 0 h 114004"/>
                        <a:gd name="connsiteX6" fmla="*/ 0 w 114004"/>
                        <a:gd name="connsiteY6" fmla="*/ 34201 h 114004"/>
                        <a:gd name="connsiteX7" fmla="*/ 0 w 114004"/>
                        <a:gd name="connsiteY7" fmla="*/ 79803 h 114004"/>
                        <a:gd name="connsiteX8" fmla="*/ 34201 w 114004"/>
                        <a:gd name="connsiteY8" fmla="*/ 114005 h 114004"/>
                        <a:gd name="connsiteX9" fmla="*/ 34201 w 114004"/>
                        <a:gd name="connsiteY9" fmla="*/ 108334 h 114004"/>
                        <a:gd name="connsiteX10" fmla="*/ 5730 w 114004"/>
                        <a:gd name="connsiteY10" fmla="*/ 79862 h 114004"/>
                        <a:gd name="connsiteX11" fmla="*/ 5730 w 114004"/>
                        <a:gd name="connsiteY11" fmla="*/ 34260 h 114004"/>
                        <a:gd name="connsiteX12" fmla="*/ 34201 w 114004"/>
                        <a:gd name="connsiteY12" fmla="*/ 5789 h 114004"/>
                        <a:gd name="connsiteX13" fmla="*/ 79803 w 114004"/>
                        <a:gd name="connsiteY13" fmla="*/ 5789 h 114004"/>
                        <a:gd name="connsiteX14" fmla="*/ 108275 w 114004"/>
                        <a:gd name="connsiteY14" fmla="*/ 34260 h 114004"/>
                        <a:gd name="connsiteX15" fmla="*/ 108275 w 114004"/>
                        <a:gd name="connsiteY15" fmla="*/ 79862 h 114004"/>
                        <a:gd name="connsiteX16" fmla="*/ 79803 w 114004"/>
                        <a:gd name="connsiteY16" fmla="*/ 108334 h 114004"/>
                        <a:gd name="connsiteX17" fmla="*/ 34201 w 114004"/>
                        <a:gd name="connsiteY17" fmla="*/ 108334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34201" y="114005"/>
                          </a:moveTo>
                          <a:lnTo>
                            <a:pt x="79803" y="114005"/>
                          </a:lnTo>
                          <a:cubicBezTo>
                            <a:pt x="98706" y="114005"/>
                            <a:pt x="114005" y="98705"/>
                            <a:pt x="114005" y="79803"/>
                          </a:cubicBezTo>
                          <a:lnTo>
                            <a:pt x="114005" y="34201"/>
                          </a:lnTo>
                          <a:cubicBezTo>
                            <a:pt x="114005" y="15299"/>
                            <a:pt x="98706" y="0"/>
                            <a:pt x="79803" y="0"/>
                          </a:cubicBezTo>
                          <a:lnTo>
                            <a:pt x="34201" y="0"/>
                          </a:lnTo>
                          <a:cubicBezTo>
                            <a:pt x="15299" y="0"/>
                            <a:pt x="0" y="15299"/>
                            <a:pt x="0" y="34201"/>
                          </a:cubicBezTo>
                          <a:lnTo>
                            <a:pt x="0" y="79803"/>
                          </a:lnTo>
                          <a:cubicBezTo>
                            <a:pt x="0" y="98705"/>
                            <a:pt x="15358" y="114005"/>
                            <a:pt x="34201" y="114005"/>
                          </a:cubicBezTo>
                          <a:close/>
                          <a:moveTo>
                            <a:pt x="34201" y="108334"/>
                          </a:moveTo>
                          <a:cubicBezTo>
                            <a:pt x="18489" y="108334"/>
                            <a:pt x="5730" y="95575"/>
                            <a:pt x="5730" y="79862"/>
                          </a:cubicBezTo>
                          <a:lnTo>
                            <a:pt x="5730" y="34260"/>
                          </a:lnTo>
                          <a:cubicBezTo>
                            <a:pt x="5730" y="18548"/>
                            <a:pt x="18489" y="5789"/>
                            <a:pt x="34201" y="5789"/>
                          </a:cubicBezTo>
                          <a:lnTo>
                            <a:pt x="79803" y="5789"/>
                          </a:lnTo>
                          <a:cubicBezTo>
                            <a:pt x="95516" y="5789"/>
                            <a:pt x="108275" y="18548"/>
                            <a:pt x="108275" y="34260"/>
                          </a:cubicBezTo>
                          <a:lnTo>
                            <a:pt x="108275" y="79862"/>
                          </a:lnTo>
                          <a:cubicBezTo>
                            <a:pt x="108275" y="95575"/>
                            <a:pt x="95516" y="108334"/>
                            <a:pt x="79803" y="108334"/>
                          </a:cubicBezTo>
                          <a:lnTo>
                            <a:pt x="34201" y="10833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78" name="Freeform: Shape 277">
                      <a:extLst>
                        <a:ext uri="{FF2B5EF4-FFF2-40B4-BE49-F238E27FC236}">
                          <a16:creationId xmlns:a16="http://schemas.microsoft.com/office/drawing/2014/main" id="{4718479B-AFD5-7FDF-8243-55088A42C02A}"/>
                        </a:ext>
                      </a:extLst>
                    </p:cNvPr>
                    <p:cNvSpPr/>
                    <p:nvPr/>
                  </p:nvSpPr>
                  <p:spPr>
                    <a:xfrm>
                      <a:off x="2593812" y="4054725"/>
                      <a:ext cx="42766" cy="49323"/>
                    </a:xfrm>
                    <a:custGeom>
                      <a:avLst/>
                      <a:gdLst>
                        <a:gd name="connsiteX0" fmla="*/ 42767 w 42766"/>
                        <a:gd name="connsiteY0" fmla="*/ 0 h 49323"/>
                        <a:gd name="connsiteX1" fmla="*/ 42767 w 42766"/>
                        <a:gd name="connsiteY1" fmla="*/ 49323 h 49323"/>
                        <a:gd name="connsiteX2" fmla="*/ 0 w 42766"/>
                        <a:gd name="connsiteY2" fmla="*/ 24691 h 49323"/>
                      </a:gdLst>
                      <a:ahLst/>
                      <a:cxnLst>
                        <a:cxn ang="0">
                          <a:pos x="connsiteX0" y="connsiteY0"/>
                        </a:cxn>
                        <a:cxn ang="0">
                          <a:pos x="connsiteX1" y="connsiteY1"/>
                        </a:cxn>
                        <a:cxn ang="0">
                          <a:pos x="connsiteX2" y="connsiteY2"/>
                        </a:cxn>
                      </a:cxnLst>
                      <a:rect l="l" t="t" r="r" b="b"/>
                      <a:pathLst>
                        <a:path w="42766" h="49323">
                          <a:moveTo>
                            <a:pt x="42767" y="0"/>
                          </a:moveTo>
                          <a:lnTo>
                            <a:pt x="42767" y="49323"/>
                          </a:lnTo>
                          <a:lnTo>
                            <a:pt x="0" y="2469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270" name="Graphic 4773">
                    <a:extLst>
                      <a:ext uri="{FF2B5EF4-FFF2-40B4-BE49-F238E27FC236}">
                        <a16:creationId xmlns:a16="http://schemas.microsoft.com/office/drawing/2014/main" id="{4573DB7F-20C5-608D-2C84-ADD9229EDF21}"/>
                      </a:ext>
                    </a:extLst>
                  </p:cNvPr>
                  <p:cNvGrpSpPr/>
                  <p:nvPr/>
                </p:nvGrpSpPr>
                <p:grpSpPr>
                  <a:xfrm>
                    <a:off x="2844858" y="4022414"/>
                    <a:ext cx="114004" cy="114004"/>
                    <a:chOff x="2844858" y="4022414"/>
                    <a:chExt cx="114004" cy="114004"/>
                  </a:xfrm>
                  <a:grpFill/>
                </p:grpSpPr>
                <p:sp>
                  <p:nvSpPr>
                    <p:cNvPr id="275" name="Freeform: Shape 274">
                      <a:extLst>
                        <a:ext uri="{FF2B5EF4-FFF2-40B4-BE49-F238E27FC236}">
                          <a16:creationId xmlns:a16="http://schemas.microsoft.com/office/drawing/2014/main" id="{CD6B3096-9455-5E89-490F-046D88ED7E46}"/>
                        </a:ext>
                      </a:extLst>
                    </p:cNvPr>
                    <p:cNvSpPr/>
                    <p:nvPr/>
                  </p:nvSpPr>
                  <p:spPr>
                    <a:xfrm>
                      <a:off x="2844858" y="4022414"/>
                      <a:ext cx="114004" cy="114004"/>
                    </a:xfrm>
                    <a:custGeom>
                      <a:avLst/>
                      <a:gdLst>
                        <a:gd name="connsiteX0" fmla="*/ 79803 w 114004"/>
                        <a:gd name="connsiteY0" fmla="*/ 0 h 114004"/>
                        <a:gd name="connsiteX1" fmla="*/ 34201 w 114004"/>
                        <a:gd name="connsiteY1" fmla="*/ 0 h 114004"/>
                        <a:gd name="connsiteX2" fmla="*/ 0 w 114004"/>
                        <a:gd name="connsiteY2" fmla="*/ 34201 h 114004"/>
                        <a:gd name="connsiteX3" fmla="*/ 0 w 114004"/>
                        <a:gd name="connsiteY3" fmla="*/ 79803 h 114004"/>
                        <a:gd name="connsiteX4" fmla="*/ 34201 w 114004"/>
                        <a:gd name="connsiteY4" fmla="*/ 114005 h 114004"/>
                        <a:gd name="connsiteX5" fmla="*/ 79803 w 114004"/>
                        <a:gd name="connsiteY5" fmla="*/ 114005 h 114004"/>
                        <a:gd name="connsiteX6" fmla="*/ 114005 w 114004"/>
                        <a:gd name="connsiteY6" fmla="*/ 79803 h 114004"/>
                        <a:gd name="connsiteX7" fmla="*/ 114005 w 114004"/>
                        <a:gd name="connsiteY7" fmla="*/ 34201 h 114004"/>
                        <a:gd name="connsiteX8" fmla="*/ 79803 w 114004"/>
                        <a:gd name="connsiteY8" fmla="*/ 0 h 114004"/>
                        <a:gd name="connsiteX9" fmla="*/ 79803 w 114004"/>
                        <a:gd name="connsiteY9" fmla="*/ 5670 h 114004"/>
                        <a:gd name="connsiteX10" fmla="*/ 108275 w 114004"/>
                        <a:gd name="connsiteY10" fmla="*/ 34142 h 114004"/>
                        <a:gd name="connsiteX11" fmla="*/ 108275 w 114004"/>
                        <a:gd name="connsiteY11" fmla="*/ 79744 h 114004"/>
                        <a:gd name="connsiteX12" fmla="*/ 79803 w 114004"/>
                        <a:gd name="connsiteY12" fmla="*/ 108216 h 114004"/>
                        <a:gd name="connsiteX13" fmla="*/ 34201 w 114004"/>
                        <a:gd name="connsiteY13" fmla="*/ 108216 h 114004"/>
                        <a:gd name="connsiteX14" fmla="*/ 5730 w 114004"/>
                        <a:gd name="connsiteY14" fmla="*/ 79744 h 114004"/>
                        <a:gd name="connsiteX15" fmla="*/ 5730 w 114004"/>
                        <a:gd name="connsiteY15" fmla="*/ 34142 h 114004"/>
                        <a:gd name="connsiteX16" fmla="*/ 34201 w 114004"/>
                        <a:gd name="connsiteY16" fmla="*/ 5670 h 114004"/>
                        <a:gd name="connsiteX17" fmla="*/ 79803 w 114004"/>
                        <a:gd name="connsiteY17" fmla="*/ 5670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79803" y="0"/>
                          </a:moveTo>
                          <a:lnTo>
                            <a:pt x="34201" y="0"/>
                          </a:lnTo>
                          <a:cubicBezTo>
                            <a:pt x="15299" y="0"/>
                            <a:pt x="0" y="15299"/>
                            <a:pt x="0" y="34201"/>
                          </a:cubicBez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close/>
                          <a:moveTo>
                            <a:pt x="79803" y="5670"/>
                          </a:moveTo>
                          <a:cubicBezTo>
                            <a:pt x="95516" y="5670"/>
                            <a:pt x="108275" y="18489"/>
                            <a:pt x="108275" y="34142"/>
                          </a:cubicBezTo>
                          <a:lnTo>
                            <a:pt x="108275" y="79744"/>
                          </a:lnTo>
                          <a:cubicBezTo>
                            <a:pt x="108275" y="95457"/>
                            <a:pt x="95516" y="108216"/>
                            <a:pt x="79803" y="108216"/>
                          </a:cubicBezTo>
                          <a:lnTo>
                            <a:pt x="34201" y="108216"/>
                          </a:lnTo>
                          <a:cubicBezTo>
                            <a:pt x="18489" y="108216"/>
                            <a:pt x="5730" y="95457"/>
                            <a:pt x="5730" y="79744"/>
                          </a:cubicBezTo>
                          <a:lnTo>
                            <a:pt x="5730" y="34142"/>
                          </a:lnTo>
                          <a:cubicBezTo>
                            <a:pt x="5730" y="18430"/>
                            <a:pt x="18489" y="5670"/>
                            <a:pt x="34201" y="5670"/>
                          </a:cubicBezTo>
                          <a:lnTo>
                            <a:pt x="79803" y="56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76" name="Freeform: Shape 275">
                      <a:extLst>
                        <a:ext uri="{FF2B5EF4-FFF2-40B4-BE49-F238E27FC236}">
                          <a16:creationId xmlns:a16="http://schemas.microsoft.com/office/drawing/2014/main" id="{A5DADC74-FF8E-D0C9-FFE4-A9B517966EE7}"/>
                        </a:ext>
                      </a:extLst>
                    </p:cNvPr>
                    <p:cNvSpPr/>
                    <p:nvPr/>
                  </p:nvSpPr>
                  <p:spPr>
                    <a:xfrm>
                      <a:off x="2880537" y="4054725"/>
                      <a:ext cx="42707" cy="49323"/>
                    </a:xfrm>
                    <a:custGeom>
                      <a:avLst/>
                      <a:gdLst>
                        <a:gd name="connsiteX0" fmla="*/ 0 w 42707"/>
                        <a:gd name="connsiteY0" fmla="*/ 49323 h 49323"/>
                        <a:gd name="connsiteX1" fmla="*/ 0 w 42707"/>
                        <a:gd name="connsiteY1" fmla="*/ 0 h 49323"/>
                        <a:gd name="connsiteX2" fmla="*/ 42708 w 42707"/>
                        <a:gd name="connsiteY2" fmla="*/ 24691 h 49323"/>
                      </a:gdLst>
                      <a:ahLst/>
                      <a:cxnLst>
                        <a:cxn ang="0">
                          <a:pos x="connsiteX0" y="connsiteY0"/>
                        </a:cxn>
                        <a:cxn ang="0">
                          <a:pos x="connsiteX1" y="connsiteY1"/>
                        </a:cxn>
                        <a:cxn ang="0">
                          <a:pos x="connsiteX2" y="connsiteY2"/>
                        </a:cxn>
                      </a:cxnLst>
                      <a:rect l="l" t="t" r="r" b="b"/>
                      <a:pathLst>
                        <a:path w="42707" h="49323">
                          <a:moveTo>
                            <a:pt x="0" y="49323"/>
                          </a:moveTo>
                          <a:lnTo>
                            <a:pt x="0" y="0"/>
                          </a:lnTo>
                          <a:lnTo>
                            <a:pt x="42708" y="2469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271" name="Graphic 4773">
                    <a:extLst>
                      <a:ext uri="{FF2B5EF4-FFF2-40B4-BE49-F238E27FC236}">
                        <a16:creationId xmlns:a16="http://schemas.microsoft.com/office/drawing/2014/main" id="{3BD1809A-91FC-9D32-6410-B9081FB388E3}"/>
                      </a:ext>
                    </a:extLst>
                  </p:cNvPr>
                  <p:cNvGrpSpPr/>
                  <p:nvPr/>
                </p:nvGrpSpPr>
                <p:grpSpPr>
                  <a:xfrm>
                    <a:off x="2702441" y="4022414"/>
                    <a:ext cx="114004" cy="114004"/>
                    <a:chOff x="2702441" y="4022414"/>
                    <a:chExt cx="114004" cy="114004"/>
                  </a:xfrm>
                  <a:grpFill/>
                </p:grpSpPr>
                <p:sp>
                  <p:nvSpPr>
                    <p:cNvPr id="272" name="Freeform: Shape 271">
                      <a:extLst>
                        <a:ext uri="{FF2B5EF4-FFF2-40B4-BE49-F238E27FC236}">
                          <a16:creationId xmlns:a16="http://schemas.microsoft.com/office/drawing/2014/main" id="{F81890FC-C75C-E6DE-E1AD-63C37FB2C647}"/>
                        </a:ext>
                      </a:extLst>
                    </p:cNvPr>
                    <p:cNvSpPr/>
                    <p:nvPr/>
                  </p:nvSpPr>
                  <p:spPr>
                    <a:xfrm>
                      <a:off x="2702441" y="4022414"/>
                      <a:ext cx="114004" cy="114004"/>
                    </a:xfrm>
                    <a:custGeom>
                      <a:avLst/>
                      <a:gdLst>
                        <a:gd name="connsiteX0" fmla="*/ 0 w 114004"/>
                        <a:gd name="connsiteY0" fmla="*/ 34201 h 114004"/>
                        <a:gd name="connsiteX1" fmla="*/ 0 w 114004"/>
                        <a:gd name="connsiteY1" fmla="*/ 79803 h 114004"/>
                        <a:gd name="connsiteX2" fmla="*/ 34201 w 114004"/>
                        <a:gd name="connsiteY2" fmla="*/ 114005 h 114004"/>
                        <a:gd name="connsiteX3" fmla="*/ 79803 w 114004"/>
                        <a:gd name="connsiteY3" fmla="*/ 114005 h 114004"/>
                        <a:gd name="connsiteX4" fmla="*/ 114005 w 114004"/>
                        <a:gd name="connsiteY4" fmla="*/ 79803 h 114004"/>
                        <a:gd name="connsiteX5" fmla="*/ 114005 w 114004"/>
                        <a:gd name="connsiteY5" fmla="*/ 34201 h 114004"/>
                        <a:gd name="connsiteX6" fmla="*/ 79803 w 114004"/>
                        <a:gd name="connsiteY6" fmla="*/ 0 h 114004"/>
                        <a:gd name="connsiteX7" fmla="*/ 34201 w 114004"/>
                        <a:gd name="connsiteY7" fmla="*/ 0 h 114004"/>
                        <a:gd name="connsiteX8" fmla="*/ 0 w 114004"/>
                        <a:gd name="connsiteY8" fmla="*/ 34201 h 114004"/>
                        <a:gd name="connsiteX9" fmla="*/ 5730 w 114004"/>
                        <a:gd name="connsiteY9" fmla="*/ 34201 h 114004"/>
                        <a:gd name="connsiteX10" fmla="*/ 34201 w 114004"/>
                        <a:gd name="connsiteY10" fmla="*/ 5730 h 114004"/>
                        <a:gd name="connsiteX11" fmla="*/ 79803 w 114004"/>
                        <a:gd name="connsiteY11" fmla="*/ 5730 h 114004"/>
                        <a:gd name="connsiteX12" fmla="*/ 108275 w 114004"/>
                        <a:gd name="connsiteY12" fmla="*/ 34201 h 114004"/>
                        <a:gd name="connsiteX13" fmla="*/ 108275 w 114004"/>
                        <a:gd name="connsiteY13" fmla="*/ 79803 h 114004"/>
                        <a:gd name="connsiteX14" fmla="*/ 79803 w 114004"/>
                        <a:gd name="connsiteY14" fmla="*/ 108275 h 114004"/>
                        <a:gd name="connsiteX15" fmla="*/ 34201 w 114004"/>
                        <a:gd name="connsiteY15" fmla="*/ 108275 h 114004"/>
                        <a:gd name="connsiteX16" fmla="*/ 5730 w 114004"/>
                        <a:gd name="connsiteY16" fmla="*/ 79803 h 114004"/>
                        <a:gd name="connsiteX17" fmla="*/ 5730 w 114004"/>
                        <a:gd name="connsiteY17" fmla="*/ 34201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0" y="34201"/>
                          </a:move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lnTo>
                            <a:pt x="34201" y="0"/>
                          </a:lnTo>
                          <a:cubicBezTo>
                            <a:pt x="15358" y="0"/>
                            <a:pt x="0" y="15299"/>
                            <a:pt x="0" y="34201"/>
                          </a:cubicBezTo>
                          <a:close/>
                          <a:moveTo>
                            <a:pt x="5730" y="34201"/>
                          </a:moveTo>
                          <a:cubicBezTo>
                            <a:pt x="5730" y="18489"/>
                            <a:pt x="18489" y="5730"/>
                            <a:pt x="34201" y="5730"/>
                          </a:cubicBezTo>
                          <a:lnTo>
                            <a:pt x="79803" y="5730"/>
                          </a:lnTo>
                          <a:cubicBezTo>
                            <a:pt x="95516" y="5730"/>
                            <a:pt x="108275" y="18489"/>
                            <a:pt x="108275" y="34201"/>
                          </a:cubicBezTo>
                          <a:lnTo>
                            <a:pt x="108275" y="79803"/>
                          </a:lnTo>
                          <a:cubicBezTo>
                            <a:pt x="108275" y="95516"/>
                            <a:pt x="95516" y="108275"/>
                            <a:pt x="79803" y="108275"/>
                          </a:cubicBezTo>
                          <a:lnTo>
                            <a:pt x="34201" y="108275"/>
                          </a:lnTo>
                          <a:cubicBezTo>
                            <a:pt x="18489" y="108275"/>
                            <a:pt x="5730" y="95516"/>
                            <a:pt x="5730" y="79803"/>
                          </a:cubicBezTo>
                          <a:lnTo>
                            <a:pt x="5730" y="3420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73" name="Freeform: Shape 272">
                      <a:extLst>
                        <a:ext uri="{FF2B5EF4-FFF2-40B4-BE49-F238E27FC236}">
                          <a16:creationId xmlns:a16="http://schemas.microsoft.com/office/drawing/2014/main" id="{2D610FC4-52D0-3190-1E1D-CE53D80F3117}"/>
                        </a:ext>
                      </a:extLst>
                    </p:cNvPr>
                    <p:cNvSpPr/>
                    <p:nvPr/>
                  </p:nvSpPr>
                  <p:spPr>
                    <a:xfrm>
                      <a:off x="2765114"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74" name="Freeform: Shape 273">
                      <a:extLst>
                        <a:ext uri="{FF2B5EF4-FFF2-40B4-BE49-F238E27FC236}">
                          <a16:creationId xmlns:a16="http://schemas.microsoft.com/office/drawing/2014/main" id="{9C6AFA7E-246E-7DEF-0A93-054397E0927C}"/>
                        </a:ext>
                      </a:extLst>
                    </p:cNvPr>
                    <p:cNvSpPr/>
                    <p:nvPr/>
                  </p:nvSpPr>
                  <p:spPr>
                    <a:xfrm>
                      <a:off x="2738533"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160" name="Graphic 4773">
                  <a:extLst>
                    <a:ext uri="{FF2B5EF4-FFF2-40B4-BE49-F238E27FC236}">
                      <a16:creationId xmlns:a16="http://schemas.microsoft.com/office/drawing/2014/main" id="{DC1F57A3-4458-02FA-B465-576B2F20407A}"/>
                    </a:ext>
                  </a:extLst>
                </p:cNvPr>
                <p:cNvGrpSpPr/>
                <p:nvPr/>
              </p:nvGrpSpPr>
              <p:grpSpPr>
                <a:xfrm>
                  <a:off x="4176882" y="1893185"/>
                  <a:ext cx="116840" cy="236869"/>
                  <a:chOff x="4176882" y="1893185"/>
                  <a:chExt cx="116840" cy="236869"/>
                </a:xfrm>
                <a:grpFill/>
              </p:grpSpPr>
              <p:sp>
                <p:nvSpPr>
                  <p:cNvPr id="267" name="Freeform: Shape 266">
                    <a:extLst>
                      <a:ext uri="{FF2B5EF4-FFF2-40B4-BE49-F238E27FC236}">
                        <a16:creationId xmlns:a16="http://schemas.microsoft.com/office/drawing/2014/main" id="{7BFBAC45-7D8A-DB65-F465-377144B0D2C9}"/>
                      </a:ext>
                    </a:extLst>
                  </p:cNvPr>
                  <p:cNvSpPr/>
                  <p:nvPr/>
                </p:nvSpPr>
                <p:spPr>
                  <a:xfrm>
                    <a:off x="4176941" y="2013274"/>
                    <a:ext cx="116781" cy="116781"/>
                  </a:xfrm>
                  <a:custGeom>
                    <a:avLst/>
                    <a:gdLst>
                      <a:gd name="connsiteX0" fmla="*/ 116781 w 116781"/>
                      <a:gd name="connsiteY0" fmla="*/ 97524 h 116781"/>
                      <a:gd name="connsiteX1" fmla="*/ 39813 w 116781"/>
                      <a:gd name="connsiteY1" fmla="*/ 20556 h 116781"/>
                      <a:gd name="connsiteX2" fmla="*/ 102782 w 116781"/>
                      <a:gd name="connsiteY2" fmla="*/ 20556 h 116781"/>
                      <a:gd name="connsiteX3" fmla="*/ 82225 w 116781"/>
                      <a:gd name="connsiteY3" fmla="*/ 0 h 116781"/>
                      <a:gd name="connsiteX4" fmla="*/ 0 w 116781"/>
                      <a:gd name="connsiteY4" fmla="*/ 0 h 116781"/>
                      <a:gd name="connsiteX5" fmla="*/ 0 w 116781"/>
                      <a:gd name="connsiteY5" fmla="*/ 82225 h 116781"/>
                      <a:gd name="connsiteX6" fmla="*/ 20556 w 116781"/>
                      <a:gd name="connsiteY6" fmla="*/ 102782 h 116781"/>
                      <a:gd name="connsiteX7" fmla="*/ 20556 w 116781"/>
                      <a:gd name="connsiteY7" fmla="*/ 39813 h 116781"/>
                      <a:gd name="connsiteX8" fmla="*/ 97524 w 116781"/>
                      <a:gd name="connsiteY8" fmla="*/ 116781 h 116781"/>
                      <a:gd name="connsiteX9" fmla="*/ 116781 w 116781"/>
                      <a:gd name="connsiteY9" fmla="*/ 97524 h 116781"/>
                      <a:gd name="connsiteX10" fmla="*/ 37746 w 116781"/>
                      <a:gd name="connsiteY10" fmla="*/ 22624 h 116781"/>
                      <a:gd name="connsiteX11" fmla="*/ 112646 w 116781"/>
                      <a:gd name="connsiteY11" fmla="*/ 97524 h 116781"/>
                      <a:gd name="connsiteX12" fmla="*/ 97465 w 116781"/>
                      <a:gd name="connsiteY12" fmla="*/ 112705 h 116781"/>
                      <a:gd name="connsiteX13" fmla="*/ 22565 w 116781"/>
                      <a:gd name="connsiteY13" fmla="*/ 37805 h 116781"/>
                      <a:gd name="connsiteX14" fmla="*/ 17603 w 116781"/>
                      <a:gd name="connsiteY14" fmla="*/ 32843 h 116781"/>
                      <a:gd name="connsiteX15" fmla="*/ 17603 w 116781"/>
                      <a:gd name="connsiteY15" fmla="*/ 39872 h 116781"/>
                      <a:gd name="connsiteX16" fmla="*/ 17603 w 116781"/>
                      <a:gd name="connsiteY16" fmla="*/ 95870 h 116781"/>
                      <a:gd name="connsiteX17" fmla="*/ 2835 w 116781"/>
                      <a:gd name="connsiteY17" fmla="*/ 81103 h 116781"/>
                      <a:gd name="connsiteX18" fmla="*/ 2835 w 116781"/>
                      <a:gd name="connsiteY18" fmla="*/ 2953 h 116781"/>
                      <a:gd name="connsiteX19" fmla="*/ 80985 w 116781"/>
                      <a:gd name="connsiteY19" fmla="*/ 2953 h 116781"/>
                      <a:gd name="connsiteX20" fmla="*/ 95752 w 116781"/>
                      <a:gd name="connsiteY20" fmla="*/ 17721 h 116781"/>
                      <a:gd name="connsiteX21" fmla="*/ 39813 w 116781"/>
                      <a:gd name="connsiteY21" fmla="*/ 17721 h 116781"/>
                      <a:gd name="connsiteX22" fmla="*/ 32784 w 116781"/>
                      <a:gd name="connsiteY22" fmla="*/ 17721 h 116781"/>
                      <a:gd name="connsiteX23" fmla="*/ 37746 w 116781"/>
                      <a:gd name="connsiteY23" fmla="*/ 2262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1">
                        <a:moveTo>
                          <a:pt x="116781" y="97524"/>
                        </a:moveTo>
                        <a:lnTo>
                          <a:pt x="39813" y="20556"/>
                        </a:lnTo>
                        <a:lnTo>
                          <a:pt x="102782" y="20556"/>
                        </a:lnTo>
                        <a:lnTo>
                          <a:pt x="82225" y="0"/>
                        </a:lnTo>
                        <a:lnTo>
                          <a:pt x="0" y="0"/>
                        </a:lnTo>
                        <a:lnTo>
                          <a:pt x="0" y="82225"/>
                        </a:lnTo>
                        <a:lnTo>
                          <a:pt x="20556" y="102782"/>
                        </a:lnTo>
                        <a:lnTo>
                          <a:pt x="20556" y="39813"/>
                        </a:lnTo>
                        <a:lnTo>
                          <a:pt x="97524" y="116781"/>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68" name="Freeform: Shape 267">
                    <a:extLst>
                      <a:ext uri="{FF2B5EF4-FFF2-40B4-BE49-F238E27FC236}">
                        <a16:creationId xmlns:a16="http://schemas.microsoft.com/office/drawing/2014/main" id="{D8C798D9-20FC-B55F-8A28-54CC66A94736}"/>
                      </a:ext>
                    </a:extLst>
                  </p:cNvPr>
                  <p:cNvSpPr/>
                  <p:nvPr/>
                </p:nvSpPr>
                <p:spPr>
                  <a:xfrm>
                    <a:off x="4176882" y="1893185"/>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7 w 116781"/>
                      <a:gd name="connsiteY5" fmla="*/ 76968 h 116780"/>
                      <a:gd name="connsiteX6" fmla="*/ 20557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7 h 116780"/>
                      <a:gd name="connsiteX11" fmla="*/ 2894 w 116781"/>
                      <a:gd name="connsiteY11" fmla="*/ 113887 h 116780"/>
                      <a:gd name="connsiteX12" fmla="*/ 2894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76 h 116780"/>
                      <a:gd name="connsiteX18" fmla="*/ 112705 w 116781"/>
                      <a:gd name="connsiteY18" fmla="*/ 19257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7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7" y="76968"/>
                        </a:lnTo>
                        <a:lnTo>
                          <a:pt x="20557" y="14000"/>
                        </a:lnTo>
                        <a:lnTo>
                          <a:pt x="0" y="34556"/>
                        </a:lnTo>
                        <a:lnTo>
                          <a:pt x="0" y="116781"/>
                        </a:lnTo>
                        <a:lnTo>
                          <a:pt x="82225" y="116781"/>
                        </a:lnTo>
                        <a:close/>
                        <a:moveTo>
                          <a:pt x="81044" y="113887"/>
                        </a:moveTo>
                        <a:lnTo>
                          <a:pt x="2894" y="113887"/>
                        </a:lnTo>
                        <a:lnTo>
                          <a:pt x="2894" y="35737"/>
                        </a:lnTo>
                        <a:lnTo>
                          <a:pt x="17662" y="20970"/>
                        </a:lnTo>
                        <a:lnTo>
                          <a:pt x="17662" y="76909"/>
                        </a:lnTo>
                        <a:lnTo>
                          <a:pt x="17662" y="83938"/>
                        </a:lnTo>
                        <a:lnTo>
                          <a:pt x="22624" y="78976"/>
                        </a:lnTo>
                        <a:lnTo>
                          <a:pt x="97524" y="4076"/>
                        </a:lnTo>
                        <a:lnTo>
                          <a:pt x="112705" y="19257"/>
                        </a:lnTo>
                        <a:lnTo>
                          <a:pt x="37805" y="94157"/>
                        </a:lnTo>
                        <a:lnTo>
                          <a:pt x="32843" y="99119"/>
                        </a:lnTo>
                        <a:lnTo>
                          <a:pt x="39872" y="99119"/>
                        </a:lnTo>
                        <a:lnTo>
                          <a:pt x="95811" y="99119"/>
                        </a:lnTo>
                        <a:lnTo>
                          <a:pt x="81044" y="11388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61" name="Graphic 4773">
                  <a:extLst>
                    <a:ext uri="{FF2B5EF4-FFF2-40B4-BE49-F238E27FC236}">
                      <a16:creationId xmlns:a16="http://schemas.microsoft.com/office/drawing/2014/main" id="{61FAEAFC-FF28-DE93-A266-C4678CAB3F70}"/>
                    </a:ext>
                  </a:extLst>
                </p:cNvPr>
                <p:cNvGrpSpPr/>
                <p:nvPr/>
              </p:nvGrpSpPr>
              <p:grpSpPr>
                <a:xfrm>
                  <a:off x="632696" y="2425108"/>
                  <a:ext cx="116780" cy="236869"/>
                  <a:chOff x="632696" y="2425108"/>
                  <a:chExt cx="116780" cy="236869"/>
                </a:xfrm>
                <a:grpFill/>
              </p:grpSpPr>
              <p:sp>
                <p:nvSpPr>
                  <p:cNvPr id="265" name="Freeform: Shape 264">
                    <a:extLst>
                      <a:ext uri="{FF2B5EF4-FFF2-40B4-BE49-F238E27FC236}">
                        <a16:creationId xmlns:a16="http://schemas.microsoft.com/office/drawing/2014/main" id="{80D092E2-0979-194E-F424-74675F262341}"/>
                      </a:ext>
                    </a:extLst>
                  </p:cNvPr>
                  <p:cNvSpPr/>
                  <p:nvPr/>
                </p:nvSpPr>
                <p:spPr>
                  <a:xfrm>
                    <a:off x="632696" y="2425108"/>
                    <a:ext cx="116780" cy="116781"/>
                  </a:xfrm>
                  <a:custGeom>
                    <a:avLst/>
                    <a:gdLst>
                      <a:gd name="connsiteX0" fmla="*/ 0 w 116780"/>
                      <a:gd name="connsiteY0" fmla="*/ 19257 h 116781"/>
                      <a:gd name="connsiteX1" fmla="*/ 76968 w 116780"/>
                      <a:gd name="connsiteY1" fmla="*/ 96225 h 116781"/>
                      <a:gd name="connsiteX2" fmla="*/ 14000 w 116780"/>
                      <a:gd name="connsiteY2" fmla="*/ 96225 h 116781"/>
                      <a:gd name="connsiteX3" fmla="*/ 34556 w 116780"/>
                      <a:gd name="connsiteY3" fmla="*/ 116781 h 116781"/>
                      <a:gd name="connsiteX4" fmla="*/ 116781 w 116780"/>
                      <a:gd name="connsiteY4" fmla="*/ 116781 h 116781"/>
                      <a:gd name="connsiteX5" fmla="*/ 116781 w 116780"/>
                      <a:gd name="connsiteY5" fmla="*/ 34556 h 116781"/>
                      <a:gd name="connsiteX6" fmla="*/ 96225 w 116780"/>
                      <a:gd name="connsiteY6" fmla="*/ 14000 h 116781"/>
                      <a:gd name="connsiteX7" fmla="*/ 96225 w 116780"/>
                      <a:gd name="connsiteY7" fmla="*/ 76968 h 116781"/>
                      <a:gd name="connsiteX8" fmla="*/ 19257 w 116780"/>
                      <a:gd name="connsiteY8" fmla="*/ 0 h 116781"/>
                      <a:gd name="connsiteX9" fmla="*/ 0 w 116780"/>
                      <a:gd name="connsiteY9" fmla="*/ 19257 h 116781"/>
                      <a:gd name="connsiteX10" fmla="*/ 79035 w 116780"/>
                      <a:gd name="connsiteY10" fmla="*/ 94216 h 116781"/>
                      <a:gd name="connsiteX11" fmla="*/ 4135 w 116780"/>
                      <a:gd name="connsiteY11" fmla="*/ 19316 h 116781"/>
                      <a:gd name="connsiteX12" fmla="*/ 19316 w 116780"/>
                      <a:gd name="connsiteY12" fmla="*/ 4135 h 116781"/>
                      <a:gd name="connsiteX13" fmla="*/ 94216 w 116780"/>
                      <a:gd name="connsiteY13" fmla="*/ 79035 h 116781"/>
                      <a:gd name="connsiteX14" fmla="*/ 99178 w 116780"/>
                      <a:gd name="connsiteY14" fmla="*/ 83997 h 116781"/>
                      <a:gd name="connsiteX15" fmla="*/ 99178 w 116780"/>
                      <a:gd name="connsiteY15" fmla="*/ 76968 h 116781"/>
                      <a:gd name="connsiteX16" fmla="*/ 99178 w 116780"/>
                      <a:gd name="connsiteY16" fmla="*/ 20970 h 116781"/>
                      <a:gd name="connsiteX17" fmla="*/ 113946 w 116780"/>
                      <a:gd name="connsiteY17" fmla="*/ 35737 h 116781"/>
                      <a:gd name="connsiteX18" fmla="*/ 113946 w 116780"/>
                      <a:gd name="connsiteY18" fmla="*/ 113887 h 116781"/>
                      <a:gd name="connsiteX19" fmla="*/ 35796 w 116780"/>
                      <a:gd name="connsiteY19" fmla="*/ 113887 h 116781"/>
                      <a:gd name="connsiteX20" fmla="*/ 21029 w 116780"/>
                      <a:gd name="connsiteY20" fmla="*/ 99119 h 116781"/>
                      <a:gd name="connsiteX21" fmla="*/ 76968 w 116780"/>
                      <a:gd name="connsiteY21" fmla="*/ 99119 h 116781"/>
                      <a:gd name="connsiteX22" fmla="*/ 83997 w 116780"/>
                      <a:gd name="connsiteY22" fmla="*/ 99119 h 116781"/>
                      <a:gd name="connsiteX23" fmla="*/ 79035 w 116780"/>
                      <a:gd name="connsiteY23" fmla="*/ 94216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0" y="19257"/>
                        </a:moveTo>
                        <a:lnTo>
                          <a:pt x="76968" y="96225"/>
                        </a:lnTo>
                        <a:lnTo>
                          <a:pt x="14000" y="96225"/>
                        </a:lnTo>
                        <a:lnTo>
                          <a:pt x="34556" y="116781"/>
                        </a:lnTo>
                        <a:lnTo>
                          <a:pt x="116781" y="116781"/>
                        </a:lnTo>
                        <a:lnTo>
                          <a:pt x="116781" y="34556"/>
                        </a:lnTo>
                        <a:lnTo>
                          <a:pt x="96225" y="14000"/>
                        </a:lnTo>
                        <a:lnTo>
                          <a:pt x="96225" y="76968"/>
                        </a:lnTo>
                        <a:lnTo>
                          <a:pt x="19257" y="0"/>
                        </a:lnTo>
                        <a:lnTo>
                          <a:pt x="0" y="19257"/>
                        </a:lnTo>
                        <a:close/>
                        <a:moveTo>
                          <a:pt x="79035" y="94216"/>
                        </a:moveTo>
                        <a:lnTo>
                          <a:pt x="4135" y="19316"/>
                        </a:lnTo>
                        <a:lnTo>
                          <a:pt x="19316" y="4135"/>
                        </a:lnTo>
                        <a:lnTo>
                          <a:pt x="94216" y="79035"/>
                        </a:lnTo>
                        <a:lnTo>
                          <a:pt x="99178" y="83997"/>
                        </a:lnTo>
                        <a:lnTo>
                          <a:pt x="99178" y="76968"/>
                        </a:lnTo>
                        <a:lnTo>
                          <a:pt x="99178" y="20970"/>
                        </a:lnTo>
                        <a:lnTo>
                          <a:pt x="113946" y="35737"/>
                        </a:lnTo>
                        <a:lnTo>
                          <a:pt x="113946" y="113887"/>
                        </a:lnTo>
                        <a:lnTo>
                          <a:pt x="35796" y="113887"/>
                        </a:lnTo>
                        <a:lnTo>
                          <a:pt x="21029" y="99119"/>
                        </a:lnTo>
                        <a:lnTo>
                          <a:pt x="76968" y="99119"/>
                        </a:lnTo>
                        <a:lnTo>
                          <a:pt x="83997" y="99119"/>
                        </a:lnTo>
                        <a:lnTo>
                          <a:pt x="79035" y="9421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66" name="Freeform: Shape 265">
                    <a:extLst>
                      <a:ext uri="{FF2B5EF4-FFF2-40B4-BE49-F238E27FC236}">
                        <a16:creationId xmlns:a16="http://schemas.microsoft.com/office/drawing/2014/main" id="{0451F24D-D8CF-DB23-D24B-5FA6C9716E31}"/>
                      </a:ext>
                    </a:extLst>
                  </p:cNvPr>
                  <p:cNvSpPr/>
                  <p:nvPr/>
                </p:nvSpPr>
                <p:spPr>
                  <a:xfrm>
                    <a:off x="632696" y="2545197"/>
                    <a:ext cx="116780" cy="116780"/>
                  </a:xfrm>
                  <a:custGeom>
                    <a:avLst/>
                    <a:gdLst>
                      <a:gd name="connsiteX0" fmla="*/ 34556 w 116780"/>
                      <a:gd name="connsiteY0" fmla="*/ 0 h 116780"/>
                      <a:gd name="connsiteX1" fmla="*/ 14000 w 116780"/>
                      <a:gd name="connsiteY1" fmla="*/ 20556 h 116780"/>
                      <a:gd name="connsiteX2" fmla="*/ 76968 w 116780"/>
                      <a:gd name="connsiteY2" fmla="*/ 20556 h 116780"/>
                      <a:gd name="connsiteX3" fmla="*/ 0 w 116780"/>
                      <a:gd name="connsiteY3" fmla="*/ 97524 h 116780"/>
                      <a:gd name="connsiteX4" fmla="*/ 19257 w 116780"/>
                      <a:gd name="connsiteY4" fmla="*/ 116781 h 116780"/>
                      <a:gd name="connsiteX5" fmla="*/ 96225 w 116780"/>
                      <a:gd name="connsiteY5" fmla="*/ 39813 h 116780"/>
                      <a:gd name="connsiteX6" fmla="*/ 96225 w 116780"/>
                      <a:gd name="connsiteY6" fmla="*/ 102781 h 116780"/>
                      <a:gd name="connsiteX7" fmla="*/ 116781 w 116780"/>
                      <a:gd name="connsiteY7" fmla="*/ 82225 h 116780"/>
                      <a:gd name="connsiteX8" fmla="*/ 116781 w 116780"/>
                      <a:gd name="connsiteY8" fmla="*/ 0 h 116780"/>
                      <a:gd name="connsiteX9" fmla="*/ 34556 w 116780"/>
                      <a:gd name="connsiteY9" fmla="*/ 0 h 116780"/>
                      <a:gd name="connsiteX10" fmla="*/ 35796 w 116780"/>
                      <a:gd name="connsiteY10" fmla="*/ 2894 h 116780"/>
                      <a:gd name="connsiteX11" fmla="*/ 113946 w 116780"/>
                      <a:gd name="connsiteY11" fmla="*/ 2894 h 116780"/>
                      <a:gd name="connsiteX12" fmla="*/ 113946 w 116780"/>
                      <a:gd name="connsiteY12" fmla="*/ 81044 h 116780"/>
                      <a:gd name="connsiteX13" fmla="*/ 99178 w 116780"/>
                      <a:gd name="connsiteY13" fmla="*/ 95811 h 116780"/>
                      <a:gd name="connsiteX14" fmla="*/ 99178 w 116780"/>
                      <a:gd name="connsiteY14" fmla="*/ 39872 h 116780"/>
                      <a:gd name="connsiteX15" fmla="*/ 99178 w 116780"/>
                      <a:gd name="connsiteY15" fmla="*/ 32843 h 116780"/>
                      <a:gd name="connsiteX16" fmla="*/ 94216 w 116780"/>
                      <a:gd name="connsiteY16" fmla="*/ 37805 h 116780"/>
                      <a:gd name="connsiteX17" fmla="*/ 19316 w 116780"/>
                      <a:gd name="connsiteY17" fmla="*/ 112705 h 116780"/>
                      <a:gd name="connsiteX18" fmla="*/ 4135 w 116780"/>
                      <a:gd name="connsiteY18" fmla="*/ 97524 h 116780"/>
                      <a:gd name="connsiteX19" fmla="*/ 79035 w 116780"/>
                      <a:gd name="connsiteY19" fmla="*/ 22624 h 116780"/>
                      <a:gd name="connsiteX20" fmla="*/ 83997 w 116780"/>
                      <a:gd name="connsiteY20" fmla="*/ 17662 h 116780"/>
                      <a:gd name="connsiteX21" fmla="*/ 76968 w 116780"/>
                      <a:gd name="connsiteY21" fmla="*/ 17662 h 116780"/>
                      <a:gd name="connsiteX22" fmla="*/ 21029 w 116780"/>
                      <a:gd name="connsiteY22" fmla="*/ 17662 h 116780"/>
                      <a:gd name="connsiteX23" fmla="*/ 35796 w 116780"/>
                      <a:gd name="connsiteY23" fmla="*/ 2894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0">
                        <a:moveTo>
                          <a:pt x="34556" y="0"/>
                        </a:moveTo>
                        <a:lnTo>
                          <a:pt x="14000" y="20556"/>
                        </a:lnTo>
                        <a:lnTo>
                          <a:pt x="76968" y="20556"/>
                        </a:lnTo>
                        <a:lnTo>
                          <a:pt x="0" y="97524"/>
                        </a:lnTo>
                        <a:lnTo>
                          <a:pt x="19257" y="116781"/>
                        </a:lnTo>
                        <a:lnTo>
                          <a:pt x="96225" y="39813"/>
                        </a:lnTo>
                        <a:lnTo>
                          <a:pt x="96225" y="102781"/>
                        </a:lnTo>
                        <a:lnTo>
                          <a:pt x="116781" y="82225"/>
                        </a:lnTo>
                        <a:lnTo>
                          <a:pt x="116781" y="0"/>
                        </a:lnTo>
                        <a:lnTo>
                          <a:pt x="34556" y="0"/>
                        </a:lnTo>
                        <a:close/>
                        <a:moveTo>
                          <a:pt x="35796" y="2894"/>
                        </a:moveTo>
                        <a:lnTo>
                          <a:pt x="113946" y="2894"/>
                        </a:lnTo>
                        <a:lnTo>
                          <a:pt x="113946" y="81044"/>
                        </a:lnTo>
                        <a:lnTo>
                          <a:pt x="99178" y="95811"/>
                        </a:lnTo>
                        <a:lnTo>
                          <a:pt x="99178" y="39872"/>
                        </a:lnTo>
                        <a:lnTo>
                          <a:pt x="99178" y="32843"/>
                        </a:lnTo>
                        <a:lnTo>
                          <a:pt x="94216" y="37805"/>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62" name="Graphic 4773">
                  <a:extLst>
                    <a:ext uri="{FF2B5EF4-FFF2-40B4-BE49-F238E27FC236}">
                      <a16:creationId xmlns:a16="http://schemas.microsoft.com/office/drawing/2014/main" id="{F68BF6B3-811A-7F3E-64E4-8B6D1786F3B7}"/>
                    </a:ext>
                  </a:extLst>
                </p:cNvPr>
                <p:cNvGrpSpPr/>
                <p:nvPr/>
              </p:nvGrpSpPr>
              <p:grpSpPr>
                <a:xfrm>
                  <a:off x="1371068" y="3902502"/>
                  <a:ext cx="116780" cy="236929"/>
                  <a:chOff x="1371068" y="3902502"/>
                  <a:chExt cx="116780" cy="236929"/>
                </a:xfrm>
                <a:grpFill/>
              </p:grpSpPr>
              <p:sp>
                <p:nvSpPr>
                  <p:cNvPr id="263" name="Freeform: Shape 262">
                    <a:extLst>
                      <a:ext uri="{FF2B5EF4-FFF2-40B4-BE49-F238E27FC236}">
                        <a16:creationId xmlns:a16="http://schemas.microsoft.com/office/drawing/2014/main" id="{B3DB5034-57C7-A251-6F7F-A561A325F138}"/>
                      </a:ext>
                    </a:extLst>
                  </p:cNvPr>
                  <p:cNvSpPr/>
                  <p:nvPr/>
                </p:nvSpPr>
                <p:spPr>
                  <a:xfrm>
                    <a:off x="1371068" y="3902502"/>
                    <a:ext cx="116780" cy="116840"/>
                  </a:xfrm>
                  <a:custGeom>
                    <a:avLst/>
                    <a:gdLst>
                      <a:gd name="connsiteX0" fmla="*/ 0 w 116780"/>
                      <a:gd name="connsiteY0" fmla="*/ 19316 h 116840"/>
                      <a:gd name="connsiteX1" fmla="*/ 76968 w 116780"/>
                      <a:gd name="connsiteY1" fmla="*/ 96284 h 116840"/>
                      <a:gd name="connsiteX2" fmla="*/ 14000 w 116780"/>
                      <a:gd name="connsiteY2" fmla="*/ 96284 h 116840"/>
                      <a:gd name="connsiteX3" fmla="*/ 34556 w 116780"/>
                      <a:gd name="connsiteY3" fmla="*/ 116840 h 116840"/>
                      <a:gd name="connsiteX4" fmla="*/ 116781 w 116780"/>
                      <a:gd name="connsiteY4" fmla="*/ 116840 h 116840"/>
                      <a:gd name="connsiteX5" fmla="*/ 116781 w 116780"/>
                      <a:gd name="connsiteY5" fmla="*/ 34556 h 116840"/>
                      <a:gd name="connsiteX6" fmla="*/ 96225 w 116780"/>
                      <a:gd name="connsiteY6" fmla="*/ 14000 h 116840"/>
                      <a:gd name="connsiteX7" fmla="*/ 96225 w 116780"/>
                      <a:gd name="connsiteY7" fmla="*/ 76968 h 116840"/>
                      <a:gd name="connsiteX8" fmla="*/ 19257 w 116780"/>
                      <a:gd name="connsiteY8" fmla="*/ 0 h 116840"/>
                      <a:gd name="connsiteX9" fmla="*/ 0 w 116780"/>
                      <a:gd name="connsiteY9" fmla="*/ 19316 h 116840"/>
                      <a:gd name="connsiteX10" fmla="*/ 79035 w 116780"/>
                      <a:gd name="connsiteY10" fmla="*/ 94216 h 116840"/>
                      <a:gd name="connsiteX11" fmla="*/ 4135 w 116780"/>
                      <a:gd name="connsiteY11" fmla="*/ 19316 h 116840"/>
                      <a:gd name="connsiteX12" fmla="*/ 19316 w 116780"/>
                      <a:gd name="connsiteY12" fmla="*/ 4135 h 116840"/>
                      <a:gd name="connsiteX13" fmla="*/ 94216 w 116780"/>
                      <a:gd name="connsiteY13" fmla="*/ 79035 h 116840"/>
                      <a:gd name="connsiteX14" fmla="*/ 99178 w 116780"/>
                      <a:gd name="connsiteY14" fmla="*/ 83997 h 116840"/>
                      <a:gd name="connsiteX15" fmla="*/ 99178 w 116780"/>
                      <a:gd name="connsiteY15" fmla="*/ 76968 h 116840"/>
                      <a:gd name="connsiteX16" fmla="*/ 99178 w 116780"/>
                      <a:gd name="connsiteY16" fmla="*/ 21029 h 116840"/>
                      <a:gd name="connsiteX17" fmla="*/ 113946 w 116780"/>
                      <a:gd name="connsiteY17" fmla="*/ 35796 h 116840"/>
                      <a:gd name="connsiteX18" fmla="*/ 113946 w 116780"/>
                      <a:gd name="connsiteY18" fmla="*/ 113946 h 116840"/>
                      <a:gd name="connsiteX19" fmla="*/ 35796 w 116780"/>
                      <a:gd name="connsiteY19" fmla="*/ 113946 h 116840"/>
                      <a:gd name="connsiteX20" fmla="*/ 21029 w 116780"/>
                      <a:gd name="connsiteY20" fmla="*/ 99178 h 116840"/>
                      <a:gd name="connsiteX21" fmla="*/ 76968 w 116780"/>
                      <a:gd name="connsiteY21" fmla="*/ 99178 h 116840"/>
                      <a:gd name="connsiteX22" fmla="*/ 83997 w 116780"/>
                      <a:gd name="connsiteY22" fmla="*/ 99178 h 116840"/>
                      <a:gd name="connsiteX23" fmla="*/ 79035 w 116780"/>
                      <a:gd name="connsiteY23" fmla="*/ 94216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840">
                        <a:moveTo>
                          <a:pt x="0" y="19316"/>
                        </a:moveTo>
                        <a:lnTo>
                          <a:pt x="76968" y="96284"/>
                        </a:lnTo>
                        <a:lnTo>
                          <a:pt x="14000" y="96284"/>
                        </a:lnTo>
                        <a:lnTo>
                          <a:pt x="34556" y="116840"/>
                        </a:lnTo>
                        <a:lnTo>
                          <a:pt x="116781" y="116840"/>
                        </a:lnTo>
                        <a:lnTo>
                          <a:pt x="116781" y="34556"/>
                        </a:lnTo>
                        <a:lnTo>
                          <a:pt x="96225" y="14000"/>
                        </a:lnTo>
                        <a:lnTo>
                          <a:pt x="96225" y="76968"/>
                        </a:lnTo>
                        <a:lnTo>
                          <a:pt x="19257" y="0"/>
                        </a:lnTo>
                        <a:lnTo>
                          <a:pt x="0" y="19316"/>
                        </a:lnTo>
                        <a:close/>
                        <a:moveTo>
                          <a:pt x="79035" y="94216"/>
                        </a:moveTo>
                        <a:lnTo>
                          <a:pt x="4135" y="19316"/>
                        </a:lnTo>
                        <a:lnTo>
                          <a:pt x="19316" y="4135"/>
                        </a:lnTo>
                        <a:lnTo>
                          <a:pt x="94216" y="79035"/>
                        </a:lnTo>
                        <a:lnTo>
                          <a:pt x="99178" y="83997"/>
                        </a:lnTo>
                        <a:lnTo>
                          <a:pt x="99178" y="76968"/>
                        </a:lnTo>
                        <a:lnTo>
                          <a:pt x="99178" y="21029"/>
                        </a:lnTo>
                        <a:lnTo>
                          <a:pt x="113946" y="35796"/>
                        </a:lnTo>
                        <a:lnTo>
                          <a:pt x="113946" y="113946"/>
                        </a:lnTo>
                        <a:lnTo>
                          <a:pt x="35796" y="113946"/>
                        </a:lnTo>
                        <a:lnTo>
                          <a:pt x="21029" y="99178"/>
                        </a:lnTo>
                        <a:lnTo>
                          <a:pt x="76968" y="99178"/>
                        </a:lnTo>
                        <a:lnTo>
                          <a:pt x="83997" y="99178"/>
                        </a:lnTo>
                        <a:lnTo>
                          <a:pt x="79035" y="9421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64" name="Freeform: Shape 263">
                    <a:extLst>
                      <a:ext uri="{FF2B5EF4-FFF2-40B4-BE49-F238E27FC236}">
                        <a16:creationId xmlns:a16="http://schemas.microsoft.com/office/drawing/2014/main" id="{B13FCDF1-7BFC-2A21-2B2B-D272A8B03130}"/>
                      </a:ext>
                    </a:extLst>
                  </p:cNvPr>
                  <p:cNvSpPr/>
                  <p:nvPr/>
                </p:nvSpPr>
                <p:spPr>
                  <a:xfrm>
                    <a:off x="1371068" y="4022650"/>
                    <a:ext cx="116780" cy="116781"/>
                  </a:xfrm>
                  <a:custGeom>
                    <a:avLst/>
                    <a:gdLst>
                      <a:gd name="connsiteX0" fmla="*/ 34556 w 116780"/>
                      <a:gd name="connsiteY0" fmla="*/ 0 h 116781"/>
                      <a:gd name="connsiteX1" fmla="*/ 14000 w 116780"/>
                      <a:gd name="connsiteY1" fmla="*/ 20556 h 116781"/>
                      <a:gd name="connsiteX2" fmla="*/ 76968 w 116780"/>
                      <a:gd name="connsiteY2" fmla="*/ 20556 h 116781"/>
                      <a:gd name="connsiteX3" fmla="*/ 0 w 116780"/>
                      <a:gd name="connsiteY3" fmla="*/ 97524 h 116781"/>
                      <a:gd name="connsiteX4" fmla="*/ 19257 w 116780"/>
                      <a:gd name="connsiteY4" fmla="*/ 116781 h 116781"/>
                      <a:gd name="connsiteX5" fmla="*/ 96225 w 116780"/>
                      <a:gd name="connsiteY5" fmla="*/ 39813 h 116781"/>
                      <a:gd name="connsiteX6" fmla="*/ 96225 w 116780"/>
                      <a:gd name="connsiteY6" fmla="*/ 102782 h 116781"/>
                      <a:gd name="connsiteX7" fmla="*/ 116781 w 116780"/>
                      <a:gd name="connsiteY7" fmla="*/ 82225 h 116781"/>
                      <a:gd name="connsiteX8" fmla="*/ 116781 w 116780"/>
                      <a:gd name="connsiteY8" fmla="*/ 0 h 116781"/>
                      <a:gd name="connsiteX9" fmla="*/ 34556 w 116780"/>
                      <a:gd name="connsiteY9" fmla="*/ 0 h 116781"/>
                      <a:gd name="connsiteX10" fmla="*/ 35796 w 116780"/>
                      <a:gd name="connsiteY10" fmla="*/ 2894 h 116781"/>
                      <a:gd name="connsiteX11" fmla="*/ 113946 w 116780"/>
                      <a:gd name="connsiteY11" fmla="*/ 2894 h 116781"/>
                      <a:gd name="connsiteX12" fmla="*/ 113946 w 116780"/>
                      <a:gd name="connsiteY12" fmla="*/ 80985 h 116781"/>
                      <a:gd name="connsiteX13" fmla="*/ 99178 w 116780"/>
                      <a:gd name="connsiteY13" fmla="*/ 95752 h 116781"/>
                      <a:gd name="connsiteX14" fmla="*/ 99178 w 116780"/>
                      <a:gd name="connsiteY14" fmla="*/ 39813 h 116781"/>
                      <a:gd name="connsiteX15" fmla="*/ 99178 w 116780"/>
                      <a:gd name="connsiteY15" fmla="*/ 32784 h 116781"/>
                      <a:gd name="connsiteX16" fmla="*/ 94216 w 116780"/>
                      <a:gd name="connsiteY16" fmla="*/ 37746 h 116781"/>
                      <a:gd name="connsiteX17" fmla="*/ 19316 w 116780"/>
                      <a:gd name="connsiteY17" fmla="*/ 112705 h 116781"/>
                      <a:gd name="connsiteX18" fmla="*/ 4135 w 116780"/>
                      <a:gd name="connsiteY18" fmla="*/ 97524 h 116781"/>
                      <a:gd name="connsiteX19" fmla="*/ 79035 w 116780"/>
                      <a:gd name="connsiteY19" fmla="*/ 22624 h 116781"/>
                      <a:gd name="connsiteX20" fmla="*/ 83997 w 116780"/>
                      <a:gd name="connsiteY20" fmla="*/ 17662 h 116781"/>
                      <a:gd name="connsiteX21" fmla="*/ 76968 w 116780"/>
                      <a:gd name="connsiteY21" fmla="*/ 17662 h 116781"/>
                      <a:gd name="connsiteX22" fmla="*/ 21029 w 116780"/>
                      <a:gd name="connsiteY22" fmla="*/ 17662 h 116781"/>
                      <a:gd name="connsiteX23" fmla="*/ 35796 w 116780"/>
                      <a:gd name="connsiteY23" fmla="*/ 289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34556" y="0"/>
                        </a:moveTo>
                        <a:lnTo>
                          <a:pt x="14000" y="20556"/>
                        </a:lnTo>
                        <a:lnTo>
                          <a:pt x="76968" y="20556"/>
                        </a:lnTo>
                        <a:lnTo>
                          <a:pt x="0" y="97524"/>
                        </a:lnTo>
                        <a:lnTo>
                          <a:pt x="19257" y="116781"/>
                        </a:lnTo>
                        <a:lnTo>
                          <a:pt x="96225" y="39813"/>
                        </a:lnTo>
                        <a:lnTo>
                          <a:pt x="96225" y="102782"/>
                        </a:lnTo>
                        <a:lnTo>
                          <a:pt x="116781" y="82225"/>
                        </a:lnTo>
                        <a:lnTo>
                          <a:pt x="116781" y="0"/>
                        </a:lnTo>
                        <a:lnTo>
                          <a:pt x="34556" y="0"/>
                        </a:lnTo>
                        <a:close/>
                        <a:moveTo>
                          <a:pt x="35796" y="2894"/>
                        </a:moveTo>
                        <a:lnTo>
                          <a:pt x="113946" y="2894"/>
                        </a:lnTo>
                        <a:lnTo>
                          <a:pt x="113946" y="80985"/>
                        </a:lnTo>
                        <a:lnTo>
                          <a:pt x="99178" y="95752"/>
                        </a:lnTo>
                        <a:lnTo>
                          <a:pt x="99178" y="39813"/>
                        </a:lnTo>
                        <a:lnTo>
                          <a:pt x="99178" y="32784"/>
                        </a:lnTo>
                        <a:lnTo>
                          <a:pt x="94216" y="37746"/>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63" name="Graphic 4773">
                  <a:extLst>
                    <a:ext uri="{FF2B5EF4-FFF2-40B4-BE49-F238E27FC236}">
                      <a16:creationId xmlns:a16="http://schemas.microsoft.com/office/drawing/2014/main" id="{A643F2B3-6755-817B-8372-A2377CA0CAE2}"/>
                    </a:ext>
                  </a:extLst>
                </p:cNvPr>
                <p:cNvGrpSpPr/>
                <p:nvPr/>
              </p:nvGrpSpPr>
              <p:grpSpPr>
                <a:xfrm>
                  <a:off x="2079905" y="3900907"/>
                  <a:ext cx="116840" cy="236928"/>
                  <a:chOff x="2079905" y="3900907"/>
                  <a:chExt cx="116840" cy="236928"/>
                </a:xfrm>
                <a:grpFill/>
              </p:grpSpPr>
              <p:sp>
                <p:nvSpPr>
                  <p:cNvPr id="261" name="Freeform: Shape 260">
                    <a:extLst>
                      <a:ext uri="{FF2B5EF4-FFF2-40B4-BE49-F238E27FC236}">
                        <a16:creationId xmlns:a16="http://schemas.microsoft.com/office/drawing/2014/main" id="{D927F84A-BF7A-0895-0C51-D97C486BBF48}"/>
                      </a:ext>
                    </a:extLst>
                  </p:cNvPr>
                  <p:cNvSpPr/>
                  <p:nvPr/>
                </p:nvSpPr>
                <p:spPr>
                  <a:xfrm>
                    <a:off x="2079964" y="4020996"/>
                    <a:ext cx="116781" cy="116840"/>
                  </a:xfrm>
                  <a:custGeom>
                    <a:avLst/>
                    <a:gdLst>
                      <a:gd name="connsiteX0" fmla="*/ 116781 w 116781"/>
                      <a:gd name="connsiteY0" fmla="*/ 97524 h 116840"/>
                      <a:gd name="connsiteX1" fmla="*/ 39813 w 116781"/>
                      <a:gd name="connsiteY1" fmla="*/ 20557 h 116840"/>
                      <a:gd name="connsiteX2" fmla="*/ 102781 w 116781"/>
                      <a:gd name="connsiteY2" fmla="*/ 20557 h 116840"/>
                      <a:gd name="connsiteX3" fmla="*/ 82225 w 116781"/>
                      <a:gd name="connsiteY3" fmla="*/ 0 h 116840"/>
                      <a:gd name="connsiteX4" fmla="*/ 0 w 116781"/>
                      <a:gd name="connsiteY4" fmla="*/ 0 h 116840"/>
                      <a:gd name="connsiteX5" fmla="*/ 0 w 116781"/>
                      <a:gd name="connsiteY5" fmla="*/ 82225 h 116840"/>
                      <a:gd name="connsiteX6" fmla="*/ 20556 w 116781"/>
                      <a:gd name="connsiteY6" fmla="*/ 102782 h 116840"/>
                      <a:gd name="connsiteX7" fmla="*/ 20556 w 116781"/>
                      <a:gd name="connsiteY7" fmla="*/ 39813 h 116840"/>
                      <a:gd name="connsiteX8" fmla="*/ 97465 w 116781"/>
                      <a:gd name="connsiteY8" fmla="*/ 116840 h 116840"/>
                      <a:gd name="connsiteX9" fmla="*/ 116781 w 116781"/>
                      <a:gd name="connsiteY9" fmla="*/ 97524 h 116840"/>
                      <a:gd name="connsiteX10" fmla="*/ 37746 w 116781"/>
                      <a:gd name="connsiteY10" fmla="*/ 22624 h 116840"/>
                      <a:gd name="connsiteX11" fmla="*/ 112646 w 116781"/>
                      <a:gd name="connsiteY11" fmla="*/ 97524 h 116840"/>
                      <a:gd name="connsiteX12" fmla="*/ 97465 w 116781"/>
                      <a:gd name="connsiteY12" fmla="*/ 112705 h 116840"/>
                      <a:gd name="connsiteX13" fmla="*/ 22565 w 116781"/>
                      <a:gd name="connsiteY13" fmla="*/ 37805 h 116840"/>
                      <a:gd name="connsiteX14" fmla="*/ 17603 w 116781"/>
                      <a:gd name="connsiteY14" fmla="*/ 32843 h 116840"/>
                      <a:gd name="connsiteX15" fmla="*/ 17603 w 116781"/>
                      <a:gd name="connsiteY15" fmla="*/ 39872 h 116840"/>
                      <a:gd name="connsiteX16" fmla="*/ 17603 w 116781"/>
                      <a:gd name="connsiteY16" fmla="*/ 95870 h 116840"/>
                      <a:gd name="connsiteX17" fmla="*/ 2835 w 116781"/>
                      <a:gd name="connsiteY17" fmla="*/ 81103 h 116840"/>
                      <a:gd name="connsiteX18" fmla="*/ 2835 w 116781"/>
                      <a:gd name="connsiteY18" fmla="*/ 2953 h 116840"/>
                      <a:gd name="connsiteX19" fmla="*/ 80985 w 116781"/>
                      <a:gd name="connsiteY19" fmla="*/ 2953 h 116840"/>
                      <a:gd name="connsiteX20" fmla="*/ 95752 w 116781"/>
                      <a:gd name="connsiteY20" fmla="*/ 17721 h 116840"/>
                      <a:gd name="connsiteX21" fmla="*/ 39813 w 116781"/>
                      <a:gd name="connsiteY21" fmla="*/ 17721 h 116840"/>
                      <a:gd name="connsiteX22" fmla="*/ 32784 w 116781"/>
                      <a:gd name="connsiteY22" fmla="*/ 17721 h 116840"/>
                      <a:gd name="connsiteX23" fmla="*/ 37746 w 116781"/>
                      <a:gd name="connsiteY23" fmla="*/ 22624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840">
                        <a:moveTo>
                          <a:pt x="116781" y="97524"/>
                        </a:moveTo>
                        <a:lnTo>
                          <a:pt x="39813" y="20557"/>
                        </a:lnTo>
                        <a:lnTo>
                          <a:pt x="102781" y="20557"/>
                        </a:lnTo>
                        <a:lnTo>
                          <a:pt x="82225" y="0"/>
                        </a:lnTo>
                        <a:lnTo>
                          <a:pt x="0" y="0"/>
                        </a:lnTo>
                        <a:lnTo>
                          <a:pt x="0" y="82225"/>
                        </a:lnTo>
                        <a:lnTo>
                          <a:pt x="20556" y="102782"/>
                        </a:lnTo>
                        <a:lnTo>
                          <a:pt x="20556" y="39813"/>
                        </a:lnTo>
                        <a:lnTo>
                          <a:pt x="97465" y="116840"/>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62" name="Freeform: Shape 261">
                    <a:extLst>
                      <a:ext uri="{FF2B5EF4-FFF2-40B4-BE49-F238E27FC236}">
                        <a16:creationId xmlns:a16="http://schemas.microsoft.com/office/drawing/2014/main" id="{853A333E-6377-18BC-E3A7-B3785CD55934}"/>
                      </a:ext>
                    </a:extLst>
                  </p:cNvPr>
                  <p:cNvSpPr/>
                  <p:nvPr/>
                </p:nvSpPr>
                <p:spPr>
                  <a:xfrm>
                    <a:off x="2079905" y="3900907"/>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6 w 116781"/>
                      <a:gd name="connsiteY5" fmla="*/ 76968 h 116780"/>
                      <a:gd name="connsiteX6" fmla="*/ 20556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6 h 116780"/>
                      <a:gd name="connsiteX11" fmla="*/ 2895 w 116781"/>
                      <a:gd name="connsiteY11" fmla="*/ 113886 h 116780"/>
                      <a:gd name="connsiteX12" fmla="*/ 2895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17 h 116780"/>
                      <a:gd name="connsiteX18" fmla="*/ 112705 w 116781"/>
                      <a:gd name="connsiteY18" fmla="*/ 19198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6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6" y="76968"/>
                        </a:lnTo>
                        <a:lnTo>
                          <a:pt x="20556" y="14000"/>
                        </a:lnTo>
                        <a:lnTo>
                          <a:pt x="0" y="34556"/>
                        </a:lnTo>
                        <a:lnTo>
                          <a:pt x="0" y="116781"/>
                        </a:lnTo>
                        <a:lnTo>
                          <a:pt x="82225" y="116781"/>
                        </a:lnTo>
                        <a:close/>
                        <a:moveTo>
                          <a:pt x="81044" y="113886"/>
                        </a:moveTo>
                        <a:lnTo>
                          <a:pt x="2895" y="113886"/>
                        </a:lnTo>
                        <a:lnTo>
                          <a:pt x="2895" y="35737"/>
                        </a:lnTo>
                        <a:lnTo>
                          <a:pt x="17662" y="20970"/>
                        </a:lnTo>
                        <a:lnTo>
                          <a:pt x="17662" y="76909"/>
                        </a:lnTo>
                        <a:lnTo>
                          <a:pt x="17662" y="83938"/>
                        </a:lnTo>
                        <a:lnTo>
                          <a:pt x="22624" y="78976"/>
                        </a:lnTo>
                        <a:lnTo>
                          <a:pt x="97524" y="4017"/>
                        </a:lnTo>
                        <a:lnTo>
                          <a:pt x="112705" y="19198"/>
                        </a:lnTo>
                        <a:lnTo>
                          <a:pt x="37805" y="94157"/>
                        </a:lnTo>
                        <a:lnTo>
                          <a:pt x="32843" y="99119"/>
                        </a:lnTo>
                        <a:lnTo>
                          <a:pt x="39872" y="99119"/>
                        </a:lnTo>
                        <a:lnTo>
                          <a:pt x="95811" y="99119"/>
                        </a:lnTo>
                        <a:lnTo>
                          <a:pt x="81044" y="11388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64" name="Graphic 4773">
                  <a:extLst>
                    <a:ext uri="{FF2B5EF4-FFF2-40B4-BE49-F238E27FC236}">
                      <a16:creationId xmlns:a16="http://schemas.microsoft.com/office/drawing/2014/main" id="{A42968B9-12D5-DBA8-6BF2-B8DA1CA6F367}"/>
                    </a:ext>
                  </a:extLst>
                </p:cNvPr>
                <p:cNvGrpSpPr/>
                <p:nvPr/>
              </p:nvGrpSpPr>
              <p:grpSpPr>
                <a:xfrm>
                  <a:off x="1932349" y="1658589"/>
                  <a:ext cx="648231" cy="115451"/>
                  <a:chOff x="1932349" y="1658589"/>
                  <a:chExt cx="648231" cy="115451"/>
                </a:xfrm>
                <a:grpFill/>
              </p:grpSpPr>
              <p:sp>
                <p:nvSpPr>
                  <p:cNvPr id="245" name="Freeform: Shape 244">
                    <a:extLst>
                      <a:ext uri="{FF2B5EF4-FFF2-40B4-BE49-F238E27FC236}">
                        <a16:creationId xmlns:a16="http://schemas.microsoft.com/office/drawing/2014/main" id="{26C4F70B-F5F0-D30A-A587-8BC48F887D1B}"/>
                      </a:ext>
                    </a:extLst>
                  </p:cNvPr>
                  <p:cNvSpPr/>
                  <p:nvPr/>
                </p:nvSpPr>
                <p:spPr>
                  <a:xfrm>
                    <a:off x="2171286" y="170398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70" y="22210"/>
                          <a:pt x="2540" y="17839"/>
                          <a:pt x="2540" y="12405"/>
                        </a:cubicBezTo>
                        <a:cubicBezTo>
                          <a:pt x="2540" y="6970"/>
                          <a:pt x="6911" y="2599"/>
                          <a:pt x="12346" y="2599"/>
                        </a:cubicBezTo>
                        <a:lnTo>
                          <a:pt x="12346" y="2599"/>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46" name="Freeform: Shape 245">
                    <a:extLst>
                      <a:ext uri="{FF2B5EF4-FFF2-40B4-BE49-F238E27FC236}">
                        <a16:creationId xmlns:a16="http://schemas.microsoft.com/office/drawing/2014/main" id="{696888FF-0303-4165-D3EA-AB3925704BCD}"/>
                      </a:ext>
                    </a:extLst>
                  </p:cNvPr>
                  <p:cNvSpPr/>
                  <p:nvPr/>
                </p:nvSpPr>
                <p:spPr>
                  <a:xfrm>
                    <a:off x="222255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47" name="Freeform: Shape 246">
                    <a:extLst>
                      <a:ext uri="{FF2B5EF4-FFF2-40B4-BE49-F238E27FC236}">
                        <a16:creationId xmlns:a16="http://schemas.microsoft.com/office/drawing/2014/main" id="{79CBCEC2-927C-DA39-51E7-3022140BFEC4}"/>
                      </a:ext>
                    </a:extLst>
                  </p:cNvPr>
                  <p:cNvSpPr/>
                  <p:nvPr/>
                </p:nvSpPr>
                <p:spPr>
                  <a:xfrm>
                    <a:off x="2248254"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48" name="Freeform: Shape 247">
                    <a:extLst>
                      <a:ext uri="{FF2B5EF4-FFF2-40B4-BE49-F238E27FC236}">
                        <a16:creationId xmlns:a16="http://schemas.microsoft.com/office/drawing/2014/main" id="{391EFB82-11A4-05BC-FD19-E9EA498E6044}"/>
                      </a:ext>
                    </a:extLst>
                  </p:cNvPr>
                  <p:cNvSpPr/>
                  <p:nvPr/>
                </p:nvSpPr>
                <p:spPr>
                  <a:xfrm>
                    <a:off x="2299467"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750"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49" name="Freeform: Shape 248">
                    <a:extLst>
                      <a:ext uri="{FF2B5EF4-FFF2-40B4-BE49-F238E27FC236}">
                        <a16:creationId xmlns:a16="http://schemas.microsoft.com/office/drawing/2014/main" id="{60EBA423-FF5A-10CA-1E53-A2BED8F79892}"/>
                      </a:ext>
                    </a:extLst>
                  </p:cNvPr>
                  <p:cNvSpPr/>
                  <p:nvPr/>
                </p:nvSpPr>
                <p:spPr>
                  <a:xfrm>
                    <a:off x="235079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50" name="Freeform: Shape 249">
                    <a:extLst>
                      <a:ext uri="{FF2B5EF4-FFF2-40B4-BE49-F238E27FC236}">
                        <a16:creationId xmlns:a16="http://schemas.microsoft.com/office/drawing/2014/main" id="{657B4764-348F-E5E0-5D4E-4B0D357C1839}"/>
                      </a:ext>
                    </a:extLst>
                  </p:cNvPr>
                  <p:cNvSpPr/>
                  <p:nvPr/>
                </p:nvSpPr>
                <p:spPr>
                  <a:xfrm>
                    <a:off x="2376435"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80"/>
                          <a:pt x="17780" y="22151"/>
                          <a:pt x="12346" y="22151"/>
                        </a:cubicBezTo>
                        <a:cubicBezTo>
                          <a:pt x="6970" y="22151"/>
                          <a:pt x="2540" y="17721"/>
                          <a:pt x="2540" y="12346"/>
                        </a:cubicBezTo>
                        <a:cubicBezTo>
                          <a:pt x="2540" y="6970"/>
                          <a:pt x="6911"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51" name="Freeform: Shape 250">
                    <a:extLst>
                      <a:ext uri="{FF2B5EF4-FFF2-40B4-BE49-F238E27FC236}">
                        <a16:creationId xmlns:a16="http://schemas.microsoft.com/office/drawing/2014/main" id="{411FEC44-58C7-C095-BF59-0CFA3C56D510}"/>
                      </a:ext>
                    </a:extLst>
                  </p:cNvPr>
                  <p:cNvSpPr/>
                  <p:nvPr/>
                </p:nvSpPr>
                <p:spPr>
                  <a:xfrm>
                    <a:off x="2402072"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52" name="Freeform: Shape 251">
                    <a:extLst>
                      <a:ext uri="{FF2B5EF4-FFF2-40B4-BE49-F238E27FC236}">
                        <a16:creationId xmlns:a16="http://schemas.microsoft.com/office/drawing/2014/main" id="{EECAA2B8-D5EF-BADE-525D-E48E33805D37}"/>
                      </a:ext>
                    </a:extLst>
                  </p:cNvPr>
                  <p:cNvSpPr/>
                  <p:nvPr/>
                </p:nvSpPr>
                <p:spPr>
                  <a:xfrm>
                    <a:off x="2453344"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21"/>
                          <a:pt x="2540" y="12346"/>
                        </a:cubicBezTo>
                        <a:cubicBezTo>
                          <a:pt x="2540" y="6970"/>
                          <a:pt x="6911" y="2540"/>
                          <a:pt x="12346" y="2540"/>
                        </a:cubicBezTo>
                        <a:lnTo>
                          <a:pt x="12346" y="2540"/>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49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53" name="Freeform: Shape 252">
                    <a:extLst>
                      <a:ext uri="{FF2B5EF4-FFF2-40B4-BE49-F238E27FC236}">
                        <a16:creationId xmlns:a16="http://schemas.microsoft.com/office/drawing/2014/main" id="{42179A85-4C70-424F-1E1D-1EBAAC649EFC}"/>
                      </a:ext>
                    </a:extLst>
                  </p:cNvPr>
                  <p:cNvSpPr/>
                  <p:nvPr/>
                </p:nvSpPr>
                <p:spPr>
                  <a:xfrm>
                    <a:off x="2504617"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54" name="Freeform: Shape 253">
                    <a:extLst>
                      <a:ext uri="{FF2B5EF4-FFF2-40B4-BE49-F238E27FC236}">
                        <a16:creationId xmlns:a16="http://schemas.microsoft.com/office/drawing/2014/main" id="{CFECC845-B99D-26FC-C666-B3DE6FF19FFF}"/>
                      </a:ext>
                    </a:extLst>
                  </p:cNvPr>
                  <p:cNvSpPr/>
                  <p:nvPr/>
                </p:nvSpPr>
                <p:spPr>
                  <a:xfrm>
                    <a:off x="2530253"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55" name="Freeform: Shape 254">
                    <a:extLst>
                      <a:ext uri="{FF2B5EF4-FFF2-40B4-BE49-F238E27FC236}">
                        <a16:creationId xmlns:a16="http://schemas.microsoft.com/office/drawing/2014/main" id="{71FC8355-DCB0-46DA-E7A6-E72B61CB62CB}"/>
                      </a:ext>
                    </a:extLst>
                  </p:cNvPr>
                  <p:cNvSpPr/>
                  <p:nvPr/>
                </p:nvSpPr>
                <p:spPr>
                  <a:xfrm>
                    <a:off x="2555889"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70"/>
                          <a:pt x="22151" y="12346"/>
                        </a:cubicBezTo>
                        <a:cubicBezTo>
                          <a:pt x="22151" y="17780"/>
                          <a:pt x="17780" y="22151"/>
                          <a:pt x="12346" y="22151"/>
                        </a:cubicBezTo>
                        <a:cubicBezTo>
                          <a:pt x="6911" y="22151"/>
                          <a:pt x="2540" y="17721"/>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49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56" name="Freeform: Shape 255">
                    <a:extLst>
                      <a:ext uri="{FF2B5EF4-FFF2-40B4-BE49-F238E27FC236}">
                        <a16:creationId xmlns:a16="http://schemas.microsoft.com/office/drawing/2014/main" id="{FEEEF99A-7D09-292F-76CB-510AA53664EC}"/>
                      </a:ext>
                    </a:extLst>
                  </p:cNvPr>
                  <p:cNvSpPr/>
                  <p:nvPr/>
                </p:nvSpPr>
                <p:spPr>
                  <a:xfrm>
                    <a:off x="2137498" y="1658767"/>
                    <a:ext cx="66719" cy="115274"/>
                  </a:xfrm>
                  <a:custGeom>
                    <a:avLst/>
                    <a:gdLst>
                      <a:gd name="connsiteX0" fmla="*/ 60310 w 66719"/>
                      <a:gd name="connsiteY0" fmla="*/ 115275 h 115274"/>
                      <a:gd name="connsiteX1" fmla="*/ 64859 w 66719"/>
                      <a:gd name="connsiteY1" fmla="*/ 113384 h 115274"/>
                      <a:gd name="connsiteX2" fmla="*/ 64859 w 66719"/>
                      <a:gd name="connsiteY2" fmla="*/ 104347 h 115274"/>
                      <a:gd name="connsiteX3" fmla="*/ 18134 w 66719"/>
                      <a:gd name="connsiteY3" fmla="*/ 57623 h 115274"/>
                      <a:gd name="connsiteX4" fmla="*/ 64859 w 66719"/>
                      <a:gd name="connsiteY4" fmla="*/ 10898 h 115274"/>
                      <a:gd name="connsiteX5" fmla="*/ 64859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9" y="113384"/>
                        </a:cubicBezTo>
                        <a:cubicBezTo>
                          <a:pt x="67340" y="110903"/>
                          <a:pt x="67340" y="106828"/>
                          <a:pt x="64859" y="104347"/>
                        </a:cubicBezTo>
                        <a:lnTo>
                          <a:pt x="18134" y="57623"/>
                        </a:lnTo>
                        <a:lnTo>
                          <a:pt x="64859" y="10898"/>
                        </a:lnTo>
                        <a:cubicBezTo>
                          <a:pt x="67340" y="8417"/>
                          <a:pt x="67340" y="4342"/>
                          <a:pt x="64859" y="1861"/>
                        </a:cubicBezTo>
                        <a:cubicBezTo>
                          <a:pt x="62378" y="-620"/>
                          <a:pt x="58302" y="-620"/>
                          <a:pt x="55821" y="1861"/>
                        </a:cubicBezTo>
                        <a:lnTo>
                          <a:pt x="0" y="57682"/>
                        </a:lnTo>
                        <a:lnTo>
                          <a:pt x="55821" y="113503"/>
                        </a:lnTo>
                        <a:cubicBezTo>
                          <a:pt x="57002" y="114684"/>
                          <a:pt x="58656" y="115275"/>
                          <a:pt x="60310" y="115275"/>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57" name="Freeform: Shape 256">
                    <a:extLst>
                      <a:ext uri="{FF2B5EF4-FFF2-40B4-BE49-F238E27FC236}">
                        <a16:creationId xmlns:a16="http://schemas.microsoft.com/office/drawing/2014/main" id="{F5092F06-7EEA-31D0-07CC-B8C29F18A08D}"/>
                      </a:ext>
                    </a:extLst>
                  </p:cNvPr>
                  <p:cNvSpPr/>
                  <p:nvPr/>
                </p:nvSpPr>
                <p:spPr>
                  <a:xfrm>
                    <a:off x="2086107" y="1658708"/>
                    <a:ext cx="66778" cy="115333"/>
                  </a:xfrm>
                  <a:custGeom>
                    <a:avLst/>
                    <a:gdLst>
                      <a:gd name="connsiteX0" fmla="*/ 60369 w 66778"/>
                      <a:gd name="connsiteY0" fmla="*/ 115334 h 115333"/>
                      <a:gd name="connsiteX1" fmla="*/ 64918 w 66778"/>
                      <a:gd name="connsiteY1" fmla="*/ 113443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3"/>
                        </a:cubicBezTo>
                        <a:cubicBezTo>
                          <a:pt x="67399" y="110963"/>
                          <a:pt x="67399" y="106887"/>
                          <a:pt x="64918" y="104347"/>
                        </a:cubicBezTo>
                        <a:lnTo>
                          <a:pt x="18134" y="57623"/>
                        </a:lnTo>
                        <a:lnTo>
                          <a:pt x="64918" y="10898"/>
                        </a:lnTo>
                        <a:cubicBezTo>
                          <a:pt x="67399" y="8417"/>
                          <a:pt x="67399" y="4342"/>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58" name="Freeform: Shape 257">
                    <a:extLst>
                      <a:ext uri="{FF2B5EF4-FFF2-40B4-BE49-F238E27FC236}">
                        <a16:creationId xmlns:a16="http://schemas.microsoft.com/office/drawing/2014/main" id="{8566FE42-A706-5D5F-1A27-8317EBB03871}"/>
                      </a:ext>
                    </a:extLst>
                  </p:cNvPr>
                  <p:cNvSpPr/>
                  <p:nvPr/>
                </p:nvSpPr>
                <p:spPr>
                  <a:xfrm>
                    <a:off x="2034894" y="165858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7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59" name="Freeform: Shape 258">
                    <a:extLst>
                      <a:ext uri="{FF2B5EF4-FFF2-40B4-BE49-F238E27FC236}">
                        <a16:creationId xmlns:a16="http://schemas.microsoft.com/office/drawing/2014/main" id="{4B0C8826-C21A-12FE-3D49-2992D3CBE5AA}"/>
                      </a:ext>
                    </a:extLst>
                  </p:cNvPr>
                  <p:cNvSpPr/>
                  <p:nvPr/>
                </p:nvSpPr>
                <p:spPr>
                  <a:xfrm>
                    <a:off x="1983621" y="165858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618" y="114684"/>
                          <a:pt x="64859" y="113444"/>
                        </a:cubicBezTo>
                        <a:cubicBezTo>
                          <a:pt x="67340" y="110963"/>
                          <a:pt x="67340" y="106887"/>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60" name="Freeform: Shape 259">
                    <a:extLst>
                      <a:ext uri="{FF2B5EF4-FFF2-40B4-BE49-F238E27FC236}">
                        <a16:creationId xmlns:a16="http://schemas.microsoft.com/office/drawing/2014/main" id="{DE6B7690-56DE-E9CA-311B-E7F171DCBA0B}"/>
                      </a:ext>
                    </a:extLst>
                  </p:cNvPr>
                  <p:cNvSpPr/>
                  <p:nvPr/>
                </p:nvSpPr>
                <p:spPr>
                  <a:xfrm>
                    <a:off x="1932349" y="1658648"/>
                    <a:ext cx="66719" cy="115274"/>
                  </a:xfrm>
                  <a:custGeom>
                    <a:avLst/>
                    <a:gdLst>
                      <a:gd name="connsiteX0" fmla="*/ 60310 w 66719"/>
                      <a:gd name="connsiteY0" fmla="*/ 115275 h 115274"/>
                      <a:gd name="connsiteX1" fmla="*/ 64858 w 66719"/>
                      <a:gd name="connsiteY1" fmla="*/ 113384 h 115274"/>
                      <a:gd name="connsiteX2" fmla="*/ 64858 w 66719"/>
                      <a:gd name="connsiteY2" fmla="*/ 104347 h 115274"/>
                      <a:gd name="connsiteX3" fmla="*/ 18134 w 66719"/>
                      <a:gd name="connsiteY3" fmla="*/ 57623 h 115274"/>
                      <a:gd name="connsiteX4" fmla="*/ 64858 w 66719"/>
                      <a:gd name="connsiteY4" fmla="*/ 10898 h 115274"/>
                      <a:gd name="connsiteX5" fmla="*/ 64858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8" y="113384"/>
                        </a:cubicBezTo>
                        <a:cubicBezTo>
                          <a:pt x="67340" y="110904"/>
                          <a:pt x="67340" y="106828"/>
                          <a:pt x="64858" y="104347"/>
                        </a:cubicBezTo>
                        <a:lnTo>
                          <a:pt x="18134" y="57623"/>
                        </a:lnTo>
                        <a:lnTo>
                          <a:pt x="64858" y="10898"/>
                        </a:lnTo>
                        <a:cubicBezTo>
                          <a:pt x="67340" y="8417"/>
                          <a:pt x="67340" y="4342"/>
                          <a:pt x="64858" y="1861"/>
                        </a:cubicBezTo>
                        <a:cubicBezTo>
                          <a:pt x="62378" y="-620"/>
                          <a:pt x="58302" y="-620"/>
                          <a:pt x="55821" y="1861"/>
                        </a:cubicBezTo>
                        <a:lnTo>
                          <a:pt x="0" y="57682"/>
                        </a:lnTo>
                        <a:lnTo>
                          <a:pt x="55821" y="113503"/>
                        </a:lnTo>
                        <a:cubicBezTo>
                          <a:pt x="57002" y="114625"/>
                          <a:pt x="58656" y="115275"/>
                          <a:pt x="60310" y="115275"/>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65" name="Graphic 4773">
                  <a:extLst>
                    <a:ext uri="{FF2B5EF4-FFF2-40B4-BE49-F238E27FC236}">
                      <a16:creationId xmlns:a16="http://schemas.microsoft.com/office/drawing/2014/main" id="{0797603F-4F9C-4F85-C913-44FA519D9948}"/>
                    </a:ext>
                  </a:extLst>
                </p:cNvPr>
                <p:cNvGrpSpPr/>
                <p:nvPr/>
              </p:nvGrpSpPr>
              <p:grpSpPr>
                <a:xfrm>
                  <a:off x="455605" y="4257600"/>
                  <a:ext cx="648231" cy="115511"/>
                  <a:chOff x="455605" y="4257600"/>
                  <a:chExt cx="648231" cy="115511"/>
                </a:xfrm>
                <a:grpFill/>
              </p:grpSpPr>
              <p:sp>
                <p:nvSpPr>
                  <p:cNvPr id="229" name="Freeform: Shape 228">
                    <a:extLst>
                      <a:ext uri="{FF2B5EF4-FFF2-40B4-BE49-F238E27FC236}">
                        <a16:creationId xmlns:a16="http://schemas.microsoft.com/office/drawing/2014/main" id="{A12BA59F-85B9-FA99-6983-B78CA5EAFD27}"/>
                      </a:ext>
                    </a:extLst>
                  </p:cNvPr>
                  <p:cNvSpPr/>
                  <p:nvPr/>
                </p:nvSpPr>
                <p:spPr>
                  <a:xfrm>
                    <a:off x="694542" y="4303054"/>
                    <a:ext cx="24691" cy="24750"/>
                  </a:xfrm>
                  <a:custGeom>
                    <a:avLst/>
                    <a:gdLst>
                      <a:gd name="connsiteX0" fmla="*/ 12346 w 24691"/>
                      <a:gd name="connsiteY0" fmla="*/ 2599 h 24750"/>
                      <a:gd name="connsiteX1" fmla="*/ 22151 w 24691"/>
                      <a:gd name="connsiteY1" fmla="*/ 12405 h 24750"/>
                      <a:gd name="connsiteX2" fmla="*/ 12346 w 24691"/>
                      <a:gd name="connsiteY2" fmla="*/ 22210 h 24750"/>
                      <a:gd name="connsiteX3" fmla="*/ 2540 w 24691"/>
                      <a:gd name="connsiteY3" fmla="*/ 12405 h 24750"/>
                      <a:gd name="connsiteX4" fmla="*/ 12346 w 24691"/>
                      <a:gd name="connsiteY4" fmla="*/ 2599 h 24750"/>
                      <a:gd name="connsiteX5" fmla="*/ 12346 w 24691"/>
                      <a:gd name="connsiteY5" fmla="*/ 2599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99"/>
                        </a:moveTo>
                        <a:cubicBezTo>
                          <a:pt x="17780" y="2599"/>
                          <a:pt x="22151" y="6971"/>
                          <a:pt x="22151" y="12405"/>
                        </a:cubicBezTo>
                        <a:cubicBezTo>
                          <a:pt x="22151" y="17839"/>
                          <a:pt x="17780" y="22210"/>
                          <a:pt x="12346" y="22210"/>
                        </a:cubicBezTo>
                        <a:cubicBezTo>
                          <a:pt x="6911" y="22210"/>
                          <a:pt x="2540" y="17839"/>
                          <a:pt x="2540" y="12405"/>
                        </a:cubicBezTo>
                        <a:cubicBezTo>
                          <a:pt x="2540" y="6971"/>
                          <a:pt x="6911" y="2599"/>
                          <a:pt x="12346" y="2599"/>
                        </a:cubicBezTo>
                        <a:lnTo>
                          <a:pt x="12346" y="2599"/>
                        </a:lnTo>
                        <a:close/>
                        <a:moveTo>
                          <a:pt x="12346" y="0"/>
                        </a:moveTo>
                        <a:cubicBezTo>
                          <a:pt x="5493" y="0"/>
                          <a:pt x="0" y="5553"/>
                          <a:pt x="0" y="12346"/>
                        </a:cubicBezTo>
                        <a:cubicBezTo>
                          <a:pt x="0" y="19198"/>
                          <a:pt x="5553" y="24750"/>
                          <a:pt x="12346" y="24750"/>
                        </a:cubicBezTo>
                        <a:cubicBezTo>
                          <a:pt x="19198" y="24750"/>
                          <a:pt x="24691" y="19198"/>
                          <a:pt x="24691" y="12346"/>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30" name="Freeform: Shape 229">
                    <a:extLst>
                      <a:ext uri="{FF2B5EF4-FFF2-40B4-BE49-F238E27FC236}">
                        <a16:creationId xmlns:a16="http://schemas.microsoft.com/office/drawing/2014/main" id="{025D9D5D-8167-FB69-FBDF-323A32D9D7B8}"/>
                      </a:ext>
                    </a:extLst>
                  </p:cNvPr>
                  <p:cNvSpPr/>
                  <p:nvPr/>
                </p:nvSpPr>
                <p:spPr>
                  <a:xfrm>
                    <a:off x="745814"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98"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31" name="Freeform: Shape 230">
                    <a:extLst>
                      <a:ext uri="{FF2B5EF4-FFF2-40B4-BE49-F238E27FC236}">
                        <a16:creationId xmlns:a16="http://schemas.microsoft.com/office/drawing/2014/main" id="{241B39EF-0786-85AD-D312-F03BB6358D88}"/>
                      </a:ext>
                    </a:extLst>
                  </p:cNvPr>
                  <p:cNvSpPr/>
                  <p:nvPr/>
                </p:nvSpPr>
                <p:spPr>
                  <a:xfrm>
                    <a:off x="771510"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32" name="Freeform: Shape 231">
                    <a:extLst>
                      <a:ext uri="{FF2B5EF4-FFF2-40B4-BE49-F238E27FC236}">
                        <a16:creationId xmlns:a16="http://schemas.microsoft.com/office/drawing/2014/main" id="{E75D0A45-83A8-C73F-A28A-3D1B0D9ADF89}"/>
                      </a:ext>
                    </a:extLst>
                  </p:cNvPr>
                  <p:cNvSpPr/>
                  <p:nvPr/>
                </p:nvSpPr>
                <p:spPr>
                  <a:xfrm>
                    <a:off x="822723" y="4303054"/>
                    <a:ext cx="24691" cy="24750"/>
                  </a:xfrm>
                  <a:custGeom>
                    <a:avLst/>
                    <a:gdLst>
                      <a:gd name="connsiteX0" fmla="*/ 12346 w 24691"/>
                      <a:gd name="connsiteY0" fmla="*/ 2540 h 24750"/>
                      <a:gd name="connsiteX1" fmla="*/ 22151 w 24691"/>
                      <a:gd name="connsiteY1" fmla="*/ 12346 h 24750"/>
                      <a:gd name="connsiteX2" fmla="*/ 12346 w 24691"/>
                      <a:gd name="connsiteY2" fmla="*/ 22151 h 24750"/>
                      <a:gd name="connsiteX3" fmla="*/ 2540 w 24691"/>
                      <a:gd name="connsiteY3" fmla="*/ 12346 h 24750"/>
                      <a:gd name="connsiteX4" fmla="*/ 12346 w 24691"/>
                      <a:gd name="connsiteY4" fmla="*/ 2540 h 24750"/>
                      <a:gd name="connsiteX5" fmla="*/ 12346 w 24691"/>
                      <a:gd name="connsiteY5" fmla="*/ 2540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1"/>
                          <a:pt x="6970" y="2540"/>
                          <a:pt x="12346" y="2540"/>
                        </a:cubicBezTo>
                        <a:lnTo>
                          <a:pt x="12346" y="2540"/>
                        </a:lnTo>
                        <a:close/>
                        <a:moveTo>
                          <a:pt x="12346" y="0"/>
                        </a:moveTo>
                        <a:cubicBezTo>
                          <a:pt x="5494" y="0"/>
                          <a:pt x="0" y="5553"/>
                          <a:pt x="0" y="12346"/>
                        </a:cubicBezTo>
                        <a:cubicBezTo>
                          <a:pt x="0" y="19198"/>
                          <a:pt x="5553" y="24750"/>
                          <a:pt x="12346" y="24750"/>
                        </a:cubicBezTo>
                        <a:cubicBezTo>
                          <a:pt x="19198" y="24750"/>
                          <a:pt x="24691" y="19198"/>
                          <a:pt x="24691" y="12346"/>
                        </a:cubicBezTo>
                        <a:cubicBezTo>
                          <a:pt x="24750"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33" name="Freeform: Shape 232">
                    <a:extLst>
                      <a:ext uri="{FF2B5EF4-FFF2-40B4-BE49-F238E27FC236}">
                        <a16:creationId xmlns:a16="http://schemas.microsoft.com/office/drawing/2014/main" id="{DA62B2D4-AB22-6A3D-76B9-BA68063FC716}"/>
                      </a:ext>
                    </a:extLst>
                  </p:cNvPr>
                  <p:cNvSpPr/>
                  <p:nvPr/>
                </p:nvSpPr>
                <p:spPr>
                  <a:xfrm>
                    <a:off x="874055"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34" name="Freeform: Shape 233">
                    <a:extLst>
                      <a:ext uri="{FF2B5EF4-FFF2-40B4-BE49-F238E27FC236}">
                        <a16:creationId xmlns:a16="http://schemas.microsoft.com/office/drawing/2014/main" id="{3B7B21EF-8D22-55B4-E020-3E4090BB9BD4}"/>
                      </a:ext>
                    </a:extLst>
                  </p:cNvPr>
                  <p:cNvSpPr/>
                  <p:nvPr/>
                </p:nvSpPr>
                <p:spPr>
                  <a:xfrm>
                    <a:off x="899691"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21"/>
                          <a:pt x="17780" y="22151"/>
                          <a:pt x="12346" y="22151"/>
                        </a:cubicBezTo>
                        <a:cubicBezTo>
                          <a:pt x="6970" y="22151"/>
                          <a:pt x="2540" y="17721"/>
                          <a:pt x="2540" y="12346"/>
                        </a:cubicBezTo>
                        <a:cubicBezTo>
                          <a:pt x="2540" y="6971"/>
                          <a:pt x="6911" y="2540"/>
                          <a:pt x="12346" y="2540"/>
                        </a:cubicBezTo>
                        <a:lnTo>
                          <a:pt x="12346" y="2540"/>
                        </a:lnTo>
                        <a:close/>
                        <a:moveTo>
                          <a:pt x="12346" y="0"/>
                        </a:moveTo>
                        <a:cubicBezTo>
                          <a:pt x="5494"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35" name="Freeform: Shape 234">
                    <a:extLst>
                      <a:ext uri="{FF2B5EF4-FFF2-40B4-BE49-F238E27FC236}">
                        <a16:creationId xmlns:a16="http://schemas.microsoft.com/office/drawing/2014/main" id="{BFF0B066-2304-1BA8-4FCF-95379B6457C5}"/>
                      </a:ext>
                    </a:extLst>
                  </p:cNvPr>
                  <p:cNvSpPr/>
                  <p:nvPr/>
                </p:nvSpPr>
                <p:spPr>
                  <a:xfrm>
                    <a:off x="925327"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4" y="24750"/>
                          <a:pt x="0" y="19198"/>
                          <a:pt x="0" y="12346"/>
                        </a:cubicBezTo>
                        <a:cubicBezTo>
                          <a:pt x="0" y="5494"/>
                          <a:pt x="5553" y="0"/>
                          <a:pt x="12346" y="0"/>
                        </a:cubicBezTo>
                        <a:cubicBezTo>
                          <a:pt x="19139"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36" name="Freeform: Shape 235">
                    <a:extLst>
                      <a:ext uri="{FF2B5EF4-FFF2-40B4-BE49-F238E27FC236}">
                        <a16:creationId xmlns:a16="http://schemas.microsoft.com/office/drawing/2014/main" id="{340FD4CF-45CA-79A2-E7FC-F36BDB6D0B23}"/>
                      </a:ext>
                    </a:extLst>
                  </p:cNvPr>
                  <p:cNvSpPr/>
                  <p:nvPr/>
                </p:nvSpPr>
                <p:spPr>
                  <a:xfrm>
                    <a:off x="976600"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80"/>
                          <a:pt x="2540" y="12346"/>
                        </a:cubicBezTo>
                        <a:cubicBezTo>
                          <a:pt x="2540" y="6971"/>
                          <a:pt x="6911" y="2540"/>
                          <a:pt x="12346" y="2540"/>
                        </a:cubicBezTo>
                        <a:lnTo>
                          <a:pt x="12346" y="2540"/>
                        </a:lnTo>
                        <a:close/>
                        <a:moveTo>
                          <a:pt x="12346" y="0"/>
                        </a:moveTo>
                        <a:cubicBezTo>
                          <a:pt x="5493"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37" name="Freeform: Shape 236">
                    <a:extLst>
                      <a:ext uri="{FF2B5EF4-FFF2-40B4-BE49-F238E27FC236}">
                        <a16:creationId xmlns:a16="http://schemas.microsoft.com/office/drawing/2014/main" id="{6FC4F602-0773-CF87-65CC-64C3AE37357F}"/>
                      </a:ext>
                    </a:extLst>
                  </p:cNvPr>
                  <p:cNvSpPr/>
                  <p:nvPr/>
                </p:nvSpPr>
                <p:spPr>
                  <a:xfrm>
                    <a:off x="1027872"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553"/>
                          <a:pt x="5553" y="0"/>
                          <a:pt x="12346" y="0"/>
                        </a:cubicBezTo>
                        <a:cubicBezTo>
                          <a:pt x="19198"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38" name="Freeform: Shape 237">
                    <a:extLst>
                      <a:ext uri="{FF2B5EF4-FFF2-40B4-BE49-F238E27FC236}">
                        <a16:creationId xmlns:a16="http://schemas.microsoft.com/office/drawing/2014/main" id="{B732E146-5C9E-C8E2-A034-76C471B3A95F}"/>
                      </a:ext>
                    </a:extLst>
                  </p:cNvPr>
                  <p:cNvSpPr/>
                  <p:nvPr/>
                </p:nvSpPr>
                <p:spPr>
                  <a:xfrm>
                    <a:off x="1053509"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3" y="24750"/>
                          <a:pt x="0" y="19198"/>
                          <a:pt x="0" y="12346"/>
                        </a:cubicBezTo>
                        <a:cubicBezTo>
                          <a:pt x="0" y="5494"/>
                          <a:pt x="5552" y="0"/>
                          <a:pt x="12346" y="0"/>
                        </a:cubicBezTo>
                        <a:cubicBezTo>
                          <a:pt x="19198"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39" name="Freeform: Shape 238">
                    <a:extLst>
                      <a:ext uri="{FF2B5EF4-FFF2-40B4-BE49-F238E27FC236}">
                        <a16:creationId xmlns:a16="http://schemas.microsoft.com/office/drawing/2014/main" id="{2B6C474B-06C2-FA1A-08F6-F62F6694AC15}"/>
                      </a:ext>
                    </a:extLst>
                  </p:cNvPr>
                  <p:cNvSpPr/>
                  <p:nvPr/>
                </p:nvSpPr>
                <p:spPr>
                  <a:xfrm>
                    <a:off x="1079145" y="430299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5 h 24691"/>
                      <a:gd name="connsiteX8" fmla="*/ 12346 w 24691"/>
                      <a:gd name="connsiteY8" fmla="*/ 24691 h 24691"/>
                      <a:gd name="connsiteX9" fmla="*/ 24691 w 24691"/>
                      <a:gd name="connsiteY9" fmla="*/ 12345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11" y="22210"/>
                          <a:pt x="2540" y="17839"/>
                          <a:pt x="2540" y="12405"/>
                        </a:cubicBezTo>
                        <a:cubicBezTo>
                          <a:pt x="2540" y="6970"/>
                          <a:pt x="6970" y="2599"/>
                          <a:pt x="12346" y="2599"/>
                        </a:cubicBezTo>
                        <a:lnTo>
                          <a:pt x="12346" y="2599"/>
                        </a:lnTo>
                        <a:close/>
                        <a:moveTo>
                          <a:pt x="12346" y="0"/>
                        </a:moveTo>
                        <a:cubicBezTo>
                          <a:pt x="5493" y="0"/>
                          <a:pt x="0" y="5553"/>
                          <a:pt x="0" y="12345"/>
                        </a:cubicBezTo>
                        <a:cubicBezTo>
                          <a:pt x="0" y="19198"/>
                          <a:pt x="5553" y="24691"/>
                          <a:pt x="12346" y="24691"/>
                        </a:cubicBezTo>
                        <a:cubicBezTo>
                          <a:pt x="19198" y="24691"/>
                          <a:pt x="24691" y="19139"/>
                          <a:pt x="24691" y="12345"/>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40" name="Freeform: Shape 239">
                    <a:extLst>
                      <a:ext uri="{FF2B5EF4-FFF2-40B4-BE49-F238E27FC236}">
                        <a16:creationId xmlns:a16="http://schemas.microsoft.com/office/drawing/2014/main" id="{79109A52-83AB-DC7D-8820-CF9688D29AC7}"/>
                      </a:ext>
                    </a:extLst>
                  </p:cNvPr>
                  <p:cNvSpPr/>
                  <p:nvPr/>
                </p:nvSpPr>
                <p:spPr>
                  <a:xfrm>
                    <a:off x="660754" y="4257777"/>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7"/>
                        </a:lnTo>
                        <a:cubicBezTo>
                          <a:pt x="67340" y="8476"/>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41" name="Freeform: Shape 240">
                    <a:extLst>
                      <a:ext uri="{FF2B5EF4-FFF2-40B4-BE49-F238E27FC236}">
                        <a16:creationId xmlns:a16="http://schemas.microsoft.com/office/drawing/2014/main" id="{3901C4C0-A17E-DC92-E0BA-531F536CF99E}"/>
                      </a:ext>
                    </a:extLst>
                  </p:cNvPr>
                  <p:cNvSpPr/>
                  <p:nvPr/>
                </p:nvSpPr>
                <p:spPr>
                  <a:xfrm>
                    <a:off x="609363" y="4257777"/>
                    <a:ext cx="66778" cy="115333"/>
                  </a:xfrm>
                  <a:custGeom>
                    <a:avLst/>
                    <a:gdLst>
                      <a:gd name="connsiteX0" fmla="*/ 60369 w 66778"/>
                      <a:gd name="connsiteY0" fmla="*/ 115334 h 115333"/>
                      <a:gd name="connsiteX1" fmla="*/ 64918 w 66778"/>
                      <a:gd name="connsiteY1" fmla="*/ 113444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4"/>
                        </a:cubicBezTo>
                        <a:cubicBezTo>
                          <a:pt x="67399" y="110963"/>
                          <a:pt x="67399" y="106887"/>
                          <a:pt x="64918" y="104347"/>
                        </a:cubicBezTo>
                        <a:lnTo>
                          <a:pt x="18134" y="57623"/>
                        </a:lnTo>
                        <a:lnTo>
                          <a:pt x="64918" y="10898"/>
                        </a:lnTo>
                        <a:cubicBezTo>
                          <a:pt x="67399" y="8417"/>
                          <a:pt x="67399" y="4341"/>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42" name="Freeform: Shape 241">
                    <a:extLst>
                      <a:ext uri="{FF2B5EF4-FFF2-40B4-BE49-F238E27FC236}">
                        <a16:creationId xmlns:a16="http://schemas.microsoft.com/office/drawing/2014/main" id="{E1218D4C-CB1B-936A-EA54-DB8F9C1478E2}"/>
                      </a:ext>
                    </a:extLst>
                  </p:cNvPr>
                  <p:cNvSpPr/>
                  <p:nvPr/>
                </p:nvSpPr>
                <p:spPr>
                  <a:xfrm>
                    <a:off x="558150" y="425765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43" name="Freeform: Shape 242">
                    <a:extLst>
                      <a:ext uri="{FF2B5EF4-FFF2-40B4-BE49-F238E27FC236}">
                        <a16:creationId xmlns:a16="http://schemas.microsoft.com/office/drawing/2014/main" id="{B182AEF0-7C2A-688B-A222-B72EA2615F8D}"/>
                      </a:ext>
                    </a:extLst>
                  </p:cNvPr>
                  <p:cNvSpPr/>
                  <p:nvPr/>
                </p:nvSpPr>
                <p:spPr>
                  <a:xfrm>
                    <a:off x="506877" y="4257600"/>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7"/>
                          <a:pt x="67340" y="4401"/>
                          <a:pt x="64859" y="1861"/>
                        </a:cubicBezTo>
                        <a:cubicBezTo>
                          <a:pt x="62378" y="-620"/>
                          <a:pt x="58302" y="-620"/>
                          <a:pt x="55821" y="1861"/>
                        </a:cubicBezTo>
                        <a:lnTo>
                          <a:pt x="0" y="57682"/>
                        </a:lnTo>
                        <a:lnTo>
                          <a:pt x="55821" y="113503"/>
                        </a:lnTo>
                        <a:cubicBezTo>
                          <a:pt x="57002" y="114802"/>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44" name="Freeform: Shape 243">
                    <a:extLst>
                      <a:ext uri="{FF2B5EF4-FFF2-40B4-BE49-F238E27FC236}">
                        <a16:creationId xmlns:a16="http://schemas.microsoft.com/office/drawing/2014/main" id="{651AB0E7-A897-26C8-140C-6757C3ABF13E}"/>
                      </a:ext>
                    </a:extLst>
                  </p:cNvPr>
                  <p:cNvSpPr/>
                  <p:nvPr/>
                </p:nvSpPr>
                <p:spPr>
                  <a:xfrm>
                    <a:off x="455605" y="425765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8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02" y="114684"/>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66" name="Graphic 4773">
                  <a:extLst>
                    <a:ext uri="{FF2B5EF4-FFF2-40B4-BE49-F238E27FC236}">
                      <a16:creationId xmlns:a16="http://schemas.microsoft.com/office/drawing/2014/main" id="{D76EA29B-E608-9C03-749B-693FB670CE9D}"/>
                    </a:ext>
                  </a:extLst>
                </p:cNvPr>
                <p:cNvGrpSpPr/>
                <p:nvPr/>
              </p:nvGrpSpPr>
              <p:grpSpPr>
                <a:xfrm>
                  <a:off x="3234542" y="2956736"/>
                  <a:ext cx="583845" cy="119557"/>
                  <a:chOff x="3234542" y="2956736"/>
                  <a:chExt cx="583845" cy="119557"/>
                </a:xfrm>
                <a:grpFill/>
              </p:grpSpPr>
              <p:grpSp>
                <p:nvGrpSpPr>
                  <p:cNvPr id="218" name="Graphic 4773">
                    <a:extLst>
                      <a:ext uri="{FF2B5EF4-FFF2-40B4-BE49-F238E27FC236}">
                        <a16:creationId xmlns:a16="http://schemas.microsoft.com/office/drawing/2014/main" id="{54D68C72-AD0A-98EC-8FFA-9F2D784B30D0}"/>
                      </a:ext>
                    </a:extLst>
                  </p:cNvPr>
                  <p:cNvGrpSpPr/>
                  <p:nvPr/>
                </p:nvGrpSpPr>
                <p:grpSpPr>
                  <a:xfrm>
                    <a:off x="3234542" y="2956736"/>
                    <a:ext cx="119557" cy="119557"/>
                    <a:chOff x="3234542" y="2956736"/>
                    <a:chExt cx="119557" cy="119557"/>
                  </a:xfrm>
                  <a:grpFill/>
                </p:grpSpPr>
                <p:sp>
                  <p:nvSpPr>
                    <p:cNvPr id="227" name="Freeform: Shape 226">
                      <a:extLst>
                        <a:ext uri="{FF2B5EF4-FFF2-40B4-BE49-F238E27FC236}">
                          <a16:creationId xmlns:a16="http://schemas.microsoft.com/office/drawing/2014/main" id="{298FD73C-061F-CC3A-BE57-03C85DE0966F}"/>
                        </a:ext>
                      </a:extLst>
                    </p:cNvPr>
                    <p:cNvSpPr/>
                    <p:nvPr/>
                  </p:nvSpPr>
                  <p:spPr>
                    <a:xfrm>
                      <a:off x="3273941" y="2978474"/>
                      <a:ext cx="40698" cy="76199"/>
                    </a:xfrm>
                    <a:custGeom>
                      <a:avLst/>
                      <a:gdLst>
                        <a:gd name="connsiteX0" fmla="*/ 38868 w 40698"/>
                        <a:gd name="connsiteY0" fmla="*/ 76200 h 76199"/>
                        <a:gd name="connsiteX1" fmla="*/ 40167 w 40698"/>
                        <a:gd name="connsiteY1" fmla="*/ 75668 h 76199"/>
                        <a:gd name="connsiteX2" fmla="*/ 40167 w 40698"/>
                        <a:gd name="connsiteY2" fmla="*/ 73128 h 76199"/>
                        <a:gd name="connsiteX3" fmla="*/ 5139 w 40698"/>
                        <a:gd name="connsiteY3" fmla="*/ 38100 h 76199"/>
                        <a:gd name="connsiteX4" fmla="*/ 40167 w 40698"/>
                        <a:gd name="connsiteY4" fmla="*/ 3072 h 76199"/>
                        <a:gd name="connsiteX5" fmla="*/ 40167 w 40698"/>
                        <a:gd name="connsiteY5" fmla="*/ 532 h 76199"/>
                        <a:gd name="connsiteX6" fmla="*/ 37627 w 40698"/>
                        <a:gd name="connsiteY6" fmla="*/ 532 h 76199"/>
                        <a:gd name="connsiteX7" fmla="*/ 0 w 40698"/>
                        <a:gd name="connsiteY7" fmla="*/ 38159 h 76199"/>
                        <a:gd name="connsiteX8" fmla="*/ 37627 w 40698"/>
                        <a:gd name="connsiteY8" fmla="*/ 75786 h 76199"/>
                        <a:gd name="connsiteX9" fmla="*/ 38868 w 40698"/>
                        <a:gd name="connsiteY9" fmla="*/ 76200 h 76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8" h="76199">
                          <a:moveTo>
                            <a:pt x="38868" y="76200"/>
                          </a:moveTo>
                          <a:cubicBezTo>
                            <a:pt x="39340" y="76200"/>
                            <a:pt x="39813" y="76023"/>
                            <a:pt x="40167" y="75668"/>
                          </a:cubicBezTo>
                          <a:cubicBezTo>
                            <a:pt x="40876" y="74960"/>
                            <a:pt x="40876" y="73837"/>
                            <a:pt x="40167" y="73128"/>
                          </a:cubicBezTo>
                          <a:lnTo>
                            <a:pt x="5139" y="38100"/>
                          </a:lnTo>
                          <a:lnTo>
                            <a:pt x="40167" y="3072"/>
                          </a:lnTo>
                          <a:cubicBezTo>
                            <a:pt x="40876" y="2363"/>
                            <a:pt x="40876" y="1240"/>
                            <a:pt x="40167" y="532"/>
                          </a:cubicBezTo>
                          <a:cubicBezTo>
                            <a:pt x="39459" y="-177"/>
                            <a:pt x="38336" y="-177"/>
                            <a:pt x="37627" y="532"/>
                          </a:cubicBezTo>
                          <a:lnTo>
                            <a:pt x="0" y="38159"/>
                          </a:lnTo>
                          <a:lnTo>
                            <a:pt x="37627" y="75786"/>
                          </a:lnTo>
                          <a:cubicBezTo>
                            <a:pt x="37982" y="76023"/>
                            <a:pt x="38454" y="76200"/>
                            <a:pt x="38868" y="7620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28" name="Freeform: Shape 227">
                      <a:extLst>
                        <a:ext uri="{FF2B5EF4-FFF2-40B4-BE49-F238E27FC236}">
                          <a16:creationId xmlns:a16="http://schemas.microsoft.com/office/drawing/2014/main" id="{25A9470D-6AC8-5457-6413-5612D1E8043A}"/>
                        </a:ext>
                      </a:extLst>
                    </p:cNvPr>
                    <p:cNvSpPr/>
                    <p:nvPr/>
                  </p:nvSpPr>
                  <p:spPr>
                    <a:xfrm>
                      <a:off x="3234542" y="2956736"/>
                      <a:ext cx="119557" cy="119557"/>
                    </a:xfrm>
                    <a:custGeom>
                      <a:avLst/>
                      <a:gdLst>
                        <a:gd name="connsiteX0" fmla="*/ 59779 w 119557"/>
                        <a:gd name="connsiteY0" fmla="*/ 6025 h 119557"/>
                        <a:gd name="connsiteX1" fmla="*/ 113532 w 119557"/>
                        <a:gd name="connsiteY1" fmla="*/ 59779 h 119557"/>
                        <a:gd name="connsiteX2" fmla="*/ 59779 w 119557"/>
                        <a:gd name="connsiteY2" fmla="*/ 113532 h 119557"/>
                        <a:gd name="connsiteX3" fmla="*/ 6025 w 119557"/>
                        <a:gd name="connsiteY3" fmla="*/ 59779 h 119557"/>
                        <a:gd name="connsiteX4" fmla="*/ 59779 w 119557"/>
                        <a:gd name="connsiteY4" fmla="*/ 6025 h 119557"/>
                        <a:gd name="connsiteX5" fmla="*/ 59779 w 119557"/>
                        <a:gd name="connsiteY5" fmla="*/ 6025 h 119557"/>
                        <a:gd name="connsiteX6" fmla="*/ 59779 w 119557"/>
                        <a:gd name="connsiteY6" fmla="*/ 0 h 119557"/>
                        <a:gd name="connsiteX7" fmla="*/ 0 w 119557"/>
                        <a:gd name="connsiteY7" fmla="*/ 59779 h 119557"/>
                        <a:gd name="connsiteX8" fmla="*/ 59779 w 119557"/>
                        <a:gd name="connsiteY8" fmla="*/ 119557 h 119557"/>
                        <a:gd name="connsiteX9" fmla="*/ 119557 w 119557"/>
                        <a:gd name="connsiteY9" fmla="*/ 59779 h 119557"/>
                        <a:gd name="connsiteX10" fmla="*/ 59779 w 119557"/>
                        <a:gd name="connsiteY10" fmla="*/ 0 h 119557"/>
                        <a:gd name="connsiteX11" fmla="*/ 59779 w 119557"/>
                        <a:gd name="connsiteY11" fmla="*/ 0 h 119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9557" h="119557">
                          <a:moveTo>
                            <a:pt x="59779" y="6025"/>
                          </a:moveTo>
                          <a:cubicBezTo>
                            <a:pt x="89431" y="6025"/>
                            <a:pt x="113532" y="30126"/>
                            <a:pt x="113532" y="59779"/>
                          </a:cubicBezTo>
                          <a:cubicBezTo>
                            <a:pt x="113532" y="89432"/>
                            <a:pt x="89431" y="113532"/>
                            <a:pt x="59779" y="113532"/>
                          </a:cubicBezTo>
                          <a:cubicBezTo>
                            <a:pt x="30125" y="113532"/>
                            <a:pt x="6025" y="89432"/>
                            <a:pt x="6025" y="59779"/>
                          </a:cubicBezTo>
                          <a:cubicBezTo>
                            <a:pt x="6025" y="30126"/>
                            <a:pt x="30125" y="6025"/>
                            <a:pt x="59779" y="6025"/>
                          </a:cubicBezTo>
                          <a:lnTo>
                            <a:pt x="59779" y="6025"/>
                          </a:lnTo>
                          <a:close/>
                          <a:moveTo>
                            <a:pt x="59779" y="0"/>
                          </a:moveTo>
                          <a:cubicBezTo>
                            <a:pt x="26758" y="0"/>
                            <a:pt x="0" y="26759"/>
                            <a:pt x="0" y="59779"/>
                          </a:cubicBezTo>
                          <a:cubicBezTo>
                            <a:pt x="0" y="92799"/>
                            <a:pt x="26758" y="119557"/>
                            <a:pt x="59779" y="119557"/>
                          </a:cubicBezTo>
                          <a:cubicBezTo>
                            <a:pt x="92798" y="119557"/>
                            <a:pt x="119557" y="92799"/>
                            <a:pt x="119557" y="59779"/>
                          </a:cubicBezTo>
                          <a:cubicBezTo>
                            <a:pt x="119498" y="26759"/>
                            <a:pt x="92740" y="0"/>
                            <a:pt x="59779" y="0"/>
                          </a:cubicBezTo>
                          <a:lnTo>
                            <a:pt x="59779"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219" name="Freeform: Shape 218">
                    <a:extLst>
                      <a:ext uri="{FF2B5EF4-FFF2-40B4-BE49-F238E27FC236}">
                        <a16:creationId xmlns:a16="http://schemas.microsoft.com/office/drawing/2014/main" id="{372D7365-077A-0EA6-2490-F792799A3241}"/>
                      </a:ext>
                    </a:extLst>
                  </p:cNvPr>
                  <p:cNvSpPr/>
                  <p:nvPr/>
                </p:nvSpPr>
                <p:spPr>
                  <a:xfrm>
                    <a:off x="3376250"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20" name="Freeform: Shape 219">
                    <a:extLst>
                      <a:ext uri="{FF2B5EF4-FFF2-40B4-BE49-F238E27FC236}">
                        <a16:creationId xmlns:a16="http://schemas.microsoft.com/office/drawing/2014/main" id="{E8703739-0CC6-2277-8AA7-6AFE165A1680}"/>
                      </a:ext>
                    </a:extLst>
                  </p:cNvPr>
                  <p:cNvSpPr/>
                  <p:nvPr/>
                </p:nvSpPr>
                <p:spPr>
                  <a:xfrm>
                    <a:off x="345729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51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21" name="Freeform: Shape 220">
                    <a:extLst>
                      <a:ext uri="{FF2B5EF4-FFF2-40B4-BE49-F238E27FC236}">
                        <a16:creationId xmlns:a16="http://schemas.microsoft.com/office/drawing/2014/main" id="{873B36F8-B29F-CC07-A54D-72E2EA944BE7}"/>
                      </a:ext>
                    </a:extLst>
                  </p:cNvPr>
                  <p:cNvSpPr/>
                  <p:nvPr/>
                </p:nvSpPr>
                <p:spPr>
                  <a:xfrm>
                    <a:off x="3497816"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514"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649"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22" name="Freeform: Shape 221">
                    <a:extLst>
                      <a:ext uri="{FF2B5EF4-FFF2-40B4-BE49-F238E27FC236}">
                        <a16:creationId xmlns:a16="http://schemas.microsoft.com/office/drawing/2014/main" id="{839B436D-17F9-13DE-F8AE-2D5855B3A0B2}"/>
                      </a:ext>
                    </a:extLst>
                  </p:cNvPr>
                  <p:cNvSpPr/>
                  <p:nvPr/>
                </p:nvSpPr>
                <p:spPr>
                  <a:xfrm>
                    <a:off x="353833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23" name="Freeform: Shape 222">
                    <a:extLst>
                      <a:ext uri="{FF2B5EF4-FFF2-40B4-BE49-F238E27FC236}">
                        <a16:creationId xmlns:a16="http://schemas.microsoft.com/office/drawing/2014/main" id="{EDA552B0-B0E0-A7BA-5161-FBF0FAC775CB}"/>
                      </a:ext>
                    </a:extLst>
                  </p:cNvPr>
                  <p:cNvSpPr/>
                  <p:nvPr/>
                </p:nvSpPr>
                <p:spPr>
                  <a:xfrm>
                    <a:off x="3619381"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649"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24" name="Freeform: Shape 223">
                    <a:extLst>
                      <a:ext uri="{FF2B5EF4-FFF2-40B4-BE49-F238E27FC236}">
                        <a16:creationId xmlns:a16="http://schemas.microsoft.com/office/drawing/2014/main" id="{E6CF71A7-CD8D-C923-8190-948E28033942}"/>
                      </a:ext>
                    </a:extLst>
                  </p:cNvPr>
                  <p:cNvSpPr/>
                  <p:nvPr/>
                </p:nvSpPr>
                <p:spPr>
                  <a:xfrm>
                    <a:off x="3659962"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25" name="Freeform: Shape 224">
                    <a:extLst>
                      <a:ext uri="{FF2B5EF4-FFF2-40B4-BE49-F238E27FC236}">
                        <a16:creationId xmlns:a16="http://schemas.microsoft.com/office/drawing/2014/main" id="{522CFA9E-EF0C-0825-E6B8-7171ABFD85F0}"/>
                      </a:ext>
                    </a:extLst>
                  </p:cNvPr>
                  <p:cNvSpPr/>
                  <p:nvPr/>
                </p:nvSpPr>
                <p:spPr>
                  <a:xfrm>
                    <a:off x="370048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26" name="Freeform: Shape 225">
                    <a:extLst>
                      <a:ext uri="{FF2B5EF4-FFF2-40B4-BE49-F238E27FC236}">
                        <a16:creationId xmlns:a16="http://schemas.microsoft.com/office/drawing/2014/main" id="{CE4856CE-D810-FC23-7D6B-73382DB919AB}"/>
                      </a:ext>
                    </a:extLst>
                  </p:cNvPr>
                  <p:cNvSpPr/>
                  <p:nvPr/>
                </p:nvSpPr>
                <p:spPr>
                  <a:xfrm>
                    <a:off x="378152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67" name="Graphic 4773">
                  <a:extLst>
                    <a:ext uri="{FF2B5EF4-FFF2-40B4-BE49-F238E27FC236}">
                      <a16:creationId xmlns:a16="http://schemas.microsoft.com/office/drawing/2014/main" id="{AFB9DADF-ABE8-5AA3-68DB-025D43EDC707}"/>
                    </a:ext>
                  </a:extLst>
                </p:cNvPr>
                <p:cNvGrpSpPr/>
                <p:nvPr/>
              </p:nvGrpSpPr>
              <p:grpSpPr>
                <a:xfrm>
                  <a:off x="2640418" y="2129759"/>
                  <a:ext cx="886046" cy="59069"/>
                  <a:chOff x="2640418" y="2129759"/>
                  <a:chExt cx="886046" cy="59069"/>
                </a:xfrm>
                <a:grpFill/>
              </p:grpSpPr>
              <p:sp>
                <p:nvSpPr>
                  <p:cNvPr id="210" name="Freeform: Shape 209">
                    <a:extLst>
                      <a:ext uri="{FF2B5EF4-FFF2-40B4-BE49-F238E27FC236}">
                        <a16:creationId xmlns:a16="http://schemas.microsoft.com/office/drawing/2014/main" id="{5C9B40CA-9EFD-D875-369C-A335CEA96C69}"/>
                      </a:ext>
                    </a:extLst>
                  </p:cNvPr>
                  <p:cNvSpPr/>
                  <p:nvPr/>
                </p:nvSpPr>
                <p:spPr>
                  <a:xfrm>
                    <a:off x="3467395"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11" name="Freeform: Shape 210">
                    <a:extLst>
                      <a:ext uri="{FF2B5EF4-FFF2-40B4-BE49-F238E27FC236}">
                        <a16:creationId xmlns:a16="http://schemas.microsoft.com/office/drawing/2014/main" id="{4094BEBE-A88E-05D9-F8A0-DC5D41D5F3B2}"/>
                      </a:ext>
                    </a:extLst>
                  </p:cNvPr>
                  <p:cNvSpPr/>
                  <p:nvPr/>
                </p:nvSpPr>
                <p:spPr>
                  <a:xfrm>
                    <a:off x="3349255"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12" name="Freeform: Shape 211">
                    <a:extLst>
                      <a:ext uri="{FF2B5EF4-FFF2-40B4-BE49-F238E27FC236}">
                        <a16:creationId xmlns:a16="http://schemas.microsoft.com/office/drawing/2014/main" id="{E5D85EDF-35EF-0C9C-4CEA-673F6F2ED031}"/>
                      </a:ext>
                    </a:extLst>
                  </p:cNvPr>
                  <p:cNvSpPr/>
                  <p:nvPr/>
                </p:nvSpPr>
                <p:spPr>
                  <a:xfrm>
                    <a:off x="3231116"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13" name="Freeform: Shape 212">
                    <a:extLst>
                      <a:ext uri="{FF2B5EF4-FFF2-40B4-BE49-F238E27FC236}">
                        <a16:creationId xmlns:a16="http://schemas.microsoft.com/office/drawing/2014/main" id="{DCFB5AA1-39DE-E967-A4C2-DDEF9CEB0A2B}"/>
                      </a:ext>
                    </a:extLst>
                  </p:cNvPr>
                  <p:cNvSpPr/>
                  <p:nvPr/>
                </p:nvSpPr>
                <p:spPr>
                  <a:xfrm>
                    <a:off x="3112976"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14" name="Freeform: Shape 213">
                    <a:extLst>
                      <a:ext uri="{FF2B5EF4-FFF2-40B4-BE49-F238E27FC236}">
                        <a16:creationId xmlns:a16="http://schemas.microsoft.com/office/drawing/2014/main" id="{D15B9252-FF50-ACE4-8D3C-6188912743EF}"/>
                      </a:ext>
                    </a:extLst>
                  </p:cNvPr>
                  <p:cNvSpPr/>
                  <p:nvPr/>
                </p:nvSpPr>
                <p:spPr>
                  <a:xfrm>
                    <a:off x="2994837"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15" name="Freeform: Shape 214">
                    <a:extLst>
                      <a:ext uri="{FF2B5EF4-FFF2-40B4-BE49-F238E27FC236}">
                        <a16:creationId xmlns:a16="http://schemas.microsoft.com/office/drawing/2014/main" id="{279655C4-78F7-D939-B09D-1CB47E7C96D8}"/>
                      </a:ext>
                    </a:extLst>
                  </p:cNvPr>
                  <p:cNvSpPr/>
                  <p:nvPr/>
                </p:nvSpPr>
                <p:spPr>
                  <a:xfrm>
                    <a:off x="2876697"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16" name="Freeform: Shape 215">
                    <a:extLst>
                      <a:ext uri="{FF2B5EF4-FFF2-40B4-BE49-F238E27FC236}">
                        <a16:creationId xmlns:a16="http://schemas.microsoft.com/office/drawing/2014/main" id="{3B00D6F3-9A4E-E3A1-7989-A4E254AE0216}"/>
                      </a:ext>
                    </a:extLst>
                  </p:cNvPr>
                  <p:cNvSpPr/>
                  <p:nvPr/>
                </p:nvSpPr>
                <p:spPr>
                  <a:xfrm>
                    <a:off x="2758558"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17" name="Freeform: Shape 216">
                    <a:extLst>
                      <a:ext uri="{FF2B5EF4-FFF2-40B4-BE49-F238E27FC236}">
                        <a16:creationId xmlns:a16="http://schemas.microsoft.com/office/drawing/2014/main" id="{48889495-6B2E-C6B3-38CD-19BB92A6683A}"/>
                      </a:ext>
                    </a:extLst>
                  </p:cNvPr>
                  <p:cNvSpPr/>
                  <p:nvPr/>
                </p:nvSpPr>
                <p:spPr>
                  <a:xfrm>
                    <a:off x="2640418"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68" name="Graphic 4773">
                  <a:extLst>
                    <a:ext uri="{FF2B5EF4-FFF2-40B4-BE49-F238E27FC236}">
                      <a16:creationId xmlns:a16="http://schemas.microsoft.com/office/drawing/2014/main" id="{237BA08B-5461-3476-9143-58ED32D0F693}"/>
                    </a:ext>
                  </a:extLst>
                </p:cNvPr>
                <p:cNvGrpSpPr/>
                <p:nvPr/>
              </p:nvGrpSpPr>
              <p:grpSpPr>
                <a:xfrm>
                  <a:off x="1990651" y="4610690"/>
                  <a:ext cx="886046" cy="59069"/>
                  <a:chOff x="1990651" y="4610690"/>
                  <a:chExt cx="886046" cy="59069"/>
                </a:xfrm>
                <a:grpFill/>
              </p:grpSpPr>
              <p:sp>
                <p:nvSpPr>
                  <p:cNvPr id="202" name="Freeform: Shape 201">
                    <a:extLst>
                      <a:ext uri="{FF2B5EF4-FFF2-40B4-BE49-F238E27FC236}">
                        <a16:creationId xmlns:a16="http://schemas.microsoft.com/office/drawing/2014/main" id="{0455C389-A38A-205E-798A-5571839AB301}"/>
                      </a:ext>
                    </a:extLst>
                  </p:cNvPr>
                  <p:cNvSpPr/>
                  <p:nvPr/>
                </p:nvSpPr>
                <p:spPr>
                  <a:xfrm>
                    <a:off x="2817627"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03" name="Freeform: Shape 202">
                    <a:extLst>
                      <a:ext uri="{FF2B5EF4-FFF2-40B4-BE49-F238E27FC236}">
                        <a16:creationId xmlns:a16="http://schemas.microsoft.com/office/drawing/2014/main" id="{AF02E875-7EB7-76DA-AD43-6249B77EFA70}"/>
                      </a:ext>
                    </a:extLst>
                  </p:cNvPr>
                  <p:cNvSpPr/>
                  <p:nvPr/>
                </p:nvSpPr>
                <p:spPr>
                  <a:xfrm>
                    <a:off x="2699488"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04" name="Freeform: Shape 203">
                    <a:extLst>
                      <a:ext uri="{FF2B5EF4-FFF2-40B4-BE49-F238E27FC236}">
                        <a16:creationId xmlns:a16="http://schemas.microsoft.com/office/drawing/2014/main" id="{7D36A623-5C14-A645-3458-62D693F8EFCD}"/>
                      </a:ext>
                    </a:extLst>
                  </p:cNvPr>
                  <p:cNvSpPr/>
                  <p:nvPr/>
                </p:nvSpPr>
                <p:spPr>
                  <a:xfrm>
                    <a:off x="2581348"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05" name="Freeform: Shape 204">
                    <a:extLst>
                      <a:ext uri="{FF2B5EF4-FFF2-40B4-BE49-F238E27FC236}">
                        <a16:creationId xmlns:a16="http://schemas.microsoft.com/office/drawing/2014/main" id="{381BAA2E-50EB-6BD2-64F7-DE0ADD062DDC}"/>
                      </a:ext>
                    </a:extLst>
                  </p:cNvPr>
                  <p:cNvSpPr/>
                  <p:nvPr/>
                </p:nvSpPr>
                <p:spPr>
                  <a:xfrm>
                    <a:off x="246320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06" name="Freeform: Shape 205">
                    <a:extLst>
                      <a:ext uri="{FF2B5EF4-FFF2-40B4-BE49-F238E27FC236}">
                        <a16:creationId xmlns:a16="http://schemas.microsoft.com/office/drawing/2014/main" id="{2822F056-4096-263D-8E4B-6057C6B30563}"/>
                      </a:ext>
                    </a:extLst>
                  </p:cNvPr>
                  <p:cNvSpPr/>
                  <p:nvPr/>
                </p:nvSpPr>
                <p:spPr>
                  <a:xfrm>
                    <a:off x="234506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07" name="Freeform: Shape 206">
                    <a:extLst>
                      <a:ext uri="{FF2B5EF4-FFF2-40B4-BE49-F238E27FC236}">
                        <a16:creationId xmlns:a16="http://schemas.microsoft.com/office/drawing/2014/main" id="{EC6C4F4F-A8E8-0E89-416A-BE41AFB2542C}"/>
                      </a:ext>
                    </a:extLst>
                  </p:cNvPr>
                  <p:cNvSpPr/>
                  <p:nvPr/>
                </p:nvSpPr>
                <p:spPr>
                  <a:xfrm>
                    <a:off x="2226930"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08" name="Freeform: Shape 207">
                    <a:extLst>
                      <a:ext uri="{FF2B5EF4-FFF2-40B4-BE49-F238E27FC236}">
                        <a16:creationId xmlns:a16="http://schemas.microsoft.com/office/drawing/2014/main" id="{C38BC2A5-FC14-A230-5721-E39960FD82AD}"/>
                      </a:ext>
                    </a:extLst>
                  </p:cNvPr>
                  <p:cNvSpPr/>
                  <p:nvPr/>
                </p:nvSpPr>
                <p:spPr>
                  <a:xfrm>
                    <a:off x="2108790"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09" name="Freeform: Shape 208">
                    <a:extLst>
                      <a:ext uri="{FF2B5EF4-FFF2-40B4-BE49-F238E27FC236}">
                        <a16:creationId xmlns:a16="http://schemas.microsoft.com/office/drawing/2014/main" id="{E71141DB-CC27-317B-9341-A4580A0338FB}"/>
                      </a:ext>
                    </a:extLst>
                  </p:cNvPr>
                  <p:cNvSpPr/>
                  <p:nvPr/>
                </p:nvSpPr>
                <p:spPr>
                  <a:xfrm>
                    <a:off x="1990651"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169" name="Freeform: Shape 168">
                  <a:extLst>
                    <a:ext uri="{FF2B5EF4-FFF2-40B4-BE49-F238E27FC236}">
                      <a16:creationId xmlns:a16="http://schemas.microsoft.com/office/drawing/2014/main" id="{ADE8664B-1EBE-953F-DE43-60FA9BC5693C}"/>
                    </a:ext>
                  </a:extLst>
                </p:cNvPr>
                <p:cNvSpPr/>
                <p:nvPr/>
              </p:nvSpPr>
              <p:spPr>
                <a:xfrm rot="-2700000">
                  <a:off x="3497758" y="3223441"/>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0" name="Freeform: Shape 169">
                  <a:extLst>
                    <a:ext uri="{FF2B5EF4-FFF2-40B4-BE49-F238E27FC236}">
                      <a16:creationId xmlns:a16="http://schemas.microsoft.com/office/drawing/2014/main" id="{4ADD636A-C7CB-BE88-238F-4E99548A905C}"/>
                    </a:ext>
                  </a:extLst>
                </p:cNvPr>
                <p:cNvSpPr/>
                <p:nvPr/>
              </p:nvSpPr>
              <p:spPr>
                <a:xfrm>
                  <a:off x="3350142"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1" name="Freeform: Shape 170">
                  <a:extLst>
                    <a:ext uri="{FF2B5EF4-FFF2-40B4-BE49-F238E27FC236}">
                      <a16:creationId xmlns:a16="http://schemas.microsoft.com/office/drawing/2014/main" id="{9E4AAE8E-D812-C8B7-B251-5FB3C660B936}"/>
                    </a:ext>
                  </a:extLst>
                </p:cNvPr>
                <p:cNvSpPr/>
                <p:nvPr/>
              </p:nvSpPr>
              <p:spPr>
                <a:xfrm>
                  <a:off x="3202467"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2" name="Freeform: Shape 171">
                  <a:extLst>
                    <a:ext uri="{FF2B5EF4-FFF2-40B4-BE49-F238E27FC236}">
                      <a16:creationId xmlns:a16="http://schemas.microsoft.com/office/drawing/2014/main" id="{D025F3A5-78AD-A8FF-8E03-BD2AA5B81B9E}"/>
                    </a:ext>
                  </a:extLst>
                </p:cNvPr>
                <p:cNvSpPr/>
                <p:nvPr/>
              </p:nvSpPr>
              <p:spPr>
                <a:xfrm rot="-2700000">
                  <a:off x="3054737" y="3223438"/>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3" name="Freeform: Shape 172">
                  <a:extLst>
                    <a:ext uri="{FF2B5EF4-FFF2-40B4-BE49-F238E27FC236}">
                      <a16:creationId xmlns:a16="http://schemas.microsoft.com/office/drawing/2014/main" id="{CCEC02B8-2D3E-4543-4F0D-A042C300CDBE}"/>
                    </a:ext>
                  </a:extLst>
                </p:cNvPr>
                <p:cNvSpPr/>
                <p:nvPr/>
              </p:nvSpPr>
              <p:spPr>
                <a:xfrm rot="-2700000">
                  <a:off x="2907066" y="3223435"/>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4" name="Freeform: Shape 173">
                  <a:extLst>
                    <a:ext uri="{FF2B5EF4-FFF2-40B4-BE49-F238E27FC236}">
                      <a16:creationId xmlns:a16="http://schemas.microsoft.com/office/drawing/2014/main" id="{3868F419-B8E2-B1F0-04D1-FAFFA7904331}"/>
                    </a:ext>
                  </a:extLst>
                </p:cNvPr>
                <p:cNvSpPr/>
                <p:nvPr/>
              </p:nvSpPr>
              <p:spPr>
                <a:xfrm>
                  <a:off x="2759444"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5" name="Freeform: Shape 174">
                  <a:extLst>
                    <a:ext uri="{FF2B5EF4-FFF2-40B4-BE49-F238E27FC236}">
                      <a16:creationId xmlns:a16="http://schemas.microsoft.com/office/drawing/2014/main" id="{D2B61ED0-096C-6A5A-3B42-4F4D6AB6E605}"/>
                    </a:ext>
                  </a:extLst>
                </p:cNvPr>
                <p:cNvSpPr/>
                <p:nvPr/>
              </p:nvSpPr>
              <p:spPr>
                <a:xfrm>
                  <a:off x="2611769"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6" name="Freeform: Shape 175">
                  <a:extLst>
                    <a:ext uri="{FF2B5EF4-FFF2-40B4-BE49-F238E27FC236}">
                      <a16:creationId xmlns:a16="http://schemas.microsoft.com/office/drawing/2014/main" id="{93E6FDF7-0D99-2914-DB3D-62A7A37C6BA7}"/>
                    </a:ext>
                  </a:extLst>
                </p:cNvPr>
                <p:cNvSpPr/>
                <p:nvPr/>
              </p:nvSpPr>
              <p:spPr>
                <a:xfrm rot="-2700000">
                  <a:off x="2464040" y="3223432"/>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7" name="Freeform: Shape 176">
                  <a:extLst>
                    <a:ext uri="{FF2B5EF4-FFF2-40B4-BE49-F238E27FC236}">
                      <a16:creationId xmlns:a16="http://schemas.microsoft.com/office/drawing/2014/main" id="{0DAA774B-6EB8-40FF-190A-A2E9320052B0}"/>
                    </a:ext>
                  </a:extLst>
                </p:cNvPr>
                <p:cNvSpPr/>
                <p:nvPr/>
              </p:nvSpPr>
              <p:spPr>
                <a:xfrm>
                  <a:off x="1038446" y="3340749"/>
                  <a:ext cx="191326" cy="177091"/>
                </a:xfrm>
                <a:custGeom>
                  <a:avLst/>
                  <a:gdLst>
                    <a:gd name="connsiteX0" fmla="*/ 88546 w 191326"/>
                    <a:gd name="connsiteY0" fmla="*/ 0 h 177091"/>
                    <a:gd name="connsiteX1" fmla="*/ 113887 w 191326"/>
                    <a:gd name="connsiteY1" fmla="*/ 25341 h 177091"/>
                    <a:gd name="connsiteX2" fmla="*/ 71474 w 191326"/>
                    <a:gd name="connsiteY2" fmla="*/ 67694 h 177091"/>
                    <a:gd name="connsiteX3" fmla="*/ 191327 w 191326"/>
                    <a:gd name="connsiteY3" fmla="*/ 67694 h 177091"/>
                    <a:gd name="connsiteX4" fmla="*/ 191327 w 191326"/>
                    <a:gd name="connsiteY4" fmla="*/ 106916 h 177091"/>
                    <a:gd name="connsiteX5" fmla="*/ 68934 w 191326"/>
                    <a:gd name="connsiteY5" fmla="*/ 106916 h 177091"/>
                    <a:gd name="connsiteX6" fmla="*/ 113887 w 191326"/>
                    <a:gd name="connsiteY6" fmla="*/ 151809 h 177091"/>
                    <a:gd name="connsiteX7" fmla="*/ 88546 w 191326"/>
                    <a:gd name="connsiteY7" fmla="*/ 177091 h 177091"/>
                    <a:gd name="connsiteX8" fmla="*/ 0 w 191326"/>
                    <a:gd name="connsiteY8" fmla="*/ 88546 h 177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326" h="177091">
                      <a:moveTo>
                        <a:pt x="88546" y="0"/>
                      </a:moveTo>
                      <a:lnTo>
                        <a:pt x="113887" y="25341"/>
                      </a:lnTo>
                      <a:lnTo>
                        <a:pt x="71474" y="67694"/>
                      </a:lnTo>
                      <a:lnTo>
                        <a:pt x="191327" y="67694"/>
                      </a:lnTo>
                      <a:lnTo>
                        <a:pt x="191327" y="106916"/>
                      </a:lnTo>
                      <a:lnTo>
                        <a:pt x="68934" y="106916"/>
                      </a:lnTo>
                      <a:lnTo>
                        <a:pt x="113887" y="151809"/>
                      </a:lnTo>
                      <a:lnTo>
                        <a:pt x="88546" y="177091"/>
                      </a:lnTo>
                      <a:lnTo>
                        <a:pt x="0" y="8854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8" name="Freeform: Shape 177">
                  <a:extLst>
                    <a:ext uri="{FF2B5EF4-FFF2-40B4-BE49-F238E27FC236}">
                      <a16:creationId xmlns:a16="http://schemas.microsoft.com/office/drawing/2014/main" id="{6A6AC553-6771-3065-2834-2424506FE685}"/>
                    </a:ext>
                  </a:extLst>
                </p:cNvPr>
                <p:cNvSpPr/>
                <p:nvPr/>
              </p:nvSpPr>
              <p:spPr>
                <a:xfrm>
                  <a:off x="5004626" y="1576512"/>
                  <a:ext cx="174374" cy="161437"/>
                </a:xfrm>
                <a:custGeom>
                  <a:avLst/>
                  <a:gdLst>
                    <a:gd name="connsiteX0" fmla="*/ 80690 w 174374"/>
                    <a:gd name="connsiteY0" fmla="*/ 0 h 161437"/>
                    <a:gd name="connsiteX1" fmla="*/ 103727 w 174374"/>
                    <a:gd name="connsiteY1" fmla="*/ 23037 h 161437"/>
                    <a:gd name="connsiteX2" fmla="*/ 65154 w 174374"/>
                    <a:gd name="connsiteY2" fmla="*/ 61669 h 161437"/>
                    <a:gd name="connsiteX3" fmla="*/ 174374 w 174374"/>
                    <a:gd name="connsiteY3" fmla="*/ 61669 h 161437"/>
                    <a:gd name="connsiteX4" fmla="*/ 174374 w 174374"/>
                    <a:gd name="connsiteY4" fmla="*/ 97406 h 161437"/>
                    <a:gd name="connsiteX5" fmla="*/ 62850 w 174374"/>
                    <a:gd name="connsiteY5" fmla="*/ 97406 h 161437"/>
                    <a:gd name="connsiteX6" fmla="*/ 103727 w 174374"/>
                    <a:gd name="connsiteY6" fmla="*/ 138341 h 161437"/>
                    <a:gd name="connsiteX7" fmla="*/ 80690 w 174374"/>
                    <a:gd name="connsiteY7" fmla="*/ 161438 h 161437"/>
                    <a:gd name="connsiteX8" fmla="*/ 0 w 174374"/>
                    <a:gd name="connsiteY8" fmla="*/ 80689 h 16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4374" h="161437">
                      <a:moveTo>
                        <a:pt x="80690" y="0"/>
                      </a:moveTo>
                      <a:lnTo>
                        <a:pt x="103727" y="23037"/>
                      </a:lnTo>
                      <a:lnTo>
                        <a:pt x="65154" y="61669"/>
                      </a:lnTo>
                      <a:lnTo>
                        <a:pt x="174374" y="61669"/>
                      </a:lnTo>
                      <a:lnTo>
                        <a:pt x="174374" y="97406"/>
                      </a:lnTo>
                      <a:lnTo>
                        <a:pt x="62850" y="97406"/>
                      </a:lnTo>
                      <a:lnTo>
                        <a:pt x="103727" y="138341"/>
                      </a:lnTo>
                      <a:lnTo>
                        <a:pt x="80690" y="161438"/>
                      </a:lnTo>
                      <a:lnTo>
                        <a:pt x="0" y="8068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179" name="Graphic 4773">
                  <a:extLst>
                    <a:ext uri="{FF2B5EF4-FFF2-40B4-BE49-F238E27FC236}">
                      <a16:creationId xmlns:a16="http://schemas.microsoft.com/office/drawing/2014/main" id="{0D1FADFE-0D7E-EE62-3872-C4044C1744AD}"/>
                    </a:ext>
                  </a:extLst>
                </p:cNvPr>
                <p:cNvGrpSpPr/>
                <p:nvPr/>
              </p:nvGrpSpPr>
              <p:grpSpPr>
                <a:xfrm>
                  <a:off x="457259" y="2897903"/>
                  <a:ext cx="526784" cy="117726"/>
                  <a:chOff x="457259" y="2897903"/>
                  <a:chExt cx="526784" cy="117726"/>
                </a:xfrm>
                <a:grpFill/>
              </p:grpSpPr>
              <p:sp>
                <p:nvSpPr>
                  <p:cNvPr id="180" name="Freeform: Shape 179">
                    <a:extLst>
                      <a:ext uri="{FF2B5EF4-FFF2-40B4-BE49-F238E27FC236}">
                        <a16:creationId xmlns:a16="http://schemas.microsoft.com/office/drawing/2014/main" id="{13D9DE2F-2B3B-4D22-AB91-2229125C11EF}"/>
                      </a:ext>
                    </a:extLst>
                  </p:cNvPr>
                  <p:cNvSpPr/>
                  <p:nvPr/>
                </p:nvSpPr>
                <p:spPr>
                  <a:xfrm>
                    <a:off x="882147" y="2924248"/>
                    <a:ext cx="8269" cy="9214"/>
                  </a:xfrm>
                  <a:custGeom>
                    <a:avLst/>
                    <a:gdLst>
                      <a:gd name="connsiteX0" fmla="*/ 0 w 8269"/>
                      <a:gd name="connsiteY0" fmla="*/ 3131 h 9214"/>
                      <a:gd name="connsiteX1" fmla="*/ 5316 w 8269"/>
                      <a:gd name="connsiteY1" fmla="*/ 0 h 9214"/>
                      <a:gd name="connsiteX2" fmla="*/ 8270 w 8269"/>
                      <a:gd name="connsiteY2" fmla="*/ 5139 h 9214"/>
                      <a:gd name="connsiteX3" fmla="*/ 5907 w 8269"/>
                      <a:gd name="connsiteY3" fmla="*/ 6498 h 9214"/>
                      <a:gd name="connsiteX4" fmla="*/ 5907 w 8269"/>
                      <a:gd name="connsiteY4" fmla="*/ 9215 h 9214"/>
                      <a:gd name="connsiteX5" fmla="*/ 0 w 8269"/>
                      <a:gd name="connsiteY5" fmla="*/ 9215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0" y="3131"/>
                        </a:moveTo>
                        <a:lnTo>
                          <a:pt x="5316" y="0"/>
                        </a:lnTo>
                        <a:lnTo>
                          <a:pt x="8270" y="5139"/>
                        </a:lnTo>
                        <a:lnTo>
                          <a:pt x="5907" y="6498"/>
                        </a:lnTo>
                        <a:lnTo>
                          <a:pt x="5907" y="9215"/>
                        </a:lnTo>
                        <a:lnTo>
                          <a:pt x="0" y="9215"/>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1" name="Freeform: Shape 180">
                    <a:extLst>
                      <a:ext uri="{FF2B5EF4-FFF2-40B4-BE49-F238E27FC236}">
                        <a16:creationId xmlns:a16="http://schemas.microsoft.com/office/drawing/2014/main" id="{CE057952-04D4-0912-81F7-A781D5F6DBB5}"/>
                      </a:ext>
                    </a:extLst>
                  </p:cNvPr>
                  <p:cNvSpPr/>
                  <p:nvPr/>
                </p:nvSpPr>
                <p:spPr>
                  <a:xfrm rot="-1800341">
                    <a:off x="896354" y="2917003"/>
                    <a:ext cx="9333" cy="5907"/>
                  </a:xfrm>
                  <a:custGeom>
                    <a:avLst/>
                    <a:gdLst>
                      <a:gd name="connsiteX0" fmla="*/ 0 w 9333"/>
                      <a:gd name="connsiteY0" fmla="*/ 0 h 5907"/>
                      <a:gd name="connsiteX1" fmla="*/ 9333 w 9333"/>
                      <a:gd name="connsiteY1" fmla="*/ 0 h 5907"/>
                      <a:gd name="connsiteX2" fmla="*/ 9333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3" y="0"/>
                        </a:lnTo>
                        <a:lnTo>
                          <a:pt x="9333"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2" name="Freeform: Shape 181">
                    <a:extLst>
                      <a:ext uri="{FF2B5EF4-FFF2-40B4-BE49-F238E27FC236}">
                        <a16:creationId xmlns:a16="http://schemas.microsoft.com/office/drawing/2014/main" id="{848F6DBA-A464-3428-EDCF-1D950B093A8F}"/>
                      </a:ext>
                    </a:extLst>
                  </p:cNvPr>
                  <p:cNvSpPr/>
                  <p:nvPr/>
                </p:nvSpPr>
                <p:spPr>
                  <a:xfrm>
                    <a:off x="911682" y="2905641"/>
                    <a:ext cx="10986" cy="9805"/>
                  </a:xfrm>
                  <a:custGeom>
                    <a:avLst/>
                    <a:gdLst>
                      <a:gd name="connsiteX0" fmla="*/ 8033 w 10986"/>
                      <a:gd name="connsiteY0" fmla="*/ 0 h 9805"/>
                      <a:gd name="connsiteX1" fmla="*/ 10987 w 10986"/>
                      <a:gd name="connsiteY1" fmla="*/ 5139 h 9805"/>
                      <a:gd name="connsiteX2" fmla="*/ 2953 w 10986"/>
                      <a:gd name="connsiteY2" fmla="*/ 9806 h 9805"/>
                      <a:gd name="connsiteX3" fmla="*/ 0 w 10986"/>
                      <a:gd name="connsiteY3" fmla="*/ 4667 h 9805"/>
                    </a:gdLst>
                    <a:ahLst/>
                    <a:cxnLst>
                      <a:cxn ang="0">
                        <a:pos x="connsiteX0" y="connsiteY0"/>
                      </a:cxn>
                      <a:cxn ang="0">
                        <a:pos x="connsiteX1" y="connsiteY1"/>
                      </a:cxn>
                      <a:cxn ang="0">
                        <a:pos x="connsiteX2" y="connsiteY2"/>
                      </a:cxn>
                      <a:cxn ang="0">
                        <a:pos x="connsiteX3" y="connsiteY3"/>
                      </a:cxn>
                    </a:cxnLst>
                    <a:rect l="l" t="t" r="r" b="b"/>
                    <a:pathLst>
                      <a:path w="10986" h="9805">
                        <a:moveTo>
                          <a:pt x="8033" y="0"/>
                        </a:moveTo>
                        <a:lnTo>
                          <a:pt x="10987" y="5139"/>
                        </a:lnTo>
                        <a:lnTo>
                          <a:pt x="2953" y="9806"/>
                        </a:lnTo>
                        <a:lnTo>
                          <a:pt x="0" y="466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3" name="Freeform: Shape 182">
                    <a:extLst>
                      <a:ext uri="{FF2B5EF4-FFF2-40B4-BE49-F238E27FC236}">
                        <a16:creationId xmlns:a16="http://schemas.microsoft.com/office/drawing/2014/main" id="{9B937BD7-AE85-3CA1-D633-8B9191CFDE33}"/>
                      </a:ext>
                    </a:extLst>
                  </p:cNvPr>
                  <p:cNvSpPr/>
                  <p:nvPr/>
                </p:nvSpPr>
                <p:spPr>
                  <a:xfrm>
                    <a:off x="927808" y="2897903"/>
                    <a:ext cx="10632" cy="8210"/>
                  </a:xfrm>
                  <a:custGeom>
                    <a:avLst/>
                    <a:gdLst>
                      <a:gd name="connsiteX0" fmla="*/ 5257 w 10632"/>
                      <a:gd name="connsiteY0" fmla="*/ 0 h 8210"/>
                      <a:gd name="connsiteX1" fmla="*/ 10632 w 10632"/>
                      <a:gd name="connsiteY1" fmla="*/ 3072 h 8210"/>
                      <a:gd name="connsiteX2" fmla="*/ 7679 w 10632"/>
                      <a:gd name="connsiteY2" fmla="*/ 8211 h 8210"/>
                      <a:gd name="connsiteX3" fmla="*/ 5257 w 10632"/>
                      <a:gd name="connsiteY3" fmla="*/ 6852 h 8210"/>
                      <a:gd name="connsiteX4" fmla="*/ 2953 w 10632"/>
                      <a:gd name="connsiteY4" fmla="*/ 8211 h 8210"/>
                      <a:gd name="connsiteX5" fmla="*/ 0 w 10632"/>
                      <a:gd name="connsiteY5" fmla="*/ 3072 h 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10">
                        <a:moveTo>
                          <a:pt x="5257" y="0"/>
                        </a:moveTo>
                        <a:lnTo>
                          <a:pt x="10632" y="3072"/>
                        </a:lnTo>
                        <a:lnTo>
                          <a:pt x="7679" y="8211"/>
                        </a:lnTo>
                        <a:lnTo>
                          <a:pt x="5257" y="6852"/>
                        </a:lnTo>
                        <a:lnTo>
                          <a:pt x="2953" y="8211"/>
                        </a:lnTo>
                        <a:lnTo>
                          <a:pt x="0" y="3072"/>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4" name="Freeform: Shape 183">
                    <a:extLst>
                      <a:ext uri="{FF2B5EF4-FFF2-40B4-BE49-F238E27FC236}">
                        <a16:creationId xmlns:a16="http://schemas.microsoft.com/office/drawing/2014/main" id="{00C379D1-AE90-A009-22E7-FC4F02914E17}"/>
                      </a:ext>
                    </a:extLst>
                  </p:cNvPr>
                  <p:cNvSpPr/>
                  <p:nvPr/>
                </p:nvSpPr>
                <p:spPr>
                  <a:xfrm>
                    <a:off x="959647" y="2914915"/>
                    <a:ext cx="11046" cy="9805"/>
                  </a:xfrm>
                  <a:custGeom>
                    <a:avLst/>
                    <a:gdLst>
                      <a:gd name="connsiteX0" fmla="*/ 2953 w 11046"/>
                      <a:gd name="connsiteY0" fmla="*/ 0 h 9805"/>
                      <a:gd name="connsiteX1" fmla="*/ 11046 w 11046"/>
                      <a:gd name="connsiteY1" fmla="*/ 4726 h 9805"/>
                      <a:gd name="connsiteX2" fmla="*/ 8033 w 11046"/>
                      <a:gd name="connsiteY2" fmla="*/ 9806 h 9805"/>
                      <a:gd name="connsiteX3" fmla="*/ 0 w 11046"/>
                      <a:gd name="connsiteY3" fmla="*/ 5139 h 9805"/>
                    </a:gdLst>
                    <a:ahLst/>
                    <a:cxnLst>
                      <a:cxn ang="0">
                        <a:pos x="connsiteX0" y="connsiteY0"/>
                      </a:cxn>
                      <a:cxn ang="0">
                        <a:pos x="connsiteX1" y="connsiteY1"/>
                      </a:cxn>
                      <a:cxn ang="0">
                        <a:pos x="connsiteX2" y="connsiteY2"/>
                      </a:cxn>
                      <a:cxn ang="0">
                        <a:pos x="connsiteX3" y="connsiteY3"/>
                      </a:cxn>
                    </a:cxnLst>
                    <a:rect l="l" t="t" r="r" b="b"/>
                    <a:pathLst>
                      <a:path w="11046" h="9805">
                        <a:moveTo>
                          <a:pt x="2953" y="0"/>
                        </a:moveTo>
                        <a:lnTo>
                          <a:pt x="11046" y="4726"/>
                        </a:lnTo>
                        <a:lnTo>
                          <a:pt x="8033" y="9806"/>
                        </a:lnTo>
                        <a:lnTo>
                          <a:pt x="0" y="513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5" name="Freeform: Shape 184">
                    <a:extLst>
                      <a:ext uri="{FF2B5EF4-FFF2-40B4-BE49-F238E27FC236}">
                        <a16:creationId xmlns:a16="http://schemas.microsoft.com/office/drawing/2014/main" id="{CDA0A9AF-761A-B4FD-B765-D7977BDE8244}"/>
                      </a:ext>
                    </a:extLst>
                  </p:cNvPr>
                  <p:cNvSpPr/>
                  <p:nvPr/>
                </p:nvSpPr>
                <p:spPr>
                  <a:xfrm rot="-3600896">
                    <a:off x="946174" y="2906009"/>
                    <a:ext cx="5907" cy="9274"/>
                  </a:xfrm>
                  <a:custGeom>
                    <a:avLst/>
                    <a:gdLst>
                      <a:gd name="connsiteX0" fmla="*/ 0 w 5907"/>
                      <a:gd name="connsiteY0" fmla="*/ 0 h 9274"/>
                      <a:gd name="connsiteX1" fmla="*/ 5907 w 5907"/>
                      <a:gd name="connsiteY1" fmla="*/ 0 h 9274"/>
                      <a:gd name="connsiteX2" fmla="*/ 5907 w 5907"/>
                      <a:gd name="connsiteY2" fmla="*/ 9275 h 9274"/>
                      <a:gd name="connsiteX3" fmla="*/ 0 w 5907"/>
                      <a:gd name="connsiteY3" fmla="*/ 9275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5"/>
                        </a:lnTo>
                        <a:lnTo>
                          <a:pt x="0" y="9275"/>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6" name="Freeform: Shape 185">
                    <a:extLst>
                      <a:ext uri="{FF2B5EF4-FFF2-40B4-BE49-F238E27FC236}">
                        <a16:creationId xmlns:a16="http://schemas.microsoft.com/office/drawing/2014/main" id="{CFA2A580-5CD0-4E3D-049F-48CABDE28B0B}"/>
                      </a:ext>
                    </a:extLst>
                  </p:cNvPr>
                  <p:cNvSpPr/>
                  <p:nvPr/>
                </p:nvSpPr>
                <p:spPr>
                  <a:xfrm>
                    <a:off x="975773" y="2924248"/>
                    <a:ext cx="8269" cy="9214"/>
                  </a:xfrm>
                  <a:custGeom>
                    <a:avLst/>
                    <a:gdLst>
                      <a:gd name="connsiteX0" fmla="*/ 2953 w 8269"/>
                      <a:gd name="connsiteY0" fmla="*/ 0 h 9214"/>
                      <a:gd name="connsiteX1" fmla="*/ 8270 w 8269"/>
                      <a:gd name="connsiteY1" fmla="*/ 3131 h 9214"/>
                      <a:gd name="connsiteX2" fmla="*/ 8270 w 8269"/>
                      <a:gd name="connsiteY2" fmla="*/ 9215 h 9214"/>
                      <a:gd name="connsiteX3" fmla="*/ 2304 w 8269"/>
                      <a:gd name="connsiteY3" fmla="*/ 9215 h 9214"/>
                      <a:gd name="connsiteX4" fmla="*/ 2304 w 8269"/>
                      <a:gd name="connsiteY4" fmla="*/ 6498 h 9214"/>
                      <a:gd name="connsiteX5" fmla="*/ 0 w 8269"/>
                      <a:gd name="connsiteY5" fmla="*/ 5139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2953" y="0"/>
                        </a:moveTo>
                        <a:lnTo>
                          <a:pt x="8270" y="3131"/>
                        </a:lnTo>
                        <a:lnTo>
                          <a:pt x="8270" y="9215"/>
                        </a:lnTo>
                        <a:lnTo>
                          <a:pt x="2304" y="9215"/>
                        </a:lnTo>
                        <a:lnTo>
                          <a:pt x="2304" y="6498"/>
                        </a:lnTo>
                        <a:lnTo>
                          <a:pt x="0" y="513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7" name="Freeform: Shape 186">
                    <a:extLst>
                      <a:ext uri="{FF2B5EF4-FFF2-40B4-BE49-F238E27FC236}">
                        <a16:creationId xmlns:a16="http://schemas.microsoft.com/office/drawing/2014/main" id="{A644A986-6210-D692-A7A4-0D152F8D9E93}"/>
                      </a:ext>
                    </a:extLst>
                  </p:cNvPr>
                  <p:cNvSpPr/>
                  <p:nvPr/>
                </p:nvSpPr>
                <p:spPr>
                  <a:xfrm>
                    <a:off x="978077" y="2961403"/>
                    <a:ext cx="5966" cy="9273"/>
                  </a:xfrm>
                  <a:custGeom>
                    <a:avLst/>
                    <a:gdLst>
                      <a:gd name="connsiteX0" fmla="*/ 0 w 5966"/>
                      <a:gd name="connsiteY0" fmla="*/ 0 h 9273"/>
                      <a:gd name="connsiteX1" fmla="*/ 5966 w 5966"/>
                      <a:gd name="connsiteY1" fmla="*/ 0 h 9273"/>
                      <a:gd name="connsiteX2" fmla="*/ 5966 w 5966"/>
                      <a:gd name="connsiteY2" fmla="*/ 9274 h 9273"/>
                      <a:gd name="connsiteX3" fmla="*/ 0 w 5966"/>
                      <a:gd name="connsiteY3" fmla="*/ 9274 h 9273"/>
                    </a:gdLst>
                    <a:ahLst/>
                    <a:cxnLst>
                      <a:cxn ang="0">
                        <a:pos x="connsiteX0" y="connsiteY0"/>
                      </a:cxn>
                      <a:cxn ang="0">
                        <a:pos x="connsiteX1" y="connsiteY1"/>
                      </a:cxn>
                      <a:cxn ang="0">
                        <a:pos x="connsiteX2" y="connsiteY2"/>
                      </a:cxn>
                      <a:cxn ang="0">
                        <a:pos x="connsiteX3" y="connsiteY3"/>
                      </a:cxn>
                    </a:cxnLst>
                    <a:rect l="l" t="t" r="r" b="b"/>
                    <a:pathLst>
                      <a:path w="5966" h="9273">
                        <a:moveTo>
                          <a:pt x="0" y="0"/>
                        </a:moveTo>
                        <a:lnTo>
                          <a:pt x="5966" y="0"/>
                        </a:lnTo>
                        <a:lnTo>
                          <a:pt x="5966"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8" name="Freeform: Shape 187">
                    <a:extLst>
                      <a:ext uri="{FF2B5EF4-FFF2-40B4-BE49-F238E27FC236}">
                        <a16:creationId xmlns:a16="http://schemas.microsoft.com/office/drawing/2014/main" id="{705834EE-7DE9-9A8A-0635-5AB470E37042}"/>
                      </a:ext>
                    </a:extLst>
                  </p:cNvPr>
                  <p:cNvSpPr/>
                  <p:nvPr/>
                </p:nvSpPr>
                <p:spPr>
                  <a:xfrm>
                    <a:off x="978077" y="2942796"/>
                    <a:ext cx="5966" cy="9333"/>
                  </a:xfrm>
                  <a:custGeom>
                    <a:avLst/>
                    <a:gdLst>
                      <a:gd name="connsiteX0" fmla="*/ 0 w 5966"/>
                      <a:gd name="connsiteY0" fmla="*/ 0 h 9333"/>
                      <a:gd name="connsiteX1" fmla="*/ 5966 w 5966"/>
                      <a:gd name="connsiteY1" fmla="*/ 0 h 9333"/>
                      <a:gd name="connsiteX2" fmla="*/ 5966 w 5966"/>
                      <a:gd name="connsiteY2" fmla="*/ 9333 h 9333"/>
                      <a:gd name="connsiteX3" fmla="*/ 0 w 5966"/>
                      <a:gd name="connsiteY3" fmla="*/ 9333 h 9333"/>
                    </a:gdLst>
                    <a:ahLst/>
                    <a:cxnLst>
                      <a:cxn ang="0">
                        <a:pos x="connsiteX0" y="connsiteY0"/>
                      </a:cxn>
                      <a:cxn ang="0">
                        <a:pos x="connsiteX1" y="connsiteY1"/>
                      </a:cxn>
                      <a:cxn ang="0">
                        <a:pos x="connsiteX2" y="connsiteY2"/>
                      </a:cxn>
                      <a:cxn ang="0">
                        <a:pos x="connsiteX3" y="connsiteY3"/>
                      </a:cxn>
                    </a:cxnLst>
                    <a:rect l="l" t="t" r="r" b="b"/>
                    <a:pathLst>
                      <a:path w="5966" h="9333">
                        <a:moveTo>
                          <a:pt x="0" y="0"/>
                        </a:moveTo>
                        <a:lnTo>
                          <a:pt x="5966" y="0"/>
                        </a:lnTo>
                        <a:lnTo>
                          <a:pt x="5966" y="9333"/>
                        </a:lnTo>
                        <a:lnTo>
                          <a:pt x="0" y="933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9" name="Freeform: Shape 188">
                    <a:extLst>
                      <a:ext uri="{FF2B5EF4-FFF2-40B4-BE49-F238E27FC236}">
                        <a16:creationId xmlns:a16="http://schemas.microsoft.com/office/drawing/2014/main" id="{98217F3A-F2F8-11DC-69E0-2CEAB130F7A3}"/>
                      </a:ext>
                    </a:extLst>
                  </p:cNvPr>
                  <p:cNvSpPr/>
                  <p:nvPr/>
                </p:nvSpPr>
                <p:spPr>
                  <a:xfrm>
                    <a:off x="975773" y="2980010"/>
                    <a:ext cx="8269" cy="9214"/>
                  </a:xfrm>
                  <a:custGeom>
                    <a:avLst/>
                    <a:gdLst>
                      <a:gd name="connsiteX0" fmla="*/ 8270 w 8269"/>
                      <a:gd name="connsiteY0" fmla="*/ 6143 h 9214"/>
                      <a:gd name="connsiteX1" fmla="*/ 2953 w 8269"/>
                      <a:gd name="connsiteY1" fmla="*/ 9215 h 9214"/>
                      <a:gd name="connsiteX2" fmla="*/ 0 w 8269"/>
                      <a:gd name="connsiteY2" fmla="*/ 4135 h 9214"/>
                      <a:gd name="connsiteX3" fmla="*/ 2304 w 8269"/>
                      <a:gd name="connsiteY3" fmla="*/ 2776 h 9214"/>
                      <a:gd name="connsiteX4" fmla="*/ 2304 w 8269"/>
                      <a:gd name="connsiteY4" fmla="*/ 0 h 9214"/>
                      <a:gd name="connsiteX5" fmla="*/ 8270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8270" y="6143"/>
                        </a:moveTo>
                        <a:lnTo>
                          <a:pt x="2953" y="9215"/>
                        </a:lnTo>
                        <a:lnTo>
                          <a:pt x="0" y="4135"/>
                        </a:lnTo>
                        <a:lnTo>
                          <a:pt x="2304" y="2776"/>
                        </a:lnTo>
                        <a:lnTo>
                          <a:pt x="2304" y="0"/>
                        </a:lnTo>
                        <a:lnTo>
                          <a:pt x="827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90" name="Freeform: Shape 189">
                    <a:extLst>
                      <a:ext uri="{FF2B5EF4-FFF2-40B4-BE49-F238E27FC236}">
                        <a16:creationId xmlns:a16="http://schemas.microsoft.com/office/drawing/2014/main" id="{5CE77B3B-A846-43E8-D13D-9A4E382AF50D}"/>
                      </a:ext>
                    </a:extLst>
                  </p:cNvPr>
                  <p:cNvSpPr/>
                  <p:nvPr/>
                </p:nvSpPr>
                <p:spPr>
                  <a:xfrm rot="-1801109">
                    <a:off x="960619" y="2990764"/>
                    <a:ext cx="9274" cy="5907"/>
                  </a:xfrm>
                  <a:custGeom>
                    <a:avLst/>
                    <a:gdLst>
                      <a:gd name="connsiteX0" fmla="*/ 0 w 9274"/>
                      <a:gd name="connsiteY0" fmla="*/ 0 h 5907"/>
                      <a:gd name="connsiteX1" fmla="*/ 9274 w 9274"/>
                      <a:gd name="connsiteY1" fmla="*/ 0 h 5907"/>
                      <a:gd name="connsiteX2" fmla="*/ 9274 w 9274"/>
                      <a:gd name="connsiteY2" fmla="*/ 5907 h 5907"/>
                      <a:gd name="connsiteX3" fmla="*/ 0 w 9274"/>
                      <a:gd name="connsiteY3" fmla="*/ 5907 h 5907"/>
                    </a:gdLst>
                    <a:ahLst/>
                    <a:cxnLst>
                      <a:cxn ang="0">
                        <a:pos x="connsiteX0" y="connsiteY0"/>
                      </a:cxn>
                      <a:cxn ang="0">
                        <a:pos x="connsiteX1" y="connsiteY1"/>
                      </a:cxn>
                      <a:cxn ang="0">
                        <a:pos x="connsiteX2" y="connsiteY2"/>
                      </a:cxn>
                      <a:cxn ang="0">
                        <a:pos x="connsiteX3" y="connsiteY3"/>
                      </a:cxn>
                    </a:cxnLst>
                    <a:rect l="l" t="t" r="r" b="b"/>
                    <a:pathLst>
                      <a:path w="9274" h="5907">
                        <a:moveTo>
                          <a:pt x="0" y="0"/>
                        </a:moveTo>
                        <a:lnTo>
                          <a:pt x="9274" y="0"/>
                        </a:lnTo>
                        <a:lnTo>
                          <a:pt x="9274"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91" name="Freeform: Shape 190">
                    <a:extLst>
                      <a:ext uri="{FF2B5EF4-FFF2-40B4-BE49-F238E27FC236}">
                        <a16:creationId xmlns:a16="http://schemas.microsoft.com/office/drawing/2014/main" id="{FEBBF50E-53AD-918F-8F3D-8CC0A5F83B17}"/>
                      </a:ext>
                    </a:extLst>
                  </p:cNvPr>
                  <p:cNvSpPr/>
                  <p:nvPr/>
                </p:nvSpPr>
                <p:spPr>
                  <a:xfrm rot="-1806651">
                    <a:off x="944560" y="3000057"/>
                    <a:ext cx="9333" cy="5907"/>
                  </a:xfrm>
                  <a:custGeom>
                    <a:avLst/>
                    <a:gdLst>
                      <a:gd name="connsiteX0" fmla="*/ 0 w 9333"/>
                      <a:gd name="connsiteY0" fmla="*/ 0 h 5907"/>
                      <a:gd name="connsiteX1" fmla="*/ 9334 w 9333"/>
                      <a:gd name="connsiteY1" fmla="*/ 0 h 5907"/>
                      <a:gd name="connsiteX2" fmla="*/ 9334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4" y="0"/>
                        </a:lnTo>
                        <a:lnTo>
                          <a:pt x="9334"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92" name="Freeform: Shape 191">
                    <a:extLst>
                      <a:ext uri="{FF2B5EF4-FFF2-40B4-BE49-F238E27FC236}">
                        <a16:creationId xmlns:a16="http://schemas.microsoft.com/office/drawing/2014/main" id="{8932D990-5DDF-3BF3-93A9-694F7F6D1040}"/>
                      </a:ext>
                    </a:extLst>
                  </p:cNvPr>
                  <p:cNvSpPr/>
                  <p:nvPr/>
                </p:nvSpPr>
                <p:spPr>
                  <a:xfrm>
                    <a:off x="927808" y="3007359"/>
                    <a:ext cx="10632" cy="8269"/>
                  </a:xfrm>
                  <a:custGeom>
                    <a:avLst/>
                    <a:gdLst>
                      <a:gd name="connsiteX0" fmla="*/ 5257 w 10632"/>
                      <a:gd name="connsiteY0" fmla="*/ 1418 h 8269"/>
                      <a:gd name="connsiteX1" fmla="*/ 7679 w 10632"/>
                      <a:gd name="connsiteY1" fmla="*/ 0 h 8269"/>
                      <a:gd name="connsiteX2" fmla="*/ 10632 w 10632"/>
                      <a:gd name="connsiteY2" fmla="*/ 5139 h 8269"/>
                      <a:gd name="connsiteX3" fmla="*/ 5257 w 10632"/>
                      <a:gd name="connsiteY3" fmla="*/ 8270 h 8269"/>
                      <a:gd name="connsiteX4" fmla="*/ 0 w 10632"/>
                      <a:gd name="connsiteY4" fmla="*/ 5139 h 8269"/>
                      <a:gd name="connsiteX5" fmla="*/ 2953 w 10632"/>
                      <a:gd name="connsiteY5" fmla="*/ 0 h 8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69">
                        <a:moveTo>
                          <a:pt x="5257" y="1418"/>
                        </a:moveTo>
                        <a:lnTo>
                          <a:pt x="7679" y="0"/>
                        </a:lnTo>
                        <a:lnTo>
                          <a:pt x="10632" y="5139"/>
                        </a:lnTo>
                        <a:lnTo>
                          <a:pt x="5257" y="8270"/>
                        </a:lnTo>
                        <a:lnTo>
                          <a:pt x="0" y="5139"/>
                        </a:lnTo>
                        <a:lnTo>
                          <a:pt x="2953"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93" name="Freeform: Shape 192">
                    <a:extLst>
                      <a:ext uri="{FF2B5EF4-FFF2-40B4-BE49-F238E27FC236}">
                        <a16:creationId xmlns:a16="http://schemas.microsoft.com/office/drawing/2014/main" id="{B6032B76-2258-2B74-DD3A-B0BF030861F4}"/>
                      </a:ext>
                    </a:extLst>
                  </p:cNvPr>
                  <p:cNvSpPr/>
                  <p:nvPr/>
                </p:nvSpPr>
                <p:spPr>
                  <a:xfrm rot="-3604434">
                    <a:off x="898141" y="2989017"/>
                    <a:ext cx="5966" cy="9274"/>
                  </a:xfrm>
                  <a:custGeom>
                    <a:avLst/>
                    <a:gdLst>
                      <a:gd name="connsiteX0" fmla="*/ 0 w 5966"/>
                      <a:gd name="connsiteY0" fmla="*/ 0 h 9274"/>
                      <a:gd name="connsiteX1" fmla="*/ 5966 w 5966"/>
                      <a:gd name="connsiteY1" fmla="*/ 0 h 9274"/>
                      <a:gd name="connsiteX2" fmla="*/ 5966 w 5966"/>
                      <a:gd name="connsiteY2" fmla="*/ 9274 h 9274"/>
                      <a:gd name="connsiteX3" fmla="*/ 0 w 5966"/>
                      <a:gd name="connsiteY3" fmla="*/ 9274 h 9274"/>
                    </a:gdLst>
                    <a:ahLst/>
                    <a:cxnLst>
                      <a:cxn ang="0">
                        <a:pos x="connsiteX0" y="connsiteY0"/>
                      </a:cxn>
                      <a:cxn ang="0">
                        <a:pos x="connsiteX1" y="connsiteY1"/>
                      </a:cxn>
                      <a:cxn ang="0">
                        <a:pos x="connsiteX2" y="connsiteY2"/>
                      </a:cxn>
                      <a:cxn ang="0">
                        <a:pos x="connsiteX3" y="connsiteY3"/>
                      </a:cxn>
                    </a:cxnLst>
                    <a:rect l="l" t="t" r="r" b="b"/>
                    <a:pathLst>
                      <a:path w="5966" h="9274">
                        <a:moveTo>
                          <a:pt x="0" y="0"/>
                        </a:moveTo>
                        <a:lnTo>
                          <a:pt x="5966" y="0"/>
                        </a:lnTo>
                        <a:lnTo>
                          <a:pt x="5966"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94" name="Freeform: Shape 193">
                    <a:extLst>
                      <a:ext uri="{FF2B5EF4-FFF2-40B4-BE49-F238E27FC236}">
                        <a16:creationId xmlns:a16="http://schemas.microsoft.com/office/drawing/2014/main" id="{523083C2-1812-5FF1-A6D0-1B493CAF6575}"/>
                      </a:ext>
                    </a:extLst>
                  </p:cNvPr>
                  <p:cNvSpPr/>
                  <p:nvPr/>
                </p:nvSpPr>
                <p:spPr>
                  <a:xfrm rot="-3587633">
                    <a:off x="914188" y="2998227"/>
                    <a:ext cx="5906" cy="9332"/>
                  </a:xfrm>
                  <a:custGeom>
                    <a:avLst/>
                    <a:gdLst>
                      <a:gd name="connsiteX0" fmla="*/ 0 w 5906"/>
                      <a:gd name="connsiteY0" fmla="*/ 0 h 9332"/>
                      <a:gd name="connsiteX1" fmla="*/ 5907 w 5906"/>
                      <a:gd name="connsiteY1" fmla="*/ 0 h 9332"/>
                      <a:gd name="connsiteX2" fmla="*/ 5907 w 5906"/>
                      <a:gd name="connsiteY2" fmla="*/ 9333 h 9332"/>
                      <a:gd name="connsiteX3" fmla="*/ 0 w 5906"/>
                      <a:gd name="connsiteY3" fmla="*/ 9333 h 9332"/>
                    </a:gdLst>
                    <a:ahLst/>
                    <a:cxnLst>
                      <a:cxn ang="0">
                        <a:pos x="connsiteX0" y="connsiteY0"/>
                      </a:cxn>
                      <a:cxn ang="0">
                        <a:pos x="connsiteX1" y="connsiteY1"/>
                      </a:cxn>
                      <a:cxn ang="0">
                        <a:pos x="connsiteX2" y="connsiteY2"/>
                      </a:cxn>
                      <a:cxn ang="0">
                        <a:pos x="connsiteX3" y="connsiteY3"/>
                      </a:cxn>
                    </a:cxnLst>
                    <a:rect l="l" t="t" r="r" b="b"/>
                    <a:pathLst>
                      <a:path w="5906" h="9332">
                        <a:moveTo>
                          <a:pt x="0" y="0"/>
                        </a:moveTo>
                        <a:lnTo>
                          <a:pt x="5907" y="0"/>
                        </a:lnTo>
                        <a:lnTo>
                          <a:pt x="5907" y="9333"/>
                        </a:lnTo>
                        <a:lnTo>
                          <a:pt x="0" y="933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95" name="Freeform: Shape 194">
                    <a:extLst>
                      <a:ext uri="{FF2B5EF4-FFF2-40B4-BE49-F238E27FC236}">
                        <a16:creationId xmlns:a16="http://schemas.microsoft.com/office/drawing/2014/main" id="{B6F6CB94-CBB8-B8D1-F0F0-F8F8A83BC8F4}"/>
                      </a:ext>
                    </a:extLst>
                  </p:cNvPr>
                  <p:cNvSpPr/>
                  <p:nvPr/>
                </p:nvSpPr>
                <p:spPr>
                  <a:xfrm>
                    <a:off x="882147" y="2980010"/>
                    <a:ext cx="8269" cy="9214"/>
                  </a:xfrm>
                  <a:custGeom>
                    <a:avLst/>
                    <a:gdLst>
                      <a:gd name="connsiteX0" fmla="*/ 5907 w 8269"/>
                      <a:gd name="connsiteY0" fmla="*/ 2776 h 9214"/>
                      <a:gd name="connsiteX1" fmla="*/ 8270 w 8269"/>
                      <a:gd name="connsiteY1" fmla="*/ 4135 h 9214"/>
                      <a:gd name="connsiteX2" fmla="*/ 5316 w 8269"/>
                      <a:gd name="connsiteY2" fmla="*/ 9215 h 9214"/>
                      <a:gd name="connsiteX3" fmla="*/ 0 w 8269"/>
                      <a:gd name="connsiteY3" fmla="*/ 6143 h 9214"/>
                      <a:gd name="connsiteX4" fmla="*/ 0 w 8269"/>
                      <a:gd name="connsiteY4" fmla="*/ 0 h 9214"/>
                      <a:gd name="connsiteX5" fmla="*/ 5907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5907" y="2776"/>
                        </a:moveTo>
                        <a:lnTo>
                          <a:pt x="8270" y="4135"/>
                        </a:lnTo>
                        <a:lnTo>
                          <a:pt x="5316" y="9215"/>
                        </a:lnTo>
                        <a:lnTo>
                          <a:pt x="0" y="6143"/>
                        </a:lnTo>
                        <a:lnTo>
                          <a:pt x="0" y="0"/>
                        </a:lnTo>
                        <a:lnTo>
                          <a:pt x="5907"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96" name="Freeform: Shape 195">
                    <a:extLst>
                      <a:ext uri="{FF2B5EF4-FFF2-40B4-BE49-F238E27FC236}">
                        <a16:creationId xmlns:a16="http://schemas.microsoft.com/office/drawing/2014/main" id="{A9A399A9-D183-1E32-F254-1C86A49D9E2A}"/>
                      </a:ext>
                    </a:extLst>
                  </p:cNvPr>
                  <p:cNvSpPr/>
                  <p:nvPr/>
                </p:nvSpPr>
                <p:spPr>
                  <a:xfrm rot="-23376">
                    <a:off x="882168" y="2961460"/>
                    <a:ext cx="5907" cy="9274"/>
                  </a:xfrm>
                  <a:custGeom>
                    <a:avLst/>
                    <a:gdLst>
                      <a:gd name="connsiteX0" fmla="*/ 0 w 5907"/>
                      <a:gd name="connsiteY0" fmla="*/ 0 h 9274"/>
                      <a:gd name="connsiteX1" fmla="*/ 5907 w 5907"/>
                      <a:gd name="connsiteY1" fmla="*/ 0 h 9274"/>
                      <a:gd name="connsiteX2" fmla="*/ 5907 w 5907"/>
                      <a:gd name="connsiteY2" fmla="*/ 9274 h 9274"/>
                      <a:gd name="connsiteX3" fmla="*/ 0 w 5907"/>
                      <a:gd name="connsiteY3" fmla="*/ 9274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97" name="Freeform: Shape 196">
                    <a:extLst>
                      <a:ext uri="{FF2B5EF4-FFF2-40B4-BE49-F238E27FC236}">
                        <a16:creationId xmlns:a16="http://schemas.microsoft.com/office/drawing/2014/main" id="{9FEE63AE-341C-C688-AFC0-500894510C86}"/>
                      </a:ext>
                    </a:extLst>
                  </p:cNvPr>
                  <p:cNvSpPr/>
                  <p:nvPr/>
                </p:nvSpPr>
                <p:spPr>
                  <a:xfrm rot="-5391765">
                    <a:off x="880458" y="2944505"/>
                    <a:ext cx="9333" cy="5906"/>
                  </a:xfrm>
                  <a:custGeom>
                    <a:avLst/>
                    <a:gdLst>
                      <a:gd name="connsiteX0" fmla="*/ 0 w 9333"/>
                      <a:gd name="connsiteY0" fmla="*/ 0 h 5906"/>
                      <a:gd name="connsiteX1" fmla="*/ 9333 w 9333"/>
                      <a:gd name="connsiteY1" fmla="*/ 0 h 5906"/>
                      <a:gd name="connsiteX2" fmla="*/ 9333 w 9333"/>
                      <a:gd name="connsiteY2" fmla="*/ 5907 h 5906"/>
                      <a:gd name="connsiteX3" fmla="*/ 0 w 9333"/>
                      <a:gd name="connsiteY3" fmla="*/ 5907 h 5906"/>
                    </a:gdLst>
                    <a:ahLst/>
                    <a:cxnLst>
                      <a:cxn ang="0">
                        <a:pos x="connsiteX0" y="connsiteY0"/>
                      </a:cxn>
                      <a:cxn ang="0">
                        <a:pos x="connsiteX1" y="connsiteY1"/>
                      </a:cxn>
                      <a:cxn ang="0">
                        <a:pos x="connsiteX2" y="connsiteY2"/>
                      </a:cxn>
                      <a:cxn ang="0">
                        <a:pos x="connsiteX3" y="connsiteY3"/>
                      </a:cxn>
                    </a:cxnLst>
                    <a:rect l="l" t="t" r="r" b="b"/>
                    <a:pathLst>
                      <a:path w="9333" h="5906">
                        <a:moveTo>
                          <a:pt x="0" y="0"/>
                        </a:moveTo>
                        <a:lnTo>
                          <a:pt x="9333" y="0"/>
                        </a:lnTo>
                        <a:lnTo>
                          <a:pt x="9333"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98" name="Freeform: Shape 197">
                    <a:extLst>
                      <a:ext uri="{FF2B5EF4-FFF2-40B4-BE49-F238E27FC236}">
                        <a16:creationId xmlns:a16="http://schemas.microsoft.com/office/drawing/2014/main" id="{3E3CB13A-5938-CB47-F7B5-06ADBD4AD2C3}"/>
                      </a:ext>
                    </a:extLst>
                  </p:cNvPr>
                  <p:cNvSpPr/>
                  <p:nvPr/>
                </p:nvSpPr>
                <p:spPr>
                  <a:xfrm>
                    <a:off x="564234" y="2900915"/>
                    <a:ext cx="96047" cy="110873"/>
                  </a:xfrm>
                  <a:custGeom>
                    <a:avLst/>
                    <a:gdLst>
                      <a:gd name="connsiteX0" fmla="*/ 96047 w 96047"/>
                      <a:gd name="connsiteY0" fmla="*/ 83111 h 110873"/>
                      <a:gd name="connsiteX1" fmla="*/ 48024 w 96047"/>
                      <a:gd name="connsiteY1" fmla="*/ 110874 h 110873"/>
                      <a:gd name="connsiteX2" fmla="*/ 0 w 96047"/>
                      <a:gd name="connsiteY2" fmla="*/ 83111 h 110873"/>
                      <a:gd name="connsiteX3" fmla="*/ 0 w 96047"/>
                      <a:gd name="connsiteY3" fmla="*/ 27763 h 110873"/>
                      <a:gd name="connsiteX4" fmla="*/ 48024 w 96047"/>
                      <a:gd name="connsiteY4" fmla="*/ 0 h 110873"/>
                      <a:gd name="connsiteX5" fmla="*/ 96047 w 96047"/>
                      <a:gd name="connsiteY5" fmla="*/ 27763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47" h="110873">
                        <a:moveTo>
                          <a:pt x="96047" y="83111"/>
                        </a:moveTo>
                        <a:lnTo>
                          <a:pt x="48024" y="110874"/>
                        </a:lnTo>
                        <a:lnTo>
                          <a:pt x="0" y="83111"/>
                        </a:lnTo>
                        <a:lnTo>
                          <a:pt x="0" y="27763"/>
                        </a:lnTo>
                        <a:lnTo>
                          <a:pt x="48024" y="0"/>
                        </a:lnTo>
                        <a:lnTo>
                          <a:pt x="96047" y="2776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99" name="Freeform: Shape 198">
                    <a:extLst>
                      <a:ext uri="{FF2B5EF4-FFF2-40B4-BE49-F238E27FC236}">
                        <a16:creationId xmlns:a16="http://schemas.microsoft.com/office/drawing/2014/main" id="{719B93D4-C67C-719B-ED86-A4C8CA44F01A}"/>
                      </a:ext>
                    </a:extLst>
                  </p:cNvPr>
                  <p:cNvSpPr/>
                  <p:nvPr/>
                </p:nvSpPr>
                <p:spPr>
                  <a:xfrm>
                    <a:off x="669437" y="2901329"/>
                    <a:ext cx="95988" cy="110873"/>
                  </a:xfrm>
                  <a:custGeom>
                    <a:avLst/>
                    <a:gdLst>
                      <a:gd name="connsiteX0" fmla="*/ 47965 w 95988"/>
                      <a:gd name="connsiteY0" fmla="*/ 0 h 110873"/>
                      <a:gd name="connsiteX1" fmla="*/ 0 w 95988"/>
                      <a:gd name="connsiteY1" fmla="*/ 27763 h 110873"/>
                      <a:gd name="connsiteX2" fmla="*/ 0 w 95988"/>
                      <a:gd name="connsiteY2" fmla="*/ 83170 h 110873"/>
                      <a:gd name="connsiteX3" fmla="*/ 47965 w 95988"/>
                      <a:gd name="connsiteY3" fmla="*/ 110874 h 110873"/>
                      <a:gd name="connsiteX4" fmla="*/ 95988 w 95988"/>
                      <a:gd name="connsiteY4" fmla="*/ 83170 h 110873"/>
                      <a:gd name="connsiteX5" fmla="*/ 95988 w 95988"/>
                      <a:gd name="connsiteY5" fmla="*/ 27763 h 110873"/>
                      <a:gd name="connsiteX6" fmla="*/ 47965 w 95988"/>
                      <a:gd name="connsiteY6" fmla="*/ 0 h 110873"/>
                      <a:gd name="connsiteX7" fmla="*/ 70707 w 95988"/>
                      <a:gd name="connsiteY7" fmla="*/ 46074 h 110873"/>
                      <a:gd name="connsiteX8" fmla="*/ 60842 w 95988"/>
                      <a:gd name="connsiteY8" fmla="*/ 40404 h 110873"/>
                      <a:gd name="connsiteX9" fmla="*/ 60842 w 95988"/>
                      <a:gd name="connsiteY9" fmla="*/ 29003 h 110873"/>
                      <a:gd name="connsiteX10" fmla="*/ 70707 w 95988"/>
                      <a:gd name="connsiteY10" fmla="*/ 23332 h 110873"/>
                      <a:gd name="connsiteX11" fmla="*/ 80571 w 95988"/>
                      <a:gd name="connsiteY11" fmla="*/ 29003 h 110873"/>
                      <a:gd name="connsiteX12" fmla="*/ 80571 w 95988"/>
                      <a:gd name="connsiteY12" fmla="*/ 40404 h 110873"/>
                      <a:gd name="connsiteX13" fmla="*/ 70707 w 95988"/>
                      <a:gd name="connsiteY13" fmla="*/ 46074 h 110873"/>
                      <a:gd name="connsiteX14" fmla="*/ 47965 w 95988"/>
                      <a:gd name="connsiteY14" fmla="*/ 77086 h 110873"/>
                      <a:gd name="connsiteX15" fmla="*/ 57829 w 95988"/>
                      <a:gd name="connsiteY15" fmla="*/ 71415 h 110873"/>
                      <a:gd name="connsiteX16" fmla="*/ 67694 w 95988"/>
                      <a:gd name="connsiteY16" fmla="*/ 77086 h 110873"/>
                      <a:gd name="connsiteX17" fmla="*/ 67694 w 95988"/>
                      <a:gd name="connsiteY17" fmla="*/ 88427 h 110873"/>
                      <a:gd name="connsiteX18" fmla="*/ 57829 w 95988"/>
                      <a:gd name="connsiteY18" fmla="*/ 94098 h 110873"/>
                      <a:gd name="connsiteX19" fmla="*/ 47965 w 95988"/>
                      <a:gd name="connsiteY19" fmla="*/ 88427 h 110873"/>
                      <a:gd name="connsiteX20" fmla="*/ 47965 w 95988"/>
                      <a:gd name="connsiteY20" fmla="*/ 77086 h 110873"/>
                      <a:gd name="connsiteX21" fmla="*/ 35206 w 95988"/>
                      <a:gd name="connsiteY21" fmla="*/ 61137 h 110873"/>
                      <a:gd name="connsiteX22" fmla="*/ 25341 w 95988"/>
                      <a:gd name="connsiteY22" fmla="*/ 66808 h 110873"/>
                      <a:gd name="connsiteX23" fmla="*/ 15476 w 95988"/>
                      <a:gd name="connsiteY23" fmla="*/ 61137 h 110873"/>
                      <a:gd name="connsiteX24" fmla="*/ 15476 w 95988"/>
                      <a:gd name="connsiteY24" fmla="*/ 49737 h 110873"/>
                      <a:gd name="connsiteX25" fmla="*/ 25341 w 95988"/>
                      <a:gd name="connsiteY25" fmla="*/ 44066 h 110873"/>
                      <a:gd name="connsiteX26" fmla="*/ 35206 w 95988"/>
                      <a:gd name="connsiteY26" fmla="*/ 49737 h 110873"/>
                      <a:gd name="connsiteX27" fmla="*/ 35206 w 95988"/>
                      <a:gd name="connsiteY27" fmla="*/ 61137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5988" h="110873">
                        <a:moveTo>
                          <a:pt x="47965" y="0"/>
                        </a:moveTo>
                        <a:lnTo>
                          <a:pt x="0" y="27763"/>
                        </a:lnTo>
                        <a:lnTo>
                          <a:pt x="0" y="83170"/>
                        </a:lnTo>
                        <a:lnTo>
                          <a:pt x="47965" y="110874"/>
                        </a:lnTo>
                        <a:lnTo>
                          <a:pt x="95988" y="83170"/>
                        </a:lnTo>
                        <a:lnTo>
                          <a:pt x="95988" y="27763"/>
                        </a:lnTo>
                        <a:lnTo>
                          <a:pt x="47965" y="0"/>
                        </a:lnTo>
                        <a:close/>
                        <a:moveTo>
                          <a:pt x="70707" y="46074"/>
                        </a:moveTo>
                        <a:lnTo>
                          <a:pt x="60842" y="40404"/>
                        </a:lnTo>
                        <a:lnTo>
                          <a:pt x="60842" y="29003"/>
                        </a:lnTo>
                        <a:lnTo>
                          <a:pt x="70707" y="23332"/>
                        </a:lnTo>
                        <a:lnTo>
                          <a:pt x="80571" y="29003"/>
                        </a:lnTo>
                        <a:lnTo>
                          <a:pt x="80571" y="40404"/>
                        </a:lnTo>
                        <a:lnTo>
                          <a:pt x="70707" y="46074"/>
                        </a:lnTo>
                        <a:close/>
                        <a:moveTo>
                          <a:pt x="47965" y="77086"/>
                        </a:moveTo>
                        <a:lnTo>
                          <a:pt x="57829" y="71415"/>
                        </a:lnTo>
                        <a:lnTo>
                          <a:pt x="67694" y="77086"/>
                        </a:lnTo>
                        <a:lnTo>
                          <a:pt x="67694" y="88427"/>
                        </a:lnTo>
                        <a:lnTo>
                          <a:pt x="57829" y="94098"/>
                        </a:lnTo>
                        <a:lnTo>
                          <a:pt x="47965" y="88427"/>
                        </a:lnTo>
                        <a:lnTo>
                          <a:pt x="47965" y="77086"/>
                        </a:lnTo>
                        <a:close/>
                        <a:moveTo>
                          <a:pt x="35206" y="61137"/>
                        </a:moveTo>
                        <a:lnTo>
                          <a:pt x="25341" y="66808"/>
                        </a:lnTo>
                        <a:lnTo>
                          <a:pt x="15476" y="61137"/>
                        </a:lnTo>
                        <a:lnTo>
                          <a:pt x="15476" y="49737"/>
                        </a:lnTo>
                        <a:lnTo>
                          <a:pt x="25341" y="44066"/>
                        </a:lnTo>
                        <a:lnTo>
                          <a:pt x="35206" y="49737"/>
                        </a:lnTo>
                        <a:lnTo>
                          <a:pt x="35206" y="6113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00" name="Freeform: Shape 199">
                    <a:extLst>
                      <a:ext uri="{FF2B5EF4-FFF2-40B4-BE49-F238E27FC236}">
                        <a16:creationId xmlns:a16="http://schemas.microsoft.com/office/drawing/2014/main" id="{A369D718-B92F-E917-2240-2DA0CC5D0A53}"/>
                      </a:ext>
                    </a:extLst>
                  </p:cNvPr>
                  <p:cNvSpPr/>
                  <p:nvPr/>
                </p:nvSpPr>
                <p:spPr>
                  <a:xfrm>
                    <a:off x="775172" y="2900974"/>
                    <a:ext cx="95988" cy="110874"/>
                  </a:xfrm>
                  <a:custGeom>
                    <a:avLst/>
                    <a:gdLst>
                      <a:gd name="connsiteX0" fmla="*/ 95988 w 95988"/>
                      <a:gd name="connsiteY0" fmla="*/ 27704 h 110874"/>
                      <a:gd name="connsiteX1" fmla="*/ 47965 w 95988"/>
                      <a:gd name="connsiteY1" fmla="*/ 0 h 110874"/>
                      <a:gd name="connsiteX2" fmla="*/ 0 w 95988"/>
                      <a:gd name="connsiteY2" fmla="*/ 27704 h 110874"/>
                      <a:gd name="connsiteX3" fmla="*/ 0 w 95988"/>
                      <a:gd name="connsiteY3" fmla="*/ 83111 h 110874"/>
                      <a:gd name="connsiteX4" fmla="*/ 47965 w 95988"/>
                      <a:gd name="connsiteY4" fmla="*/ 110874 h 110874"/>
                      <a:gd name="connsiteX5" fmla="*/ 95988 w 95988"/>
                      <a:gd name="connsiteY5" fmla="*/ 83111 h 110874"/>
                      <a:gd name="connsiteX6" fmla="*/ 95988 w 95988"/>
                      <a:gd name="connsiteY6" fmla="*/ 27704 h 110874"/>
                      <a:gd name="connsiteX7" fmla="*/ 65390 w 95988"/>
                      <a:gd name="connsiteY7" fmla="*/ 45307 h 110874"/>
                      <a:gd name="connsiteX8" fmla="*/ 65390 w 95988"/>
                      <a:gd name="connsiteY8" fmla="*/ 65449 h 110874"/>
                      <a:gd name="connsiteX9" fmla="*/ 48024 w 95988"/>
                      <a:gd name="connsiteY9" fmla="*/ 75491 h 110874"/>
                      <a:gd name="connsiteX10" fmla="*/ 30598 w 95988"/>
                      <a:gd name="connsiteY10" fmla="*/ 65449 h 110874"/>
                      <a:gd name="connsiteX11" fmla="*/ 30598 w 95988"/>
                      <a:gd name="connsiteY11" fmla="*/ 45307 h 110874"/>
                      <a:gd name="connsiteX12" fmla="*/ 48024 w 95988"/>
                      <a:gd name="connsiteY12" fmla="*/ 35265 h 110874"/>
                      <a:gd name="connsiteX13" fmla="*/ 65390 w 95988"/>
                      <a:gd name="connsiteY13" fmla="*/ 45307 h 11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88" h="110874">
                        <a:moveTo>
                          <a:pt x="95988" y="27704"/>
                        </a:moveTo>
                        <a:lnTo>
                          <a:pt x="47965" y="0"/>
                        </a:lnTo>
                        <a:lnTo>
                          <a:pt x="0" y="27704"/>
                        </a:lnTo>
                        <a:lnTo>
                          <a:pt x="0" y="83111"/>
                        </a:lnTo>
                        <a:lnTo>
                          <a:pt x="47965" y="110874"/>
                        </a:lnTo>
                        <a:lnTo>
                          <a:pt x="95988" y="83111"/>
                        </a:lnTo>
                        <a:lnTo>
                          <a:pt x="95988" y="27704"/>
                        </a:lnTo>
                        <a:close/>
                        <a:moveTo>
                          <a:pt x="65390" y="45307"/>
                        </a:moveTo>
                        <a:lnTo>
                          <a:pt x="65390" y="65449"/>
                        </a:lnTo>
                        <a:lnTo>
                          <a:pt x="48024" y="75491"/>
                        </a:lnTo>
                        <a:lnTo>
                          <a:pt x="30598" y="65449"/>
                        </a:lnTo>
                        <a:lnTo>
                          <a:pt x="30598" y="45307"/>
                        </a:lnTo>
                        <a:lnTo>
                          <a:pt x="48024" y="35265"/>
                        </a:lnTo>
                        <a:lnTo>
                          <a:pt x="65390" y="453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01" name="Freeform: Shape 200">
                    <a:extLst>
                      <a:ext uri="{FF2B5EF4-FFF2-40B4-BE49-F238E27FC236}">
                        <a16:creationId xmlns:a16="http://schemas.microsoft.com/office/drawing/2014/main" id="{A005687A-490C-5843-BC7D-B8BD0546226F}"/>
                      </a:ext>
                    </a:extLst>
                  </p:cNvPr>
                  <p:cNvSpPr/>
                  <p:nvPr/>
                </p:nvSpPr>
                <p:spPr>
                  <a:xfrm>
                    <a:off x="457259" y="2900974"/>
                    <a:ext cx="95929" cy="110814"/>
                  </a:xfrm>
                  <a:custGeom>
                    <a:avLst/>
                    <a:gdLst>
                      <a:gd name="connsiteX0" fmla="*/ 47965 w 95929"/>
                      <a:gd name="connsiteY0" fmla="*/ 110815 h 110814"/>
                      <a:gd name="connsiteX1" fmla="*/ 95929 w 95929"/>
                      <a:gd name="connsiteY1" fmla="*/ 83052 h 110814"/>
                      <a:gd name="connsiteX2" fmla="*/ 95929 w 95929"/>
                      <a:gd name="connsiteY2" fmla="*/ 27704 h 110814"/>
                      <a:gd name="connsiteX3" fmla="*/ 47965 w 95929"/>
                      <a:gd name="connsiteY3" fmla="*/ 0 h 110814"/>
                      <a:gd name="connsiteX4" fmla="*/ 0 w 95929"/>
                      <a:gd name="connsiteY4" fmla="*/ 27704 h 110814"/>
                      <a:gd name="connsiteX5" fmla="*/ 0 w 95929"/>
                      <a:gd name="connsiteY5" fmla="*/ 83052 h 110814"/>
                      <a:gd name="connsiteX6" fmla="*/ 47965 w 95929"/>
                      <a:gd name="connsiteY6" fmla="*/ 110815 h 110814"/>
                      <a:gd name="connsiteX7" fmla="*/ 61373 w 95929"/>
                      <a:gd name="connsiteY7" fmla="*/ 78681 h 110814"/>
                      <a:gd name="connsiteX8" fmla="*/ 34497 w 95929"/>
                      <a:gd name="connsiteY8" fmla="*/ 78681 h 110814"/>
                      <a:gd name="connsiteX9" fmla="*/ 21029 w 95929"/>
                      <a:gd name="connsiteY9" fmla="*/ 55349 h 110814"/>
                      <a:gd name="connsiteX10" fmla="*/ 34497 w 95929"/>
                      <a:gd name="connsiteY10" fmla="*/ 32016 h 110814"/>
                      <a:gd name="connsiteX11" fmla="*/ 61373 w 95929"/>
                      <a:gd name="connsiteY11" fmla="*/ 32016 h 110814"/>
                      <a:gd name="connsiteX12" fmla="*/ 74841 w 95929"/>
                      <a:gd name="connsiteY12" fmla="*/ 55349 h 110814"/>
                      <a:gd name="connsiteX13" fmla="*/ 61373 w 95929"/>
                      <a:gd name="connsiteY13" fmla="*/ 78681 h 110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29" h="110814">
                        <a:moveTo>
                          <a:pt x="47965" y="110815"/>
                        </a:moveTo>
                        <a:lnTo>
                          <a:pt x="95929" y="83052"/>
                        </a:lnTo>
                        <a:lnTo>
                          <a:pt x="95929" y="27704"/>
                        </a:lnTo>
                        <a:lnTo>
                          <a:pt x="47965" y="0"/>
                        </a:lnTo>
                        <a:lnTo>
                          <a:pt x="0" y="27704"/>
                        </a:lnTo>
                        <a:lnTo>
                          <a:pt x="0" y="83052"/>
                        </a:lnTo>
                        <a:lnTo>
                          <a:pt x="47965" y="110815"/>
                        </a:lnTo>
                        <a:close/>
                        <a:moveTo>
                          <a:pt x="61373" y="78681"/>
                        </a:moveTo>
                        <a:lnTo>
                          <a:pt x="34497" y="78681"/>
                        </a:lnTo>
                        <a:lnTo>
                          <a:pt x="21029" y="55349"/>
                        </a:lnTo>
                        <a:lnTo>
                          <a:pt x="34497" y="32016"/>
                        </a:lnTo>
                        <a:lnTo>
                          <a:pt x="61373" y="32016"/>
                        </a:lnTo>
                        <a:lnTo>
                          <a:pt x="74841" y="55349"/>
                        </a:lnTo>
                        <a:lnTo>
                          <a:pt x="61373" y="7868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147" name="Graphic 4773">
                <a:extLst>
                  <a:ext uri="{FF2B5EF4-FFF2-40B4-BE49-F238E27FC236}">
                    <a16:creationId xmlns:a16="http://schemas.microsoft.com/office/drawing/2014/main" id="{1356879E-E5AF-2C12-E7C4-B58022846772}"/>
                  </a:ext>
                </a:extLst>
              </p:cNvPr>
              <p:cNvGrpSpPr/>
              <p:nvPr/>
            </p:nvGrpSpPr>
            <p:grpSpPr>
              <a:xfrm>
                <a:off x="3924418" y="4634731"/>
                <a:ext cx="680365" cy="187664"/>
                <a:chOff x="3924418" y="4634731"/>
                <a:chExt cx="680365" cy="187664"/>
              </a:xfrm>
              <a:grpFill/>
            </p:grpSpPr>
            <p:sp>
              <p:nvSpPr>
                <p:cNvPr id="148" name="Freeform: Shape 147">
                  <a:extLst>
                    <a:ext uri="{FF2B5EF4-FFF2-40B4-BE49-F238E27FC236}">
                      <a16:creationId xmlns:a16="http://schemas.microsoft.com/office/drawing/2014/main" id="{10780B46-81A1-E8B2-3C64-26071373FCDC}"/>
                    </a:ext>
                  </a:extLst>
                </p:cNvPr>
                <p:cNvSpPr/>
                <p:nvPr/>
              </p:nvSpPr>
              <p:spPr>
                <a:xfrm>
                  <a:off x="3924418" y="4634731"/>
                  <a:ext cx="680365" cy="187664"/>
                </a:xfrm>
                <a:custGeom>
                  <a:avLst/>
                  <a:gdLst>
                    <a:gd name="connsiteX0" fmla="*/ 89491 w 680365"/>
                    <a:gd name="connsiteY0" fmla="*/ 122452 h 187664"/>
                    <a:gd name="connsiteX1" fmla="*/ 497545 w 680365"/>
                    <a:gd name="connsiteY1" fmla="*/ 122452 h 187664"/>
                    <a:gd name="connsiteX2" fmla="*/ 586445 w 680365"/>
                    <a:gd name="connsiteY2" fmla="*/ 187665 h 187664"/>
                    <a:gd name="connsiteX3" fmla="*/ 680366 w 680365"/>
                    <a:gd name="connsiteY3" fmla="*/ 93862 h 187664"/>
                    <a:gd name="connsiteX4" fmla="*/ 586445 w 680365"/>
                    <a:gd name="connsiteY4" fmla="*/ 0 h 187664"/>
                    <a:gd name="connsiteX5" fmla="*/ 497308 w 680365"/>
                    <a:gd name="connsiteY5" fmla="*/ 66099 h 187664"/>
                    <a:gd name="connsiteX6" fmla="*/ 89491 w 680365"/>
                    <a:gd name="connsiteY6" fmla="*/ 66099 h 187664"/>
                    <a:gd name="connsiteX7" fmla="*/ 89491 w 680365"/>
                    <a:gd name="connsiteY7" fmla="*/ 71711 h 187664"/>
                    <a:gd name="connsiteX8" fmla="*/ 495536 w 680365"/>
                    <a:gd name="connsiteY8" fmla="*/ 71711 h 187664"/>
                    <a:gd name="connsiteX9" fmla="*/ 492878 w 680365"/>
                    <a:gd name="connsiteY9" fmla="*/ 91085 h 187664"/>
                    <a:gd name="connsiteX10" fmla="*/ 0 w 680365"/>
                    <a:gd name="connsiteY10" fmla="*/ 91085 h 187664"/>
                    <a:gd name="connsiteX11" fmla="*/ 0 w 680365"/>
                    <a:gd name="connsiteY11" fmla="*/ 96638 h 187664"/>
                    <a:gd name="connsiteX12" fmla="*/ 492878 w 680365"/>
                    <a:gd name="connsiteY12" fmla="*/ 96638 h 187664"/>
                    <a:gd name="connsiteX13" fmla="*/ 495773 w 680365"/>
                    <a:gd name="connsiteY13" fmla="*/ 116899 h 187664"/>
                    <a:gd name="connsiteX14" fmla="*/ 89432 w 680365"/>
                    <a:gd name="connsiteY14" fmla="*/ 116840 h 187664"/>
                    <a:gd name="connsiteX15" fmla="*/ 89432 w 680365"/>
                    <a:gd name="connsiteY15" fmla="*/ 122452 h 187664"/>
                    <a:gd name="connsiteX16" fmla="*/ 586504 w 680365"/>
                    <a:gd name="connsiteY16" fmla="*/ 19729 h 187664"/>
                    <a:gd name="connsiteX17" fmla="*/ 660577 w 680365"/>
                    <a:gd name="connsiteY17" fmla="*/ 93803 h 187664"/>
                    <a:gd name="connsiteX18" fmla="*/ 586445 w 680365"/>
                    <a:gd name="connsiteY18" fmla="*/ 167876 h 187664"/>
                    <a:gd name="connsiteX19" fmla="*/ 512371 w 680365"/>
                    <a:gd name="connsiteY19" fmla="*/ 93803 h 187664"/>
                    <a:gd name="connsiteX20" fmla="*/ 586504 w 680365"/>
                    <a:gd name="connsiteY20" fmla="*/ 19729 h 187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80365" h="187664">
                      <a:moveTo>
                        <a:pt x="89491" y="122452"/>
                      </a:moveTo>
                      <a:lnTo>
                        <a:pt x="497545" y="122452"/>
                      </a:lnTo>
                      <a:cubicBezTo>
                        <a:pt x="509713" y="160197"/>
                        <a:pt x="544682" y="187665"/>
                        <a:pt x="586445" y="187665"/>
                      </a:cubicBezTo>
                      <a:cubicBezTo>
                        <a:pt x="638308" y="187665"/>
                        <a:pt x="680366" y="145666"/>
                        <a:pt x="680366" y="93862"/>
                      </a:cubicBezTo>
                      <a:cubicBezTo>
                        <a:pt x="680366" y="41999"/>
                        <a:pt x="638367" y="0"/>
                        <a:pt x="586445" y="0"/>
                      </a:cubicBezTo>
                      <a:cubicBezTo>
                        <a:pt x="544387" y="0"/>
                        <a:pt x="509181" y="27940"/>
                        <a:pt x="497308" y="66099"/>
                      </a:cubicBezTo>
                      <a:lnTo>
                        <a:pt x="89491" y="66099"/>
                      </a:lnTo>
                      <a:lnTo>
                        <a:pt x="89491" y="71711"/>
                      </a:lnTo>
                      <a:lnTo>
                        <a:pt x="495536" y="71711"/>
                      </a:lnTo>
                      <a:cubicBezTo>
                        <a:pt x="494060" y="77972"/>
                        <a:pt x="493114" y="84411"/>
                        <a:pt x="492878" y="91085"/>
                      </a:cubicBezTo>
                      <a:lnTo>
                        <a:pt x="0" y="91085"/>
                      </a:lnTo>
                      <a:lnTo>
                        <a:pt x="0" y="96638"/>
                      </a:lnTo>
                      <a:lnTo>
                        <a:pt x="492878" y="96638"/>
                      </a:lnTo>
                      <a:cubicBezTo>
                        <a:pt x="493056" y="103608"/>
                        <a:pt x="494119" y="110401"/>
                        <a:pt x="495773" y="116899"/>
                      </a:cubicBezTo>
                      <a:lnTo>
                        <a:pt x="89432" y="116840"/>
                      </a:lnTo>
                      <a:lnTo>
                        <a:pt x="89432" y="122452"/>
                      </a:lnTo>
                      <a:close/>
                      <a:moveTo>
                        <a:pt x="586504" y="19729"/>
                      </a:moveTo>
                      <a:cubicBezTo>
                        <a:pt x="627439" y="19729"/>
                        <a:pt x="660636" y="52927"/>
                        <a:pt x="660577" y="93803"/>
                      </a:cubicBezTo>
                      <a:cubicBezTo>
                        <a:pt x="660577" y="134738"/>
                        <a:pt x="627439" y="167876"/>
                        <a:pt x="586445" y="167876"/>
                      </a:cubicBezTo>
                      <a:cubicBezTo>
                        <a:pt x="545509" y="167876"/>
                        <a:pt x="512371" y="134679"/>
                        <a:pt x="512371" y="93803"/>
                      </a:cubicBezTo>
                      <a:cubicBezTo>
                        <a:pt x="512430" y="52868"/>
                        <a:pt x="545568" y="19729"/>
                        <a:pt x="586504" y="19729"/>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9" name="Freeform: Shape 148">
                  <a:extLst>
                    <a:ext uri="{FF2B5EF4-FFF2-40B4-BE49-F238E27FC236}">
                      <a16:creationId xmlns:a16="http://schemas.microsoft.com/office/drawing/2014/main" id="{7149974C-A9CA-B578-9BD5-413DDBF06747}"/>
                    </a:ext>
                  </a:extLst>
                </p:cNvPr>
                <p:cNvSpPr/>
                <p:nvPr/>
              </p:nvSpPr>
              <p:spPr>
                <a:xfrm>
                  <a:off x="4453269" y="4670941"/>
                  <a:ext cx="115186" cy="115186"/>
                </a:xfrm>
                <a:custGeom>
                  <a:avLst/>
                  <a:gdLst>
                    <a:gd name="connsiteX0" fmla="*/ 57593 w 115186"/>
                    <a:gd name="connsiteY0" fmla="*/ 115186 h 115186"/>
                    <a:gd name="connsiteX1" fmla="*/ 115186 w 115186"/>
                    <a:gd name="connsiteY1" fmla="*/ 57593 h 115186"/>
                    <a:gd name="connsiteX2" fmla="*/ 57593 w 115186"/>
                    <a:gd name="connsiteY2" fmla="*/ 0 h 115186"/>
                    <a:gd name="connsiteX3" fmla="*/ 0 w 115186"/>
                    <a:gd name="connsiteY3" fmla="*/ 57593 h 115186"/>
                    <a:gd name="connsiteX4" fmla="*/ 57593 w 115186"/>
                    <a:gd name="connsiteY4" fmla="*/ 115186 h 115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86" h="115186">
                      <a:moveTo>
                        <a:pt x="57593" y="115186"/>
                      </a:moveTo>
                      <a:cubicBezTo>
                        <a:pt x="89490" y="115186"/>
                        <a:pt x="115186" y="89432"/>
                        <a:pt x="115186" y="57593"/>
                      </a:cubicBezTo>
                      <a:cubicBezTo>
                        <a:pt x="115186" y="25813"/>
                        <a:pt x="89490" y="0"/>
                        <a:pt x="57593" y="0"/>
                      </a:cubicBezTo>
                      <a:cubicBezTo>
                        <a:pt x="25813" y="0"/>
                        <a:pt x="0" y="25813"/>
                        <a:pt x="0" y="57593"/>
                      </a:cubicBezTo>
                      <a:cubicBezTo>
                        <a:pt x="59" y="89432"/>
                        <a:pt x="25813" y="115186"/>
                        <a:pt x="57593" y="11518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9" name="Graphic 4773">
              <a:extLst>
                <a:ext uri="{FF2B5EF4-FFF2-40B4-BE49-F238E27FC236}">
                  <a16:creationId xmlns:a16="http://schemas.microsoft.com/office/drawing/2014/main" id="{8496F7B9-C8D4-1F55-5E99-9B8573229869}"/>
                </a:ext>
              </a:extLst>
            </p:cNvPr>
            <p:cNvGrpSpPr/>
            <p:nvPr userDrawn="1"/>
          </p:nvGrpSpPr>
          <p:grpSpPr>
            <a:xfrm>
              <a:off x="6760317" y="7216576"/>
              <a:ext cx="4296304" cy="3636623"/>
              <a:chOff x="8624" y="1576512"/>
              <a:chExt cx="5170376" cy="3982601"/>
            </a:xfrm>
            <a:solidFill>
              <a:schemeClr val="bg1">
                <a:lumMod val="95000"/>
                <a:alpha val="76000"/>
              </a:schemeClr>
            </a:solidFill>
          </p:grpSpPr>
          <p:grpSp>
            <p:nvGrpSpPr>
              <p:cNvPr id="10" name="Graphic 4773">
                <a:extLst>
                  <a:ext uri="{FF2B5EF4-FFF2-40B4-BE49-F238E27FC236}">
                    <a16:creationId xmlns:a16="http://schemas.microsoft.com/office/drawing/2014/main" id="{606B1B20-20F9-A1D4-38D6-9B4F84F91BFC}"/>
                  </a:ext>
                </a:extLst>
              </p:cNvPr>
              <p:cNvGrpSpPr/>
              <p:nvPr/>
            </p:nvGrpSpPr>
            <p:grpSpPr>
              <a:xfrm>
                <a:off x="8624" y="1576512"/>
                <a:ext cx="5170376" cy="3982601"/>
                <a:chOff x="8624" y="1576512"/>
                <a:chExt cx="5170376" cy="3982601"/>
              </a:xfrm>
              <a:grpFill/>
            </p:grpSpPr>
            <p:sp>
              <p:nvSpPr>
                <p:cNvPr id="14" name="Freeform: Shape 13">
                  <a:extLst>
                    <a:ext uri="{FF2B5EF4-FFF2-40B4-BE49-F238E27FC236}">
                      <a16:creationId xmlns:a16="http://schemas.microsoft.com/office/drawing/2014/main" id="{6B2CEB23-CA82-BF50-7077-2ABBC2F8F53B}"/>
                    </a:ext>
                  </a:extLst>
                </p:cNvPr>
                <p:cNvSpPr/>
                <p:nvPr/>
              </p:nvSpPr>
              <p:spPr>
                <a:xfrm>
                  <a:off x="1467647" y="2244945"/>
                  <a:ext cx="3526878" cy="437352"/>
                </a:xfrm>
                <a:custGeom>
                  <a:avLst/>
                  <a:gdLst>
                    <a:gd name="connsiteX0" fmla="*/ 2146182 w 3526878"/>
                    <a:gd name="connsiteY0" fmla="*/ 5907 h 437352"/>
                    <a:gd name="connsiteX1" fmla="*/ 1085407 w 3526878"/>
                    <a:gd name="connsiteY1" fmla="*/ 5907 h 437352"/>
                    <a:gd name="connsiteX2" fmla="*/ 967267 w 3526878"/>
                    <a:gd name="connsiteY2" fmla="*/ 124047 h 437352"/>
                    <a:gd name="connsiteX3" fmla="*/ 41467 w 3526878"/>
                    <a:gd name="connsiteY3" fmla="*/ 124047 h 437352"/>
                    <a:gd name="connsiteX4" fmla="*/ 20911 w 3526878"/>
                    <a:gd name="connsiteY4" fmla="*/ 142004 h 437352"/>
                    <a:gd name="connsiteX5" fmla="*/ 0 w 3526878"/>
                    <a:gd name="connsiteY5" fmla="*/ 121093 h 437352"/>
                    <a:gd name="connsiteX6" fmla="*/ 20911 w 3526878"/>
                    <a:gd name="connsiteY6" fmla="*/ 100182 h 437352"/>
                    <a:gd name="connsiteX7" fmla="*/ 41467 w 3526878"/>
                    <a:gd name="connsiteY7" fmla="*/ 118140 h 437352"/>
                    <a:gd name="connsiteX8" fmla="*/ 964787 w 3526878"/>
                    <a:gd name="connsiteY8" fmla="*/ 118140 h 437352"/>
                    <a:gd name="connsiteX9" fmla="*/ 1082926 w 3526878"/>
                    <a:gd name="connsiteY9" fmla="*/ 0 h 437352"/>
                    <a:gd name="connsiteX10" fmla="*/ 2148604 w 3526878"/>
                    <a:gd name="connsiteY10" fmla="*/ 0 h 437352"/>
                    <a:gd name="connsiteX11" fmla="*/ 2562092 w 3526878"/>
                    <a:gd name="connsiteY11" fmla="*/ 413488 h 437352"/>
                    <a:gd name="connsiteX12" fmla="*/ 3485412 w 3526878"/>
                    <a:gd name="connsiteY12" fmla="*/ 413488 h 437352"/>
                    <a:gd name="connsiteX13" fmla="*/ 3505968 w 3526878"/>
                    <a:gd name="connsiteY13" fmla="*/ 395531 h 437352"/>
                    <a:gd name="connsiteX14" fmla="*/ 3526879 w 3526878"/>
                    <a:gd name="connsiteY14" fmla="*/ 416442 h 437352"/>
                    <a:gd name="connsiteX15" fmla="*/ 3505968 w 3526878"/>
                    <a:gd name="connsiteY15" fmla="*/ 437353 h 437352"/>
                    <a:gd name="connsiteX16" fmla="*/ 3485412 w 3526878"/>
                    <a:gd name="connsiteY16" fmla="*/ 419395 h 437352"/>
                    <a:gd name="connsiteX17" fmla="*/ 2559670 w 3526878"/>
                    <a:gd name="connsiteY17" fmla="*/ 419395 h 437352"/>
                    <a:gd name="connsiteX18" fmla="*/ 2146182 w 3526878"/>
                    <a:gd name="connsiteY18" fmla="*/ 5907 h 437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526878" h="437352">
                      <a:moveTo>
                        <a:pt x="2146182" y="5907"/>
                      </a:moveTo>
                      <a:lnTo>
                        <a:pt x="1085407" y="5907"/>
                      </a:lnTo>
                      <a:lnTo>
                        <a:pt x="967267" y="124047"/>
                      </a:lnTo>
                      <a:lnTo>
                        <a:pt x="41467" y="124047"/>
                      </a:lnTo>
                      <a:cubicBezTo>
                        <a:pt x="40049" y="134148"/>
                        <a:pt x="31425" y="142004"/>
                        <a:pt x="20911" y="142004"/>
                      </a:cubicBezTo>
                      <a:cubicBezTo>
                        <a:pt x="9392" y="142004"/>
                        <a:pt x="0" y="132671"/>
                        <a:pt x="0" y="121093"/>
                      </a:cubicBezTo>
                      <a:cubicBezTo>
                        <a:pt x="0" y="109515"/>
                        <a:pt x="9333" y="100182"/>
                        <a:pt x="20911" y="100182"/>
                      </a:cubicBezTo>
                      <a:cubicBezTo>
                        <a:pt x="31425" y="100182"/>
                        <a:pt x="40049" y="107980"/>
                        <a:pt x="41467" y="118140"/>
                      </a:cubicBezTo>
                      <a:lnTo>
                        <a:pt x="964787" y="118140"/>
                      </a:lnTo>
                      <a:lnTo>
                        <a:pt x="1082926" y="0"/>
                      </a:lnTo>
                      <a:lnTo>
                        <a:pt x="2148604" y="0"/>
                      </a:lnTo>
                      <a:lnTo>
                        <a:pt x="2562092" y="413488"/>
                      </a:lnTo>
                      <a:lnTo>
                        <a:pt x="3485412" y="413488"/>
                      </a:lnTo>
                      <a:cubicBezTo>
                        <a:pt x="3486829" y="403388"/>
                        <a:pt x="3495454" y="395531"/>
                        <a:pt x="3505968" y="395531"/>
                      </a:cubicBezTo>
                      <a:cubicBezTo>
                        <a:pt x="3517487" y="395531"/>
                        <a:pt x="3526879" y="404864"/>
                        <a:pt x="3526879" y="416442"/>
                      </a:cubicBezTo>
                      <a:cubicBezTo>
                        <a:pt x="3526879" y="427961"/>
                        <a:pt x="3517546" y="437353"/>
                        <a:pt x="3505968" y="437353"/>
                      </a:cubicBezTo>
                      <a:cubicBezTo>
                        <a:pt x="3495454" y="437353"/>
                        <a:pt x="3486829" y="429555"/>
                        <a:pt x="3485412" y="419395"/>
                      </a:cubicBezTo>
                      <a:lnTo>
                        <a:pt x="2559670" y="419395"/>
                      </a:lnTo>
                      <a:lnTo>
                        <a:pt x="2146182"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 name="Freeform: Shape 14">
                  <a:extLst>
                    <a:ext uri="{FF2B5EF4-FFF2-40B4-BE49-F238E27FC236}">
                      <a16:creationId xmlns:a16="http://schemas.microsoft.com/office/drawing/2014/main" id="{279230E2-CB02-77EE-7EA0-D0517D6183DF}"/>
                    </a:ext>
                  </a:extLst>
                </p:cNvPr>
                <p:cNvSpPr/>
                <p:nvPr/>
              </p:nvSpPr>
              <p:spPr>
                <a:xfrm>
                  <a:off x="1762996" y="3880942"/>
                  <a:ext cx="2640891" cy="1678172"/>
                </a:xfrm>
                <a:custGeom>
                  <a:avLst/>
                  <a:gdLst>
                    <a:gd name="connsiteX0" fmla="*/ 0 w 2640891"/>
                    <a:gd name="connsiteY0" fmla="*/ 670678 h 1678172"/>
                    <a:gd name="connsiteX1" fmla="*/ 20911 w 2640891"/>
                    <a:gd name="connsiteY1" fmla="*/ 691589 h 1678172"/>
                    <a:gd name="connsiteX2" fmla="*/ 41467 w 2640891"/>
                    <a:gd name="connsiteY2" fmla="*/ 673632 h 1678172"/>
                    <a:gd name="connsiteX3" fmla="*/ 1260136 w 2640891"/>
                    <a:gd name="connsiteY3" fmla="*/ 673632 h 1678172"/>
                    <a:gd name="connsiteX4" fmla="*/ 1857921 w 2640891"/>
                    <a:gd name="connsiteY4" fmla="*/ 1271418 h 1678172"/>
                    <a:gd name="connsiteX5" fmla="*/ 1789696 w 2640891"/>
                    <a:gd name="connsiteY5" fmla="*/ 1438585 h 1678172"/>
                    <a:gd name="connsiteX6" fmla="*/ 2029283 w 2640891"/>
                    <a:gd name="connsiteY6" fmla="*/ 1678172 h 1678172"/>
                    <a:gd name="connsiteX7" fmla="*/ 2268870 w 2640891"/>
                    <a:gd name="connsiteY7" fmla="*/ 1438585 h 1678172"/>
                    <a:gd name="connsiteX8" fmla="*/ 2032236 w 2640891"/>
                    <a:gd name="connsiteY8" fmla="*/ 1199116 h 1678172"/>
                    <a:gd name="connsiteX9" fmla="*/ 2032236 w 2640891"/>
                    <a:gd name="connsiteY9" fmla="*/ 23864 h 1678172"/>
                    <a:gd name="connsiteX10" fmla="*/ 2599424 w 2640891"/>
                    <a:gd name="connsiteY10" fmla="*/ 23864 h 1678172"/>
                    <a:gd name="connsiteX11" fmla="*/ 2619981 w 2640891"/>
                    <a:gd name="connsiteY11" fmla="*/ 41822 h 1678172"/>
                    <a:gd name="connsiteX12" fmla="*/ 2640891 w 2640891"/>
                    <a:gd name="connsiteY12" fmla="*/ 20911 h 1678172"/>
                    <a:gd name="connsiteX13" fmla="*/ 2619981 w 2640891"/>
                    <a:gd name="connsiteY13" fmla="*/ 0 h 1678172"/>
                    <a:gd name="connsiteX14" fmla="*/ 2599424 w 2640891"/>
                    <a:gd name="connsiteY14" fmla="*/ 17957 h 1678172"/>
                    <a:gd name="connsiteX15" fmla="*/ 2026329 w 2640891"/>
                    <a:gd name="connsiteY15" fmla="*/ 17957 h 1678172"/>
                    <a:gd name="connsiteX16" fmla="*/ 2026329 w 2640891"/>
                    <a:gd name="connsiteY16" fmla="*/ 1199116 h 1678172"/>
                    <a:gd name="connsiteX17" fmla="*/ 1862116 w 2640891"/>
                    <a:gd name="connsiteY17" fmla="*/ 1267283 h 1678172"/>
                    <a:gd name="connsiteX18" fmla="*/ 1262617 w 2640891"/>
                    <a:gd name="connsiteY18" fmla="*/ 667725 h 1678172"/>
                    <a:gd name="connsiteX19" fmla="*/ 41467 w 2640891"/>
                    <a:gd name="connsiteY19" fmla="*/ 667725 h 1678172"/>
                    <a:gd name="connsiteX20" fmla="*/ 20911 w 2640891"/>
                    <a:gd name="connsiteY20" fmla="*/ 649768 h 1678172"/>
                    <a:gd name="connsiteX21" fmla="*/ 0 w 2640891"/>
                    <a:gd name="connsiteY21" fmla="*/ 670678 h 1678172"/>
                    <a:gd name="connsiteX22" fmla="*/ 2026329 w 2640891"/>
                    <a:gd name="connsiteY22" fmla="*/ 1379456 h 1678172"/>
                    <a:gd name="connsiteX23" fmla="*/ 1989529 w 2640891"/>
                    <a:gd name="connsiteY23" fmla="*/ 1394696 h 1678172"/>
                    <a:gd name="connsiteX24" fmla="*/ 1866250 w 2640891"/>
                    <a:gd name="connsiteY24" fmla="*/ 1271418 h 1678172"/>
                    <a:gd name="connsiteX25" fmla="*/ 2026329 w 2640891"/>
                    <a:gd name="connsiteY25" fmla="*/ 1205023 h 1678172"/>
                    <a:gd name="connsiteX26" fmla="*/ 2026329 w 2640891"/>
                    <a:gd name="connsiteY26" fmla="*/ 1379456 h 1678172"/>
                    <a:gd name="connsiteX27" fmla="*/ 1862116 w 2640891"/>
                    <a:gd name="connsiteY27" fmla="*/ 1275612 h 1678172"/>
                    <a:gd name="connsiteX28" fmla="*/ 1985394 w 2640891"/>
                    <a:gd name="connsiteY28" fmla="*/ 1398890 h 1678172"/>
                    <a:gd name="connsiteX29" fmla="*/ 1970036 w 2640891"/>
                    <a:gd name="connsiteY29" fmla="*/ 1438644 h 1678172"/>
                    <a:gd name="connsiteX30" fmla="*/ 2029283 w 2640891"/>
                    <a:gd name="connsiteY30" fmla="*/ 1497891 h 1678172"/>
                    <a:gd name="connsiteX31" fmla="*/ 2088530 w 2640891"/>
                    <a:gd name="connsiteY31" fmla="*/ 1438644 h 1678172"/>
                    <a:gd name="connsiteX32" fmla="*/ 2032236 w 2640891"/>
                    <a:gd name="connsiteY32" fmla="*/ 1379515 h 1678172"/>
                    <a:gd name="connsiteX33" fmla="*/ 2032236 w 2640891"/>
                    <a:gd name="connsiteY33" fmla="*/ 1205023 h 1678172"/>
                    <a:gd name="connsiteX34" fmla="*/ 2262963 w 2640891"/>
                    <a:gd name="connsiteY34" fmla="*/ 1438585 h 1678172"/>
                    <a:gd name="connsiteX35" fmla="*/ 2029283 w 2640891"/>
                    <a:gd name="connsiteY35" fmla="*/ 1672265 h 1678172"/>
                    <a:gd name="connsiteX36" fmla="*/ 1795603 w 2640891"/>
                    <a:gd name="connsiteY36" fmla="*/ 1438585 h 1678172"/>
                    <a:gd name="connsiteX37" fmla="*/ 1862116 w 2640891"/>
                    <a:gd name="connsiteY37" fmla="*/ 1275612 h 16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640891" h="1678172">
                      <a:moveTo>
                        <a:pt x="0" y="670678"/>
                      </a:moveTo>
                      <a:cubicBezTo>
                        <a:pt x="0" y="682197"/>
                        <a:pt x="9333" y="691589"/>
                        <a:pt x="20911" y="691589"/>
                      </a:cubicBezTo>
                      <a:cubicBezTo>
                        <a:pt x="31425" y="691589"/>
                        <a:pt x="40049" y="683792"/>
                        <a:pt x="41467" y="673632"/>
                      </a:cubicBezTo>
                      <a:lnTo>
                        <a:pt x="1260136" y="673632"/>
                      </a:lnTo>
                      <a:lnTo>
                        <a:pt x="1857921" y="1271418"/>
                      </a:lnTo>
                      <a:cubicBezTo>
                        <a:pt x="1815746" y="1314598"/>
                        <a:pt x="1789696" y="1373608"/>
                        <a:pt x="1789696" y="1438585"/>
                      </a:cubicBezTo>
                      <a:cubicBezTo>
                        <a:pt x="1789696" y="1570665"/>
                        <a:pt x="1897144" y="1678172"/>
                        <a:pt x="2029283" y="1678172"/>
                      </a:cubicBezTo>
                      <a:cubicBezTo>
                        <a:pt x="2161363" y="1678172"/>
                        <a:pt x="2268870" y="1570724"/>
                        <a:pt x="2268870" y="1438585"/>
                      </a:cubicBezTo>
                      <a:cubicBezTo>
                        <a:pt x="2268870" y="1307450"/>
                        <a:pt x="2163017" y="1200711"/>
                        <a:pt x="2032236" y="1199116"/>
                      </a:cubicBezTo>
                      <a:lnTo>
                        <a:pt x="2032236" y="23864"/>
                      </a:lnTo>
                      <a:lnTo>
                        <a:pt x="2599424" y="23864"/>
                      </a:lnTo>
                      <a:cubicBezTo>
                        <a:pt x="2600842" y="33965"/>
                        <a:pt x="2609466" y="41822"/>
                        <a:pt x="2619981" y="41822"/>
                      </a:cubicBezTo>
                      <a:cubicBezTo>
                        <a:pt x="2631499" y="41822"/>
                        <a:pt x="2640891" y="32488"/>
                        <a:pt x="2640891" y="20911"/>
                      </a:cubicBezTo>
                      <a:cubicBezTo>
                        <a:pt x="2640891" y="9392"/>
                        <a:pt x="2631558" y="0"/>
                        <a:pt x="2619981" y="0"/>
                      </a:cubicBezTo>
                      <a:cubicBezTo>
                        <a:pt x="2609466" y="0"/>
                        <a:pt x="2600842" y="7797"/>
                        <a:pt x="2599424" y="17957"/>
                      </a:cubicBezTo>
                      <a:lnTo>
                        <a:pt x="2026329" y="17957"/>
                      </a:lnTo>
                      <a:lnTo>
                        <a:pt x="2026329" y="1199116"/>
                      </a:lnTo>
                      <a:cubicBezTo>
                        <a:pt x="1962534" y="1199884"/>
                        <a:pt x="1904646" y="1225757"/>
                        <a:pt x="1862116" y="1267283"/>
                      </a:cubicBezTo>
                      <a:lnTo>
                        <a:pt x="1262617" y="667725"/>
                      </a:lnTo>
                      <a:lnTo>
                        <a:pt x="41467" y="667725"/>
                      </a:lnTo>
                      <a:cubicBezTo>
                        <a:pt x="40049" y="657624"/>
                        <a:pt x="31425" y="649768"/>
                        <a:pt x="20911" y="649768"/>
                      </a:cubicBezTo>
                      <a:cubicBezTo>
                        <a:pt x="9333" y="649827"/>
                        <a:pt x="0" y="659159"/>
                        <a:pt x="0" y="670678"/>
                      </a:cubicBezTo>
                      <a:close/>
                      <a:moveTo>
                        <a:pt x="2026329" y="1379456"/>
                      </a:moveTo>
                      <a:cubicBezTo>
                        <a:pt x="2012212" y="1380165"/>
                        <a:pt x="1999394" y="1385777"/>
                        <a:pt x="1989529" y="1394696"/>
                      </a:cubicBezTo>
                      <a:lnTo>
                        <a:pt x="1866250" y="1271418"/>
                      </a:lnTo>
                      <a:cubicBezTo>
                        <a:pt x="1907717" y="1230955"/>
                        <a:pt x="1964129" y="1205791"/>
                        <a:pt x="2026329" y="1205023"/>
                      </a:cubicBezTo>
                      <a:lnTo>
                        <a:pt x="2026329" y="1379456"/>
                      </a:lnTo>
                      <a:close/>
                      <a:moveTo>
                        <a:pt x="1862116" y="1275612"/>
                      </a:moveTo>
                      <a:lnTo>
                        <a:pt x="1985394" y="1398890"/>
                      </a:lnTo>
                      <a:cubicBezTo>
                        <a:pt x="1975884" y="1409405"/>
                        <a:pt x="1970036" y="1423286"/>
                        <a:pt x="1970036" y="1438644"/>
                      </a:cubicBezTo>
                      <a:cubicBezTo>
                        <a:pt x="1970036" y="1471369"/>
                        <a:pt x="1996558" y="1497891"/>
                        <a:pt x="2029283" y="1497891"/>
                      </a:cubicBezTo>
                      <a:cubicBezTo>
                        <a:pt x="2062007" y="1497891"/>
                        <a:pt x="2088530" y="1471369"/>
                        <a:pt x="2088530" y="1438644"/>
                      </a:cubicBezTo>
                      <a:cubicBezTo>
                        <a:pt x="2088530" y="1406865"/>
                        <a:pt x="2063602" y="1381051"/>
                        <a:pt x="2032236" y="1379515"/>
                      </a:cubicBezTo>
                      <a:lnTo>
                        <a:pt x="2032236" y="1205023"/>
                      </a:lnTo>
                      <a:cubicBezTo>
                        <a:pt x="2159709" y="1206618"/>
                        <a:pt x="2262963" y="1310758"/>
                        <a:pt x="2262963" y="1438585"/>
                      </a:cubicBezTo>
                      <a:cubicBezTo>
                        <a:pt x="2262963" y="1567416"/>
                        <a:pt x="2158114" y="1672265"/>
                        <a:pt x="2029283" y="1672265"/>
                      </a:cubicBezTo>
                      <a:cubicBezTo>
                        <a:pt x="1900452" y="1672265"/>
                        <a:pt x="1795603" y="1567416"/>
                        <a:pt x="1795603" y="1438585"/>
                      </a:cubicBezTo>
                      <a:cubicBezTo>
                        <a:pt x="1795603" y="1375262"/>
                        <a:pt x="1821003" y="1317729"/>
                        <a:pt x="1862116" y="1275612"/>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 name="Freeform: Shape 15">
                  <a:extLst>
                    <a:ext uri="{FF2B5EF4-FFF2-40B4-BE49-F238E27FC236}">
                      <a16:creationId xmlns:a16="http://schemas.microsoft.com/office/drawing/2014/main" id="{5A3A5F6A-F652-B0FB-4987-D50057C83C82}"/>
                    </a:ext>
                  </a:extLst>
                </p:cNvPr>
                <p:cNvSpPr/>
                <p:nvPr/>
              </p:nvSpPr>
              <p:spPr>
                <a:xfrm>
                  <a:off x="345321" y="4176350"/>
                  <a:ext cx="2877111" cy="201073"/>
                </a:xfrm>
                <a:custGeom>
                  <a:avLst/>
                  <a:gdLst>
                    <a:gd name="connsiteX0" fmla="*/ 20911 w 2877111"/>
                    <a:gd name="connsiteY0" fmla="*/ 0 h 201073"/>
                    <a:gd name="connsiteX1" fmla="*/ 41467 w 2877111"/>
                    <a:gd name="connsiteY1" fmla="*/ 17957 h 201073"/>
                    <a:gd name="connsiteX2" fmla="*/ 849069 w 2877111"/>
                    <a:gd name="connsiteY2" fmla="*/ 17957 h 201073"/>
                    <a:gd name="connsiteX3" fmla="*/ 1026278 w 2877111"/>
                    <a:gd name="connsiteY3" fmla="*/ 195166 h 201073"/>
                    <a:gd name="connsiteX4" fmla="*/ 1438585 w 2877111"/>
                    <a:gd name="connsiteY4" fmla="*/ 195166 h 201073"/>
                    <a:gd name="connsiteX5" fmla="*/ 1850833 w 2877111"/>
                    <a:gd name="connsiteY5" fmla="*/ 195166 h 201073"/>
                    <a:gd name="connsiteX6" fmla="*/ 2028042 w 2877111"/>
                    <a:gd name="connsiteY6" fmla="*/ 17957 h 201073"/>
                    <a:gd name="connsiteX7" fmla="*/ 2835644 w 2877111"/>
                    <a:gd name="connsiteY7" fmla="*/ 17957 h 201073"/>
                    <a:gd name="connsiteX8" fmla="*/ 2856201 w 2877111"/>
                    <a:gd name="connsiteY8" fmla="*/ 0 h 201073"/>
                    <a:gd name="connsiteX9" fmla="*/ 2877111 w 2877111"/>
                    <a:gd name="connsiteY9" fmla="*/ 20911 h 201073"/>
                    <a:gd name="connsiteX10" fmla="*/ 2856201 w 2877111"/>
                    <a:gd name="connsiteY10" fmla="*/ 41821 h 201073"/>
                    <a:gd name="connsiteX11" fmla="*/ 2835644 w 2877111"/>
                    <a:gd name="connsiteY11" fmla="*/ 23864 h 201073"/>
                    <a:gd name="connsiteX12" fmla="*/ 2030523 w 2877111"/>
                    <a:gd name="connsiteY12" fmla="*/ 23864 h 201073"/>
                    <a:gd name="connsiteX13" fmla="*/ 1853314 w 2877111"/>
                    <a:gd name="connsiteY13" fmla="*/ 201073 h 201073"/>
                    <a:gd name="connsiteX14" fmla="*/ 1438585 w 2877111"/>
                    <a:gd name="connsiteY14" fmla="*/ 201073 h 201073"/>
                    <a:gd name="connsiteX15" fmla="*/ 1023856 w 2877111"/>
                    <a:gd name="connsiteY15" fmla="*/ 201073 h 201073"/>
                    <a:gd name="connsiteX16" fmla="*/ 846647 w 2877111"/>
                    <a:gd name="connsiteY16" fmla="*/ 23864 h 201073"/>
                    <a:gd name="connsiteX17" fmla="*/ 41467 w 2877111"/>
                    <a:gd name="connsiteY17" fmla="*/ 23864 h 201073"/>
                    <a:gd name="connsiteX18" fmla="*/ 20911 w 2877111"/>
                    <a:gd name="connsiteY18" fmla="*/ 41821 h 201073"/>
                    <a:gd name="connsiteX19" fmla="*/ 0 w 2877111"/>
                    <a:gd name="connsiteY19" fmla="*/ 20911 h 201073"/>
                    <a:gd name="connsiteX20" fmla="*/ 20911 w 2877111"/>
                    <a:gd name="connsiteY20" fmla="*/ 0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877111" h="201073">
                      <a:moveTo>
                        <a:pt x="20911" y="0"/>
                      </a:moveTo>
                      <a:cubicBezTo>
                        <a:pt x="31425" y="0"/>
                        <a:pt x="40049" y="7797"/>
                        <a:pt x="41467" y="17957"/>
                      </a:cubicBezTo>
                      <a:lnTo>
                        <a:pt x="849069" y="17957"/>
                      </a:lnTo>
                      <a:lnTo>
                        <a:pt x="1026278" y="195166"/>
                      </a:lnTo>
                      <a:lnTo>
                        <a:pt x="1438585" y="195166"/>
                      </a:lnTo>
                      <a:lnTo>
                        <a:pt x="1850833" y="195166"/>
                      </a:lnTo>
                      <a:lnTo>
                        <a:pt x="2028042" y="17957"/>
                      </a:lnTo>
                      <a:lnTo>
                        <a:pt x="2835644" y="17957"/>
                      </a:lnTo>
                      <a:cubicBezTo>
                        <a:pt x="2837062" y="7856"/>
                        <a:pt x="2845686" y="0"/>
                        <a:pt x="2856201" y="0"/>
                      </a:cubicBezTo>
                      <a:cubicBezTo>
                        <a:pt x="2867719" y="0"/>
                        <a:pt x="2877111" y="9333"/>
                        <a:pt x="2877111" y="20911"/>
                      </a:cubicBezTo>
                      <a:cubicBezTo>
                        <a:pt x="2877111" y="32429"/>
                        <a:pt x="2867778" y="41821"/>
                        <a:pt x="2856201" y="41821"/>
                      </a:cubicBezTo>
                      <a:cubicBezTo>
                        <a:pt x="2845686" y="41821"/>
                        <a:pt x="2837062" y="34024"/>
                        <a:pt x="2835644" y="23864"/>
                      </a:cubicBezTo>
                      <a:lnTo>
                        <a:pt x="2030523" y="23864"/>
                      </a:lnTo>
                      <a:lnTo>
                        <a:pt x="1853314" y="201073"/>
                      </a:lnTo>
                      <a:lnTo>
                        <a:pt x="1438585" y="201073"/>
                      </a:lnTo>
                      <a:lnTo>
                        <a:pt x="1023856" y="201073"/>
                      </a:lnTo>
                      <a:lnTo>
                        <a:pt x="846647" y="23864"/>
                      </a:lnTo>
                      <a:lnTo>
                        <a:pt x="41467" y="23864"/>
                      </a:lnTo>
                      <a:cubicBezTo>
                        <a:pt x="40049" y="33965"/>
                        <a:pt x="31425" y="41821"/>
                        <a:pt x="20911" y="41821"/>
                      </a:cubicBezTo>
                      <a:cubicBezTo>
                        <a:pt x="9392" y="41821"/>
                        <a:pt x="0" y="32488"/>
                        <a:pt x="0" y="20911"/>
                      </a:cubicBezTo>
                      <a:cubicBezTo>
                        <a:pt x="0" y="9333"/>
                        <a:pt x="9333" y="0"/>
                        <a:pt x="20911" y="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 name="Freeform: Shape 16">
                  <a:extLst>
                    <a:ext uri="{FF2B5EF4-FFF2-40B4-BE49-F238E27FC236}">
                      <a16:creationId xmlns:a16="http://schemas.microsoft.com/office/drawing/2014/main" id="{61CBB34D-D3F1-1F36-FBF6-C508F6DCC5B7}"/>
                    </a:ext>
                  </a:extLst>
                </p:cNvPr>
                <p:cNvSpPr/>
                <p:nvPr/>
              </p:nvSpPr>
              <p:spPr>
                <a:xfrm>
                  <a:off x="8624" y="2522337"/>
                  <a:ext cx="4749622" cy="1737182"/>
                </a:xfrm>
                <a:custGeom>
                  <a:avLst/>
                  <a:gdLst>
                    <a:gd name="connsiteX0" fmla="*/ 0 w 4749622"/>
                    <a:gd name="connsiteY0" fmla="*/ 552539 h 1737182"/>
                    <a:gd name="connsiteX1" fmla="*/ 20911 w 4749622"/>
                    <a:gd name="connsiteY1" fmla="*/ 573449 h 1737182"/>
                    <a:gd name="connsiteX2" fmla="*/ 41467 w 4749622"/>
                    <a:gd name="connsiteY2" fmla="*/ 555492 h 1737182"/>
                    <a:gd name="connsiteX3" fmla="*/ 1185767 w 4749622"/>
                    <a:gd name="connsiteY3" fmla="*/ 555492 h 1737182"/>
                    <a:gd name="connsiteX4" fmla="*/ 1362976 w 4749622"/>
                    <a:gd name="connsiteY4" fmla="*/ 378283 h 1737182"/>
                    <a:gd name="connsiteX5" fmla="*/ 1716863 w 4749622"/>
                    <a:gd name="connsiteY5" fmla="*/ 378283 h 1737182"/>
                    <a:gd name="connsiteX6" fmla="*/ 1772270 w 4749622"/>
                    <a:gd name="connsiteY6" fmla="*/ 433690 h 1737182"/>
                    <a:gd name="connsiteX7" fmla="*/ 1772270 w 4749622"/>
                    <a:gd name="connsiteY7" fmla="*/ 1258127 h 1737182"/>
                    <a:gd name="connsiteX8" fmla="*/ 1535637 w 4749622"/>
                    <a:gd name="connsiteY8" fmla="*/ 1497596 h 1737182"/>
                    <a:gd name="connsiteX9" fmla="*/ 1775224 w 4749622"/>
                    <a:gd name="connsiteY9" fmla="*/ 1737183 h 1737182"/>
                    <a:gd name="connsiteX10" fmla="*/ 2014811 w 4749622"/>
                    <a:gd name="connsiteY10" fmla="*/ 1497596 h 1737182"/>
                    <a:gd name="connsiteX11" fmla="*/ 1946585 w 4749622"/>
                    <a:gd name="connsiteY11" fmla="*/ 1330428 h 1737182"/>
                    <a:gd name="connsiteX12" fmla="*/ 2367162 w 4749622"/>
                    <a:gd name="connsiteY12" fmla="*/ 909852 h 1737182"/>
                    <a:gd name="connsiteX13" fmla="*/ 3664275 w 4749622"/>
                    <a:gd name="connsiteY13" fmla="*/ 909852 h 1737182"/>
                    <a:gd name="connsiteX14" fmla="*/ 3959624 w 4749622"/>
                    <a:gd name="connsiteY14" fmla="*/ 1205200 h 1737182"/>
                    <a:gd name="connsiteX15" fmla="*/ 4708156 w 4749622"/>
                    <a:gd name="connsiteY15" fmla="*/ 1205200 h 1737182"/>
                    <a:gd name="connsiteX16" fmla="*/ 4728712 w 4749622"/>
                    <a:gd name="connsiteY16" fmla="*/ 1223158 h 1737182"/>
                    <a:gd name="connsiteX17" fmla="*/ 4749623 w 4749622"/>
                    <a:gd name="connsiteY17" fmla="*/ 1202247 h 1737182"/>
                    <a:gd name="connsiteX18" fmla="*/ 4728712 w 4749622"/>
                    <a:gd name="connsiteY18" fmla="*/ 1181336 h 1737182"/>
                    <a:gd name="connsiteX19" fmla="*/ 4708156 w 4749622"/>
                    <a:gd name="connsiteY19" fmla="*/ 1199293 h 1737182"/>
                    <a:gd name="connsiteX20" fmla="*/ 3962105 w 4749622"/>
                    <a:gd name="connsiteY20" fmla="*/ 1199293 h 1737182"/>
                    <a:gd name="connsiteX21" fmla="*/ 3666756 w 4749622"/>
                    <a:gd name="connsiteY21" fmla="*/ 903945 h 1737182"/>
                    <a:gd name="connsiteX22" fmla="*/ 2364740 w 4749622"/>
                    <a:gd name="connsiteY22" fmla="*/ 903945 h 1737182"/>
                    <a:gd name="connsiteX23" fmla="*/ 1942450 w 4749622"/>
                    <a:gd name="connsiteY23" fmla="*/ 1326235 h 1737182"/>
                    <a:gd name="connsiteX24" fmla="*/ 1778236 w 4749622"/>
                    <a:gd name="connsiteY24" fmla="*/ 1258068 h 1737182"/>
                    <a:gd name="connsiteX25" fmla="*/ 1778236 w 4749622"/>
                    <a:gd name="connsiteY25" fmla="*/ 433690 h 1737182"/>
                    <a:gd name="connsiteX26" fmla="*/ 1833644 w 4749622"/>
                    <a:gd name="connsiteY26" fmla="*/ 378283 h 1737182"/>
                    <a:gd name="connsiteX27" fmla="*/ 2719159 w 4749622"/>
                    <a:gd name="connsiteY27" fmla="*/ 378283 h 1737182"/>
                    <a:gd name="connsiteX28" fmla="*/ 2955438 w 4749622"/>
                    <a:gd name="connsiteY28" fmla="*/ 614562 h 1737182"/>
                    <a:gd name="connsiteX29" fmla="*/ 4058389 w 4749622"/>
                    <a:gd name="connsiteY29" fmla="*/ 614562 h 1737182"/>
                    <a:gd name="connsiteX30" fmla="*/ 4078945 w 4749622"/>
                    <a:gd name="connsiteY30" fmla="*/ 632519 h 1737182"/>
                    <a:gd name="connsiteX31" fmla="*/ 4099856 w 4749622"/>
                    <a:gd name="connsiteY31" fmla="*/ 611608 h 1737182"/>
                    <a:gd name="connsiteX32" fmla="*/ 4078945 w 4749622"/>
                    <a:gd name="connsiteY32" fmla="*/ 590698 h 1737182"/>
                    <a:gd name="connsiteX33" fmla="*/ 4058389 w 4749622"/>
                    <a:gd name="connsiteY33" fmla="*/ 608655 h 1737182"/>
                    <a:gd name="connsiteX34" fmla="*/ 2957919 w 4749622"/>
                    <a:gd name="connsiteY34" fmla="*/ 608655 h 1737182"/>
                    <a:gd name="connsiteX35" fmla="*/ 2721640 w 4749622"/>
                    <a:gd name="connsiteY35" fmla="*/ 372376 h 1737182"/>
                    <a:gd name="connsiteX36" fmla="*/ 1833644 w 4749622"/>
                    <a:gd name="connsiteY36" fmla="*/ 372376 h 1737182"/>
                    <a:gd name="connsiteX37" fmla="*/ 1778236 w 4749622"/>
                    <a:gd name="connsiteY37" fmla="*/ 316968 h 1737182"/>
                    <a:gd name="connsiteX38" fmla="*/ 1778236 w 4749622"/>
                    <a:gd name="connsiteY38" fmla="*/ 17957 h 1737182"/>
                    <a:gd name="connsiteX39" fmla="*/ 909793 w 4749622"/>
                    <a:gd name="connsiteY39" fmla="*/ 17957 h 1737182"/>
                    <a:gd name="connsiteX40" fmla="*/ 889236 w 4749622"/>
                    <a:gd name="connsiteY40" fmla="*/ 0 h 1737182"/>
                    <a:gd name="connsiteX41" fmla="*/ 868326 w 4749622"/>
                    <a:gd name="connsiteY41" fmla="*/ 20911 h 1737182"/>
                    <a:gd name="connsiteX42" fmla="*/ 889236 w 4749622"/>
                    <a:gd name="connsiteY42" fmla="*/ 41821 h 1737182"/>
                    <a:gd name="connsiteX43" fmla="*/ 909793 w 4749622"/>
                    <a:gd name="connsiteY43" fmla="*/ 23864 h 1737182"/>
                    <a:gd name="connsiteX44" fmla="*/ 1772329 w 4749622"/>
                    <a:gd name="connsiteY44" fmla="*/ 23864 h 1737182"/>
                    <a:gd name="connsiteX45" fmla="*/ 1772329 w 4749622"/>
                    <a:gd name="connsiteY45" fmla="*/ 316968 h 1737182"/>
                    <a:gd name="connsiteX46" fmla="*/ 1716922 w 4749622"/>
                    <a:gd name="connsiteY46" fmla="*/ 372376 h 1737182"/>
                    <a:gd name="connsiteX47" fmla="*/ 1360613 w 4749622"/>
                    <a:gd name="connsiteY47" fmla="*/ 372376 h 1737182"/>
                    <a:gd name="connsiteX48" fmla="*/ 1183404 w 4749622"/>
                    <a:gd name="connsiteY48" fmla="*/ 549585 h 1737182"/>
                    <a:gd name="connsiteX49" fmla="*/ 41467 w 4749622"/>
                    <a:gd name="connsiteY49" fmla="*/ 549585 h 1737182"/>
                    <a:gd name="connsiteX50" fmla="*/ 20911 w 4749622"/>
                    <a:gd name="connsiteY50" fmla="*/ 531628 h 1737182"/>
                    <a:gd name="connsiteX51" fmla="*/ 0 w 4749622"/>
                    <a:gd name="connsiteY51" fmla="*/ 552539 h 1737182"/>
                    <a:gd name="connsiteX52" fmla="*/ 1938256 w 4749622"/>
                    <a:gd name="connsiteY52" fmla="*/ 1330488 h 1737182"/>
                    <a:gd name="connsiteX53" fmla="*/ 1814623 w 4749622"/>
                    <a:gd name="connsiteY53" fmla="*/ 1454120 h 1737182"/>
                    <a:gd name="connsiteX54" fmla="*/ 1778177 w 4749622"/>
                    <a:gd name="connsiteY54" fmla="*/ 1439058 h 1737182"/>
                    <a:gd name="connsiteX55" fmla="*/ 1778177 w 4749622"/>
                    <a:gd name="connsiteY55" fmla="*/ 1264093 h 1737182"/>
                    <a:gd name="connsiteX56" fmla="*/ 1938256 w 4749622"/>
                    <a:gd name="connsiteY56" fmla="*/ 1330488 h 1737182"/>
                    <a:gd name="connsiteX57" fmla="*/ 1772329 w 4749622"/>
                    <a:gd name="connsiteY57" fmla="*/ 1264093 h 1737182"/>
                    <a:gd name="connsiteX58" fmla="*/ 1772329 w 4749622"/>
                    <a:gd name="connsiteY58" fmla="*/ 1439058 h 1737182"/>
                    <a:gd name="connsiteX59" fmla="*/ 1716508 w 4749622"/>
                    <a:gd name="connsiteY59" fmla="*/ 1497714 h 1737182"/>
                    <a:gd name="connsiteX60" fmla="*/ 1775283 w 4749622"/>
                    <a:gd name="connsiteY60" fmla="*/ 1556489 h 1737182"/>
                    <a:gd name="connsiteX61" fmla="*/ 1834057 w 4749622"/>
                    <a:gd name="connsiteY61" fmla="*/ 1497714 h 1737182"/>
                    <a:gd name="connsiteX62" fmla="*/ 1818817 w 4749622"/>
                    <a:gd name="connsiteY62" fmla="*/ 1458315 h 1737182"/>
                    <a:gd name="connsiteX63" fmla="*/ 1942450 w 4749622"/>
                    <a:gd name="connsiteY63" fmla="*/ 1334682 h 1737182"/>
                    <a:gd name="connsiteX64" fmla="*/ 2008904 w 4749622"/>
                    <a:gd name="connsiteY64" fmla="*/ 1497714 h 1737182"/>
                    <a:gd name="connsiteX65" fmla="*/ 1775224 w 4749622"/>
                    <a:gd name="connsiteY65" fmla="*/ 1731394 h 1737182"/>
                    <a:gd name="connsiteX66" fmla="*/ 1541544 w 4749622"/>
                    <a:gd name="connsiteY66" fmla="*/ 1497714 h 1737182"/>
                    <a:gd name="connsiteX67" fmla="*/ 1772329 w 4749622"/>
                    <a:gd name="connsiteY67" fmla="*/ 1264093 h 173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4749622" h="1737182">
                      <a:moveTo>
                        <a:pt x="0" y="552539"/>
                      </a:moveTo>
                      <a:cubicBezTo>
                        <a:pt x="0" y="564057"/>
                        <a:pt x="9333" y="573449"/>
                        <a:pt x="20911" y="573449"/>
                      </a:cubicBezTo>
                      <a:cubicBezTo>
                        <a:pt x="31425" y="573449"/>
                        <a:pt x="40049" y="565652"/>
                        <a:pt x="41467" y="555492"/>
                      </a:cubicBezTo>
                      <a:lnTo>
                        <a:pt x="1185767" y="555492"/>
                      </a:lnTo>
                      <a:lnTo>
                        <a:pt x="1362976" y="378283"/>
                      </a:lnTo>
                      <a:lnTo>
                        <a:pt x="1716863" y="378283"/>
                      </a:lnTo>
                      <a:cubicBezTo>
                        <a:pt x="1718340" y="408231"/>
                        <a:pt x="1742322" y="432213"/>
                        <a:pt x="1772270" y="433690"/>
                      </a:cubicBezTo>
                      <a:lnTo>
                        <a:pt x="1772270" y="1258127"/>
                      </a:lnTo>
                      <a:cubicBezTo>
                        <a:pt x="1641549" y="1259722"/>
                        <a:pt x="1535637" y="1366520"/>
                        <a:pt x="1535637" y="1497596"/>
                      </a:cubicBezTo>
                      <a:cubicBezTo>
                        <a:pt x="1535637" y="1629676"/>
                        <a:pt x="1643085" y="1737183"/>
                        <a:pt x="1775224" y="1737183"/>
                      </a:cubicBezTo>
                      <a:cubicBezTo>
                        <a:pt x="1907304" y="1737183"/>
                        <a:pt x="2014811" y="1629735"/>
                        <a:pt x="2014811" y="1497596"/>
                      </a:cubicBezTo>
                      <a:cubicBezTo>
                        <a:pt x="2014811" y="1432619"/>
                        <a:pt x="1988761" y="1373608"/>
                        <a:pt x="1946585" y="1330428"/>
                      </a:cubicBezTo>
                      <a:lnTo>
                        <a:pt x="2367162" y="909852"/>
                      </a:lnTo>
                      <a:lnTo>
                        <a:pt x="3664275" y="909852"/>
                      </a:lnTo>
                      <a:lnTo>
                        <a:pt x="3959624" y="1205200"/>
                      </a:lnTo>
                      <a:lnTo>
                        <a:pt x="4708156" y="1205200"/>
                      </a:lnTo>
                      <a:cubicBezTo>
                        <a:pt x="4709574" y="1215301"/>
                        <a:pt x="4718198" y="1223158"/>
                        <a:pt x="4728712" y="1223158"/>
                      </a:cubicBezTo>
                      <a:cubicBezTo>
                        <a:pt x="4740231" y="1223158"/>
                        <a:pt x="4749623" y="1213825"/>
                        <a:pt x="4749623" y="1202247"/>
                      </a:cubicBezTo>
                      <a:cubicBezTo>
                        <a:pt x="4749623" y="1190729"/>
                        <a:pt x="4740290" y="1181336"/>
                        <a:pt x="4728712" y="1181336"/>
                      </a:cubicBezTo>
                      <a:cubicBezTo>
                        <a:pt x="4718198" y="1181336"/>
                        <a:pt x="4709574" y="1189134"/>
                        <a:pt x="4708156" y="1199293"/>
                      </a:cubicBezTo>
                      <a:lnTo>
                        <a:pt x="3962105" y="1199293"/>
                      </a:lnTo>
                      <a:lnTo>
                        <a:pt x="3666756" y="903945"/>
                      </a:lnTo>
                      <a:lnTo>
                        <a:pt x="2364740" y="903945"/>
                      </a:lnTo>
                      <a:lnTo>
                        <a:pt x="1942450" y="1326235"/>
                      </a:lnTo>
                      <a:cubicBezTo>
                        <a:pt x="1899920" y="1284708"/>
                        <a:pt x="1842032" y="1258895"/>
                        <a:pt x="1778236" y="1258068"/>
                      </a:cubicBezTo>
                      <a:lnTo>
                        <a:pt x="1778236" y="433690"/>
                      </a:lnTo>
                      <a:cubicBezTo>
                        <a:pt x="1808185" y="432213"/>
                        <a:pt x="1832167" y="408231"/>
                        <a:pt x="1833644" y="378283"/>
                      </a:cubicBezTo>
                      <a:lnTo>
                        <a:pt x="2719159" y="378283"/>
                      </a:lnTo>
                      <a:lnTo>
                        <a:pt x="2955438" y="614562"/>
                      </a:lnTo>
                      <a:lnTo>
                        <a:pt x="4058389" y="614562"/>
                      </a:lnTo>
                      <a:cubicBezTo>
                        <a:pt x="4059806" y="624663"/>
                        <a:pt x="4068430" y="632519"/>
                        <a:pt x="4078945" y="632519"/>
                      </a:cubicBezTo>
                      <a:cubicBezTo>
                        <a:pt x="4090463" y="632519"/>
                        <a:pt x="4099856" y="623186"/>
                        <a:pt x="4099856" y="611608"/>
                      </a:cubicBezTo>
                      <a:cubicBezTo>
                        <a:pt x="4099856" y="600031"/>
                        <a:pt x="4090523" y="590698"/>
                        <a:pt x="4078945" y="590698"/>
                      </a:cubicBezTo>
                      <a:cubicBezTo>
                        <a:pt x="4068430" y="590698"/>
                        <a:pt x="4059806" y="598495"/>
                        <a:pt x="4058389" y="608655"/>
                      </a:cubicBezTo>
                      <a:lnTo>
                        <a:pt x="2957919" y="608655"/>
                      </a:lnTo>
                      <a:lnTo>
                        <a:pt x="2721640" y="372376"/>
                      </a:lnTo>
                      <a:lnTo>
                        <a:pt x="1833644" y="372376"/>
                      </a:lnTo>
                      <a:cubicBezTo>
                        <a:pt x="1832167" y="342427"/>
                        <a:pt x="1808185" y="318445"/>
                        <a:pt x="1778236" y="316968"/>
                      </a:cubicBezTo>
                      <a:lnTo>
                        <a:pt x="1778236" y="17957"/>
                      </a:lnTo>
                      <a:lnTo>
                        <a:pt x="909793" y="17957"/>
                      </a:lnTo>
                      <a:cubicBezTo>
                        <a:pt x="908375" y="7856"/>
                        <a:pt x="899751" y="0"/>
                        <a:pt x="889236" y="0"/>
                      </a:cubicBezTo>
                      <a:cubicBezTo>
                        <a:pt x="877718" y="0"/>
                        <a:pt x="868326" y="9333"/>
                        <a:pt x="868326" y="20911"/>
                      </a:cubicBezTo>
                      <a:cubicBezTo>
                        <a:pt x="868326" y="32488"/>
                        <a:pt x="877659" y="41821"/>
                        <a:pt x="889236" y="41821"/>
                      </a:cubicBezTo>
                      <a:cubicBezTo>
                        <a:pt x="899751" y="41821"/>
                        <a:pt x="908375" y="34024"/>
                        <a:pt x="909793" y="23864"/>
                      </a:cubicBezTo>
                      <a:lnTo>
                        <a:pt x="1772329" y="23864"/>
                      </a:lnTo>
                      <a:lnTo>
                        <a:pt x="1772329" y="316968"/>
                      </a:lnTo>
                      <a:cubicBezTo>
                        <a:pt x="1742381" y="318445"/>
                        <a:pt x="1718399" y="342427"/>
                        <a:pt x="1716922" y="372376"/>
                      </a:cubicBezTo>
                      <a:lnTo>
                        <a:pt x="1360613" y="372376"/>
                      </a:lnTo>
                      <a:lnTo>
                        <a:pt x="1183404" y="549585"/>
                      </a:lnTo>
                      <a:lnTo>
                        <a:pt x="41467" y="549585"/>
                      </a:lnTo>
                      <a:cubicBezTo>
                        <a:pt x="40049" y="539484"/>
                        <a:pt x="31425" y="531628"/>
                        <a:pt x="20911" y="531628"/>
                      </a:cubicBezTo>
                      <a:cubicBezTo>
                        <a:pt x="9333" y="531687"/>
                        <a:pt x="0" y="541020"/>
                        <a:pt x="0" y="552539"/>
                      </a:cubicBezTo>
                      <a:close/>
                      <a:moveTo>
                        <a:pt x="1938256" y="1330488"/>
                      </a:moveTo>
                      <a:lnTo>
                        <a:pt x="1814623" y="1454120"/>
                      </a:lnTo>
                      <a:cubicBezTo>
                        <a:pt x="1804877" y="1445319"/>
                        <a:pt x="1792177" y="1439767"/>
                        <a:pt x="1778177" y="1439058"/>
                      </a:cubicBezTo>
                      <a:lnTo>
                        <a:pt x="1778177" y="1264093"/>
                      </a:lnTo>
                      <a:cubicBezTo>
                        <a:pt x="1840437" y="1264861"/>
                        <a:pt x="1896789" y="1290025"/>
                        <a:pt x="1938256" y="1330488"/>
                      </a:cubicBezTo>
                      <a:close/>
                      <a:moveTo>
                        <a:pt x="1772329" y="1264093"/>
                      </a:moveTo>
                      <a:lnTo>
                        <a:pt x="1772329" y="1439058"/>
                      </a:lnTo>
                      <a:cubicBezTo>
                        <a:pt x="1741259" y="1440594"/>
                        <a:pt x="1716508" y="1466230"/>
                        <a:pt x="1716508" y="1497714"/>
                      </a:cubicBezTo>
                      <a:cubicBezTo>
                        <a:pt x="1716508" y="1530202"/>
                        <a:pt x="1742794" y="1556489"/>
                        <a:pt x="1775283" y="1556489"/>
                      </a:cubicBezTo>
                      <a:cubicBezTo>
                        <a:pt x="1807771" y="1556489"/>
                        <a:pt x="1834057" y="1530202"/>
                        <a:pt x="1834057" y="1497714"/>
                      </a:cubicBezTo>
                      <a:cubicBezTo>
                        <a:pt x="1834057" y="1482533"/>
                        <a:pt x="1828268" y="1468770"/>
                        <a:pt x="1818817" y="1458315"/>
                      </a:cubicBezTo>
                      <a:lnTo>
                        <a:pt x="1942450" y="1334682"/>
                      </a:lnTo>
                      <a:cubicBezTo>
                        <a:pt x="1983563" y="1376798"/>
                        <a:pt x="2008904" y="1434332"/>
                        <a:pt x="2008904" y="1497714"/>
                      </a:cubicBezTo>
                      <a:cubicBezTo>
                        <a:pt x="2008904" y="1626545"/>
                        <a:pt x="1904055" y="1731394"/>
                        <a:pt x="1775224" y="1731394"/>
                      </a:cubicBezTo>
                      <a:cubicBezTo>
                        <a:pt x="1646393" y="1731394"/>
                        <a:pt x="1541544" y="1626545"/>
                        <a:pt x="1541544" y="1497714"/>
                      </a:cubicBezTo>
                      <a:cubicBezTo>
                        <a:pt x="1541603" y="1369828"/>
                        <a:pt x="1644857" y="1265688"/>
                        <a:pt x="1772329" y="12640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 name="Freeform: Shape 17">
                  <a:extLst>
                    <a:ext uri="{FF2B5EF4-FFF2-40B4-BE49-F238E27FC236}">
                      <a16:creationId xmlns:a16="http://schemas.microsoft.com/office/drawing/2014/main" id="{17228F6B-B20C-DB7E-99AF-E3297C1D92AC}"/>
                    </a:ext>
                  </a:extLst>
                </p:cNvPr>
                <p:cNvSpPr/>
                <p:nvPr/>
              </p:nvSpPr>
              <p:spPr>
                <a:xfrm>
                  <a:off x="1113287" y="1831457"/>
                  <a:ext cx="2936180" cy="201073"/>
                </a:xfrm>
                <a:custGeom>
                  <a:avLst/>
                  <a:gdLst>
                    <a:gd name="connsiteX0" fmla="*/ 2915270 w 2936180"/>
                    <a:gd name="connsiteY0" fmla="*/ 201073 h 201073"/>
                    <a:gd name="connsiteX1" fmla="*/ 2894714 w 2936180"/>
                    <a:gd name="connsiteY1" fmla="*/ 183116 h 201073"/>
                    <a:gd name="connsiteX2" fmla="*/ 1791704 w 2936180"/>
                    <a:gd name="connsiteY2" fmla="*/ 183116 h 201073"/>
                    <a:gd name="connsiteX3" fmla="*/ 1614495 w 2936180"/>
                    <a:gd name="connsiteY3" fmla="*/ 5907 h 201073"/>
                    <a:gd name="connsiteX4" fmla="*/ 671860 w 2936180"/>
                    <a:gd name="connsiteY4" fmla="*/ 5907 h 201073"/>
                    <a:gd name="connsiteX5" fmla="*/ 553720 w 2936180"/>
                    <a:gd name="connsiteY5" fmla="*/ 124047 h 201073"/>
                    <a:gd name="connsiteX6" fmla="*/ 41467 w 2936180"/>
                    <a:gd name="connsiteY6" fmla="*/ 124047 h 201073"/>
                    <a:gd name="connsiteX7" fmla="*/ 20911 w 2936180"/>
                    <a:gd name="connsiteY7" fmla="*/ 142004 h 201073"/>
                    <a:gd name="connsiteX8" fmla="*/ 0 w 2936180"/>
                    <a:gd name="connsiteY8" fmla="*/ 121093 h 201073"/>
                    <a:gd name="connsiteX9" fmla="*/ 20911 w 2936180"/>
                    <a:gd name="connsiteY9" fmla="*/ 100182 h 201073"/>
                    <a:gd name="connsiteX10" fmla="*/ 41467 w 2936180"/>
                    <a:gd name="connsiteY10" fmla="*/ 118140 h 201073"/>
                    <a:gd name="connsiteX11" fmla="*/ 551298 w 2936180"/>
                    <a:gd name="connsiteY11" fmla="*/ 118140 h 201073"/>
                    <a:gd name="connsiteX12" fmla="*/ 669438 w 2936180"/>
                    <a:gd name="connsiteY12" fmla="*/ 0 h 201073"/>
                    <a:gd name="connsiteX13" fmla="*/ 1616976 w 2936180"/>
                    <a:gd name="connsiteY13" fmla="*/ 0 h 201073"/>
                    <a:gd name="connsiteX14" fmla="*/ 1794185 w 2936180"/>
                    <a:gd name="connsiteY14" fmla="*/ 177209 h 201073"/>
                    <a:gd name="connsiteX15" fmla="*/ 2894714 w 2936180"/>
                    <a:gd name="connsiteY15" fmla="*/ 177209 h 201073"/>
                    <a:gd name="connsiteX16" fmla="*/ 2915270 w 2936180"/>
                    <a:gd name="connsiteY16" fmla="*/ 159252 h 201073"/>
                    <a:gd name="connsiteX17" fmla="*/ 2936181 w 2936180"/>
                    <a:gd name="connsiteY17" fmla="*/ 180163 h 201073"/>
                    <a:gd name="connsiteX18" fmla="*/ 2915270 w 2936180"/>
                    <a:gd name="connsiteY18" fmla="*/ 201073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36180" h="201073">
                      <a:moveTo>
                        <a:pt x="2915270" y="201073"/>
                      </a:moveTo>
                      <a:cubicBezTo>
                        <a:pt x="2904756" y="201073"/>
                        <a:pt x="2896132" y="193276"/>
                        <a:pt x="2894714" y="183116"/>
                      </a:cubicBezTo>
                      <a:lnTo>
                        <a:pt x="1791704" y="183116"/>
                      </a:lnTo>
                      <a:lnTo>
                        <a:pt x="1614495" y="5907"/>
                      </a:lnTo>
                      <a:lnTo>
                        <a:pt x="671860" y="5907"/>
                      </a:lnTo>
                      <a:lnTo>
                        <a:pt x="553720" y="124047"/>
                      </a:lnTo>
                      <a:lnTo>
                        <a:pt x="41467" y="124047"/>
                      </a:lnTo>
                      <a:cubicBezTo>
                        <a:pt x="40049" y="134147"/>
                        <a:pt x="31425" y="142004"/>
                        <a:pt x="20911" y="142004"/>
                      </a:cubicBezTo>
                      <a:cubicBezTo>
                        <a:pt x="9392" y="142004"/>
                        <a:pt x="0" y="132671"/>
                        <a:pt x="0" y="121093"/>
                      </a:cubicBezTo>
                      <a:cubicBezTo>
                        <a:pt x="0" y="109574"/>
                        <a:pt x="9333" y="100182"/>
                        <a:pt x="20911" y="100182"/>
                      </a:cubicBezTo>
                      <a:cubicBezTo>
                        <a:pt x="31425" y="100182"/>
                        <a:pt x="40049" y="107980"/>
                        <a:pt x="41467" y="118140"/>
                      </a:cubicBezTo>
                      <a:lnTo>
                        <a:pt x="551298" y="118140"/>
                      </a:lnTo>
                      <a:lnTo>
                        <a:pt x="669438" y="0"/>
                      </a:lnTo>
                      <a:lnTo>
                        <a:pt x="1616976" y="0"/>
                      </a:lnTo>
                      <a:lnTo>
                        <a:pt x="1794185" y="177209"/>
                      </a:lnTo>
                      <a:lnTo>
                        <a:pt x="2894714" y="177209"/>
                      </a:lnTo>
                      <a:cubicBezTo>
                        <a:pt x="2896132" y="167108"/>
                        <a:pt x="2904756" y="159252"/>
                        <a:pt x="2915270" y="159252"/>
                      </a:cubicBezTo>
                      <a:cubicBezTo>
                        <a:pt x="2926789" y="159252"/>
                        <a:pt x="2936181" y="168585"/>
                        <a:pt x="2936181" y="180163"/>
                      </a:cubicBezTo>
                      <a:cubicBezTo>
                        <a:pt x="2936181" y="191741"/>
                        <a:pt x="2926789" y="201073"/>
                        <a:pt x="2915270" y="20107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9" name="Freeform: Shape 18">
                  <a:extLst>
                    <a:ext uri="{FF2B5EF4-FFF2-40B4-BE49-F238E27FC236}">
                      <a16:creationId xmlns:a16="http://schemas.microsoft.com/office/drawing/2014/main" id="{1E1B7F93-7DD4-76D0-CCE8-99D1FCBD3F80}"/>
                    </a:ext>
                  </a:extLst>
                </p:cNvPr>
                <p:cNvSpPr/>
                <p:nvPr/>
              </p:nvSpPr>
              <p:spPr>
                <a:xfrm>
                  <a:off x="3939625" y="1922670"/>
                  <a:ext cx="177764" cy="177840"/>
                </a:xfrm>
                <a:custGeom>
                  <a:avLst/>
                  <a:gdLst>
                    <a:gd name="connsiteX0" fmla="*/ 19348 w 177764"/>
                    <a:gd name="connsiteY0" fmla="*/ 144416 h 177840"/>
                    <a:gd name="connsiteX1" fmla="*/ 19348 w 177764"/>
                    <a:gd name="connsiteY1" fmla="*/ 175369 h 177840"/>
                    <a:gd name="connsiteX2" fmla="*/ 27736 w 177764"/>
                    <a:gd name="connsiteY2" fmla="*/ 166922 h 177840"/>
                    <a:gd name="connsiteX3" fmla="*/ 27736 w 177764"/>
                    <a:gd name="connsiteY3" fmla="*/ 153513 h 177840"/>
                    <a:gd name="connsiteX4" fmla="*/ 144340 w 177764"/>
                    <a:gd name="connsiteY4" fmla="*/ 158475 h 177840"/>
                    <a:gd name="connsiteX5" fmla="*/ 175293 w 177764"/>
                    <a:gd name="connsiteY5" fmla="*/ 158475 h 177840"/>
                    <a:gd name="connsiteX6" fmla="*/ 166846 w 177764"/>
                    <a:gd name="connsiteY6" fmla="*/ 150028 h 177840"/>
                    <a:gd name="connsiteX7" fmla="*/ 153437 w 177764"/>
                    <a:gd name="connsiteY7" fmla="*/ 150028 h 177840"/>
                    <a:gd name="connsiteX8" fmla="*/ 158399 w 177764"/>
                    <a:gd name="connsiteY8" fmla="*/ 33424 h 177840"/>
                    <a:gd name="connsiteX9" fmla="*/ 158399 w 177764"/>
                    <a:gd name="connsiteY9" fmla="*/ 2472 h 177840"/>
                    <a:gd name="connsiteX10" fmla="*/ 149952 w 177764"/>
                    <a:gd name="connsiteY10" fmla="*/ 10919 h 177840"/>
                    <a:gd name="connsiteX11" fmla="*/ 149952 w 177764"/>
                    <a:gd name="connsiteY11" fmla="*/ 24327 h 177840"/>
                    <a:gd name="connsiteX12" fmla="*/ 33348 w 177764"/>
                    <a:gd name="connsiteY12" fmla="*/ 19366 h 177840"/>
                    <a:gd name="connsiteX13" fmla="*/ 2395 w 177764"/>
                    <a:gd name="connsiteY13" fmla="*/ 19366 h 177840"/>
                    <a:gd name="connsiteX14" fmla="*/ 10843 w 177764"/>
                    <a:gd name="connsiteY14" fmla="*/ 27813 h 177840"/>
                    <a:gd name="connsiteX15" fmla="*/ 24251 w 177764"/>
                    <a:gd name="connsiteY15" fmla="*/ 27813 h 177840"/>
                    <a:gd name="connsiteX16" fmla="*/ 19348 w 177764"/>
                    <a:gd name="connsiteY16" fmla="*/ 144416 h 177840"/>
                    <a:gd name="connsiteX17" fmla="*/ 27796 w 177764"/>
                    <a:gd name="connsiteY17" fmla="*/ 30530 h 177840"/>
                    <a:gd name="connsiteX18" fmla="*/ 27796 w 177764"/>
                    <a:gd name="connsiteY18" fmla="*/ 44707 h 177840"/>
                    <a:gd name="connsiteX19" fmla="*/ 36242 w 177764"/>
                    <a:gd name="connsiteY19" fmla="*/ 53154 h 177840"/>
                    <a:gd name="connsiteX20" fmla="*/ 36242 w 177764"/>
                    <a:gd name="connsiteY20" fmla="*/ 22792 h 177840"/>
                    <a:gd name="connsiteX21" fmla="*/ 147412 w 177764"/>
                    <a:gd name="connsiteY21" fmla="*/ 27872 h 177840"/>
                    <a:gd name="connsiteX22" fmla="*/ 133235 w 177764"/>
                    <a:gd name="connsiteY22" fmla="*/ 27872 h 177840"/>
                    <a:gd name="connsiteX23" fmla="*/ 124788 w 177764"/>
                    <a:gd name="connsiteY23" fmla="*/ 36319 h 177840"/>
                    <a:gd name="connsiteX24" fmla="*/ 155150 w 177764"/>
                    <a:gd name="connsiteY24" fmla="*/ 36319 h 177840"/>
                    <a:gd name="connsiteX25" fmla="*/ 150070 w 177764"/>
                    <a:gd name="connsiteY25" fmla="*/ 147488 h 177840"/>
                    <a:gd name="connsiteX26" fmla="*/ 150070 w 177764"/>
                    <a:gd name="connsiteY26" fmla="*/ 133311 h 177840"/>
                    <a:gd name="connsiteX27" fmla="*/ 141623 w 177764"/>
                    <a:gd name="connsiteY27" fmla="*/ 124864 h 177840"/>
                    <a:gd name="connsiteX28" fmla="*/ 141623 w 177764"/>
                    <a:gd name="connsiteY28" fmla="*/ 155226 h 177840"/>
                    <a:gd name="connsiteX29" fmla="*/ 30453 w 177764"/>
                    <a:gd name="connsiteY29" fmla="*/ 150146 h 177840"/>
                    <a:gd name="connsiteX30" fmla="*/ 44630 w 177764"/>
                    <a:gd name="connsiteY30" fmla="*/ 150146 h 177840"/>
                    <a:gd name="connsiteX31" fmla="*/ 53077 w 177764"/>
                    <a:gd name="connsiteY31" fmla="*/ 141699 h 177840"/>
                    <a:gd name="connsiteX32" fmla="*/ 22715 w 177764"/>
                    <a:gd name="connsiteY32" fmla="*/ 141699 h 177840"/>
                    <a:gd name="connsiteX33" fmla="*/ 27796 w 177764"/>
                    <a:gd name="connsiteY33" fmla="*/ 30530 h 177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840">
                      <a:moveTo>
                        <a:pt x="19348" y="144416"/>
                      </a:moveTo>
                      <a:lnTo>
                        <a:pt x="19348" y="175369"/>
                      </a:lnTo>
                      <a:lnTo>
                        <a:pt x="27736" y="166922"/>
                      </a:lnTo>
                      <a:lnTo>
                        <a:pt x="27736" y="153513"/>
                      </a:lnTo>
                      <a:cubicBezTo>
                        <a:pt x="60107" y="184170"/>
                        <a:pt x="110080" y="185883"/>
                        <a:pt x="144340" y="158475"/>
                      </a:cubicBezTo>
                      <a:lnTo>
                        <a:pt x="175293" y="158475"/>
                      </a:lnTo>
                      <a:lnTo>
                        <a:pt x="166846" y="150028"/>
                      </a:lnTo>
                      <a:lnTo>
                        <a:pt x="153437" y="150028"/>
                      </a:lnTo>
                      <a:cubicBezTo>
                        <a:pt x="184094" y="117599"/>
                        <a:pt x="185807" y="67685"/>
                        <a:pt x="158399" y="33424"/>
                      </a:cubicBezTo>
                      <a:lnTo>
                        <a:pt x="158399" y="2472"/>
                      </a:lnTo>
                      <a:lnTo>
                        <a:pt x="149952" y="10919"/>
                      </a:lnTo>
                      <a:lnTo>
                        <a:pt x="149952" y="24327"/>
                      </a:lnTo>
                      <a:cubicBezTo>
                        <a:pt x="117581" y="-6330"/>
                        <a:pt x="67609" y="-8043"/>
                        <a:pt x="33348" y="19366"/>
                      </a:cubicBezTo>
                      <a:lnTo>
                        <a:pt x="2395" y="19366"/>
                      </a:lnTo>
                      <a:lnTo>
                        <a:pt x="10843" y="27813"/>
                      </a:lnTo>
                      <a:lnTo>
                        <a:pt x="24251" y="27813"/>
                      </a:lnTo>
                      <a:cubicBezTo>
                        <a:pt x="-6347" y="60242"/>
                        <a:pt x="-8001" y="110156"/>
                        <a:pt x="19348" y="144416"/>
                      </a:cubicBezTo>
                      <a:close/>
                      <a:moveTo>
                        <a:pt x="27796" y="30530"/>
                      </a:moveTo>
                      <a:lnTo>
                        <a:pt x="27796" y="44707"/>
                      </a:lnTo>
                      <a:lnTo>
                        <a:pt x="36242" y="53154"/>
                      </a:lnTo>
                      <a:lnTo>
                        <a:pt x="36242" y="22792"/>
                      </a:lnTo>
                      <a:cubicBezTo>
                        <a:pt x="68967" y="-3317"/>
                        <a:pt x="116636" y="-1604"/>
                        <a:pt x="147412" y="27872"/>
                      </a:cubicBezTo>
                      <a:lnTo>
                        <a:pt x="133235" y="27872"/>
                      </a:lnTo>
                      <a:lnTo>
                        <a:pt x="124788" y="36319"/>
                      </a:lnTo>
                      <a:lnTo>
                        <a:pt x="155150" y="36319"/>
                      </a:lnTo>
                      <a:cubicBezTo>
                        <a:pt x="181259" y="69043"/>
                        <a:pt x="179546" y="116713"/>
                        <a:pt x="150070" y="147488"/>
                      </a:cubicBezTo>
                      <a:lnTo>
                        <a:pt x="150070" y="133311"/>
                      </a:lnTo>
                      <a:lnTo>
                        <a:pt x="141623" y="124864"/>
                      </a:lnTo>
                      <a:lnTo>
                        <a:pt x="141623" y="155226"/>
                      </a:lnTo>
                      <a:cubicBezTo>
                        <a:pt x="108898" y="181335"/>
                        <a:pt x="61229" y="179622"/>
                        <a:pt x="30453" y="150146"/>
                      </a:cubicBezTo>
                      <a:lnTo>
                        <a:pt x="44630" y="150146"/>
                      </a:lnTo>
                      <a:lnTo>
                        <a:pt x="53077" y="141699"/>
                      </a:lnTo>
                      <a:lnTo>
                        <a:pt x="22715" y="141699"/>
                      </a:lnTo>
                      <a:cubicBezTo>
                        <a:pt x="-3334" y="108974"/>
                        <a:pt x="-1681" y="61305"/>
                        <a:pt x="27796" y="305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0" name="Freeform: Shape 19">
                  <a:extLst>
                    <a:ext uri="{FF2B5EF4-FFF2-40B4-BE49-F238E27FC236}">
                      <a16:creationId xmlns:a16="http://schemas.microsoft.com/office/drawing/2014/main" id="{939884E0-8793-00DF-E058-622E6EC4B73B}"/>
                    </a:ext>
                  </a:extLst>
                </p:cNvPr>
                <p:cNvSpPr/>
                <p:nvPr/>
              </p:nvSpPr>
              <p:spPr>
                <a:xfrm>
                  <a:off x="3112330" y="4108370"/>
                  <a:ext cx="177787" cy="177790"/>
                </a:xfrm>
                <a:custGeom>
                  <a:avLst/>
                  <a:gdLst>
                    <a:gd name="connsiteX0" fmla="*/ 19372 w 177787"/>
                    <a:gd name="connsiteY0" fmla="*/ 144357 h 177790"/>
                    <a:gd name="connsiteX1" fmla="*/ 19372 w 177787"/>
                    <a:gd name="connsiteY1" fmla="*/ 175310 h 177790"/>
                    <a:gd name="connsiteX2" fmla="*/ 27760 w 177787"/>
                    <a:gd name="connsiteY2" fmla="*/ 166863 h 177790"/>
                    <a:gd name="connsiteX3" fmla="*/ 27760 w 177787"/>
                    <a:gd name="connsiteY3" fmla="*/ 153454 h 177790"/>
                    <a:gd name="connsiteX4" fmla="*/ 144363 w 177787"/>
                    <a:gd name="connsiteY4" fmla="*/ 158475 h 177790"/>
                    <a:gd name="connsiteX5" fmla="*/ 175316 w 177787"/>
                    <a:gd name="connsiteY5" fmla="*/ 158475 h 177790"/>
                    <a:gd name="connsiteX6" fmla="*/ 166869 w 177787"/>
                    <a:gd name="connsiteY6" fmla="*/ 150028 h 177790"/>
                    <a:gd name="connsiteX7" fmla="*/ 153460 w 177787"/>
                    <a:gd name="connsiteY7" fmla="*/ 150028 h 177790"/>
                    <a:gd name="connsiteX8" fmla="*/ 158422 w 177787"/>
                    <a:gd name="connsiteY8" fmla="*/ 33424 h 177790"/>
                    <a:gd name="connsiteX9" fmla="*/ 158422 w 177787"/>
                    <a:gd name="connsiteY9" fmla="*/ 2472 h 177790"/>
                    <a:gd name="connsiteX10" fmla="*/ 149975 w 177787"/>
                    <a:gd name="connsiteY10" fmla="*/ 10918 h 177790"/>
                    <a:gd name="connsiteX11" fmla="*/ 149975 w 177787"/>
                    <a:gd name="connsiteY11" fmla="*/ 24327 h 177790"/>
                    <a:gd name="connsiteX12" fmla="*/ 33371 w 177787"/>
                    <a:gd name="connsiteY12" fmla="*/ 19365 h 177790"/>
                    <a:gd name="connsiteX13" fmla="*/ 2419 w 177787"/>
                    <a:gd name="connsiteY13" fmla="*/ 19365 h 177790"/>
                    <a:gd name="connsiteX14" fmla="*/ 10866 w 177787"/>
                    <a:gd name="connsiteY14" fmla="*/ 27812 h 177790"/>
                    <a:gd name="connsiteX15" fmla="*/ 24275 w 177787"/>
                    <a:gd name="connsiteY15" fmla="*/ 27812 h 177790"/>
                    <a:gd name="connsiteX16" fmla="*/ 19372 w 177787"/>
                    <a:gd name="connsiteY16" fmla="*/ 144357 h 177790"/>
                    <a:gd name="connsiteX17" fmla="*/ 27760 w 177787"/>
                    <a:gd name="connsiteY17" fmla="*/ 30411 h 177790"/>
                    <a:gd name="connsiteX18" fmla="*/ 27760 w 177787"/>
                    <a:gd name="connsiteY18" fmla="*/ 44588 h 177790"/>
                    <a:gd name="connsiteX19" fmla="*/ 36207 w 177787"/>
                    <a:gd name="connsiteY19" fmla="*/ 53035 h 177790"/>
                    <a:gd name="connsiteX20" fmla="*/ 36207 w 177787"/>
                    <a:gd name="connsiteY20" fmla="*/ 22673 h 177790"/>
                    <a:gd name="connsiteX21" fmla="*/ 147376 w 177787"/>
                    <a:gd name="connsiteY21" fmla="*/ 27754 h 177790"/>
                    <a:gd name="connsiteX22" fmla="*/ 133199 w 177787"/>
                    <a:gd name="connsiteY22" fmla="*/ 27754 h 177790"/>
                    <a:gd name="connsiteX23" fmla="*/ 124752 w 177787"/>
                    <a:gd name="connsiteY23" fmla="*/ 36201 h 177790"/>
                    <a:gd name="connsiteX24" fmla="*/ 155114 w 177787"/>
                    <a:gd name="connsiteY24" fmla="*/ 36201 h 177790"/>
                    <a:gd name="connsiteX25" fmla="*/ 150034 w 177787"/>
                    <a:gd name="connsiteY25" fmla="*/ 147370 h 177790"/>
                    <a:gd name="connsiteX26" fmla="*/ 150034 w 177787"/>
                    <a:gd name="connsiteY26" fmla="*/ 133193 h 177790"/>
                    <a:gd name="connsiteX27" fmla="*/ 141587 w 177787"/>
                    <a:gd name="connsiteY27" fmla="*/ 124746 h 177790"/>
                    <a:gd name="connsiteX28" fmla="*/ 141587 w 177787"/>
                    <a:gd name="connsiteY28" fmla="*/ 155108 h 177790"/>
                    <a:gd name="connsiteX29" fmla="*/ 30418 w 177787"/>
                    <a:gd name="connsiteY29" fmla="*/ 150028 h 177790"/>
                    <a:gd name="connsiteX30" fmla="*/ 44595 w 177787"/>
                    <a:gd name="connsiteY30" fmla="*/ 150028 h 177790"/>
                    <a:gd name="connsiteX31" fmla="*/ 53041 w 177787"/>
                    <a:gd name="connsiteY31" fmla="*/ 141581 h 177790"/>
                    <a:gd name="connsiteX32" fmla="*/ 22680 w 177787"/>
                    <a:gd name="connsiteY32" fmla="*/ 141581 h 177790"/>
                    <a:gd name="connsiteX33" fmla="*/ 27760 w 177787"/>
                    <a:gd name="connsiteY33" fmla="*/ 30411 h 177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87" h="177790">
                      <a:moveTo>
                        <a:pt x="19372" y="144357"/>
                      </a:moveTo>
                      <a:lnTo>
                        <a:pt x="19372" y="175310"/>
                      </a:lnTo>
                      <a:lnTo>
                        <a:pt x="27760" y="166863"/>
                      </a:lnTo>
                      <a:lnTo>
                        <a:pt x="27760" y="153454"/>
                      </a:lnTo>
                      <a:cubicBezTo>
                        <a:pt x="60130" y="184111"/>
                        <a:pt x="110103" y="185824"/>
                        <a:pt x="144363" y="158475"/>
                      </a:cubicBezTo>
                      <a:lnTo>
                        <a:pt x="175316" y="158475"/>
                      </a:lnTo>
                      <a:lnTo>
                        <a:pt x="166869" y="150028"/>
                      </a:lnTo>
                      <a:lnTo>
                        <a:pt x="153460" y="150028"/>
                      </a:lnTo>
                      <a:cubicBezTo>
                        <a:pt x="184117" y="117598"/>
                        <a:pt x="185830" y="67684"/>
                        <a:pt x="158422" y="33424"/>
                      </a:cubicBezTo>
                      <a:lnTo>
                        <a:pt x="158422" y="2472"/>
                      </a:lnTo>
                      <a:lnTo>
                        <a:pt x="149975" y="10918"/>
                      </a:lnTo>
                      <a:lnTo>
                        <a:pt x="149975" y="24327"/>
                      </a:lnTo>
                      <a:cubicBezTo>
                        <a:pt x="117605" y="-6330"/>
                        <a:pt x="67632" y="-8043"/>
                        <a:pt x="33371" y="19365"/>
                      </a:cubicBezTo>
                      <a:lnTo>
                        <a:pt x="2419" y="19365"/>
                      </a:lnTo>
                      <a:lnTo>
                        <a:pt x="10866" y="27812"/>
                      </a:lnTo>
                      <a:lnTo>
                        <a:pt x="24275" y="27812"/>
                      </a:lnTo>
                      <a:cubicBezTo>
                        <a:pt x="-6324" y="60124"/>
                        <a:pt x="-8036" y="110038"/>
                        <a:pt x="19372" y="144357"/>
                      </a:cubicBezTo>
                      <a:close/>
                      <a:moveTo>
                        <a:pt x="27760" y="30411"/>
                      </a:moveTo>
                      <a:lnTo>
                        <a:pt x="27760" y="44588"/>
                      </a:lnTo>
                      <a:lnTo>
                        <a:pt x="36207" y="53035"/>
                      </a:lnTo>
                      <a:lnTo>
                        <a:pt x="36207" y="22673"/>
                      </a:lnTo>
                      <a:cubicBezTo>
                        <a:pt x="68931" y="-3435"/>
                        <a:pt x="116601" y="-1723"/>
                        <a:pt x="147376" y="27754"/>
                      </a:cubicBezTo>
                      <a:lnTo>
                        <a:pt x="133199" y="27754"/>
                      </a:lnTo>
                      <a:lnTo>
                        <a:pt x="124752" y="36201"/>
                      </a:lnTo>
                      <a:lnTo>
                        <a:pt x="155114" y="36201"/>
                      </a:lnTo>
                      <a:cubicBezTo>
                        <a:pt x="181223" y="68925"/>
                        <a:pt x="179510" y="116594"/>
                        <a:pt x="150034" y="147370"/>
                      </a:cubicBezTo>
                      <a:lnTo>
                        <a:pt x="150034" y="133193"/>
                      </a:lnTo>
                      <a:lnTo>
                        <a:pt x="141587" y="124746"/>
                      </a:lnTo>
                      <a:lnTo>
                        <a:pt x="141587" y="155108"/>
                      </a:lnTo>
                      <a:cubicBezTo>
                        <a:pt x="108862" y="181158"/>
                        <a:pt x="61193" y="179504"/>
                        <a:pt x="30418" y="150028"/>
                      </a:cubicBezTo>
                      <a:lnTo>
                        <a:pt x="44595" y="150028"/>
                      </a:lnTo>
                      <a:lnTo>
                        <a:pt x="53041" y="141581"/>
                      </a:lnTo>
                      <a:lnTo>
                        <a:pt x="22680" y="141581"/>
                      </a:lnTo>
                      <a:cubicBezTo>
                        <a:pt x="-3370" y="108856"/>
                        <a:pt x="-1657" y="61187"/>
                        <a:pt x="27760" y="30411"/>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1" name="Freeform: Shape 20">
                  <a:extLst>
                    <a:ext uri="{FF2B5EF4-FFF2-40B4-BE49-F238E27FC236}">
                      <a16:creationId xmlns:a16="http://schemas.microsoft.com/office/drawing/2014/main" id="{9C0CECC2-FAEB-A575-DE68-724300818089}"/>
                    </a:ext>
                  </a:extLst>
                </p:cNvPr>
                <p:cNvSpPr/>
                <p:nvPr/>
              </p:nvSpPr>
              <p:spPr>
                <a:xfrm>
                  <a:off x="808927" y="2454830"/>
                  <a:ext cx="177764" cy="177731"/>
                </a:xfrm>
                <a:custGeom>
                  <a:avLst/>
                  <a:gdLst>
                    <a:gd name="connsiteX0" fmla="*/ 19348 w 177764"/>
                    <a:gd name="connsiteY0" fmla="*/ 144239 h 177731"/>
                    <a:gd name="connsiteX1" fmla="*/ 19348 w 177764"/>
                    <a:gd name="connsiteY1" fmla="*/ 175192 h 177731"/>
                    <a:gd name="connsiteX2" fmla="*/ 27736 w 177764"/>
                    <a:gd name="connsiteY2" fmla="*/ 166804 h 177731"/>
                    <a:gd name="connsiteX3" fmla="*/ 27736 w 177764"/>
                    <a:gd name="connsiteY3" fmla="*/ 153395 h 177731"/>
                    <a:gd name="connsiteX4" fmla="*/ 144340 w 177764"/>
                    <a:gd name="connsiteY4" fmla="*/ 158416 h 177731"/>
                    <a:gd name="connsiteX5" fmla="*/ 175293 w 177764"/>
                    <a:gd name="connsiteY5" fmla="*/ 158416 h 177731"/>
                    <a:gd name="connsiteX6" fmla="*/ 166846 w 177764"/>
                    <a:gd name="connsiteY6" fmla="*/ 150028 h 177731"/>
                    <a:gd name="connsiteX7" fmla="*/ 153437 w 177764"/>
                    <a:gd name="connsiteY7" fmla="*/ 150028 h 177731"/>
                    <a:gd name="connsiteX8" fmla="*/ 158399 w 177764"/>
                    <a:gd name="connsiteY8" fmla="*/ 33424 h 177731"/>
                    <a:gd name="connsiteX9" fmla="*/ 158399 w 177764"/>
                    <a:gd name="connsiteY9" fmla="*/ 2472 h 177731"/>
                    <a:gd name="connsiteX10" fmla="*/ 149952 w 177764"/>
                    <a:gd name="connsiteY10" fmla="*/ 10919 h 177731"/>
                    <a:gd name="connsiteX11" fmla="*/ 149952 w 177764"/>
                    <a:gd name="connsiteY11" fmla="*/ 24328 h 177731"/>
                    <a:gd name="connsiteX12" fmla="*/ 33348 w 177764"/>
                    <a:gd name="connsiteY12" fmla="*/ 19365 h 177731"/>
                    <a:gd name="connsiteX13" fmla="*/ 2395 w 177764"/>
                    <a:gd name="connsiteY13" fmla="*/ 19365 h 177731"/>
                    <a:gd name="connsiteX14" fmla="*/ 10842 w 177764"/>
                    <a:gd name="connsiteY14" fmla="*/ 27813 h 177731"/>
                    <a:gd name="connsiteX15" fmla="*/ 24251 w 177764"/>
                    <a:gd name="connsiteY15" fmla="*/ 27813 h 177731"/>
                    <a:gd name="connsiteX16" fmla="*/ 19348 w 177764"/>
                    <a:gd name="connsiteY16" fmla="*/ 144239 h 177731"/>
                    <a:gd name="connsiteX17" fmla="*/ 27795 w 177764"/>
                    <a:gd name="connsiteY17" fmla="*/ 30293 h 177731"/>
                    <a:gd name="connsiteX18" fmla="*/ 27795 w 177764"/>
                    <a:gd name="connsiteY18" fmla="*/ 44470 h 177731"/>
                    <a:gd name="connsiteX19" fmla="*/ 36242 w 177764"/>
                    <a:gd name="connsiteY19" fmla="*/ 52917 h 177731"/>
                    <a:gd name="connsiteX20" fmla="*/ 36242 w 177764"/>
                    <a:gd name="connsiteY20" fmla="*/ 22555 h 177731"/>
                    <a:gd name="connsiteX21" fmla="*/ 147412 w 177764"/>
                    <a:gd name="connsiteY21" fmla="*/ 27635 h 177731"/>
                    <a:gd name="connsiteX22" fmla="*/ 133235 w 177764"/>
                    <a:gd name="connsiteY22" fmla="*/ 27635 h 177731"/>
                    <a:gd name="connsiteX23" fmla="*/ 124788 w 177764"/>
                    <a:gd name="connsiteY23" fmla="*/ 36082 h 177731"/>
                    <a:gd name="connsiteX24" fmla="*/ 155150 w 177764"/>
                    <a:gd name="connsiteY24" fmla="*/ 36082 h 177731"/>
                    <a:gd name="connsiteX25" fmla="*/ 150070 w 177764"/>
                    <a:gd name="connsiteY25" fmla="*/ 147252 h 177731"/>
                    <a:gd name="connsiteX26" fmla="*/ 150070 w 177764"/>
                    <a:gd name="connsiteY26" fmla="*/ 133075 h 177731"/>
                    <a:gd name="connsiteX27" fmla="*/ 141623 w 177764"/>
                    <a:gd name="connsiteY27" fmla="*/ 124628 h 177731"/>
                    <a:gd name="connsiteX28" fmla="*/ 141623 w 177764"/>
                    <a:gd name="connsiteY28" fmla="*/ 154990 h 177731"/>
                    <a:gd name="connsiteX29" fmla="*/ 30454 w 177764"/>
                    <a:gd name="connsiteY29" fmla="*/ 149910 h 177731"/>
                    <a:gd name="connsiteX30" fmla="*/ 44630 w 177764"/>
                    <a:gd name="connsiteY30" fmla="*/ 149910 h 177731"/>
                    <a:gd name="connsiteX31" fmla="*/ 53077 w 177764"/>
                    <a:gd name="connsiteY31" fmla="*/ 141463 h 177731"/>
                    <a:gd name="connsiteX32" fmla="*/ 22715 w 177764"/>
                    <a:gd name="connsiteY32" fmla="*/ 141463 h 177731"/>
                    <a:gd name="connsiteX33" fmla="*/ 27795 w 177764"/>
                    <a:gd name="connsiteY33" fmla="*/ 30293 h 177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731">
                      <a:moveTo>
                        <a:pt x="19348" y="144239"/>
                      </a:moveTo>
                      <a:lnTo>
                        <a:pt x="19348" y="175192"/>
                      </a:lnTo>
                      <a:lnTo>
                        <a:pt x="27736" y="166804"/>
                      </a:lnTo>
                      <a:lnTo>
                        <a:pt x="27736" y="153395"/>
                      </a:lnTo>
                      <a:cubicBezTo>
                        <a:pt x="60107" y="184052"/>
                        <a:pt x="110080" y="185765"/>
                        <a:pt x="144340" y="158416"/>
                      </a:cubicBezTo>
                      <a:lnTo>
                        <a:pt x="175293" y="158416"/>
                      </a:lnTo>
                      <a:lnTo>
                        <a:pt x="166846" y="150028"/>
                      </a:lnTo>
                      <a:lnTo>
                        <a:pt x="153437" y="150028"/>
                      </a:lnTo>
                      <a:cubicBezTo>
                        <a:pt x="184094" y="117599"/>
                        <a:pt x="185807" y="67685"/>
                        <a:pt x="158399" y="33424"/>
                      </a:cubicBezTo>
                      <a:lnTo>
                        <a:pt x="158399" y="2472"/>
                      </a:lnTo>
                      <a:lnTo>
                        <a:pt x="149952" y="10919"/>
                      </a:lnTo>
                      <a:lnTo>
                        <a:pt x="149952" y="24328"/>
                      </a:lnTo>
                      <a:cubicBezTo>
                        <a:pt x="117582" y="-6330"/>
                        <a:pt x="67608" y="-8043"/>
                        <a:pt x="33348" y="19365"/>
                      </a:cubicBezTo>
                      <a:lnTo>
                        <a:pt x="2395" y="19365"/>
                      </a:lnTo>
                      <a:lnTo>
                        <a:pt x="10842" y="27813"/>
                      </a:lnTo>
                      <a:lnTo>
                        <a:pt x="24251" y="27813"/>
                      </a:lnTo>
                      <a:cubicBezTo>
                        <a:pt x="-6347" y="60006"/>
                        <a:pt x="-8001" y="109920"/>
                        <a:pt x="19348" y="144239"/>
                      </a:cubicBezTo>
                      <a:close/>
                      <a:moveTo>
                        <a:pt x="27795" y="30293"/>
                      </a:moveTo>
                      <a:lnTo>
                        <a:pt x="27795" y="44470"/>
                      </a:lnTo>
                      <a:lnTo>
                        <a:pt x="36242" y="52917"/>
                      </a:lnTo>
                      <a:lnTo>
                        <a:pt x="36242" y="22555"/>
                      </a:lnTo>
                      <a:cubicBezTo>
                        <a:pt x="68967" y="-3553"/>
                        <a:pt x="116636" y="-1841"/>
                        <a:pt x="147412" y="27635"/>
                      </a:cubicBezTo>
                      <a:lnTo>
                        <a:pt x="133235" y="27635"/>
                      </a:lnTo>
                      <a:lnTo>
                        <a:pt x="124788" y="36082"/>
                      </a:lnTo>
                      <a:lnTo>
                        <a:pt x="155150" y="36082"/>
                      </a:lnTo>
                      <a:cubicBezTo>
                        <a:pt x="181259" y="68807"/>
                        <a:pt x="179546" y="116476"/>
                        <a:pt x="150070" y="147252"/>
                      </a:cubicBezTo>
                      <a:lnTo>
                        <a:pt x="150070" y="133075"/>
                      </a:lnTo>
                      <a:lnTo>
                        <a:pt x="141623" y="124628"/>
                      </a:lnTo>
                      <a:lnTo>
                        <a:pt x="141623" y="154990"/>
                      </a:lnTo>
                      <a:cubicBezTo>
                        <a:pt x="108898" y="181040"/>
                        <a:pt x="61229" y="179386"/>
                        <a:pt x="30454" y="149910"/>
                      </a:cubicBezTo>
                      <a:lnTo>
                        <a:pt x="44630" y="149910"/>
                      </a:lnTo>
                      <a:lnTo>
                        <a:pt x="53077" y="141463"/>
                      </a:lnTo>
                      <a:lnTo>
                        <a:pt x="22715" y="141463"/>
                      </a:lnTo>
                      <a:cubicBezTo>
                        <a:pt x="-3334" y="108738"/>
                        <a:pt x="-1680" y="61069"/>
                        <a:pt x="27795" y="302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22" name="Graphic 4773">
                  <a:extLst>
                    <a:ext uri="{FF2B5EF4-FFF2-40B4-BE49-F238E27FC236}">
                      <a16:creationId xmlns:a16="http://schemas.microsoft.com/office/drawing/2014/main" id="{131B3728-D3B1-ABF6-3BD7-57CF7C4F572C}"/>
                    </a:ext>
                  </a:extLst>
                </p:cNvPr>
                <p:cNvGrpSpPr/>
                <p:nvPr/>
              </p:nvGrpSpPr>
              <p:grpSpPr>
                <a:xfrm>
                  <a:off x="1739250" y="2188416"/>
                  <a:ext cx="502742" cy="119025"/>
                  <a:chOff x="1739250" y="2188416"/>
                  <a:chExt cx="502742" cy="119025"/>
                </a:xfrm>
                <a:grpFill/>
              </p:grpSpPr>
              <p:sp>
                <p:nvSpPr>
                  <p:cNvPr id="143" name="Freeform: Shape 142">
                    <a:extLst>
                      <a:ext uri="{FF2B5EF4-FFF2-40B4-BE49-F238E27FC236}">
                        <a16:creationId xmlns:a16="http://schemas.microsoft.com/office/drawing/2014/main" id="{F767F031-72C0-B58E-CE34-6E6EDC7553D3}"/>
                      </a:ext>
                    </a:extLst>
                  </p:cNvPr>
                  <p:cNvSpPr/>
                  <p:nvPr/>
                </p:nvSpPr>
                <p:spPr>
                  <a:xfrm>
                    <a:off x="2096208" y="2188475"/>
                    <a:ext cx="145784" cy="118966"/>
                  </a:xfrm>
                  <a:custGeom>
                    <a:avLst/>
                    <a:gdLst>
                      <a:gd name="connsiteX0" fmla="*/ 0 w 145784"/>
                      <a:gd name="connsiteY0" fmla="*/ 35678 h 118966"/>
                      <a:gd name="connsiteX1" fmla="*/ 0 w 145784"/>
                      <a:gd name="connsiteY1" fmla="*/ 83289 h 118966"/>
                      <a:gd name="connsiteX2" fmla="*/ 35678 w 145784"/>
                      <a:gd name="connsiteY2" fmla="*/ 118967 h 118966"/>
                      <a:gd name="connsiteX3" fmla="*/ 83288 w 145784"/>
                      <a:gd name="connsiteY3" fmla="*/ 118967 h 118966"/>
                      <a:gd name="connsiteX4" fmla="*/ 118494 w 145784"/>
                      <a:gd name="connsiteY4" fmla="*/ 88959 h 118966"/>
                      <a:gd name="connsiteX5" fmla="*/ 145784 w 145784"/>
                      <a:gd name="connsiteY5" fmla="*/ 59483 h 118966"/>
                      <a:gd name="connsiteX6" fmla="*/ 118494 w 145784"/>
                      <a:gd name="connsiteY6" fmla="*/ 30008 h 118966"/>
                      <a:gd name="connsiteX7" fmla="*/ 83288 w 145784"/>
                      <a:gd name="connsiteY7" fmla="*/ 0 h 118966"/>
                      <a:gd name="connsiteX8" fmla="*/ 35678 w 145784"/>
                      <a:gd name="connsiteY8" fmla="*/ 0 h 118966"/>
                      <a:gd name="connsiteX9" fmla="*/ 0 w 145784"/>
                      <a:gd name="connsiteY9" fmla="*/ 35678 h 118966"/>
                      <a:gd name="connsiteX10" fmla="*/ 5966 w 145784"/>
                      <a:gd name="connsiteY10" fmla="*/ 35678 h 118966"/>
                      <a:gd name="connsiteX11" fmla="*/ 35678 w 145784"/>
                      <a:gd name="connsiteY11" fmla="*/ 5907 h 118966"/>
                      <a:gd name="connsiteX12" fmla="*/ 83288 w 145784"/>
                      <a:gd name="connsiteY12" fmla="*/ 5907 h 118966"/>
                      <a:gd name="connsiteX13" fmla="*/ 112469 w 145784"/>
                      <a:gd name="connsiteY13" fmla="*/ 30067 h 118966"/>
                      <a:gd name="connsiteX14" fmla="*/ 86242 w 145784"/>
                      <a:gd name="connsiteY14" fmla="*/ 59424 h 118966"/>
                      <a:gd name="connsiteX15" fmla="*/ 112469 w 145784"/>
                      <a:gd name="connsiteY15" fmla="*/ 88782 h 118966"/>
                      <a:gd name="connsiteX16" fmla="*/ 83288 w 145784"/>
                      <a:gd name="connsiteY16" fmla="*/ 112942 h 118966"/>
                      <a:gd name="connsiteX17" fmla="*/ 35678 w 145784"/>
                      <a:gd name="connsiteY17" fmla="*/ 112942 h 118966"/>
                      <a:gd name="connsiteX18" fmla="*/ 5966 w 145784"/>
                      <a:gd name="connsiteY18" fmla="*/ 83171 h 118966"/>
                      <a:gd name="connsiteX19" fmla="*/ 5966 w 145784"/>
                      <a:gd name="connsiteY19" fmla="*/ 3567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0" y="35678"/>
                        </a:moveTo>
                        <a:lnTo>
                          <a:pt x="0" y="83289"/>
                        </a:lnTo>
                        <a:cubicBezTo>
                          <a:pt x="0" y="103018"/>
                          <a:pt x="16008" y="118967"/>
                          <a:pt x="35678" y="118967"/>
                        </a:cubicBezTo>
                        <a:lnTo>
                          <a:pt x="83288" y="118967"/>
                        </a:lnTo>
                        <a:cubicBezTo>
                          <a:pt x="101068" y="118967"/>
                          <a:pt x="115777" y="105971"/>
                          <a:pt x="118494" y="88959"/>
                        </a:cubicBezTo>
                        <a:cubicBezTo>
                          <a:pt x="133734" y="87660"/>
                          <a:pt x="145784" y="75019"/>
                          <a:pt x="145784" y="59483"/>
                        </a:cubicBezTo>
                        <a:cubicBezTo>
                          <a:pt x="145784" y="43948"/>
                          <a:pt x="133734" y="31248"/>
                          <a:pt x="118494" y="30008"/>
                        </a:cubicBezTo>
                        <a:cubicBezTo>
                          <a:pt x="115777" y="12996"/>
                          <a:pt x="101068" y="0"/>
                          <a:pt x="83288" y="0"/>
                        </a:cubicBezTo>
                        <a:lnTo>
                          <a:pt x="35678" y="0"/>
                        </a:lnTo>
                        <a:cubicBezTo>
                          <a:pt x="16008" y="-59"/>
                          <a:pt x="0" y="15949"/>
                          <a:pt x="0" y="35678"/>
                        </a:cubicBezTo>
                        <a:close/>
                        <a:moveTo>
                          <a:pt x="5966" y="35678"/>
                        </a:moveTo>
                        <a:cubicBezTo>
                          <a:pt x="5966" y="19257"/>
                          <a:pt x="19316" y="5907"/>
                          <a:pt x="35678" y="5907"/>
                        </a:cubicBezTo>
                        <a:lnTo>
                          <a:pt x="83288" y="5907"/>
                        </a:lnTo>
                        <a:cubicBezTo>
                          <a:pt x="97761" y="5907"/>
                          <a:pt x="109870" y="16303"/>
                          <a:pt x="112469" y="30067"/>
                        </a:cubicBezTo>
                        <a:cubicBezTo>
                          <a:pt x="97761" y="31839"/>
                          <a:pt x="86242" y="44244"/>
                          <a:pt x="86242" y="59424"/>
                        </a:cubicBezTo>
                        <a:cubicBezTo>
                          <a:pt x="86242" y="74664"/>
                          <a:pt x="97701" y="87010"/>
                          <a:pt x="112469" y="88782"/>
                        </a:cubicBezTo>
                        <a:cubicBezTo>
                          <a:pt x="109870" y="102545"/>
                          <a:pt x="97761" y="112942"/>
                          <a:pt x="83288" y="112942"/>
                        </a:cubicBezTo>
                        <a:lnTo>
                          <a:pt x="35678" y="112942"/>
                        </a:lnTo>
                        <a:cubicBezTo>
                          <a:pt x="19257" y="112942"/>
                          <a:pt x="5966" y="99592"/>
                          <a:pt x="5966" y="83171"/>
                        </a:cubicBezTo>
                        <a:lnTo>
                          <a:pt x="5966" y="35678"/>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4" name="Freeform: Shape 143">
                    <a:extLst>
                      <a:ext uri="{FF2B5EF4-FFF2-40B4-BE49-F238E27FC236}">
                        <a16:creationId xmlns:a16="http://schemas.microsoft.com/office/drawing/2014/main" id="{DBAF4981-A892-274E-DD4D-8FDD19A020AA}"/>
                      </a:ext>
                    </a:extLst>
                  </p:cNvPr>
                  <p:cNvSpPr/>
                  <p:nvPr/>
                </p:nvSpPr>
                <p:spPr>
                  <a:xfrm>
                    <a:off x="1739250" y="2188416"/>
                    <a:ext cx="145784" cy="118966"/>
                  </a:xfrm>
                  <a:custGeom>
                    <a:avLst/>
                    <a:gdLst>
                      <a:gd name="connsiteX0" fmla="*/ 145784 w 145784"/>
                      <a:gd name="connsiteY0" fmla="*/ 83288 h 118966"/>
                      <a:gd name="connsiteX1" fmla="*/ 145784 w 145784"/>
                      <a:gd name="connsiteY1" fmla="*/ 35678 h 118966"/>
                      <a:gd name="connsiteX2" fmla="*/ 110106 w 145784"/>
                      <a:gd name="connsiteY2" fmla="*/ 0 h 118966"/>
                      <a:gd name="connsiteX3" fmla="*/ 62496 w 145784"/>
                      <a:gd name="connsiteY3" fmla="*/ 0 h 118966"/>
                      <a:gd name="connsiteX4" fmla="*/ 27290 w 145784"/>
                      <a:gd name="connsiteY4" fmla="*/ 30007 h 118966"/>
                      <a:gd name="connsiteX5" fmla="*/ 0 w 145784"/>
                      <a:gd name="connsiteY5" fmla="*/ 59483 h 118966"/>
                      <a:gd name="connsiteX6" fmla="*/ 27290 w 145784"/>
                      <a:gd name="connsiteY6" fmla="*/ 88959 h 118966"/>
                      <a:gd name="connsiteX7" fmla="*/ 62496 w 145784"/>
                      <a:gd name="connsiteY7" fmla="*/ 118966 h 118966"/>
                      <a:gd name="connsiteX8" fmla="*/ 110106 w 145784"/>
                      <a:gd name="connsiteY8" fmla="*/ 118966 h 118966"/>
                      <a:gd name="connsiteX9" fmla="*/ 145784 w 145784"/>
                      <a:gd name="connsiteY9" fmla="*/ 83288 h 118966"/>
                      <a:gd name="connsiteX10" fmla="*/ 139877 w 145784"/>
                      <a:gd name="connsiteY10" fmla="*/ 83288 h 118966"/>
                      <a:gd name="connsiteX11" fmla="*/ 110106 w 145784"/>
                      <a:gd name="connsiteY11" fmla="*/ 113059 h 118966"/>
                      <a:gd name="connsiteX12" fmla="*/ 62496 w 145784"/>
                      <a:gd name="connsiteY12" fmla="*/ 113059 h 118966"/>
                      <a:gd name="connsiteX13" fmla="*/ 33315 w 145784"/>
                      <a:gd name="connsiteY13" fmla="*/ 88900 h 118966"/>
                      <a:gd name="connsiteX14" fmla="*/ 59542 w 145784"/>
                      <a:gd name="connsiteY14" fmla="*/ 59542 h 118966"/>
                      <a:gd name="connsiteX15" fmla="*/ 33315 w 145784"/>
                      <a:gd name="connsiteY15" fmla="*/ 30185 h 118966"/>
                      <a:gd name="connsiteX16" fmla="*/ 62496 w 145784"/>
                      <a:gd name="connsiteY16" fmla="*/ 6025 h 118966"/>
                      <a:gd name="connsiteX17" fmla="*/ 110106 w 145784"/>
                      <a:gd name="connsiteY17" fmla="*/ 6025 h 118966"/>
                      <a:gd name="connsiteX18" fmla="*/ 139877 w 145784"/>
                      <a:gd name="connsiteY18" fmla="*/ 35796 h 118966"/>
                      <a:gd name="connsiteX19" fmla="*/ 139877 w 145784"/>
                      <a:gd name="connsiteY19" fmla="*/ 8328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145784" y="83288"/>
                        </a:moveTo>
                        <a:lnTo>
                          <a:pt x="145784" y="35678"/>
                        </a:lnTo>
                        <a:cubicBezTo>
                          <a:pt x="145784" y="15949"/>
                          <a:pt x="129776" y="0"/>
                          <a:pt x="110106" y="0"/>
                        </a:cubicBezTo>
                        <a:lnTo>
                          <a:pt x="62496" y="0"/>
                        </a:lnTo>
                        <a:cubicBezTo>
                          <a:pt x="44716" y="0"/>
                          <a:pt x="30007" y="12995"/>
                          <a:pt x="27290" y="30007"/>
                        </a:cubicBezTo>
                        <a:cubicBezTo>
                          <a:pt x="12050" y="31307"/>
                          <a:pt x="0" y="43889"/>
                          <a:pt x="0" y="59483"/>
                        </a:cubicBezTo>
                        <a:cubicBezTo>
                          <a:pt x="0" y="75078"/>
                          <a:pt x="12050" y="87718"/>
                          <a:pt x="27290" y="88959"/>
                        </a:cubicBezTo>
                        <a:cubicBezTo>
                          <a:pt x="30007" y="105971"/>
                          <a:pt x="44716" y="118966"/>
                          <a:pt x="62496" y="118966"/>
                        </a:cubicBezTo>
                        <a:lnTo>
                          <a:pt x="110106" y="118966"/>
                        </a:lnTo>
                        <a:cubicBezTo>
                          <a:pt x="129835" y="118966"/>
                          <a:pt x="145784" y="103018"/>
                          <a:pt x="145784" y="83288"/>
                        </a:cubicBezTo>
                        <a:close/>
                        <a:moveTo>
                          <a:pt x="139877" y="83288"/>
                        </a:moveTo>
                        <a:cubicBezTo>
                          <a:pt x="139877" y="99710"/>
                          <a:pt x="126527" y="113059"/>
                          <a:pt x="110106" y="113059"/>
                        </a:cubicBezTo>
                        <a:lnTo>
                          <a:pt x="62496" y="113059"/>
                        </a:lnTo>
                        <a:cubicBezTo>
                          <a:pt x="48024" y="113059"/>
                          <a:pt x="35914" y="102663"/>
                          <a:pt x="33315" y="88900"/>
                        </a:cubicBezTo>
                        <a:cubicBezTo>
                          <a:pt x="48083" y="87128"/>
                          <a:pt x="59542" y="74723"/>
                          <a:pt x="59542" y="59542"/>
                        </a:cubicBezTo>
                        <a:cubicBezTo>
                          <a:pt x="59542" y="44361"/>
                          <a:pt x="48083" y="31957"/>
                          <a:pt x="33315" y="30185"/>
                        </a:cubicBezTo>
                        <a:cubicBezTo>
                          <a:pt x="35914" y="16421"/>
                          <a:pt x="48024" y="6025"/>
                          <a:pt x="62496" y="6025"/>
                        </a:cubicBezTo>
                        <a:lnTo>
                          <a:pt x="110106" y="6025"/>
                        </a:lnTo>
                        <a:cubicBezTo>
                          <a:pt x="126527" y="6025"/>
                          <a:pt x="139877" y="19375"/>
                          <a:pt x="139877" y="35796"/>
                        </a:cubicBezTo>
                        <a:lnTo>
                          <a:pt x="139877" y="83288"/>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5" name="Freeform: Shape 144">
                    <a:extLst>
                      <a:ext uri="{FF2B5EF4-FFF2-40B4-BE49-F238E27FC236}">
                        <a16:creationId xmlns:a16="http://schemas.microsoft.com/office/drawing/2014/main" id="{37235495-B8A7-3439-319D-555C70A289BD}"/>
                      </a:ext>
                    </a:extLst>
                  </p:cNvPr>
                  <p:cNvSpPr/>
                  <p:nvPr/>
                </p:nvSpPr>
                <p:spPr>
                  <a:xfrm>
                    <a:off x="1900510" y="2188475"/>
                    <a:ext cx="176559" cy="118907"/>
                  </a:xfrm>
                  <a:custGeom>
                    <a:avLst/>
                    <a:gdLst>
                      <a:gd name="connsiteX0" fmla="*/ 28354 w 176559"/>
                      <a:gd name="connsiteY0" fmla="*/ 89018 h 118907"/>
                      <a:gd name="connsiteX1" fmla="*/ 63559 w 176559"/>
                      <a:gd name="connsiteY1" fmla="*/ 118907 h 118907"/>
                      <a:gd name="connsiteX2" fmla="*/ 111170 w 176559"/>
                      <a:gd name="connsiteY2" fmla="*/ 118907 h 118907"/>
                      <a:gd name="connsiteX3" fmla="*/ 146316 w 176559"/>
                      <a:gd name="connsiteY3" fmla="*/ 89136 h 118907"/>
                      <a:gd name="connsiteX4" fmla="*/ 146848 w 176559"/>
                      <a:gd name="connsiteY4" fmla="*/ 89195 h 118907"/>
                      <a:gd name="connsiteX5" fmla="*/ 176560 w 176559"/>
                      <a:gd name="connsiteY5" fmla="*/ 59483 h 118907"/>
                      <a:gd name="connsiteX6" fmla="*/ 146848 w 176559"/>
                      <a:gd name="connsiteY6" fmla="*/ 29712 h 118907"/>
                      <a:gd name="connsiteX7" fmla="*/ 146316 w 176559"/>
                      <a:gd name="connsiteY7" fmla="*/ 29771 h 118907"/>
                      <a:gd name="connsiteX8" fmla="*/ 111170 w 176559"/>
                      <a:gd name="connsiteY8" fmla="*/ 0 h 118907"/>
                      <a:gd name="connsiteX9" fmla="*/ 63559 w 176559"/>
                      <a:gd name="connsiteY9" fmla="*/ 0 h 118907"/>
                      <a:gd name="connsiteX10" fmla="*/ 28354 w 176559"/>
                      <a:gd name="connsiteY10" fmla="*/ 29889 h 118907"/>
                      <a:gd name="connsiteX11" fmla="*/ 0 w 176559"/>
                      <a:gd name="connsiteY11" fmla="*/ 59483 h 118907"/>
                      <a:gd name="connsiteX12" fmla="*/ 28354 w 176559"/>
                      <a:gd name="connsiteY12" fmla="*/ 89018 h 118907"/>
                      <a:gd name="connsiteX13" fmla="*/ 34320 w 176559"/>
                      <a:gd name="connsiteY13" fmla="*/ 88723 h 118907"/>
                      <a:gd name="connsiteX14" fmla="*/ 59424 w 176559"/>
                      <a:gd name="connsiteY14" fmla="*/ 59424 h 118907"/>
                      <a:gd name="connsiteX15" fmla="*/ 34320 w 176559"/>
                      <a:gd name="connsiteY15" fmla="*/ 30126 h 118907"/>
                      <a:gd name="connsiteX16" fmla="*/ 63500 w 176559"/>
                      <a:gd name="connsiteY16" fmla="*/ 5848 h 118907"/>
                      <a:gd name="connsiteX17" fmla="*/ 111110 w 176559"/>
                      <a:gd name="connsiteY17" fmla="*/ 5848 h 118907"/>
                      <a:gd name="connsiteX18" fmla="*/ 140350 w 176559"/>
                      <a:gd name="connsiteY18" fmla="*/ 30421 h 118907"/>
                      <a:gd name="connsiteX19" fmla="*/ 117077 w 176559"/>
                      <a:gd name="connsiteY19" fmla="*/ 59424 h 118907"/>
                      <a:gd name="connsiteX20" fmla="*/ 140350 w 176559"/>
                      <a:gd name="connsiteY20" fmla="*/ 88427 h 118907"/>
                      <a:gd name="connsiteX21" fmla="*/ 111110 w 176559"/>
                      <a:gd name="connsiteY21" fmla="*/ 113001 h 118907"/>
                      <a:gd name="connsiteX22" fmla="*/ 63500 w 176559"/>
                      <a:gd name="connsiteY22" fmla="*/ 113001 h 118907"/>
                      <a:gd name="connsiteX23" fmla="*/ 34320 w 176559"/>
                      <a:gd name="connsiteY23" fmla="*/ 88723 h 118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559" h="118907">
                        <a:moveTo>
                          <a:pt x="28354" y="89018"/>
                        </a:moveTo>
                        <a:cubicBezTo>
                          <a:pt x="31130" y="105971"/>
                          <a:pt x="45779" y="118907"/>
                          <a:pt x="63559" y="118907"/>
                        </a:cubicBezTo>
                        <a:lnTo>
                          <a:pt x="111170" y="118907"/>
                        </a:lnTo>
                        <a:cubicBezTo>
                          <a:pt x="128890" y="118907"/>
                          <a:pt x="143540" y="106030"/>
                          <a:pt x="146316" y="89136"/>
                        </a:cubicBezTo>
                        <a:cubicBezTo>
                          <a:pt x="146493" y="89136"/>
                          <a:pt x="146671" y="89195"/>
                          <a:pt x="146848" y="89195"/>
                        </a:cubicBezTo>
                        <a:cubicBezTo>
                          <a:pt x="163269" y="89195"/>
                          <a:pt x="176560" y="75905"/>
                          <a:pt x="176560" y="59483"/>
                        </a:cubicBezTo>
                        <a:cubicBezTo>
                          <a:pt x="176560" y="43062"/>
                          <a:pt x="163269" y="29712"/>
                          <a:pt x="146848" y="29712"/>
                        </a:cubicBezTo>
                        <a:cubicBezTo>
                          <a:pt x="146671" y="29712"/>
                          <a:pt x="146493" y="29771"/>
                          <a:pt x="146316" y="29771"/>
                        </a:cubicBezTo>
                        <a:cubicBezTo>
                          <a:pt x="143481" y="12877"/>
                          <a:pt x="128831" y="0"/>
                          <a:pt x="111170" y="0"/>
                        </a:cubicBezTo>
                        <a:lnTo>
                          <a:pt x="63559" y="0"/>
                        </a:lnTo>
                        <a:cubicBezTo>
                          <a:pt x="45838" y="0"/>
                          <a:pt x="31189" y="12936"/>
                          <a:pt x="28354" y="29889"/>
                        </a:cubicBezTo>
                        <a:cubicBezTo>
                          <a:pt x="12582" y="30598"/>
                          <a:pt x="0" y="43534"/>
                          <a:pt x="0" y="59483"/>
                        </a:cubicBezTo>
                        <a:cubicBezTo>
                          <a:pt x="-59" y="75432"/>
                          <a:pt x="12582" y="88309"/>
                          <a:pt x="28354" y="89018"/>
                        </a:cubicBezTo>
                        <a:close/>
                        <a:moveTo>
                          <a:pt x="34320" y="88723"/>
                        </a:moveTo>
                        <a:cubicBezTo>
                          <a:pt x="48556" y="86478"/>
                          <a:pt x="59424" y="74310"/>
                          <a:pt x="59424" y="59424"/>
                        </a:cubicBezTo>
                        <a:cubicBezTo>
                          <a:pt x="59424" y="44598"/>
                          <a:pt x="48497" y="32370"/>
                          <a:pt x="34320" y="30126"/>
                        </a:cubicBezTo>
                        <a:cubicBezTo>
                          <a:pt x="36919" y="16362"/>
                          <a:pt x="48969" y="5848"/>
                          <a:pt x="63500" y="5848"/>
                        </a:cubicBezTo>
                        <a:lnTo>
                          <a:pt x="111110" y="5848"/>
                        </a:lnTo>
                        <a:cubicBezTo>
                          <a:pt x="125760" y="5848"/>
                          <a:pt x="137869" y="16481"/>
                          <a:pt x="140350" y="30421"/>
                        </a:cubicBezTo>
                        <a:cubicBezTo>
                          <a:pt x="127059" y="33375"/>
                          <a:pt x="117077" y="45189"/>
                          <a:pt x="117077" y="59424"/>
                        </a:cubicBezTo>
                        <a:cubicBezTo>
                          <a:pt x="117077" y="73601"/>
                          <a:pt x="127059" y="85474"/>
                          <a:pt x="140350" y="88427"/>
                        </a:cubicBezTo>
                        <a:cubicBezTo>
                          <a:pt x="137869" y="102368"/>
                          <a:pt x="125760" y="113001"/>
                          <a:pt x="111110" y="113001"/>
                        </a:cubicBezTo>
                        <a:lnTo>
                          <a:pt x="63500" y="113001"/>
                        </a:lnTo>
                        <a:cubicBezTo>
                          <a:pt x="48969" y="113001"/>
                          <a:pt x="36919" y="102486"/>
                          <a:pt x="34320" y="8872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23" name="Graphic 4773">
                  <a:extLst>
                    <a:ext uri="{FF2B5EF4-FFF2-40B4-BE49-F238E27FC236}">
                      <a16:creationId xmlns:a16="http://schemas.microsoft.com/office/drawing/2014/main" id="{6899F6F6-B8A4-4B26-EC03-5C181A323041}"/>
                    </a:ext>
                  </a:extLst>
                </p:cNvPr>
                <p:cNvGrpSpPr/>
                <p:nvPr/>
              </p:nvGrpSpPr>
              <p:grpSpPr>
                <a:xfrm>
                  <a:off x="2558193" y="4022355"/>
                  <a:ext cx="400670" cy="114063"/>
                  <a:chOff x="2558193" y="4022355"/>
                  <a:chExt cx="400670" cy="114063"/>
                </a:xfrm>
                <a:grpFill/>
              </p:grpSpPr>
              <p:grpSp>
                <p:nvGrpSpPr>
                  <p:cNvPr id="133" name="Graphic 4773">
                    <a:extLst>
                      <a:ext uri="{FF2B5EF4-FFF2-40B4-BE49-F238E27FC236}">
                        <a16:creationId xmlns:a16="http://schemas.microsoft.com/office/drawing/2014/main" id="{2B21BE52-371A-1E61-A50E-F2EEAA439975}"/>
                      </a:ext>
                    </a:extLst>
                  </p:cNvPr>
                  <p:cNvGrpSpPr/>
                  <p:nvPr/>
                </p:nvGrpSpPr>
                <p:grpSpPr>
                  <a:xfrm>
                    <a:off x="2558193" y="4022355"/>
                    <a:ext cx="114004" cy="114004"/>
                    <a:chOff x="2558193" y="4022355"/>
                    <a:chExt cx="114004" cy="114004"/>
                  </a:xfrm>
                  <a:grpFill/>
                </p:grpSpPr>
                <p:sp>
                  <p:nvSpPr>
                    <p:cNvPr id="141" name="Freeform: Shape 140">
                      <a:extLst>
                        <a:ext uri="{FF2B5EF4-FFF2-40B4-BE49-F238E27FC236}">
                          <a16:creationId xmlns:a16="http://schemas.microsoft.com/office/drawing/2014/main" id="{FF35E1E3-6DA3-995D-D811-CA57EA975D80}"/>
                        </a:ext>
                      </a:extLst>
                    </p:cNvPr>
                    <p:cNvSpPr/>
                    <p:nvPr/>
                  </p:nvSpPr>
                  <p:spPr>
                    <a:xfrm>
                      <a:off x="2558193" y="4022355"/>
                      <a:ext cx="114004" cy="114004"/>
                    </a:xfrm>
                    <a:custGeom>
                      <a:avLst/>
                      <a:gdLst>
                        <a:gd name="connsiteX0" fmla="*/ 34201 w 114004"/>
                        <a:gd name="connsiteY0" fmla="*/ 114005 h 114004"/>
                        <a:gd name="connsiteX1" fmla="*/ 79803 w 114004"/>
                        <a:gd name="connsiteY1" fmla="*/ 114005 h 114004"/>
                        <a:gd name="connsiteX2" fmla="*/ 114005 w 114004"/>
                        <a:gd name="connsiteY2" fmla="*/ 79803 h 114004"/>
                        <a:gd name="connsiteX3" fmla="*/ 114005 w 114004"/>
                        <a:gd name="connsiteY3" fmla="*/ 34201 h 114004"/>
                        <a:gd name="connsiteX4" fmla="*/ 79803 w 114004"/>
                        <a:gd name="connsiteY4" fmla="*/ 0 h 114004"/>
                        <a:gd name="connsiteX5" fmla="*/ 34201 w 114004"/>
                        <a:gd name="connsiteY5" fmla="*/ 0 h 114004"/>
                        <a:gd name="connsiteX6" fmla="*/ 0 w 114004"/>
                        <a:gd name="connsiteY6" fmla="*/ 34201 h 114004"/>
                        <a:gd name="connsiteX7" fmla="*/ 0 w 114004"/>
                        <a:gd name="connsiteY7" fmla="*/ 79803 h 114004"/>
                        <a:gd name="connsiteX8" fmla="*/ 34201 w 114004"/>
                        <a:gd name="connsiteY8" fmla="*/ 114005 h 114004"/>
                        <a:gd name="connsiteX9" fmla="*/ 34201 w 114004"/>
                        <a:gd name="connsiteY9" fmla="*/ 108334 h 114004"/>
                        <a:gd name="connsiteX10" fmla="*/ 5730 w 114004"/>
                        <a:gd name="connsiteY10" fmla="*/ 79862 h 114004"/>
                        <a:gd name="connsiteX11" fmla="*/ 5730 w 114004"/>
                        <a:gd name="connsiteY11" fmla="*/ 34260 h 114004"/>
                        <a:gd name="connsiteX12" fmla="*/ 34201 w 114004"/>
                        <a:gd name="connsiteY12" fmla="*/ 5789 h 114004"/>
                        <a:gd name="connsiteX13" fmla="*/ 79803 w 114004"/>
                        <a:gd name="connsiteY13" fmla="*/ 5789 h 114004"/>
                        <a:gd name="connsiteX14" fmla="*/ 108275 w 114004"/>
                        <a:gd name="connsiteY14" fmla="*/ 34260 h 114004"/>
                        <a:gd name="connsiteX15" fmla="*/ 108275 w 114004"/>
                        <a:gd name="connsiteY15" fmla="*/ 79862 h 114004"/>
                        <a:gd name="connsiteX16" fmla="*/ 79803 w 114004"/>
                        <a:gd name="connsiteY16" fmla="*/ 108334 h 114004"/>
                        <a:gd name="connsiteX17" fmla="*/ 34201 w 114004"/>
                        <a:gd name="connsiteY17" fmla="*/ 108334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34201" y="114005"/>
                          </a:moveTo>
                          <a:lnTo>
                            <a:pt x="79803" y="114005"/>
                          </a:lnTo>
                          <a:cubicBezTo>
                            <a:pt x="98706" y="114005"/>
                            <a:pt x="114005" y="98705"/>
                            <a:pt x="114005" y="79803"/>
                          </a:cubicBezTo>
                          <a:lnTo>
                            <a:pt x="114005" y="34201"/>
                          </a:lnTo>
                          <a:cubicBezTo>
                            <a:pt x="114005" y="15299"/>
                            <a:pt x="98706" y="0"/>
                            <a:pt x="79803" y="0"/>
                          </a:cubicBezTo>
                          <a:lnTo>
                            <a:pt x="34201" y="0"/>
                          </a:lnTo>
                          <a:cubicBezTo>
                            <a:pt x="15299" y="0"/>
                            <a:pt x="0" y="15299"/>
                            <a:pt x="0" y="34201"/>
                          </a:cubicBezTo>
                          <a:lnTo>
                            <a:pt x="0" y="79803"/>
                          </a:lnTo>
                          <a:cubicBezTo>
                            <a:pt x="0" y="98705"/>
                            <a:pt x="15358" y="114005"/>
                            <a:pt x="34201" y="114005"/>
                          </a:cubicBezTo>
                          <a:close/>
                          <a:moveTo>
                            <a:pt x="34201" y="108334"/>
                          </a:moveTo>
                          <a:cubicBezTo>
                            <a:pt x="18489" y="108334"/>
                            <a:pt x="5730" y="95575"/>
                            <a:pt x="5730" y="79862"/>
                          </a:cubicBezTo>
                          <a:lnTo>
                            <a:pt x="5730" y="34260"/>
                          </a:lnTo>
                          <a:cubicBezTo>
                            <a:pt x="5730" y="18548"/>
                            <a:pt x="18489" y="5789"/>
                            <a:pt x="34201" y="5789"/>
                          </a:cubicBezTo>
                          <a:lnTo>
                            <a:pt x="79803" y="5789"/>
                          </a:lnTo>
                          <a:cubicBezTo>
                            <a:pt x="95516" y="5789"/>
                            <a:pt x="108275" y="18548"/>
                            <a:pt x="108275" y="34260"/>
                          </a:cubicBezTo>
                          <a:lnTo>
                            <a:pt x="108275" y="79862"/>
                          </a:lnTo>
                          <a:cubicBezTo>
                            <a:pt x="108275" y="95575"/>
                            <a:pt x="95516" y="108334"/>
                            <a:pt x="79803" y="108334"/>
                          </a:cubicBezTo>
                          <a:lnTo>
                            <a:pt x="34201" y="10833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2" name="Freeform: Shape 141">
                      <a:extLst>
                        <a:ext uri="{FF2B5EF4-FFF2-40B4-BE49-F238E27FC236}">
                          <a16:creationId xmlns:a16="http://schemas.microsoft.com/office/drawing/2014/main" id="{1CED9045-6462-8E2F-706B-228EFDBB542E}"/>
                        </a:ext>
                      </a:extLst>
                    </p:cNvPr>
                    <p:cNvSpPr/>
                    <p:nvPr/>
                  </p:nvSpPr>
                  <p:spPr>
                    <a:xfrm>
                      <a:off x="2593812" y="4054725"/>
                      <a:ext cx="42766" cy="49323"/>
                    </a:xfrm>
                    <a:custGeom>
                      <a:avLst/>
                      <a:gdLst>
                        <a:gd name="connsiteX0" fmla="*/ 42767 w 42766"/>
                        <a:gd name="connsiteY0" fmla="*/ 0 h 49323"/>
                        <a:gd name="connsiteX1" fmla="*/ 42767 w 42766"/>
                        <a:gd name="connsiteY1" fmla="*/ 49323 h 49323"/>
                        <a:gd name="connsiteX2" fmla="*/ 0 w 42766"/>
                        <a:gd name="connsiteY2" fmla="*/ 24691 h 49323"/>
                      </a:gdLst>
                      <a:ahLst/>
                      <a:cxnLst>
                        <a:cxn ang="0">
                          <a:pos x="connsiteX0" y="connsiteY0"/>
                        </a:cxn>
                        <a:cxn ang="0">
                          <a:pos x="connsiteX1" y="connsiteY1"/>
                        </a:cxn>
                        <a:cxn ang="0">
                          <a:pos x="connsiteX2" y="connsiteY2"/>
                        </a:cxn>
                      </a:cxnLst>
                      <a:rect l="l" t="t" r="r" b="b"/>
                      <a:pathLst>
                        <a:path w="42766" h="49323">
                          <a:moveTo>
                            <a:pt x="42767" y="0"/>
                          </a:moveTo>
                          <a:lnTo>
                            <a:pt x="42767" y="49323"/>
                          </a:lnTo>
                          <a:lnTo>
                            <a:pt x="0" y="2469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34" name="Graphic 4773">
                    <a:extLst>
                      <a:ext uri="{FF2B5EF4-FFF2-40B4-BE49-F238E27FC236}">
                        <a16:creationId xmlns:a16="http://schemas.microsoft.com/office/drawing/2014/main" id="{99E01718-B2FC-8649-0B11-9E81995FE8A1}"/>
                      </a:ext>
                    </a:extLst>
                  </p:cNvPr>
                  <p:cNvGrpSpPr/>
                  <p:nvPr/>
                </p:nvGrpSpPr>
                <p:grpSpPr>
                  <a:xfrm>
                    <a:off x="2844858" y="4022414"/>
                    <a:ext cx="114004" cy="114004"/>
                    <a:chOff x="2844858" y="4022414"/>
                    <a:chExt cx="114004" cy="114004"/>
                  </a:xfrm>
                  <a:grpFill/>
                </p:grpSpPr>
                <p:sp>
                  <p:nvSpPr>
                    <p:cNvPr id="139" name="Freeform: Shape 138">
                      <a:extLst>
                        <a:ext uri="{FF2B5EF4-FFF2-40B4-BE49-F238E27FC236}">
                          <a16:creationId xmlns:a16="http://schemas.microsoft.com/office/drawing/2014/main" id="{A71EA899-D9B8-96E6-51E9-FE4DC7FF62F5}"/>
                        </a:ext>
                      </a:extLst>
                    </p:cNvPr>
                    <p:cNvSpPr/>
                    <p:nvPr/>
                  </p:nvSpPr>
                  <p:spPr>
                    <a:xfrm>
                      <a:off x="2844858" y="4022414"/>
                      <a:ext cx="114004" cy="114004"/>
                    </a:xfrm>
                    <a:custGeom>
                      <a:avLst/>
                      <a:gdLst>
                        <a:gd name="connsiteX0" fmla="*/ 79803 w 114004"/>
                        <a:gd name="connsiteY0" fmla="*/ 0 h 114004"/>
                        <a:gd name="connsiteX1" fmla="*/ 34201 w 114004"/>
                        <a:gd name="connsiteY1" fmla="*/ 0 h 114004"/>
                        <a:gd name="connsiteX2" fmla="*/ 0 w 114004"/>
                        <a:gd name="connsiteY2" fmla="*/ 34201 h 114004"/>
                        <a:gd name="connsiteX3" fmla="*/ 0 w 114004"/>
                        <a:gd name="connsiteY3" fmla="*/ 79803 h 114004"/>
                        <a:gd name="connsiteX4" fmla="*/ 34201 w 114004"/>
                        <a:gd name="connsiteY4" fmla="*/ 114005 h 114004"/>
                        <a:gd name="connsiteX5" fmla="*/ 79803 w 114004"/>
                        <a:gd name="connsiteY5" fmla="*/ 114005 h 114004"/>
                        <a:gd name="connsiteX6" fmla="*/ 114005 w 114004"/>
                        <a:gd name="connsiteY6" fmla="*/ 79803 h 114004"/>
                        <a:gd name="connsiteX7" fmla="*/ 114005 w 114004"/>
                        <a:gd name="connsiteY7" fmla="*/ 34201 h 114004"/>
                        <a:gd name="connsiteX8" fmla="*/ 79803 w 114004"/>
                        <a:gd name="connsiteY8" fmla="*/ 0 h 114004"/>
                        <a:gd name="connsiteX9" fmla="*/ 79803 w 114004"/>
                        <a:gd name="connsiteY9" fmla="*/ 5670 h 114004"/>
                        <a:gd name="connsiteX10" fmla="*/ 108275 w 114004"/>
                        <a:gd name="connsiteY10" fmla="*/ 34142 h 114004"/>
                        <a:gd name="connsiteX11" fmla="*/ 108275 w 114004"/>
                        <a:gd name="connsiteY11" fmla="*/ 79744 h 114004"/>
                        <a:gd name="connsiteX12" fmla="*/ 79803 w 114004"/>
                        <a:gd name="connsiteY12" fmla="*/ 108216 h 114004"/>
                        <a:gd name="connsiteX13" fmla="*/ 34201 w 114004"/>
                        <a:gd name="connsiteY13" fmla="*/ 108216 h 114004"/>
                        <a:gd name="connsiteX14" fmla="*/ 5730 w 114004"/>
                        <a:gd name="connsiteY14" fmla="*/ 79744 h 114004"/>
                        <a:gd name="connsiteX15" fmla="*/ 5730 w 114004"/>
                        <a:gd name="connsiteY15" fmla="*/ 34142 h 114004"/>
                        <a:gd name="connsiteX16" fmla="*/ 34201 w 114004"/>
                        <a:gd name="connsiteY16" fmla="*/ 5670 h 114004"/>
                        <a:gd name="connsiteX17" fmla="*/ 79803 w 114004"/>
                        <a:gd name="connsiteY17" fmla="*/ 5670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79803" y="0"/>
                          </a:moveTo>
                          <a:lnTo>
                            <a:pt x="34201" y="0"/>
                          </a:lnTo>
                          <a:cubicBezTo>
                            <a:pt x="15299" y="0"/>
                            <a:pt x="0" y="15299"/>
                            <a:pt x="0" y="34201"/>
                          </a:cubicBez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close/>
                          <a:moveTo>
                            <a:pt x="79803" y="5670"/>
                          </a:moveTo>
                          <a:cubicBezTo>
                            <a:pt x="95516" y="5670"/>
                            <a:pt x="108275" y="18489"/>
                            <a:pt x="108275" y="34142"/>
                          </a:cubicBezTo>
                          <a:lnTo>
                            <a:pt x="108275" y="79744"/>
                          </a:lnTo>
                          <a:cubicBezTo>
                            <a:pt x="108275" y="95457"/>
                            <a:pt x="95516" y="108216"/>
                            <a:pt x="79803" y="108216"/>
                          </a:cubicBezTo>
                          <a:lnTo>
                            <a:pt x="34201" y="108216"/>
                          </a:lnTo>
                          <a:cubicBezTo>
                            <a:pt x="18489" y="108216"/>
                            <a:pt x="5730" y="95457"/>
                            <a:pt x="5730" y="79744"/>
                          </a:cubicBezTo>
                          <a:lnTo>
                            <a:pt x="5730" y="34142"/>
                          </a:lnTo>
                          <a:cubicBezTo>
                            <a:pt x="5730" y="18430"/>
                            <a:pt x="18489" y="5670"/>
                            <a:pt x="34201" y="5670"/>
                          </a:cubicBezTo>
                          <a:lnTo>
                            <a:pt x="79803" y="56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0" name="Freeform: Shape 139">
                      <a:extLst>
                        <a:ext uri="{FF2B5EF4-FFF2-40B4-BE49-F238E27FC236}">
                          <a16:creationId xmlns:a16="http://schemas.microsoft.com/office/drawing/2014/main" id="{1FE368F1-4641-2187-B888-A16DA7408AC4}"/>
                        </a:ext>
                      </a:extLst>
                    </p:cNvPr>
                    <p:cNvSpPr/>
                    <p:nvPr/>
                  </p:nvSpPr>
                  <p:spPr>
                    <a:xfrm>
                      <a:off x="2880537" y="4054725"/>
                      <a:ext cx="42707" cy="49323"/>
                    </a:xfrm>
                    <a:custGeom>
                      <a:avLst/>
                      <a:gdLst>
                        <a:gd name="connsiteX0" fmla="*/ 0 w 42707"/>
                        <a:gd name="connsiteY0" fmla="*/ 49323 h 49323"/>
                        <a:gd name="connsiteX1" fmla="*/ 0 w 42707"/>
                        <a:gd name="connsiteY1" fmla="*/ 0 h 49323"/>
                        <a:gd name="connsiteX2" fmla="*/ 42708 w 42707"/>
                        <a:gd name="connsiteY2" fmla="*/ 24691 h 49323"/>
                      </a:gdLst>
                      <a:ahLst/>
                      <a:cxnLst>
                        <a:cxn ang="0">
                          <a:pos x="connsiteX0" y="connsiteY0"/>
                        </a:cxn>
                        <a:cxn ang="0">
                          <a:pos x="connsiteX1" y="connsiteY1"/>
                        </a:cxn>
                        <a:cxn ang="0">
                          <a:pos x="connsiteX2" y="connsiteY2"/>
                        </a:cxn>
                      </a:cxnLst>
                      <a:rect l="l" t="t" r="r" b="b"/>
                      <a:pathLst>
                        <a:path w="42707" h="49323">
                          <a:moveTo>
                            <a:pt x="0" y="49323"/>
                          </a:moveTo>
                          <a:lnTo>
                            <a:pt x="0" y="0"/>
                          </a:lnTo>
                          <a:lnTo>
                            <a:pt x="42708" y="2469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35" name="Graphic 4773">
                    <a:extLst>
                      <a:ext uri="{FF2B5EF4-FFF2-40B4-BE49-F238E27FC236}">
                        <a16:creationId xmlns:a16="http://schemas.microsoft.com/office/drawing/2014/main" id="{F4BBC3DB-B868-B170-A594-A1172768F99F}"/>
                      </a:ext>
                    </a:extLst>
                  </p:cNvPr>
                  <p:cNvGrpSpPr/>
                  <p:nvPr/>
                </p:nvGrpSpPr>
                <p:grpSpPr>
                  <a:xfrm>
                    <a:off x="2702441" y="4022414"/>
                    <a:ext cx="114004" cy="114004"/>
                    <a:chOff x="2702441" y="4022414"/>
                    <a:chExt cx="114004" cy="114004"/>
                  </a:xfrm>
                  <a:grpFill/>
                </p:grpSpPr>
                <p:sp>
                  <p:nvSpPr>
                    <p:cNvPr id="136" name="Freeform: Shape 135">
                      <a:extLst>
                        <a:ext uri="{FF2B5EF4-FFF2-40B4-BE49-F238E27FC236}">
                          <a16:creationId xmlns:a16="http://schemas.microsoft.com/office/drawing/2014/main" id="{94E570F2-4A2B-7C8C-AEB3-A751BB33927A}"/>
                        </a:ext>
                      </a:extLst>
                    </p:cNvPr>
                    <p:cNvSpPr/>
                    <p:nvPr/>
                  </p:nvSpPr>
                  <p:spPr>
                    <a:xfrm>
                      <a:off x="2702441" y="4022414"/>
                      <a:ext cx="114004" cy="114004"/>
                    </a:xfrm>
                    <a:custGeom>
                      <a:avLst/>
                      <a:gdLst>
                        <a:gd name="connsiteX0" fmla="*/ 0 w 114004"/>
                        <a:gd name="connsiteY0" fmla="*/ 34201 h 114004"/>
                        <a:gd name="connsiteX1" fmla="*/ 0 w 114004"/>
                        <a:gd name="connsiteY1" fmla="*/ 79803 h 114004"/>
                        <a:gd name="connsiteX2" fmla="*/ 34201 w 114004"/>
                        <a:gd name="connsiteY2" fmla="*/ 114005 h 114004"/>
                        <a:gd name="connsiteX3" fmla="*/ 79803 w 114004"/>
                        <a:gd name="connsiteY3" fmla="*/ 114005 h 114004"/>
                        <a:gd name="connsiteX4" fmla="*/ 114005 w 114004"/>
                        <a:gd name="connsiteY4" fmla="*/ 79803 h 114004"/>
                        <a:gd name="connsiteX5" fmla="*/ 114005 w 114004"/>
                        <a:gd name="connsiteY5" fmla="*/ 34201 h 114004"/>
                        <a:gd name="connsiteX6" fmla="*/ 79803 w 114004"/>
                        <a:gd name="connsiteY6" fmla="*/ 0 h 114004"/>
                        <a:gd name="connsiteX7" fmla="*/ 34201 w 114004"/>
                        <a:gd name="connsiteY7" fmla="*/ 0 h 114004"/>
                        <a:gd name="connsiteX8" fmla="*/ 0 w 114004"/>
                        <a:gd name="connsiteY8" fmla="*/ 34201 h 114004"/>
                        <a:gd name="connsiteX9" fmla="*/ 5730 w 114004"/>
                        <a:gd name="connsiteY9" fmla="*/ 34201 h 114004"/>
                        <a:gd name="connsiteX10" fmla="*/ 34201 w 114004"/>
                        <a:gd name="connsiteY10" fmla="*/ 5730 h 114004"/>
                        <a:gd name="connsiteX11" fmla="*/ 79803 w 114004"/>
                        <a:gd name="connsiteY11" fmla="*/ 5730 h 114004"/>
                        <a:gd name="connsiteX12" fmla="*/ 108275 w 114004"/>
                        <a:gd name="connsiteY12" fmla="*/ 34201 h 114004"/>
                        <a:gd name="connsiteX13" fmla="*/ 108275 w 114004"/>
                        <a:gd name="connsiteY13" fmla="*/ 79803 h 114004"/>
                        <a:gd name="connsiteX14" fmla="*/ 79803 w 114004"/>
                        <a:gd name="connsiteY14" fmla="*/ 108275 h 114004"/>
                        <a:gd name="connsiteX15" fmla="*/ 34201 w 114004"/>
                        <a:gd name="connsiteY15" fmla="*/ 108275 h 114004"/>
                        <a:gd name="connsiteX16" fmla="*/ 5730 w 114004"/>
                        <a:gd name="connsiteY16" fmla="*/ 79803 h 114004"/>
                        <a:gd name="connsiteX17" fmla="*/ 5730 w 114004"/>
                        <a:gd name="connsiteY17" fmla="*/ 34201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0" y="34201"/>
                          </a:move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lnTo>
                            <a:pt x="34201" y="0"/>
                          </a:lnTo>
                          <a:cubicBezTo>
                            <a:pt x="15358" y="0"/>
                            <a:pt x="0" y="15299"/>
                            <a:pt x="0" y="34201"/>
                          </a:cubicBezTo>
                          <a:close/>
                          <a:moveTo>
                            <a:pt x="5730" y="34201"/>
                          </a:moveTo>
                          <a:cubicBezTo>
                            <a:pt x="5730" y="18489"/>
                            <a:pt x="18489" y="5730"/>
                            <a:pt x="34201" y="5730"/>
                          </a:cubicBezTo>
                          <a:lnTo>
                            <a:pt x="79803" y="5730"/>
                          </a:lnTo>
                          <a:cubicBezTo>
                            <a:pt x="95516" y="5730"/>
                            <a:pt x="108275" y="18489"/>
                            <a:pt x="108275" y="34201"/>
                          </a:cubicBezTo>
                          <a:lnTo>
                            <a:pt x="108275" y="79803"/>
                          </a:lnTo>
                          <a:cubicBezTo>
                            <a:pt x="108275" y="95516"/>
                            <a:pt x="95516" y="108275"/>
                            <a:pt x="79803" y="108275"/>
                          </a:cubicBezTo>
                          <a:lnTo>
                            <a:pt x="34201" y="108275"/>
                          </a:lnTo>
                          <a:cubicBezTo>
                            <a:pt x="18489" y="108275"/>
                            <a:pt x="5730" y="95516"/>
                            <a:pt x="5730" y="79803"/>
                          </a:cubicBezTo>
                          <a:lnTo>
                            <a:pt x="5730" y="3420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7" name="Freeform: Shape 136">
                      <a:extLst>
                        <a:ext uri="{FF2B5EF4-FFF2-40B4-BE49-F238E27FC236}">
                          <a16:creationId xmlns:a16="http://schemas.microsoft.com/office/drawing/2014/main" id="{65842AD5-6B89-0EB8-A79B-920FE80D338D}"/>
                        </a:ext>
                      </a:extLst>
                    </p:cNvPr>
                    <p:cNvSpPr/>
                    <p:nvPr/>
                  </p:nvSpPr>
                  <p:spPr>
                    <a:xfrm>
                      <a:off x="2765114"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8" name="Freeform: Shape 137">
                      <a:extLst>
                        <a:ext uri="{FF2B5EF4-FFF2-40B4-BE49-F238E27FC236}">
                          <a16:creationId xmlns:a16="http://schemas.microsoft.com/office/drawing/2014/main" id="{05F45456-C05A-4D08-C43C-4380977738A5}"/>
                        </a:ext>
                      </a:extLst>
                    </p:cNvPr>
                    <p:cNvSpPr/>
                    <p:nvPr/>
                  </p:nvSpPr>
                  <p:spPr>
                    <a:xfrm>
                      <a:off x="2738533"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24" name="Graphic 4773">
                  <a:extLst>
                    <a:ext uri="{FF2B5EF4-FFF2-40B4-BE49-F238E27FC236}">
                      <a16:creationId xmlns:a16="http://schemas.microsoft.com/office/drawing/2014/main" id="{DCA2B5A1-8FB7-005C-FE03-68034E1BC826}"/>
                    </a:ext>
                  </a:extLst>
                </p:cNvPr>
                <p:cNvGrpSpPr/>
                <p:nvPr/>
              </p:nvGrpSpPr>
              <p:grpSpPr>
                <a:xfrm>
                  <a:off x="4176882" y="1893185"/>
                  <a:ext cx="116840" cy="236869"/>
                  <a:chOff x="4176882" y="1893185"/>
                  <a:chExt cx="116840" cy="236869"/>
                </a:xfrm>
                <a:grpFill/>
              </p:grpSpPr>
              <p:sp>
                <p:nvSpPr>
                  <p:cNvPr id="131" name="Freeform: Shape 130">
                    <a:extLst>
                      <a:ext uri="{FF2B5EF4-FFF2-40B4-BE49-F238E27FC236}">
                        <a16:creationId xmlns:a16="http://schemas.microsoft.com/office/drawing/2014/main" id="{BC1867E4-78F5-F33D-8F5D-38B89B29902D}"/>
                      </a:ext>
                    </a:extLst>
                  </p:cNvPr>
                  <p:cNvSpPr/>
                  <p:nvPr/>
                </p:nvSpPr>
                <p:spPr>
                  <a:xfrm>
                    <a:off x="4176941" y="2013274"/>
                    <a:ext cx="116781" cy="116781"/>
                  </a:xfrm>
                  <a:custGeom>
                    <a:avLst/>
                    <a:gdLst>
                      <a:gd name="connsiteX0" fmla="*/ 116781 w 116781"/>
                      <a:gd name="connsiteY0" fmla="*/ 97524 h 116781"/>
                      <a:gd name="connsiteX1" fmla="*/ 39813 w 116781"/>
                      <a:gd name="connsiteY1" fmla="*/ 20556 h 116781"/>
                      <a:gd name="connsiteX2" fmla="*/ 102782 w 116781"/>
                      <a:gd name="connsiteY2" fmla="*/ 20556 h 116781"/>
                      <a:gd name="connsiteX3" fmla="*/ 82225 w 116781"/>
                      <a:gd name="connsiteY3" fmla="*/ 0 h 116781"/>
                      <a:gd name="connsiteX4" fmla="*/ 0 w 116781"/>
                      <a:gd name="connsiteY4" fmla="*/ 0 h 116781"/>
                      <a:gd name="connsiteX5" fmla="*/ 0 w 116781"/>
                      <a:gd name="connsiteY5" fmla="*/ 82225 h 116781"/>
                      <a:gd name="connsiteX6" fmla="*/ 20556 w 116781"/>
                      <a:gd name="connsiteY6" fmla="*/ 102782 h 116781"/>
                      <a:gd name="connsiteX7" fmla="*/ 20556 w 116781"/>
                      <a:gd name="connsiteY7" fmla="*/ 39813 h 116781"/>
                      <a:gd name="connsiteX8" fmla="*/ 97524 w 116781"/>
                      <a:gd name="connsiteY8" fmla="*/ 116781 h 116781"/>
                      <a:gd name="connsiteX9" fmla="*/ 116781 w 116781"/>
                      <a:gd name="connsiteY9" fmla="*/ 97524 h 116781"/>
                      <a:gd name="connsiteX10" fmla="*/ 37746 w 116781"/>
                      <a:gd name="connsiteY10" fmla="*/ 22624 h 116781"/>
                      <a:gd name="connsiteX11" fmla="*/ 112646 w 116781"/>
                      <a:gd name="connsiteY11" fmla="*/ 97524 h 116781"/>
                      <a:gd name="connsiteX12" fmla="*/ 97465 w 116781"/>
                      <a:gd name="connsiteY12" fmla="*/ 112705 h 116781"/>
                      <a:gd name="connsiteX13" fmla="*/ 22565 w 116781"/>
                      <a:gd name="connsiteY13" fmla="*/ 37805 h 116781"/>
                      <a:gd name="connsiteX14" fmla="*/ 17603 w 116781"/>
                      <a:gd name="connsiteY14" fmla="*/ 32843 h 116781"/>
                      <a:gd name="connsiteX15" fmla="*/ 17603 w 116781"/>
                      <a:gd name="connsiteY15" fmla="*/ 39872 h 116781"/>
                      <a:gd name="connsiteX16" fmla="*/ 17603 w 116781"/>
                      <a:gd name="connsiteY16" fmla="*/ 95870 h 116781"/>
                      <a:gd name="connsiteX17" fmla="*/ 2835 w 116781"/>
                      <a:gd name="connsiteY17" fmla="*/ 81103 h 116781"/>
                      <a:gd name="connsiteX18" fmla="*/ 2835 w 116781"/>
                      <a:gd name="connsiteY18" fmla="*/ 2953 h 116781"/>
                      <a:gd name="connsiteX19" fmla="*/ 80985 w 116781"/>
                      <a:gd name="connsiteY19" fmla="*/ 2953 h 116781"/>
                      <a:gd name="connsiteX20" fmla="*/ 95752 w 116781"/>
                      <a:gd name="connsiteY20" fmla="*/ 17721 h 116781"/>
                      <a:gd name="connsiteX21" fmla="*/ 39813 w 116781"/>
                      <a:gd name="connsiteY21" fmla="*/ 17721 h 116781"/>
                      <a:gd name="connsiteX22" fmla="*/ 32784 w 116781"/>
                      <a:gd name="connsiteY22" fmla="*/ 17721 h 116781"/>
                      <a:gd name="connsiteX23" fmla="*/ 37746 w 116781"/>
                      <a:gd name="connsiteY23" fmla="*/ 2262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1">
                        <a:moveTo>
                          <a:pt x="116781" y="97524"/>
                        </a:moveTo>
                        <a:lnTo>
                          <a:pt x="39813" y="20556"/>
                        </a:lnTo>
                        <a:lnTo>
                          <a:pt x="102782" y="20556"/>
                        </a:lnTo>
                        <a:lnTo>
                          <a:pt x="82225" y="0"/>
                        </a:lnTo>
                        <a:lnTo>
                          <a:pt x="0" y="0"/>
                        </a:lnTo>
                        <a:lnTo>
                          <a:pt x="0" y="82225"/>
                        </a:lnTo>
                        <a:lnTo>
                          <a:pt x="20556" y="102782"/>
                        </a:lnTo>
                        <a:lnTo>
                          <a:pt x="20556" y="39813"/>
                        </a:lnTo>
                        <a:lnTo>
                          <a:pt x="97524" y="116781"/>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2" name="Freeform: Shape 131">
                    <a:extLst>
                      <a:ext uri="{FF2B5EF4-FFF2-40B4-BE49-F238E27FC236}">
                        <a16:creationId xmlns:a16="http://schemas.microsoft.com/office/drawing/2014/main" id="{8802A318-8EF7-2AFE-BD66-3B0C2D3AECC0}"/>
                      </a:ext>
                    </a:extLst>
                  </p:cNvPr>
                  <p:cNvSpPr/>
                  <p:nvPr/>
                </p:nvSpPr>
                <p:spPr>
                  <a:xfrm>
                    <a:off x="4176882" y="1893185"/>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7 w 116781"/>
                      <a:gd name="connsiteY5" fmla="*/ 76968 h 116780"/>
                      <a:gd name="connsiteX6" fmla="*/ 20557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7 h 116780"/>
                      <a:gd name="connsiteX11" fmla="*/ 2894 w 116781"/>
                      <a:gd name="connsiteY11" fmla="*/ 113887 h 116780"/>
                      <a:gd name="connsiteX12" fmla="*/ 2894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76 h 116780"/>
                      <a:gd name="connsiteX18" fmla="*/ 112705 w 116781"/>
                      <a:gd name="connsiteY18" fmla="*/ 19257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7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7" y="76968"/>
                        </a:lnTo>
                        <a:lnTo>
                          <a:pt x="20557" y="14000"/>
                        </a:lnTo>
                        <a:lnTo>
                          <a:pt x="0" y="34556"/>
                        </a:lnTo>
                        <a:lnTo>
                          <a:pt x="0" y="116781"/>
                        </a:lnTo>
                        <a:lnTo>
                          <a:pt x="82225" y="116781"/>
                        </a:lnTo>
                        <a:close/>
                        <a:moveTo>
                          <a:pt x="81044" y="113887"/>
                        </a:moveTo>
                        <a:lnTo>
                          <a:pt x="2894" y="113887"/>
                        </a:lnTo>
                        <a:lnTo>
                          <a:pt x="2894" y="35737"/>
                        </a:lnTo>
                        <a:lnTo>
                          <a:pt x="17662" y="20970"/>
                        </a:lnTo>
                        <a:lnTo>
                          <a:pt x="17662" y="76909"/>
                        </a:lnTo>
                        <a:lnTo>
                          <a:pt x="17662" y="83938"/>
                        </a:lnTo>
                        <a:lnTo>
                          <a:pt x="22624" y="78976"/>
                        </a:lnTo>
                        <a:lnTo>
                          <a:pt x="97524" y="4076"/>
                        </a:lnTo>
                        <a:lnTo>
                          <a:pt x="112705" y="19257"/>
                        </a:lnTo>
                        <a:lnTo>
                          <a:pt x="37805" y="94157"/>
                        </a:lnTo>
                        <a:lnTo>
                          <a:pt x="32843" y="99119"/>
                        </a:lnTo>
                        <a:lnTo>
                          <a:pt x="39872" y="99119"/>
                        </a:lnTo>
                        <a:lnTo>
                          <a:pt x="95811" y="99119"/>
                        </a:lnTo>
                        <a:lnTo>
                          <a:pt x="81044" y="11388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25" name="Graphic 4773">
                  <a:extLst>
                    <a:ext uri="{FF2B5EF4-FFF2-40B4-BE49-F238E27FC236}">
                      <a16:creationId xmlns:a16="http://schemas.microsoft.com/office/drawing/2014/main" id="{DB5E6CBF-7EE7-6DB2-5E79-1DC0CD0AB743}"/>
                    </a:ext>
                  </a:extLst>
                </p:cNvPr>
                <p:cNvGrpSpPr/>
                <p:nvPr/>
              </p:nvGrpSpPr>
              <p:grpSpPr>
                <a:xfrm>
                  <a:off x="632696" y="2425108"/>
                  <a:ext cx="116780" cy="236869"/>
                  <a:chOff x="632696" y="2425108"/>
                  <a:chExt cx="116780" cy="236869"/>
                </a:xfrm>
                <a:grpFill/>
              </p:grpSpPr>
              <p:sp>
                <p:nvSpPr>
                  <p:cNvPr id="129" name="Freeform: Shape 128">
                    <a:extLst>
                      <a:ext uri="{FF2B5EF4-FFF2-40B4-BE49-F238E27FC236}">
                        <a16:creationId xmlns:a16="http://schemas.microsoft.com/office/drawing/2014/main" id="{8F3533EC-D5D9-D609-95EF-BA86F5864661}"/>
                      </a:ext>
                    </a:extLst>
                  </p:cNvPr>
                  <p:cNvSpPr/>
                  <p:nvPr/>
                </p:nvSpPr>
                <p:spPr>
                  <a:xfrm>
                    <a:off x="632696" y="2425108"/>
                    <a:ext cx="116780" cy="116781"/>
                  </a:xfrm>
                  <a:custGeom>
                    <a:avLst/>
                    <a:gdLst>
                      <a:gd name="connsiteX0" fmla="*/ 0 w 116780"/>
                      <a:gd name="connsiteY0" fmla="*/ 19257 h 116781"/>
                      <a:gd name="connsiteX1" fmla="*/ 76968 w 116780"/>
                      <a:gd name="connsiteY1" fmla="*/ 96225 h 116781"/>
                      <a:gd name="connsiteX2" fmla="*/ 14000 w 116780"/>
                      <a:gd name="connsiteY2" fmla="*/ 96225 h 116781"/>
                      <a:gd name="connsiteX3" fmla="*/ 34556 w 116780"/>
                      <a:gd name="connsiteY3" fmla="*/ 116781 h 116781"/>
                      <a:gd name="connsiteX4" fmla="*/ 116781 w 116780"/>
                      <a:gd name="connsiteY4" fmla="*/ 116781 h 116781"/>
                      <a:gd name="connsiteX5" fmla="*/ 116781 w 116780"/>
                      <a:gd name="connsiteY5" fmla="*/ 34556 h 116781"/>
                      <a:gd name="connsiteX6" fmla="*/ 96225 w 116780"/>
                      <a:gd name="connsiteY6" fmla="*/ 14000 h 116781"/>
                      <a:gd name="connsiteX7" fmla="*/ 96225 w 116780"/>
                      <a:gd name="connsiteY7" fmla="*/ 76968 h 116781"/>
                      <a:gd name="connsiteX8" fmla="*/ 19257 w 116780"/>
                      <a:gd name="connsiteY8" fmla="*/ 0 h 116781"/>
                      <a:gd name="connsiteX9" fmla="*/ 0 w 116780"/>
                      <a:gd name="connsiteY9" fmla="*/ 19257 h 116781"/>
                      <a:gd name="connsiteX10" fmla="*/ 79035 w 116780"/>
                      <a:gd name="connsiteY10" fmla="*/ 94216 h 116781"/>
                      <a:gd name="connsiteX11" fmla="*/ 4135 w 116780"/>
                      <a:gd name="connsiteY11" fmla="*/ 19316 h 116781"/>
                      <a:gd name="connsiteX12" fmla="*/ 19316 w 116780"/>
                      <a:gd name="connsiteY12" fmla="*/ 4135 h 116781"/>
                      <a:gd name="connsiteX13" fmla="*/ 94216 w 116780"/>
                      <a:gd name="connsiteY13" fmla="*/ 79035 h 116781"/>
                      <a:gd name="connsiteX14" fmla="*/ 99178 w 116780"/>
                      <a:gd name="connsiteY14" fmla="*/ 83997 h 116781"/>
                      <a:gd name="connsiteX15" fmla="*/ 99178 w 116780"/>
                      <a:gd name="connsiteY15" fmla="*/ 76968 h 116781"/>
                      <a:gd name="connsiteX16" fmla="*/ 99178 w 116780"/>
                      <a:gd name="connsiteY16" fmla="*/ 20970 h 116781"/>
                      <a:gd name="connsiteX17" fmla="*/ 113946 w 116780"/>
                      <a:gd name="connsiteY17" fmla="*/ 35737 h 116781"/>
                      <a:gd name="connsiteX18" fmla="*/ 113946 w 116780"/>
                      <a:gd name="connsiteY18" fmla="*/ 113887 h 116781"/>
                      <a:gd name="connsiteX19" fmla="*/ 35796 w 116780"/>
                      <a:gd name="connsiteY19" fmla="*/ 113887 h 116781"/>
                      <a:gd name="connsiteX20" fmla="*/ 21029 w 116780"/>
                      <a:gd name="connsiteY20" fmla="*/ 99119 h 116781"/>
                      <a:gd name="connsiteX21" fmla="*/ 76968 w 116780"/>
                      <a:gd name="connsiteY21" fmla="*/ 99119 h 116781"/>
                      <a:gd name="connsiteX22" fmla="*/ 83997 w 116780"/>
                      <a:gd name="connsiteY22" fmla="*/ 99119 h 116781"/>
                      <a:gd name="connsiteX23" fmla="*/ 79035 w 116780"/>
                      <a:gd name="connsiteY23" fmla="*/ 94216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0" y="19257"/>
                        </a:moveTo>
                        <a:lnTo>
                          <a:pt x="76968" y="96225"/>
                        </a:lnTo>
                        <a:lnTo>
                          <a:pt x="14000" y="96225"/>
                        </a:lnTo>
                        <a:lnTo>
                          <a:pt x="34556" y="116781"/>
                        </a:lnTo>
                        <a:lnTo>
                          <a:pt x="116781" y="116781"/>
                        </a:lnTo>
                        <a:lnTo>
                          <a:pt x="116781" y="34556"/>
                        </a:lnTo>
                        <a:lnTo>
                          <a:pt x="96225" y="14000"/>
                        </a:lnTo>
                        <a:lnTo>
                          <a:pt x="96225" y="76968"/>
                        </a:lnTo>
                        <a:lnTo>
                          <a:pt x="19257" y="0"/>
                        </a:lnTo>
                        <a:lnTo>
                          <a:pt x="0" y="19257"/>
                        </a:lnTo>
                        <a:close/>
                        <a:moveTo>
                          <a:pt x="79035" y="94216"/>
                        </a:moveTo>
                        <a:lnTo>
                          <a:pt x="4135" y="19316"/>
                        </a:lnTo>
                        <a:lnTo>
                          <a:pt x="19316" y="4135"/>
                        </a:lnTo>
                        <a:lnTo>
                          <a:pt x="94216" y="79035"/>
                        </a:lnTo>
                        <a:lnTo>
                          <a:pt x="99178" y="83997"/>
                        </a:lnTo>
                        <a:lnTo>
                          <a:pt x="99178" y="76968"/>
                        </a:lnTo>
                        <a:lnTo>
                          <a:pt x="99178" y="20970"/>
                        </a:lnTo>
                        <a:lnTo>
                          <a:pt x="113946" y="35737"/>
                        </a:lnTo>
                        <a:lnTo>
                          <a:pt x="113946" y="113887"/>
                        </a:lnTo>
                        <a:lnTo>
                          <a:pt x="35796" y="113887"/>
                        </a:lnTo>
                        <a:lnTo>
                          <a:pt x="21029" y="99119"/>
                        </a:lnTo>
                        <a:lnTo>
                          <a:pt x="76968" y="99119"/>
                        </a:lnTo>
                        <a:lnTo>
                          <a:pt x="83997" y="99119"/>
                        </a:lnTo>
                        <a:lnTo>
                          <a:pt x="79035" y="9421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0" name="Freeform: Shape 129">
                    <a:extLst>
                      <a:ext uri="{FF2B5EF4-FFF2-40B4-BE49-F238E27FC236}">
                        <a16:creationId xmlns:a16="http://schemas.microsoft.com/office/drawing/2014/main" id="{888CC146-2EE4-71FE-7226-9B27393122A5}"/>
                      </a:ext>
                    </a:extLst>
                  </p:cNvPr>
                  <p:cNvSpPr/>
                  <p:nvPr/>
                </p:nvSpPr>
                <p:spPr>
                  <a:xfrm>
                    <a:off x="632696" y="2545197"/>
                    <a:ext cx="116780" cy="116780"/>
                  </a:xfrm>
                  <a:custGeom>
                    <a:avLst/>
                    <a:gdLst>
                      <a:gd name="connsiteX0" fmla="*/ 34556 w 116780"/>
                      <a:gd name="connsiteY0" fmla="*/ 0 h 116780"/>
                      <a:gd name="connsiteX1" fmla="*/ 14000 w 116780"/>
                      <a:gd name="connsiteY1" fmla="*/ 20556 h 116780"/>
                      <a:gd name="connsiteX2" fmla="*/ 76968 w 116780"/>
                      <a:gd name="connsiteY2" fmla="*/ 20556 h 116780"/>
                      <a:gd name="connsiteX3" fmla="*/ 0 w 116780"/>
                      <a:gd name="connsiteY3" fmla="*/ 97524 h 116780"/>
                      <a:gd name="connsiteX4" fmla="*/ 19257 w 116780"/>
                      <a:gd name="connsiteY4" fmla="*/ 116781 h 116780"/>
                      <a:gd name="connsiteX5" fmla="*/ 96225 w 116780"/>
                      <a:gd name="connsiteY5" fmla="*/ 39813 h 116780"/>
                      <a:gd name="connsiteX6" fmla="*/ 96225 w 116780"/>
                      <a:gd name="connsiteY6" fmla="*/ 102781 h 116780"/>
                      <a:gd name="connsiteX7" fmla="*/ 116781 w 116780"/>
                      <a:gd name="connsiteY7" fmla="*/ 82225 h 116780"/>
                      <a:gd name="connsiteX8" fmla="*/ 116781 w 116780"/>
                      <a:gd name="connsiteY8" fmla="*/ 0 h 116780"/>
                      <a:gd name="connsiteX9" fmla="*/ 34556 w 116780"/>
                      <a:gd name="connsiteY9" fmla="*/ 0 h 116780"/>
                      <a:gd name="connsiteX10" fmla="*/ 35796 w 116780"/>
                      <a:gd name="connsiteY10" fmla="*/ 2894 h 116780"/>
                      <a:gd name="connsiteX11" fmla="*/ 113946 w 116780"/>
                      <a:gd name="connsiteY11" fmla="*/ 2894 h 116780"/>
                      <a:gd name="connsiteX12" fmla="*/ 113946 w 116780"/>
                      <a:gd name="connsiteY12" fmla="*/ 81044 h 116780"/>
                      <a:gd name="connsiteX13" fmla="*/ 99178 w 116780"/>
                      <a:gd name="connsiteY13" fmla="*/ 95811 h 116780"/>
                      <a:gd name="connsiteX14" fmla="*/ 99178 w 116780"/>
                      <a:gd name="connsiteY14" fmla="*/ 39872 h 116780"/>
                      <a:gd name="connsiteX15" fmla="*/ 99178 w 116780"/>
                      <a:gd name="connsiteY15" fmla="*/ 32843 h 116780"/>
                      <a:gd name="connsiteX16" fmla="*/ 94216 w 116780"/>
                      <a:gd name="connsiteY16" fmla="*/ 37805 h 116780"/>
                      <a:gd name="connsiteX17" fmla="*/ 19316 w 116780"/>
                      <a:gd name="connsiteY17" fmla="*/ 112705 h 116780"/>
                      <a:gd name="connsiteX18" fmla="*/ 4135 w 116780"/>
                      <a:gd name="connsiteY18" fmla="*/ 97524 h 116780"/>
                      <a:gd name="connsiteX19" fmla="*/ 79035 w 116780"/>
                      <a:gd name="connsiteY19" fmla="*/ 22624 h 116780"/>
                      <a:gd name="connsiteX20" fmla="*/ 83997 w 116780"/>
                      <a:gd name="connsiteY20" fmla="*/ 17662 h 116780"/>
                      <a:gd name="connsiteX21" fmla="*/ 76968 w 116780"/>
                      <a:gd name="connsiteY21" fmla="*/ 17662 h 116780"/>
                      <a:gd name="connsiteX22" fmla="*/ 21029 w 116780"/>
                      <a:gd name="connsiteY22" fmla="*/ 17662 h 116780"/>
                      <a:gd name="connsiteX23" fmla="*/ 35796 w 116780"/>
                      <a:gd name="connsiteY23" fmla="*/ 2894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0">
                        <a:moveTo>
                          <a:pt x="34556" y="0"/>
                        </a:moveTo>
                        <a:lnTo>
                          <a:pt x="14000" y="20556"/>
                        </a:lnTo>
                        <a:lnTo>
                          <a:pt x="76968" y="20556"/>
                        </a:lnTo>
                        <a:lnTo>
                          <a:pt x="0" y="97524"/>
                        </a:lnTo>
                        <a:lnTo>
                          <a:pt x="19257" y="116781"/>
                        </a:lnTo>
                        <a:lnTo>
                          <a:pt x="96225" y="39813"/>
                        </a:lnTo>
                        <a:lnTo>
                          <a:pt x="96225" y="102781"/>
                        </a:lnTo>
                        <a:lnTo>
                          <a:pt x="116781" y="82225"/>
                        </a:lnTo>
                        <a:lnTo>
                          <a:pt x="116781" y="0"/>
                        </a:lnTo>
                        <a:lnTo>
                          <a:pt x="34556" y="0"/>
                        </a:lnTo>
                        <a:close/>
                        <a:moveTo>
                          <a:pt x="35796" y="2894"/>
                        </a:moveTo>
                        <a:lnTo>
                          <a:pt x="113946" y="2894"/>
                        </a:lnTo>
                        <a:lnTo>
                          <a:pt x="113946" y="81044"/>
                        </a:lnTo>
                        <a:lnTo>
                          <a:pt x="99178" y="95811"/>
                        </a:lnTo>
                        <a:lnTo>
                          <a:pt x="99178" y="39872"/>
                        </a:lnTo>
                        <a:lnTo>
                          <a:pt x="99178" y="32843"/>
                        </a:lnTo>
                        <a:lnTo>
                          <a:pt x="94216" y="37805"/>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26" name="Graphic 4773">
                  <a:extLst>
                    <a:ext uri="{FF2B5EF4-FFF2-40B4-BE49-F238E27FC236}">
                      <a16:creationId xmlns:a16="http://schemas.microsoft.com/office/drawing/2014/main" id="{0AE1A9DB-B4A0-C1F0-F542-DA9B30C04E5C}"/>
                    </a:ext>
                  </a:extLst>
                </p:cNvPr>
                <p:cNvGrpSpPr/>
                <p:nvPr/>
              </p:nvGrpSpPr>
              <p:grpSpPr>
                <a:xfrm>
                  <a:off x="1371068" y="3902502"/>
                  <a:ext cx="116780" cy="236929"/>
                  <a:chOff x="1371068" y="3902502"/>
                  <a:chExt cx="116780" cy="236929"/>
                </a:xfrm>
                <a:grpFill/>
              </p:grpSpPr>
              <p:sp>
                <p:nvSpPr>
                  <p:cNvPr id="127" name="Freeform: Shape 126">
                    <a:extLst>
                      <a:ext uri="{FF2B5EF4-FFF2-40B4-BE49-F238E27FC236}">
                        <a16:creationId xmlns:a16="http://schemas.microsoft.com/office/drawing/2014/main" id="{C5C3FFC6-4F06-C11C-7297-48A073F424C4}"/>
                      </a:ext>
                    </a:extLst>
                  </p:cNvPr>
                  <p:cNvSpPr/>
                  <p:nvPr/>
                </p:nvSpPr>
                <p:spPr>
                  <a:xfrm>
                    <a:off x="1371068" y="3902502"/>
                    <a:ext cx="116780" cy="116840"/>
                  </a:xfrm>
                  <a:custGeom>
                    <a:avLst/>
                    <a:gdLst>
                      <a:gd name="connsiteX0" fmla="*/ 0 w 116780"/>
                      <a:gd name="connsiteY0" fmla="*/ 19316 h 116840"/>
                      <a:gd name="connsiteX1" fmla="*/ 76968 w 116780"/>
                      <a:gd name="connsiteY1" fmla="*/ 96284 h 116840"/>
                      <a:gd name="connsiteX2" fmla="*/ 14000 w 116780"/>
                      <a:gd name="connsiteY2" fmla="*/ 96284 h 116840"/>
                      <a:gd name="connsiteX3" fmla="*/ 34556 w 116780"/>
                      <a:gd name="connsiteY3" fmla="*/ 116840 h 116840"/>
                      <a:gd name="connsiteX4" fmla="*/ 116781 w 116780"/>
                      <a:gd name="connsiteY4" fmla="*/ 116840 h 116840"/>
                      <a:gd name="connsiteX5" fmla="*/ 116781 w 116780"/>
                      <a:gd name="connsiteY5" fmla="*/ 34556 h 116840"/>
                      <a:gd name="connsiteX6" fmla="*/ 96225 w 116780"/>
                      <a:gd name="connsiteY6" fmla="*/ 14000 h 116840"/>
                      <a:gd name="connsiteX7" fmla="*/ 96225 w 116780"/>
                      <a:gd name="connsiteY7" fmla="*/ 76968 h 116840"/>
                      <a:gd name="connsiteX8" fmla="*/ 19257 w 116780"/>
                      <a:gd name="connsiteY8" fmla="*/ 0 h 116840"/>
                      <a:gd name="connsiteX9" fmla="*/ 0 w 116780"/>
                      <a:gd name="connsiteY9" fmla="*/ 19316 h 116840"/>
                      <a:gd name="connsiteX10" fmla="*/ 79035 w 116780"/>
                      <a:gd name="connsiteY10" fmla="*/ 94216 h 116840"/>
                      <a:gd name="connsiteX11" fmla="*/ 4135 w 116780"/>
                      <a:gd name="connsiteY11" fmla="*/ 19316 h 116840"/>
                      <a:gd name="connsiteX12" fmla="*/ 19316 w 116780"/>
                      <a:gd name="connsiteY12" fmla="*/ 4135 h 116840"/>
                      <a:gd name="connsiteX13" fmla="*/ 94216 w 116780"/>
                      <a:gd name="connsiteY13" fmla="*/ 79035 h 116840"/>
                      <a:gd name="connsiteX14" fmla="*/ 99178 w 116780"/>
                      <a:gd name="connsiteY14" fmla="*/ 83997 h 116840"/>
                      <a:gd name="connsiteX15" fmla="*/ 99178 w 116780"/>
                      <a:gd name="connsiteY15" fmla="*/ 76968 h 116840"/>
                      <a:gd name="connsiteX16" fmla="*/ 99178 w 116780"/>
                      <a:gd name="connsiteY16" fmla="*/ 21029 h 116840"/>
                      <a:gd name="connsiteX17" fmla="*/ 113946 w 116780"/>
                      <a:gd name="connsiteY17" fmla="*/ 35796 h 116840"/>
                      <a:gd name="connsiteX18" fmla="*/ 113946 w 116780"/>
                      <a:gd name="connsiteY18" fmla="*/ 113946 h 116840"/>
                      <a:gd name="connsiteX19" fmla="*/ 35796 w 116780"/>
                      <a:gd name="connsiteY19" fmla="*/ 113946 h 116840"/>
                      <a:gd name="connsiteX20" fmla="*/ 21029 w 116780"/>
                      <a:gd name="connsiteY20" fmla="*/ 99178 h 116840"/>
                      <a:gd name="connsiteX21" fmla="*/ 76968 w 116780"/>
                      <a:gd name="connsiteY21" fmla="*/ 99178 h 116840"/>
                      <a:gd name="connsiteX22" fmla="*/ 83997 w 116780"/>
                      <a:gd name="connsiteY22" fmla="*/ 99178 h 116840"/>
                      <a:gd name="connsiteX23" fmla="*/ 79035 w 116780"/>
                      <a:gd name="connsiteY23" fmla="*/ 94216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840">
                        <a:moveTo>
                          <a:pt x="0" y="19316"/>
                        </a:moveTo>
                        <a:lnTo>
                          <a:pt x="76968" y="96284"/>
                        </a:lnTo>
                        <a:lnTo>
                          <a:pt x="14000" y="96284"/>
                        </a:lnTo>
                        <a:lnTo>
                          <a:pt x="34556" y="116840"/>
                        </a:lnTo>
                        <a:lnTo>
                          <a:pt x="116781" y="116840"/>
                        </a:lnTo>
                        <a:lnTo>
                          <a:pt x="116781" y="34556"/>
                        </a:lnTo>
                        <a:lnTo>
                          <a:pt x="96225" y="14000"/>
                        </a:lnTo>
                        <a:lnTo>
                          <a:pt x="96225" y="76968"/>
                        </a:lnTo>
                        <a:lnTo>
                          <a:pt x="19257" y="0"/>
                        </a:lnTo>
                        <a:lnTo>
                          <a:pt x="0" y="19316"/>
                        </a:lnTo>
                        <a:close/>
                        <a:moveTo>
                          <a:pt x="79035" y="94216"/>
                        </a:moveTo>
                        <a:lnTo>
                          <a:pt x="4135" y="19316"/>
                        </a:lnTo>
                        <a:lnTo>
                          <a:pt x="19316" y="4135"/>
                        </a:lnTo>
                        <a:lnTo>
                          <a:pt x="94216" y="79035"/>
                        </a:lnTo>
                        <a:lnTo>
                          <a:pt x="99178" y="83997"/>
                        </a:lnTo>
                        <a:lnTo>
                          <a:pt x="99178" y="76968"/>
                        </a:lnTo>
                        <a:lnTo>
                          <a:pt x="99178" y="21029"/>
                        </a:lnTo>
                        <a:lnTo>
                          <a:pt x="113946" y="35796"/>
                        </a:lnTo>
                        <a:lnTo>
                          <a:pt x="113946" y="113946"/>
                        </a:lnTo>
                        <a:lnTo>
                          <a:pt x="35796" y="113946"/>
                        </a:lnTo>
                        <a:lnTo>
                          <a:pt x="21029" y="99178"/>
                        </a:lnTo>
                        <a:lnTo>
                          <a:pt x="76968" y="99178"/>
                        </a:lnTo>
                        <a:lnTo>
                          <a:pt x="83997" y="99178"/>
                        </a:lnTo>
                        <a:lnTo>
                          <a:pt x="79035" y="9421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8" name="Freeform: Shape 127">
                    <a:extLst>
                      <a:ext uri="{FF2B5EF4-FFF2-40B4-BE49-F238E27FC236}">
                        <a16:creationId xmlns:a16="http://schemas.microsoft.com/office/drawing/2014/main" id="{3C6A5356-BF94-4F29-DF75-15115F379A2E}"/>
                      </a:ext>
                    </a:extLst>
                  </p:cNvPr>
                  <p:cNvSpPr/>
                  <p:nvPr/>
                </p:nvSpPr>
                <p:spPr>
                  <a:xfrm>
                    <a:off x="1371068" y="4022650"/>
                    <a:ext cx="116780" cy="116781"/>
                  </a:xfrm>
                  <a:custGeom>
                    <a:avLst/>
                    <a:gdLst>
                      <a:gd name="connsiteX0" fmla="*/ 34556 w 116780"/>
                      <a:gd name="connsiteY0" fmla="*/ 0 h 116781"/>
                      <a:gd name="connsiteX1" fmla="*/ 14000 w 116780"/>
                      <a:gd name="connsiteY1" fmla="*/ 20556 h 116781"/>
                      <a:gd name="connsiteX2" fmla="*/ 76968 w 116780"/>
                      <a:gd name="connsiteY2" fmla="*/ 20556 h 116781"/>
                      <a:gd name="connsiteX3" fmla="*/ 0 w 116780"/>
                      <a:gd name="connsiteY3" fmla="*/ 97524 h 116781"/>
                      <a:gd name="connsiteX4" fmla="*/ 19257 w 116780"/>
                      <a:gd name="connsiteY4" fmla="*/ 116781 h 116781"/>
                      <a:gd name="connsiteX5" fmla="*/ 96225 w 116780"/>
                      <a:gd name="connsiteY5" fmla="*/ 39813 h 116781"/>
                      <a:gd name="connsiteX6" fmla="*/ 96225 w 116780"/>
                      <a:gd name="connsiteY6" fmla="*/ 102782 h 116781"/>
                      <a:gd name="connsiteX7" fmla="*/ 116781 w 116780"/>
                      <a:gd name="connsiteY7" fmla="*/ 82225 h 116781"/>
                      <a:gd name="connsiteX8" fmla="*/ 116781 w 116780"/>
                      <a:gd name="connsiteY8" fmla="*/ 0 h 116781"/>
                      <a:gd name="connsiteX9" fmla="*/ 34556 w 116780"/>
                      <a:gd name="connsiteY9" fmla="*/ 0 h 116781"/>
                      <a:gd name="connsiteX10" fmla="*/ 35796 w 116780"/>
                      <a:gd name="connsiteY10" fmla="*/ 2894 h 116781"/>
                      <a:gd name="connsiteX11" fmla="*/ 113946 w 116780"/>
                      <a:gd name="connsiteY11" fmla="*/ 2894 h 116781"/>
                      <a:gd name="connsiteX12" fmla="*/ 113946 w 116780"/>
                      <a:gd name="connsiteY12" fmla="*/ 80985 h 116781"/>
                      <a:gd name="connsiteX13" fmla="*/ 99178 w 116780"/>
                      <a:gd name="connsiteY13" fmla="*/ 95752 h 116781"/>
                      <a:gd name="connsiteX14" fmla="*/ 99178 w 116780"/>
                      <a:gd name="connsiteY14" fmla="*/ 39813 h 116781"/>
                      <a:gd name="connsiteX15" fmla="*/ 99178 w 116780"/>
                      <a:gd name="connsiteY15" fmla="*/ 32784 h 116781"/>
                      <a:gd name="connsiteX16" fmla="*/ 94216 w 116780"/>
                      <a:gd name="connsiteY16" fmla="*/ 37746 h 116781"/>
                      <a:gd name="connsiteX17" fmla="*/ 19316 w 116780"/>
                      <a:gd name="connsiteY17" fmla="*/ 112705 h 116781"/>
                      <a:gd name="connsiteX18" fmla="*/ 4135 w 116780"/>
                      <a:gd name="connsiteY18" fmla="*/ 97524 h 116781"/>
                      <a:gd name="connsiteX19" fmla="*/ 79035 w 116780"/>
                      <a:gd name="connsiteY19" fmla="*/ 22624 h 116781"/>
                      <a:gd name="connsiteX20" fmla="*/ 83997 w 116780"/>
                      <a:gd name="connsiteY20" fmla="*/ 17662 h 116781"/>
                      <a:gd name="connsiteX21" fmla="*/ 76968 w 116780"/>
                      <a:gd name="connsiteY21" fmla="*/ 17662 h 116781"/>
                      <a:gd name="connsiteX22" fmla="*/ 21029 w 116780"/>
                      <a:gd name="connsiteY22" fmla="*/ 17662 h 116781"/>
                      <a:gd name="connsiteX23" fmla="*/ 35796 w 116780"/>
                      <a:gd name="connsiteY23" fmla="*/ 289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34556" y="0"/>
                        </a:moveTo>
                        <a:lnTo>
                          <a:pt x="14000" y="20556"/>
                        </a:lnTo>
                        <a:lnTo>
                          <a:pt x="76968" y="20556"/>
                        </a:lnTo>
                        <a:lnTo>
                          <a:pt x="0" y="97524"/>
                        </a:lnTo>
                        <a:lnTo>
                          <a:pt x="19257" y="116781"/>
                        </a:lnTo>
                        <a:lnTo>
                          <a:pt x="96225" y="39813"/>
                        </a:lnTo>
                        <a:lnTo>
                          <a:pt x="96225" y="102782"/>
                        </a:lnTo>
                        <a:lnTo>
                          <a:pt x="116781" y="82225"/>
                        </a:lnTo>
                        <a:lnTo>
                          <a:pt x="116781" y="0"/>
                        </a:lnTo>
                        <a:lnTo>
                          <a:pt x="34556" y="0"/>
                        </a:lnTo>
                        <a:close/>
                        <a:moveTo>
                          <a:pt x="35796" y="2894"/>
                        </a:moveTo>
                        <a:lnTo>
                          <a:pt x="113946" y="2894"/>
                        </a:lnTo>
                        <a:lnTo>
                          <a:pt x="113946" y="80985"/>
                        </a:lnTo>
                        <a:lnTo>
                          <a:pt x="99178" y="95752"/>
                        </a:lnTo>
                        <a:lnTo>
                          <a:pt x="99178" y="39813"/>
                        </a:lnTo>
                        <a:lnTo>
                          <a:pt x="99178" y="32784"/>
                        </a:lnTo>
                        <a:lnTo>
                          <a:pt x="94216" y="37746"/>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27" name="Graphic 4773">
                  <a:extLst>
                    <a:ext uri="{FF2B5EF4-FFF2-40B4-BE49-F238E27FC236}">
                      <a16:creationId xmlns:a16="http://schemas.microsoft.com/office/drawing/2014/main" id="{478FF118-3128-DA7A-5AB7-1B7C14E29410}"/>
                    </a:ext>
                  </a:extLst>
                </p:cNvPr>
                <p:cNvGrpSpPr/>
                <p:nvPr/>
              </p:nvGrpSpPr>
              <p:grpSpPr>
                <a:xfrm>
                  <a:off x="2079905" y="3900907"/>
                  <a:ext cx="116840" cy="236928"/>
                  <a:chOff x="2079905" y="3900907"/>
                  <a:chExt cx="116840" cy="236928"/>
                </a:xfrm>
                <a:grpFill/>
              </p:grpSpPr>
              <p:sp>
                <p:nvSpPr>
                  <p:cNvPr id="125" name="Freeform: Shape 124">
                    <a:extLst>
                      <a:ext uri="{FF2B5EF4-FFF2-40B4-BE49-F238E27FC236}">
                        <a16:creationId xmlns:a16="http://schemas.microsoft.com/office/drawing/2014/main" id="{174ADD3A-D80E-670C-5D7C-FE3207325CCC}"/>
                      </a:ext>
                    </a:extLst>
                  </p:cNvPr>
                  <p:cNvSpPr/>
                  <p:nvPr/>
                </p:nvSpPr>
                <p:spPr>
                  <a:xfrm>
                    <a:off x="2079964" y="4020996"/>
                    <a:ext cx="116781" cy="116840"/>
                  </a:xfrm>
                  <a:custGeom>
                    <a:avLst/>
                    <a:gdLst>
                      <a:gd name="connsiteX0" fmla="*/ 116781 w 116781"/>
                      <a:gd name="connsiteY0" fmla="*/ 97524 h 116840"/>
                      <a:gd name="connsiteX1" fmla="*/ 39813 w 116781"/>
                      <a:gd name="connsiteY1" fmla="*/ 20557 h 116840"/>
                      <a:gd name="connsiteX2" fmla="*/ 102781 w 116781"/>
                      <a:gd name="connsiteY2" fmla="*/ 20557 h 116840"/>
                      <a:gd name="connsiteX3" fmla="*/ 82225 w 116781"/>
                      <a:gd name="connsiteY3" fmla="*/ 0 h 116840"/>
                      <a:gd name="connsiteX4" fmla="*/ 0 w 116781"/>
                      <a:gd name="connsiteY4" fmla="*/ 0 h 116840"/>
                      <a:gd name="connsiteX5" fmla="*/ 0 w 116781"/>
                      <a:gd name="connsiteY5" fmla="*/ 82225 h 116840"/>
                      <a:gd name="connsiteX6" fmla="*/ 20556 w 116781"/>
                      <a:gd name="connsiteY6" fmla="*/ 102782 h 116840"/>
                      <a:gd name="connsiteX7" fmla="*/ 20556 w 116781"/>
                      <a:gd name="connsiteY7" fmla="*/ 39813 h 116840"/>
                      <a:gd name="connsiteX8" fmla="*/ 97465 w 116781"/>
                      <a:gd name="connsiteY8" fmla="*/ 116840 h 116840"/>
                      <a:gd name="connsiteX9" fmla="*/ 116781 w 116781"/>
                      <a:gd name="connsiteY9" fmla="*/ 97524 h 116840"/>
                      <a:gd name="connsiteX10" fmla="*/ 37746 w 116781"/>
                      <a:gd name="connsiteY10" fmla="*/ 22624 h 116840"/>
                      <a:gd name="connsiteX11" fmla="*/ 112646 w 116781"/>
                      <a:gd name="connsiteY11" fmla="*/ 97524 h 116840"/>
                      <a:gd name="connsiteX12" fmla="*/ 97465 w 116781"/>
                      <a:gd name="connsiteY12" fmla="*/ 112705 h 116840"/>
                      <a:gd name="connsiteX13" fmla="*/ 22565 w 116781"/>
                      <a:gd name="connsiteY13" fmla="*/ 37805 h 116840"/>
                      <a:gd name="connsiteX14" fmla="*/ 17603 w 116781"/>
                      <a:gd name="connsiteY14" fmla="*/ 32843 h 116840"/>
                      <a:gd name="connsiteX15" fmla="*/ 17603 w 116781"/>
                      <a:gd name="connsiteY15" fmla="*/ 39872 h 116840"/>
                      <a:gd name="connsiteX16" fmla="*/ 17603 w 116781"/>
                      <a:gd name="connsiteY16" fmla="*/ 95870 h 116840"/>
                      <a:gd name="connsiteX17" fmla="*/ 2835 w 116781"/>
                      <a:gd name="connsiteY17" fmla="*/ 81103 h 116840"/>
                      <a:gd name="connsiteX18" fmla="*/ 2835 w 116781"/>
                      <a:gd name="connsiteY18" fmla="*/ 2953 h 116840"/>
                      <a:gd name="connsiteX19" fmla="*/ 80985 w 116781"/>
                      <a:gd name="connsiteY19" fmla="*/ 2953 h 116840"/>
                      <a:gd name="connsiteX20" fmla="*/ 95752 w 116781"/>
                      <a:gd name="connsiteY20" fmla="*/ 17721 h 116840"/>
                      <a:gd name="connsiteX21" fmla="*/ 39813 w 116781"/>
                      <a:gd name="connsiteY21" fmla="*/ 17721 h 116840"/>
                      <a:gd name="connsiteX22" fmla="*/ 32784 w 116781"/>
                      <a:gd name="connsiteY22" fmla="*/ 17721 h 116840"/>
                      <a:gd name="connsiteX23" fmla="*/ 37746 w 116781"/>
                      <a:gd name="connsiteY23" fmla="*/ 22624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840">
                        <a:moveTo>
                          <a:pt x="116781" y="97524"/>
                        </a:moveTo>
                        <a:lnTo>
                          <a:pt x="39813" y="20557"/>
                        </a:lnTo>
                        <a:lnTo>
                          <a:pt x="102781" y="20557"/>
                        </a:lnTo>
                        <a:lnTo>
                          <a:pt x="82225" y="0"/>
                        </a:lnTo>
                        <a:lnTo>
                          <a:pt x="0" y="0"/>
                        </a:lnTo>
                        <a:lnTo>
                          <a:pt x="0" y="82225"/>
                        </a:lnTo>
                        <a:lnTo>
                          <a:pt x="20556" y="102782"/>
                        </a:lnTo>
                        <a:lnTo>
                          <a:pt x="20556" y="39813"/>
                        </a:lnTo>
                        <a:lnTo>
                          <a:pt x="97465" y="116840"/>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6" name="Freeform: Shape 125">
                    <a:extLst>
                      <a:ext uri="{FF2B5EF4-FFF2-40B4-BE49-F238E27FC236}">
                        <a16:creationId xmlns:a16="http://schemas.microsoft.com/office/drawing/2014/main" id="{AAF47007-9C8D-3057-1C58-6B48B801996C}"/>
                      </a:ext>
                    </a:extLst>
                  </p:cNvPr>
                  <p:cNvSpPr/>
                  <p:nvPr/>
                </p:nvSpPr>
                <p:spPr>
                  <a:xfrm>
                    <a:off x="2079905" y="3900907"/>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6 w 116781"/>
                      <a:gd name="connsiteY5" fmla="*/ 76968 h 116780"/>
                      <a:gd name="connsiteX6" fmla="*/ 20556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6 h 116780"/>
                      <a:gd name="connsiteX11" fmla="*/ 2895 w 116781"/>
                      <a:gd name="connsiteY11" fmla="*/ 113886 h 116780"/>
                      <a:gd name="connsiteX12" fmla="*/ 2895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17 h 116780"/>
                      <a:gd name="connsiteX18" fmla="*/ 112705 w 116781"/>
                      <a:gd name="connsiteY18" fmla="*/ 19198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6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6" y="76968"/>
                        </a:lnTo>
                        <a:lnTo>
                          <a:pt x="20556" y="14000"/>
                        </a:lnTo>
                        <a:lnTo>
                          <a:pt x="0" y="34556"/>
                        </a:lnTo>
                        <a:lnTo>
                          <a:pt x="0" y="116781"/>
                        </a:lnTo>
                        <a:lnTo>
                          <a:pt x="82225" y="116781"/>
                        </a:lnTo>
                        <a:close/>
                        <a:moveTo>
                          <a:pt x="81044" y="113886"/>
                        </a:moveTo>
                        <a:lnTo>
                          <a:pt x="2895" y="113886"/>
                        </a:lnTo>
                        <a:lnTo>
                          <a:pt x="2895" y="35737"/>
                        </a:lnTo>
                        <a:lnTo>
                          <a:pt x="17662" y="20970"/>
                        </a:lnTo>
                        <a:lnTo>
                          <a:pt x="17662" y="76909"/>
                        </a:lnTo>
                        <a:lnTo>
                          <a:pt x="17662" y="83938"/>
                        </a:lnTo>
                        <a:lnTo>
                          <a:pt x="22624" y="78976"/>
                        </a:lnTo>
                        <a:lnTo>
                          <a:pt x="97524" y="4017"/>
                        </a:lnTo>
                        <a:lnTo>
                          <a:pt x="112705" y="19198"/>
                        </a:lnTo>
                        <a:lnTo>
                          <a:pt x="37805" y="94157"/>
                        </a:lnTo>
                        <a:lnTo>
                          <a:pt x="32843" y="99119"/>
                        </a:lnTo>
                        <a:lnTo>
                          <a:pt x="39872" y="99119"/>
                        </a:lnTo>
                        <a:lnTo>
                          <a:pt x="95811" y="99119"/>
                        </a:lnTo>
                        <a:lnTo>
                          <a:pt x="81044" y="11388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28" name="Graphic 4773">
                  <a:extLst>
                    <a:ext uri="{FF2B5EF4-FFF2-40B4-BE49-F238E27FC236}">
                      <a16:creationId xmlns:a16="http://schemas.microsoft.com/office/drawing/2014/main" id="{BAE0A428-2057-8219-53EE-4F945EE59812}"/>
                    </a:ext>
                  </a:extLst>
                </p:cNvPr>
                <p:cNvGrpSpPr/>
                <p:nvPr/>
              </p:nvGrpSpPr>
              <p:grpSpPr>
                <a:xfrm>
                  <a:off x="1932349" y="1658589"/>
                  <a:ext cx="648231" cy="115451"/>
                  <a:chOff x="1932349" y="1658589"/>
                  <a:chExt cx="648231" cy="115451"/>
                </a:xfrm>
                <a:grpFill/>
              </p:grpSpPr>
              <p:sp>
                <p:nvSpPr>
                  <p:cNvPr id="109" name="Freeform: Shape 108">
                    <a:extLst>
                      <a:ext uri="{FF2B5EF4-FFF2-40B4-BE49-F238E27FC236}">
                        <a16:creationId xmlns:a16="http://schemas.microsoft.com/office/drawing/2014/main" id="{09950D88-B626-D6F6-840B-96AA4B06A991}"/>
                      </a:ext>
                    </a:extLst>
                  </p:cNvPr>
                  <p:cNvSpPr/>
                  <p:nvPr/>
                </p:nvSpPr>
                <p:spPr>
                  <a:xfrm>
                    <a:off x="2171286" y="170398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70" y="22210"/>
                          <a:pt x="2540" y="17839"/>
                          <a:pt x="2540" y="12405"/>
                        </a:cubicBezTo>
                        <a:cubicBezTo>
                          <a:pt x="2540" y="6970"/>
                          <a:pt x="6911" y="2599"/>
                          <a:pt x="12346" y="2599"/>
                        </a:cubicBezTo>
                        <a:lnTo>
                          <a:pt x="12346" y="2599"/>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0" name="Freeform: Shape 109">
                    <a:extLst>
                      <a:ext uri="{FF2B5EF4-FFF2-40B4-BE49-F238E27FC236}">
                        <a16:creationId xmlns:a16="http://schemas.microsoft.com/office/drawing/2014/main" id="{F5198C5D-8542-78FF-143E-E74039554CFA}"/>
                      </a:ext>
                    </a:extLst>
                  </p:cNvPr>
                  <p:cNvSpPr/>
                  <p:nvPr/>
                </p:nvSpPr>
                <p:spPr>
                  <a:xfrm>
                    <a:off x="222255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1" name="Freeform: Shape 110">
                    <a:extLst>
                      <a:ext uri="{FF2B5EF4-FFF2-40B4-BE49-F238E27FC236}">
                        <a16:creationId xmlns:a16="http://schemas.microsoft.com/office/drawing/2014/main" id="{A69CC27E-368E-5E52-31E7-D5BFB7BB2470}"/>
                      </a:ext>
                    </a:extLst>
                  </p:cNvPr>
                  <p:cNvSpPr/>
                  <p:nvPr/>
                </p:nvSpPr>
                <p:spPr>
                  <a:xfrm>
                    <a:off x="2248254"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2" name="Freeform: Shape 111">
                    <a:extLst>
                      <a:ext uri="{FF2B5EF4-FFF2-40B4-BE49-F238E27FC236}">
                        <a16:creationId xmlns:a16="http://schemas.microsoft.com/office/drawing/2014/main" id="{1CC98243-65B1-9338-3DBD-BBE4AE169DA1}"/>
                      </a:ext>
                    </a:extLst>
                  </p:cNvPr>
                  <p:cNvSpPr/>
                  <p:nvPr/>
                </p:nvSpPr>
                <p:spPr>
                  <a:xfrm>
                    <a:off x="2299467"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750"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3" name="Freeform: Shape 112">
                    <a:extLst>
                      <a:ext uri="{FF2B5EF4-FFF2-40B4-BE49-F238E27FC236}">
                        <a16:creationId xmlns:a16="http://schemas.microsoft.com/office/drawing/2014/main" id="{D1A47D11-01FC-42D0-338A-73CDBEB88F8B}"/>
                      </a:ext>
                    </a:extLst>
                  </p:cNvPr>
                  <p:cNvSpPr/>
                  <p:nvPr/>
                </p:nvSpPr>
                <p:spPr>
                  <a:xfrm>
                    <a:off x="235079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4" name="Freeform: Shape 113">
                    <a:extLst>
                      <a:ext uri="{FF2B5EF4-FFF2-40B4-BE49-F238E27FC236}">
                        <a16:creationId xmlns:a16="http://schemas.microsoft.com/office/drawing/2014/main" id="{AE2438E6-BA6A-860B-4441-FEB0628858BC}"/>
                      </a:ext>
                    </a:extLst>
                  </p:cNvPr>
                  <p:cNvSpPr/>
                  <p:nvPr/>
                </p:nvSpPr>
                <p:spPr>
                  <a:xfrm>
                    <a:off x="2376435"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80"/>
                          <a:pt x="17780" y="22151"/>
                          <a:pt x="12346" y="22151"/>
                        </a:cubicBezTo>
                        <a:cubicBezTo>
                          <a:pt x="6970" y="22151"/>
                          <a:pt x="2540" y="17721"/>
                          <a:pt x="2540" y="12346"/>
                        </a:cubicBezTo>
                        <a:cubicBezTo>
                          <a:pt x="2540" y="6970"/>
                          <a:pt x="6911"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5" name="Freeform: Shape 114">
                    <a:extLst>
                      <a:ext uri="{FF2B5EF4-FFF2-40B4-BE49-F238E27FC236}">
                        <a16:creationId xmlns:a16="http://schemas.microsoft.com/office/drawing/2014/main" id="{8A991DDD-0C21-5144-4D38-7923D25BD34B}"/>
                      </a:ext>
                    </a:extLst>
                  </p:cNvPr>
                  <p:cNvSpPr/>
                  <p:nvPr/>
                </p:nvSpPr>
                <p:spPr>
                  <a:xfrm>
                    <a:off x="2402072"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6" name="Freeform: Shape 115">
                    <a:extLst>
                      <a:ext uri="{FF2B5EF4-FFF2-40B4-BE49-F238E27FC236}">
                        <a16:creationId xmlns:a16="http://schemas.microsoft.com/office/drawing/2014/main" id="{8C73068A-6D93-2096-5281-7DA0615A40A0}"/>
                      </a:ext>
                    </a:extLst>
                  </p:cNvPr>
                  <p:cNvSpPr/>
                  <p:nvPr/>
                </p:nvSpPr>
                <p:spPr>
                  <a:xfrm>
                    <a:off x="2453344"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21"/>
                          <a:pt x="2540" y="12346"/>
                        </a:cubicBezTo>
                        <a:cubicBezTo>
                          <a:pt x="2540" y="6970"/>
                          <a:pt x="6911" y="2540"/>
                          <a:pt x="12346" y="2540"/>
                        </a:cubicBezTo>
                        <a:lnTo>
                          <a:pt x="12346" y="2540"/>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49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7" name="Freeform: Shape 116">
                    <a:extLst>
                      <a:ext uri="{FF2B5EF4-FFF2-40B4-BE49-F238E27FC236}">
                        <a16:creationId xmlns:a16="http://schemas.microsoft.com/office/drawing/2014/main" id="{1E4AC0DA-6C17-5CB5-8DCA-5CEB44663810}"/>
                      </a:ext>
                    </a:extLst>
                  </p:cNvPr>
                  <p:cNvSpPr/>
                  <p:nvPr/>
                </p:nvSpPr>
                <p:spPr>
                  <a:xfrm>
                    <a:off x="2504617"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8" name="Freeform: Shape 117">
                    <a:extLst>
                      <a:ext uri="{FF2B5EF4-FFF2-40B4-BE49-F238E27FC236}">
                        <a16:creationId xmlns:a16="http://schemas.microsoft.com/office/drawing/2014/main" id="{5D5601BB-4B0F-11FE-C50B-6C6F242F72BA}"/>
                      </a:ext>
                    </a:extLst>
                  </p:cNvPr>
                  <p:cNvSpPr/>
                  <p:nvPr/>
                </p:nvSpPr>
                <p:spPr>
                  <a:xfrm>
                    <a:off x="2530253"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9" name="Freeform: Shape 118">
                    <a:extLst>
                      <a:ext uri="{FF2B5EF4-FFF2-40B4-BE49-F238E27FC236}">
                        <a16:creationId xmlns:a16="http://schemas.microsoft.com/office/drawing/2014/main" id="{43454D25-EEC1-B7D8-1B85-BE680CE05619}"/>
                      </a:ext>
                    </a:extLst>
                  </p:cNvPr>
                  <p:cNvSpPr/>
                  <p:nvPr/>
                </p:nvSpPr>
                <p:spPr>
                  <a:xfrm>
                    <a:off x="2555889"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70"/>
                          <a:pt x="22151" y="12346"/>
                        </a:cubicBezTo>
                        <a:cubicBezTo>
                          <a:pt x="22151" y="17780"/>
                          <a:pt x="17780" y="22151"/>
                          <a:pt x="12346" y="22151"/>
                        </a:cubicBezTo>
                        <a:cubicBezTo>
                          <a:pt x="6911" y="22151"/>
                          <a:pt x="2540" y="17721"/>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49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0" name="Freeform: Shape 119">
                    <a:extLst>
                      <a:ext uri="{FF2B5EF4-FFF2-40B4-BE49-F238E27FC236}">
                        <a16:creationId xmlns:a16="http://schemas.microsoft.com/office/drawing/2014/main" id="{B405DD0F-A3FE-7C00-040B-7F617480FB1B}"/>
                      </a:ext>
                    </a:extLst>
                  </p:cNvPr>
                  <p:cNvSpPr/>
                  <p:nvPr/>
                </p:nvSpPr>
                <p:spPr>
                  <a:xfrm>
                    <a:off x="2137498" y="1658767"/>
                    <a:ext cx="66719" cy="115274"/>
                  </a:xfrm>
                  <a:custGeom>
                    <a:avLst/>
                    <a:gdLst>
                      <a:gd name="connsiteX0" fmla="*/ 60310 w 66719"/>
                      <a:gd name="connsiteY0" fmla="*/ 115275 h 115274"/>
                      <a:gd name="connsiteX1" fmla="*/ 64859 w 66719"/>
                      <a:gd name="connsiteY1" fmla="*/ 113384 h 115274"/>
                      <a:gd name="connsiteX2" fmla="*/ 64859 w 66719"/>
                      <a:gd name="connsiteY2" fmla="*/ 104347 h 115274"/>
                      <a:gd name="connsiteX3" fmla="*/ 18134 w 66719"/>
                      <a:gd name="connsiteY3" fmla="*/ 57623 h 115274"/>
                      <a:gd name="connsiteX4" fmla="*/ 64859 w 66719"/>
                      <a:gd name="connsiteY4" fmla="*/ 10898 h 115274"/>
                      <a:gd name="connsiteX5" fmla="*/ 64859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9" y="113384"/>
                        </a:cubicBezTo>
                        <a:cubicBezTo>
                          <a:pt x="67340" y="110903"/>
                          <a:pt x="67340" y="106828"/>
                          <a:pt x="64859" y="104347"/>
                        </a:cubicBezTo>
                        <a:lnTo>
                          <a:pt x="18134" y="57623"/>
                        </a:lnTo>
                        <a:lnTo>
                          <a:pt x="64859" y="10898"/>
                        </a:lnTo>
                        <a:cubicBezTo>
                          <a:pt x="67340" y="8417"/>
                          <a:pt x="67340" y="4342"/>
                          <a:pt x="64859" y="1861"/>
                        </a:cubicBezTo>
                        <a:cubicBezTo>
                          <a:pt x="62378" y="-620"/>
                          <a:pt x="58302" y="-620"/>
                          <a:pt x="55821" y="1861"/>
                        </a:cubicBezTo>
                        <a:lnTo>
                          <a:pt x="0" y="57682"/>
                        </a:lnTo>
                        <a:lnTo>
                          <a:pt x="55821" y="113503"/>
                        </a:lnTo>
                        <a:cubicBezTo>
                          <a:pt x="57002" y="114684"/>
                          <a:pt x="58656" y="115275"/>
                          <a:pt x="60310" y="115275"/>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1" name="Freeform: Shape 120">
                    <a:extLst>
                      <a:ext uri="{FF2B5EF4-FFF2-40B4-BE49-F238E27FC236}">
                        <a16:creationId xmlns:a16="http://schemas.microsoft.com/office/drawing/2014/main" id="{EBF4398C-DB4E-34B7-D4AC-3C6A1FFDEA79}"/>
                      </a:ext>
                    </a:extLst>
                  </p:cNvPr>
                  <p:cNvSpPr/>
                  <p:nvPr/>
                </p:nvSpPr>
                <p:spPr>
                  <a:xfrm>
                    <a:off x="2086107" y="1658708"/>
                    <a:ext cx="66778" cy="115333"/>
                  </a:xfrm>
                  <a:custGeom>
                    <a:avLst/>
                    <a:gdLst>
                      <a:gd name="connsiteX0" fmla="*/ 60369 w 66778"/>
                      <a:gd name="connsiteY0" fmla="*/ 115334 h 115333"/>
                      <a:gd name="connsiteX1" fmla="*/ 64918 w 66778"/>
                      <a:gd name="connsiteY1" fmla="*/ 113443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3"/>
                        </a:cubicBezTo>
                        <a:cubicBezTo>
                          <a:pt x="67399" y="110963"/>
                          <a:pt x="67399" y="106887"/>
                          <a:pt x="64918" y="104347"/>
                        </a:cubicBezTo>
                        <a:lnTo>
                          <a:pt x="18134" y="57623"/>
                        </a:lnTo>
                        <a:lnTo>
                          <a:pt x="64918" y="10898"/>
                        </a:lnTo>
                        <a:cubicBezTo>
                          <a:pt x="67399" y="8417"/>
                          <a:pt x="67399" y="4342"/>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2" name="Freeform: Shape 121">
                    <a:extLst>
                      <a:ext uri="{FF2B5EF4-FFF2-40B4-BE49-F238E27FC236}">
                        <a16:creationId xmlns:a16="http://schemas.microsoft.com/office/drawing/2014/main" id="{8230FF77-0463-FAD1-D0A1-E900C1089C78}"/>
                      </a:ext>
                    </a:extLst>
                  </p:cNvPr>
                  <p:cNvSpPr/>
                  <p:nvPr/>
                </p:nvSpPr>
                <p:spPr>
                  <a:xfrm>
                    <a:off x="2034894" y="165858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7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3" name="Freeform: Shape 122">
                    <a:extLst>
                      <a:ext uri="{FF2B5EF4-FFF2-40B4-BE49-F238E27FC236}">
                        <a16:creationId xmlns:a16="http://schemas.microsoft.com/office/drawing/2014/main" id="{2822305A-E390-4E25-365B-D29F5DDB4127}"/>
                      </a:ext>
                    </a:extLst>
                  </p:cNvPr>
                  <p:cNvSpPr/>
                  <p:nvPr/>
                </p:nvSpPr>
                <p:spPr>
                  <a:xfrm>
                    <a:off x="1983621" y="165858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618" y="114684"/>
                          <a:pt x="64859" y="113444"/>
                        </a:cubicBezTo>
                        <a:cubicBezTo>
                          <a:pt x="67340" y="110963"/>
                          <a:pt x="67340" y="106887"/>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4" name="Freeform: Shape 123">
                    <a:extLst>
                      <a:ext uri="{FF2B5EF4-FFF2-40B4-BE49-F238E27FC236}">
                        <a16:creationId xmlns:a16="http://schemas.microsoft.com/office/drawing/2014/main" id="{F4EC426B-E7F1-C163-0E57-5B3E40DC798B}"/>
                      </a:ext>
                    </a:extLst>
                  </p:cNvPr>
                  <p:cNvSpPr/>
                  <p:nvPr/>
                </p:nvSpPr>
                <p:spPr>
                  <a:xfrm>
                    <a:off x="1932349" y="1658648"/>
                    <a:ext cx="66719" cy="115274"/>
                  </a:xfrm>
                  <a:custGeom>
                    <a:avLst/>
                    <a:gdLst>
                      <a:gd name="connsiteX0" fmla="*/ 60310 w 66719"/>
                      <a:gd name="connsiteY0" fmla="*/ 115275 h 115274"/>
                      <a:gd name="connsiteX1" fmla="*/ 64858 w 66719"/>
                      <a:gd name="connsiteY1" fmla="*/ 113384 h 115274"/>
                      <a:gd name="connsiteX2" fmla="*/ 64858 w 66719"/>
                      <a:gd name="connsiteY2" fmla="*/ 104347 h 115274"/>
                      <a:gd name="connsiteX3" fmla="*/ 18134 w 66719"/>
                      <a:gd name="connsiteY3" fmla="*/ 57623 h 115274"/>
                      <a:gd name="connsiteX4" fmla="*/ 64858 w 66719"/>
                      <a:gd name="connsiteY4" fmla="*/ 10898 h 115274"/>
                      <a:gd name="connsiteX5" fmla="*/ 64858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8" y="113384"/>
                        </a:cubicBezTo>
                        <a:cubicBezTo>
                          <a:pt x="67340" y="110904"/>
                          <a:pt x="67340" y="106828"/>
                          <a:pt x="64858" y="104347"/>
                        </a:cubicBezTo>
                        <a:lnTo>
                          <a:pt x="18134" y="57623"/>
                        </a:lnTo>
                        <a:lnTo>
                          <a:pt x="64858" y="10898"/>
                        </a:lnTo>
                        <a:cubicBezTo>
                          <a:pt x="67340" y="8417"/>
                          <a:pt x="67340" y="4342"/>
                          <a:pt x="64858" y="1861"/>
                        </a:cubicBezTo>
                        <a:cubicBezTo>
                          <a:pt x="62378" y="-620"/>
                          <a:pt x="58302" y="-620"/>
                          <a:pt x="55821" y="1861"/>
                        </a:cubicBezTo>
                        <a:lnTo>
                          <a:pt x="0" y="57682"/>
                        </a:lnTo>
                        <a:lnTo>
                          <a:pt x="55821" y="113503"/>
                        </a:lnTo>
                        <a:cubicBezTo>
                          <a:pt x="57002" y="114625"/>
                          <a:pt x="58656" y="115275"/>
                          <a:pt x="60310" y="115275"/>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29" name="Graphic 4773">
                  <a:extLst>
                    <a:ext uri="{FF2B5EF4-FFF2-40B4-BE49-F238E27FC236}">
                      <a16:creationId xmlns:a16="http://schemas.microsoft.com/office/drawing/2014/main" id="{D6C73351-4402-B516-15AE-019D1C6FC8A3}"/>
                    </a:ext>
                  </a:extLst>
                </p:cNvPr>
                <p:cNvGrpSpPr/>
                <p:nvPr/>
              </p:nvGrpSpPr>
              <p:grpSpPr>
                <a:xfrm>
                  <a:off x="455605" y="4257600"/>
                  <a:ext cx="648231" cy="115511"/>
                  <a:chOff x="455605" y="4257600"/>
                  <a:chExt cx="648231" cy="115511"/>
                </a:xfrm>
                <a:grpFill/>
              </p:grpSpPr>
              <p:sp>
                <p:nvSpPr>
                  <p:cNvPr id="93" name="Freeform: Shape 92">
                    <a:extLst>
                      <a:ext uri="{FF2B5EF4-FFF2-40B4-BE49-F238E27FC236}">
                        <a16:creationId xmlns:a16="http://schemas.microsoft.com/office/drawing/2014/main" id="{AB808B2A-F92D-5905-2815-045CF000C32D}"/>
                      </a:ext>
                    </a:extLst>
                  </p:cNvPr>
                  <p:cNvSpPr/>
                  <p:nvPr/>
                </p:nvSpPr>
                <p:spPr>
                  <a:xfrm>
                    <a:off x="694542" y="4303054"/>
                    <a:ext cx="24691" cy="24750"/>
                  </a:xfrm>
                  <a:custGeom>
                    <a:avLst/>
                    <a:gdLst>
                      <a:gd name="connsiteX0" fmla="*/ 12346 w 24691"/>
                      <a:gd name="connsiteY0" fmla="*/ 2599 h 24750"/>
                      <a:gd name="connsiteX1" fmla="*/ 22151 w 24691"/>
                      <a:gd name="connsiteY1" fmla="*/ 12405 h 24750"/>
                      <a:gd name="connsiteX2" fmla="*/ 12346 w 24691"/>
                      <a:gd name="connsiteY2" fmla="*/ 22210 h 24750"/>
                      <a:gd name="connsiteX3" fmla="*/ 2540 w 24691"/>
                      <a:gd name="connsiteY3" fmla="*/ 12405 h 24750"/>
                      <a:gd name="connsiteX4" fmla="*/ 12346 w 24691"/>
                      <a:gd name="connsiteY4" fmla="*/ 2599 h 24750"/>
                      <a:gd name="connsiteX5" fmla="*/ 12346 w 24691"/>
                      <a:gd name="connsiteY5" fmla="*/ 2599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99"/>
                        </a:moveTo>
                        <a:cubicBezTo>
                          <a:pt x="17780" y="2599"/>
                          <a:pt x="22151" y="6971"/>
                          <a:pt x="22151" y="12405"/>
                        </a:cubicBezTo>
                        <a:cubicBezTo>
                          <a:pt x="22151" y="17839"/>
                          <a:pt x="17780" y="22210"/>
                          <a:pt x="12346" y="22210"/>
                        </a:cubicBezTo>
                        <a:cubicBezTo>
                          <a:pt x="6911" y="22210"/>
                          <a:pt x="2540" y="17839"/>
                          <a:pt x="2540" y="12405"/>
                        </a:cubicBezTo>
                        <a:cubicBezTo>
                          <a:pt x="2540" y="6971"/>
                          <a:pt x="6911" y="2599"/>
                          <a:pt x="12346" y="2599"/>
                        </a:cubicBezTo>
                        <a:lnTo>
                          <a:pt x="12346" y="2599"/>
                        </a:lnTo>
                        <a:close/>
                        <a:moveTo>
                          <a:pt x="12346" y="0"/>
                        </a:moveTo>
                        <a:cubicBezTo>
                          <a:pt x="5493" y="0"/>
                          <a:pt x="0" y="5553"/>
                          <a:pt x="0" y="12346"/>
                        </a:cubicBezTo>
                        <a:cubicBezTo>
                          <a:pt x="0" y="19198"/>
                          <a:pt x="5553" y="24750"/>
                          <a:pt x="12346" y="24750"/>
                        </a:cubicBezTo>
                        <a:cubicBezTo>
                          <a:pt x="19198" y="24750"/>
                          <a:pt x="24691" y="19198"/>
                          <a:pt x="24691" y="12346"/>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4" name="Freeform: Shape 93">
                    <a:extLst>
                      <a:ext uri="{FF2B5EF4-FFF2-40B4-BE49-F238E27FC236}">
                        <a16:creationId xmlns:a16="http://schemas.microsoft.com/office/drawing/2014/main" id="{01F1EC60-3B2C-47D7-3753-EDF1054A23D4}"/>
                      </a:ext>
                    </a:extLst>
                  </p:cNvPr>
                  <p:cNvSpPr/>
                  <p:nvPr/>
                </p:nvSpPr>
                <p:spPr>
                  <a:xfrm>
                    <a:off x="745814"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98"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5" name="Freeform: Shape 94">
                    <a:extLst>
                      <a:ext uri="{FF2B5EF4-FFF2-40B4-BE49-F238E27FC236}">
                        <a16:creationId xmlns:a16="http://schemas.microsoft.com/office/drawing/2014/main" id="{A983C918-1CF8-C828-CA7E-8CA50C3CF74A}"/>
                      </a:ext>
                    </a:extLst>
                  </p:cNvPr>
                  <p:cNvSpPr/>
                  <p:nvPr/>
                </p:nvSpPr>
                <p:spPr>
                  <a:xfrm>
                    <a:off x="771510"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6" name="Freeform: Shape 95">
                    <a:extLst>
                      <a:ext uri="{FF2B5EF4-FFF2-40B4-BE49-F238E27FC236}">
                        <a16:creationId xmlns:a16="http://schemas.microsoft.com/office/drawing/2014/main" id="{EE332E3C-85FA-128E-D168-EC494184BD45}"/>
                      </a:ext>
                    </a:extLst>
                  </p:cNvPr>
                  <p:cNvSpPr/>
                  <p:nvPr/>
                </p:nvSpPr>
                <p:spPr>
                  <a:xfrm>
                    <a:off x="822723" y="4303054"/>
                    <a:ext cx="24691" cy="24750"/>
                  </a:xfrm>
                  <a:custGeom>
                    <a:avLst/>
                    <a:gdLst>
                      <a:gd name="connsiteX0" fmla="*/ 12346 w 24691"/>
                      <a:gd name="connsiteY0" fmla="*/ 2540 h 24750"/>
                      <a:gd name="connsiteX1" fmla="*/ 22151 w 24691"/>
                      <a:gd name="connsiteY1" fmla="*/ 12346 h 24750"/>
                      <a:gd name="connsiteX2" fmla="*/ 12346 w 24691"/>
                      <a:gd name="connsiteY2" fmla="*/ 22151 h 24750"/>
                      <a:gd name="connsiteX3" fmla="*/ 2540 w 24691"/>
                      <a:gd name="connsiteY3" fmla="*/ 12346 h 24750"/>
                      <a:gd name="connsiteX4" fmla="*/ 12346 w 24691"/>
                      <a:gd name="connsiteY4" fmla="*/ 2540 h 24750"/>
                      <a:gd name="connsiteX5" fmla="*/ 12346 w 24691"/>
                      <a:gd name="connsiteY5" fmla="*/ 2540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1"/>
                          <a:pt x="6970" y="2540"/>
                          <a:pt x="12346" y="2540"/>
                        </a:cubicBezTo>
                        <a:lnTo>
                          <a:pt x="12346" y="2540"/>
                        </a:lnTo>
                        <a:close/>
                        <a:moveTo>
                          <a:pt x="12346" y="0"/>
                        </a:moveTo>
                        <a:cubicBezTo>
                          <a:pt x="5494" y="0"/>
                          <a:pt x="0" y="5553"/>
                          <a:pt x="0" y="12346"/>
                        </a:cubicBezTo>
                        <a:cubicBezTo>
                          <a:pt x="0" y="19198"/>
                          <a:pt x="5553" y="24750"/>
                          <a:pt x="12346" y="24750"/>
                        </a:cubicBezTo>
                        <a:cubicBezTo>
                          <a:pt x="19198" y="24750"/>
                          <a:pt x="24691" y="19198"/>
                          <a:pt x="24691" y="12346"/>
                        </a:cubicBezTo>
                        <a:cubicBezTo>
                          <a:pt x="24750"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7" name="Freeform: Shape 96">
                    <a:extLst>
                      <a:ext uri="{FF2B5EF4-FFF2-40B4-BE49-F238E27FC236}">
                        <a16:creationId xmlns:a16="http://schemas.microsoft.com/office/drawing/2014/main" id="{DE5ACBBD-4127-2DF5-88C0-F5B26F752A77}"/>
                      </a:ext>
                    </a:extLst>
                  </p:cNvPr>
                  <p:cNvSpPr/>
                  <p:nvPr/>
                </p:nvSpPr>
                <p:spPr>
                  <a:xfrm>
                    <a:off x="874055"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8" name="Freeform: Shape 97">
                    <a:extLst>
                      <a:ext uri="{FF2B5EF4-FFF2-40B4-BE49-F238E27FC236}">
                        <a16:creationId xmlns:a16="http://schemas.microsoft.com/office/drawing/2014/main" id="{7D8574A8-014F-1812-C478-42F170467C81}"/>
                      </a:ext>
                    </a:extLst>
                  </p:cNvPr>
                  <p:cNvSpPr/>
                  <p:nvPr/>
                </p:nvSpPr>
                <p:spPr>
                  <a:xfrm>
                    <a:off x="899691"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21"/>
                          <a:pt x="17780" y="22151"/>
                          <a:pt x="12346" y="22151"/>
                        </a:cubicBezTo>
                        <a:cubicBezTo>
                          <a:pt x="6970" y="22151"/>
                          <a:pt x="2540" y="17721"/>
                          <a:pt x="2540" y="12346"/>
                        </a:cubicBezTo>
                        <a:cubicBezTo>
                          <a:pt x="2540" y="6971"/>
                          <a:pt x="6911" y="2540"/>
                          <a:pt x="12346" y="2540"/>
                        </a:cubicBezTo>
                        <a:lnTo>
                          <a:pt x="12346" y="2540"/>
                        </a:lnTo>
                        <a:close/>
                        <a:moveTo>
                          <a:pt x="12346" y="0"/>
                        </a:moveTo>
                        <a:cubicBezTo>
                          <a:pt x="5494"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9" name="Freeform: Shape 98">
                    <a:extLst>
                      <a:ext uri="{FF2B5EF4-FFF2-40B4-BE49-F238E27FC236}">
                        <a16:creationId xmlns:a16="http://schemas.microsoft.com/office/drawing/2014/main" id="{02116D04-A104-860A-FCA8-94DE2B541761}"/>
                      </a:ext>
                    </a:extLst>
                  </p:cNvPr>
                  <p:cNvSpPr/>
                  <p:nvPr/>
                </p:nvSpPr>
                <p:spPr>
                  <a:xfrm>
                    <a:off x="925327"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4" y="24750"/>
                          <a:pt x="0" y="19198"/>
                          <a:pt x="0" y="12346"/>
                        </a:cubicBezTo>
                        <a:cubicBezTo>
                          <a:pt x="0" y="5494"/>
                          <a:pt x="5553" y="0"/>
                          <a:pt x="12346" y="0"/>
                        </a:cubicBezTo>
                        <a:cubicBezTo>
                          <a:pt x="19139"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0" name="Freeform: Shape 99">
                    <a:extLst>
                      <a:ext uri="{FF2B5EF4-FFF2-40B4-BE49-F238E27FC236}">
                        <a16:creationId xmlns:a16="http://schemas.microsoft.com/office/drawing/2014/main" id="{8A4EF1CE-681A-BEAA-9C81-E4D3BE2AD7F1}"/>
                      </a:ext>
                    </a:extLst>
                  </p:cNvPr>
                  <p:cNvSpPr/>
                  <p:nvPr/>
                </p:nvSpPr>
                <p:spPr>
                  <a:xfrm>
                    <a:off x="976600"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80"/>
                          <a:pt x="2540" y="12346"/>
                        </a:cubicBezTo>
                        <a:cubicBezTo>
                          <a:pt x="2540" y="6971"/>
                          <a:pt x="6911" y="2540"/>
                          <a:pt x="12346" y="2540"/>
                        </a:cubicBezTo>
                        <a:lnTo>
                          <a:pt x="12346" y="2540"/>
                        </a:lnTo>
                        <a:close/>
                        <a:moveTo>
                          <a:pt x="12346" y="0"/>
                        </a:moveTo>
                        <a:cubicBezTo>
                          <a:pt x="5493"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1" name="Freeform: Shape 100">
                    <a:extLst>
                      <a:ext uri="{FF2B5EF4-FFF2-40B4-BE49-F238E27FC236}">
                        <a16:creationId xmlns:a16="http://schemas.microsoft.com/office/drawing/2014/main" id="{A1B5B59C-AE1B-51D5-D41B-B9BE96D54D08}"/>
                      </a:ext>
                    </a:extLst>
                  </p:cNvPr>
                  <p:cNvSpPr/>
                  <p:nvPr/>
                </p:nvSpPr>
                <p:spPr>
                  <a:xfrm>
                    <a:off x="1027872"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553"/>
                          <a:pt x="5553" y="0"/>
                          <a:pt x="12346" y="0"/>
                        </a:cubicBezTo>
                        <a:cubicBezTo>
                          <a:pt x="19198"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2" name="Freeform: Shape 101">
                    <a:extLst>
                      <a:ext uri="{FF2B5EF4-FFF2-40B4-BE49-F238E27FC236}">
                        <a16:creationId xmlns:a16="http://schemas.microsoft.com/office/drawing/2014/main" id="{A66028B2-5B0A-C305-9880-93EC47E18E3F}"/>
                      </a:ext>
                    </a:extLst>
                  </p:cNvPr>
                  <p:cNvSpPr/>
                  <p:nvPr/>
                </p:nvSpPr>
                <p:spPr>
                  <a:xfrm>
                    <a:off x="1053509"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3" y="24750"/>
                          <a:pt x="0" y="19198"/>
                          <a:pt x="0" y="12346"/>
                        </a:cubicBezTo>
                        <a:cubicBezTo>
                          <a:pt x="0" y="5494"/>
                          <a:pt x="5552" y="0"/>
                          <a:pt x="12346" y="0"/>
                        </a:cubicBezTo>
                        <a:cubicBezTo>
                          <a:pt x="19198"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3" name="Freeform: Shape 102">
                    <a:extLst>
                      <a:ext uri="{FF2B5EF4-FFF2-40B4-BE49-F238E27FC236}">
                        <a16:creationId xmlns:a16="http://schemas.microsoft.com/office/drawing/2014/main" id="{87D4B7E0-08B6-8C92-A16A-BA816F1678D7}"/>
                      </a:ext>
                    </a:extLst>
                  </p:cNvPr>
                  <p:cNvSpPr/>
                  <p:nvPr/>
                </p:nvSpPr>
                <p:spPr>
                  <a:xfrm>
                    <a:off x="1079145" y="430299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5 h 24691"/>
                      <a:gd name="connsiteX8" fmla="*/ 12346 w 24691"/>
                      <a:gd name="connsiteY8" fmla="*/ 24691 h 24691"/>
                      <a:gd name="connsiteX9" fmla="*/ 24691 w 24691"/>
                      <a:gd name="connsiteY9" fmla="*/ 12345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11" y="22210"/>
                          <a:pt x="2540" y="17839"/>
                          <a:pt x="2540" y="12405"/>
                        </a:cubicBezTo>
                        <a:cubicBezTo>
                          <a:pt x="2540" y="6970"/>
                          <a:pt x="6970" y="2599"/>
                          <a:pt x="12346" y="2599"/>
                        </a:cubicBezTo>
                        <a:lnTo>
                          <a:pt x="12346" y="2599"/>
                        </a:lnTo>
                        <a:close/>
                        <a:moveTo>
                          <a:pt x="12346" y="0"/>
                        </a:moveTo>
                        <a:cubicBezTo>
                          <a:pt x="5493" y="0"/>
                          <a:pt x="0" y="5553"/>
                          <a:pt x="0" y="12345"/>
                        </a:cubicBezTo>
                        <a:cubicBezTo>
                          <a:pt x="0" y="19198"/>
                          <a:pt x="5553" y="24691"/>
                          <a:pt x="12346" y="24691"/>
                        </a:cubicBezTo>
                        <a:cubicBezTo>
                          <a:pt x="19198" y="24691"/>
                          <a:pt x="24691" y="19139"/>
                          <a:pt x="24691" y="12345"/>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4" name="Freeform: Shape 103">
                    <a:extLst>
                      <a:ext uri="{FF2B5EF4-FFF2-40B4-BE49-F238E27FC236}">
                        <a16:creationId xmlns:a16="http://schemas.microsoft.com/office/drawing/2014/main" id="{7F63A8F9-CCBB-A8AE-02CB-4FABF174BA50}"/>
                      </a:ext>
                    </a:extLst>
                  </p:cNvPr>
                  <p:cNvSpPr/>
                  <p:nvPr/>
                </p:nvSpPr>
                <p:spPr>
                  <a:xfrm>
                    <a:off x="660754" y="4257777"/>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7"/>
                        </a:lnTo>
                        <a:cubicBezTo>
                          <a:pt x="67340" y="8476"/>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5" name="Freeform: Shape 104">
                    <a:extLst>
                      <a:ext uri="{FF2B5EF4-FFF2-40B4-BE49-F238E27FC236}">
                        <a16:creationId xmlns:a16="http://schemas.microsoft.com/office/drawing/2014/main" id="{63BC02EC-C0B1-88A6-CBFE-C2C1BB06CD85}"/>
                      </a:ext>
                    </a:extLst>
                  </p:cNvPr>
                  <p:cNvSpPr/>
                  <p:nvPr/>
                </p:nvSpPr>
                <p:spPr>
                  <a:xfrm>
                    <a:off x="609363" y="4257777"/>
                    <a:ext cx="66778" cy="115333"/>
                  </a:xfrm>
                  <a:custGeom>
                    <a:avLst/>
                    <a:gdLst>
                      <a:gd name="connsiteX0" fmla="*/ 60369 w 66778"/>
                      <a:gd name="connsiteY0" fmla="*/ 115334 h 115333"/>
                      <a:gd name="connsiteX1" fmla="*/ 64918 w 66778"/>
                      <a:gd name="connsiteY1" fmla="*/ 113444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4"/>
                        </a:cubicBezTo>
                        <a:cubicBezTo>
                          <a:pt x="67399" y="110963"/>
                          <a:pt x="67399" y="106887"/>
                          <a:pt x="64918" y="104347"/>
                        </a:cubicBezTo>
                        <a:lnTo>
                          <a:pt x="18134" y="57623"/>
                        </a:lnTo>
                        <a:lnTo>
                          <a:pt x="64918" y="10898"/>
                        </a:lnTo>
                        <a:cubicBezTo>
                          <a:pt x="67399" y="8417"/>
                          <a:pt x="67399" y="4341"/>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6" name="Freeform: Shape 105">
                    <a:extLst>
                      <a:ext uri="{FF2B5EF4-FFF2-40B4-BE49-F238E27FC236}">
                        <a16:creationId xmlns:a16="http://schemas.microsoft.com/office/drawing/2014/main" id="{DE71DF67-8AF6-0898-2DAA-10A560C20053}"/>
                      </a:ext>
                    </a:extLst>
                  </p:cNvPr>
                  <p:cNvSpPr/>
                  <p:nvPr/>
                </p:nvSpPr>
                <p:spPr>
                  <a:xfrm>
                    <a:off x="558150" y="425765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7" name="Freeform: Shape 106">
                    <a:extLst>
                      <a:ext uri="{FF2B5EF4-FFF2-40B4-BE49-F238E27FC236}">
                        <a16:creationId xmlns:a16="http://schemas.microsoft.com/office/drawing/2014/main" id="{3E07F506-91B7-3325-C951-750303E18C7C}"/>
                      </a:ext>
                    </a:extLst>
                  </p:cNvPr>
                  <p:cNvSpPr/>
                  <p:nvPr/>
                </p:nvSpPr>
                <p:spPr>
                  <a:xfrm>
                    <a:off x="506877" y="4257600"/>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7"/>
                          <a:pt x="67340" y="4401"/>
                          <a:pt x="64859" y="1861"/>
                        </a:cubicBezTo>
                        <a:cubicBezTo>
                          <a:pt x="62378" y="-620"/>
                          <a:pt x="58302" y="-620"/>
                          <a:pt x="55821" y="1861"/>
                        </a:cubicBezTo>
                        <a:lnTo>
                          <a:pt x="0" y="57682"/>
                        </a:lnTo>
                        <a:lnTo>
                          <a:pt x="55821" y="113503"/>
                        </a:lnTo>
                        <a:cubicBezTo>
                          <a:pt x="57002" y="114802"/>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8" name="Freeform: Shape 107">
                    <a:extLst>
                      <a:ext uri="{FF2B5EF4-FFF2-40B4-BE49-F238E27FC236}">
                        <a16:creationId xmlns:a16="http://schemas.microsoft.com/office/drawing/2014/main" id="{258E73F1-720A-9BB7-74D7-9653B23EAD17}"/>
                      </a:ext>
                    </a:extLst>
                  </p:cNvPr>
                  <p:cNvSpPr/>
                  <p:nvPr/>
                </p:nvSpPr>
                <p:spPr>
                  <a:xfrm>
                    <a:off x="455605" y="425765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8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02" y="114684"/>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30" name="Graphic 4773">
                  <a:extLst>
                    <a:ext uri="{FF2B5EF4-FFF2-40B4-BE49-F238E27FC236}">
                      <a16:creationId xmlns:a16="http://schemas.microsoft.com/office/drawing/2014/main" id="{A7C3F87A-5BAE-DC4D-4EE2-BF83F6CD54AC}"/>
                    </a:ext>
                  </a:extLst>
                </p:cNvPr>
                <p:cNvGrpSpPr/>
                <p:nvPr/>
              </p:nvGrpSpPr>
              <p:grpSpPr>
                <a:xfrm>
                  <a:off x="3234542" y="2956736"/>
                  <a:ext cx="583845" cy="119557"/>
                  <a:chOff x="3234542" y="2956736"/>
                  <a:chExt cx="583845" cy="119557"/>
                </a:xfrm>
                <a:grpFill/>
              </p:grpSpPr>
              <p:grpSp>
                <p:nvGrpSpPr>
                  <p:cNvPr id="82" name="Graphic 4773">
                    <a:extLst>
                      <a:ext uri="{FF2B5EF4-FFF2-40B4-BE49-F238E27FC236}">
                        <a16:creationId xmlns:a16="http://schemas.microsoft.com/office/drawing/2014/main" id="{3D867D89-035F-4BDE-F8B8-C48CD7566A4A}"/>
                      </a:ext>
                    </a:extLst>
                  </p:cNvPr>
                  <p:cNvGrpSpPr/>
                  <p:nvPr/>
                </p:nvGrpSpPr>
                <p:grpSpPr>
                  <a:xfrm>
                    <a:off x="3234542" y="2956736"/>
                    <a:ext cx="119557" cy="119557"/>
                    <a:chOff x="3234542" y="2956736"/>
                    <a:chExt cx="119557" cy="119557"/>
                  </a:xfrm>
                  <a:grpFill/>
                </p:grpSpPr>
                <p:sp>
                  <p:nvSpPr>
                    <p:cNvPr id="91" name="Freeform: Shape 90">
                      <a:extLst>
                        <a:ext uri="{FF2B5EF4-FFF2-40B4-BE49-F238E27FC236}">
                          <a16:creationId xmlns:a16="http://schemas.microsoft.com/office/drawing/2014/main" id="{70A6B453-2D0E-FE5A-0844-D53EDC14B835}"/>
                        </a:ext>
                      </a:extLst>
                    </p:cNvPr>
                    <p:cNvSpPr/>
                    <p:nvPr/>
                  </p:nvSpPr>
                  <p:spPr>
                    <a:xfrm>
                      <a:off x="3273941" y="2978474"/>
                      <a:ext cx="40698" cy="76199"/>
                    </a:xfrm>
                    <a:custGeom>
                      <a:avLst/>
                      <a:gdLst>
                        <a:gd name="connsiteX0" fmla="*/ 38868 w 40698"/>
                        <a:gd name="connsiteY0" fmla="*/ 76200 h 76199"/>
                        <a:gd name="connsiteX1" fmla="*/ 40167 w 40698"/>
                        <a:gd name="connsiteY1" fmla="*/ 75668 h 76199"/>
                        <a:gd name="connsiteX2" fmla="*/ 40167 w 40698"/>
                        <a:gd name="connsiteY2" fmla="*/ 73128 h 76199"/>
                        <a:gd name="connsiteX3" fmla="*/ 5139 w 40698"/>
                        <a:gd name="connsiteY3" fmla="*/ 38100 h 76199"/>
                        <a:gd name="connsiteX4" fmla="*/ 40167 w 40698"/>
                        <a:gd name="connsiteY4" fmla="*/ 3072 h 76199"/>
                        <a:gd name="connsiteX5" fmla="*/ 40167 w 40698"/>
                        <a:gd name="connsiteY5" fmla="*/ 532 h 76199"/>
                        <a:gd name="connsiteX6" fmla="*/ 37627 w 40698"/>
                        <a:gd name="connsiteY6" fmla="*/ 532 h 76199"/>
                        <a:gd name="connsiteX7" fmla="*/ 0 w 40698"/>
                        <a:gd name="connsiteY7" fmla="*/ 38159 h 76199"/>
                        <a:gd name="connsiteX8" fmla="*/ 37627 w 40698"/>
                        <a:gd name="connsiteY8" fmla="*/ 75786 h 76199"/>
                        <a:gd name="connsiteX9" fmla="*/ 38868 w 40698"/>
                        <a:gd name="connsiteY9" fmla="*/ 76200 h 76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8" h="76199">
                          <a:moveTo>
                            <a:pt x="38868" y="76200"/>
                          </a:moveTo>
                          <a:cubicBezTo>
                            <a:pt x="39340" y="76200"/>
                            <a:pt x="39813" y="76023"/>
                            <a:pt x="40167" y="75668"/>
                          </a:cubicBezTo>
                          <a:cubicBezTo>
                            <a:pt x="40876" y="74960"/>
                            <a:pt x="40876" y="73837"/>
                            <a:pt x="40167" y="73128"/>
                          </a:cubicBezTo>
                          <a:lnTo>
                            <a:pt x="5139" y="38100"/>
                          </a:lnTo>
                          <a:lnTo>
                            <a:pt x="40167" y="3072"/>
                          </a:lnTo>
                          <a:cubicBezTo>
                            <a:pt x="40876" y="2363"/>
                            <a:pt x="40876" y="1240"/>
                            <a:pt x="40167" y="532"/>
                          </a:cubicBezTo>
                          <a:cubicBezTo>
                            <a:pt x="39459" y="-177"/>
                            <a:pt x="38336" y="-177"/>
                            <a:pt x="37627" y="532"/>
                          </a:cubicBezTo>
                          <a:lnTo>
                            <a:pt x="0" y="38159"/>
                          </a:lnTo>
                          <a:lnTo>
                            <a:pt x="37627" y="75786"/>
                          </a:lnTo>
                          <a:cubicBezTo>
                            <a:pt x="37982" y="76023"/>
                            <a:pt x="38454" y="76200"/>
                            <a:pt x="38868" y="7620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2" name="Freeform: Shape 91">
                      <a:extLst>
                        <a:ext uri="{FF2B5EF4-FFF2-40B4-BE49-F238E27FC236}">
                          <a16:creationId xmlns:a16="http://schemas.microsoft.com/office/drawing/2014/main" id="{7D85B20B-FFC9-FF65-5E9F-3C3A607F5D38}"/>
                        </a:ext>
                      </a:extLst>
                    </p:cNvPr>
                    <p:cNvSpPr/>
                    <p:nvPr/>
                  </p:nvSpPr>
                  <p:spPr>
                    <a:xfrm>
                      <a:off x="3234542" y="2956736"/>
                      <a:ext cx="119557" cy="119557"/>
                    </a:xfrm>
                    <a:custGeom>
                      <a:avLst/>
                      <a:gdLst>
                        <a:gd name="connsiteX0" fmla="*/ 59779 w 119557"/>
                        <a:gd name="connsiteY0" fmla="*/ 6025 h 119557"/>
                        <a:gd name="connsiteX1" fmla="*/ 113532 w 119557"/>
                        <a:gd name="connsiteY1" fmla="*/ 59779 h 119557"/>
                        <a:gd name="connsiteX2" fmla="*/ 59779 w 119557"/>
                        <a:gd name="connsiteY2" fmla="*/ 113532 h 119557"/>
                        <a:gd name="connsiteX3" fmla="*/ 6025 w 119557"/>
                        <a:gd name="connsiteY3" fmla="*/ 59779 h 119557"/>
                        <a:gd name="connsiteX4" fmla="*/ 59779 w 119557"/>
                        <a:gd name="connsiteY4" fmla="*/ 6025 h 119557"/>
                        <a:gd name="connsiteX5" fmla="*/ 59779 w 119557"/>
                        <a:gd name="connsiteY5" fmla="*/ 6025 h 119557"/>
                        <a:gd name="connsiteX6" fmla="*/ 59779 w 119557"/>
                        <a:gd name="connsiteY6" fmla="*/ 0 h 119557"/>
                        <a:gd name="connsiteX7" fmla="*/ 0 w 119557"/>
                        <a:gd name="connsiteY7" fmla="*/ 59779 h 119557"/>
                        <a:gd name="connsiteX8" fmla="*/ 59779 w 119557"/>
                        <a:gd name="connsiteY8" fmla="*/ 119557 h 119557"/>
                        <a:gd name="connsiteX9" fmla="*/ 119557 w 119557"/>
                        <a:gd name="connsiteY9" fmla="*/ 59779 h 119557"/>
                        <a:gd name="connsiteX10" fmla="*/ 59779 w 119557"/>
                        <a:gd name="connsiteY10" fmla="*/ 0 h 119557"/>
                        <a:gd name="connsiteX11" fmla="*/ 59779 w 119557"/>
                        <a:gd name="connsiteY11" fmla="*/ 0 h 119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9557" h="119557">
                          <a:moveTo>
                            <a:pt x="59779" y="6025"/>
                          </a:moveTo>
                          <a:cubicBezTo>
                            <a:pt x="89431" y="6025"/>
                            <a:pt x="113532" y="30126"/>
                            <a:pt x="113532" y="59779"/>
                          </a:cubicBezTo>
                          <a:cubicBezTo>
                            <a:pt x="113532" y="89432"/>
                            <a:pt x="89431" y="113532"/>
                            <a:pt x="59779" y="113532"/>
                          </a:cubicBezTo>
                          <a:cubicBezTo>
                            <a:pt x="30125" y="113532"/>
                            <a:pt x="6025" y="89432"/>
                            <a:pt x="6025" y="59779"/>
                          </a:cubicBezTo>
                          <a:cubicBezTo>
                            <a:pt x="6025" y="30126"/>
                            <a:pt x="30125" y="6025"/>
                            <a:pt x="59779" y="6025"/>
                          </a:cubicBezTo>
                          <a:lnTo>
                            <a:pt x="59779" y="6025"/>
                          </a:lnTo>
                          <a:close/>
                          <a:moveTo>
                            <a:pt x="59779" y="0"/>
                          </a:moveTo>
                          <a:cubicBezTo>
                            <a:pt x="26758" y="0"/>
                            <a:pt x="0" y="26759"/>
                            <a:pt x="0" y="59779"/>
                          </a:cubicBezTo>
                          <a:cubicBezTo>
                            <a:pt x="0" y="92799"/>
                            <a:pt x="26758" y="119557"/>
                            <a:pt x="59779" y="119557"/>
                          </a:cubicBezTo>
                          <a:cubicBezTo>
                            <a:pt x="92798" y="119557"/>
                            <a:pt x="119557" y="92799"/>
                            <a:pt x="119557" y="59779"/>
                          </a:cubicBezTo>
                          <a:cubicBezTo>
                            <a:pt x="119498" y="26759"/>
                            <a:pt x="92740" y="0"/>
                            <a:pt x="59779" y="0"/>
                          </a:cubicBezTo>
                          <a:lnTo>
                            <a:pt x="59779"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83" name="Freeform: Shape 82">
                    <a:extLst>
                      <a:ext uri="{FF2B5EF4-FFF2-40B4-BE49-F238E27FC236}">
                        <a16:creationId xmlns:a16="http://schemas.microsoft.com/office/drawing/2014/main" id="{3F8E50F5-F210-12C5-4AD8-303C8C69AE10}"/>
                      </a:ext>
                    </a:extLst>
                  </p:cNvPr>
                  <p:cNvSpPr/>
                  <p:nvPr/>
                </p:nvSpPr>
                <p:spPr>
                  <a:xfrm>
                    <a:off x="3376250"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4" name="Freeform: Shape 83">
                    <a:extLst>
                      <a:ext uri="{FF2B5EF4-FFF2-40B4-BE49-F238E27FC236}">
                        <a16:creationId xmlns:a16="http://schemas.microsoft.com/office/drawing/2014/main" id="{CCFC737E-A165-1C3C-37B8-DA429A88D22D}"/>
                      </a:ext>
                    </a:extLst>
                  </p:cNvPr>
                  <p:cNvSpPr/>
                  <p:nvPr/>
                </p:nvSpPr>
                <p:spPr>
                  <a:xfrm>
                    <a:off x="345729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51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5" name="Freeform: Shape 84">
                    <a:extLst>
                      <a:ext uri="{FF2B5EF4-FFF2-40B4-BE49-F238E27FC236}">
                        <a16:creationId xmlns:a16="http://schemas.microsoft.com/office/drawing/2014/main" id="{EC85C0CC-E023-D53D-3EA2-0FEB14771F41}"/>
                      </a:ext>
                    </a:extLst>
                  </p:cNvPr>
                  <p:cNvSpPr/>
                  <p:nvPr/>
                </p:nvSpPr>
                <p:spPr>
                  <a:xfrm>
                    <a:off x="3497816"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514"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649"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6" name="Freeform: Shape 85">
                    <a:extLst>
                      <a:ext uri="{FF2B5EF4-FFF2-40B4-BE49-F238E27FC236}">
                        <a16:creationId xmlns:a16="http://schemas.microsoft.com/office/drawing/2014/main" id="{72EC996D-06A6-0721-7769-B31189C31037}"/>
                      </a:ext>
                    </a:extLst>
                  </p:cNvPr>
                  <p:cNvSpPr/>
                  <p:nvPr/>
                </p:nvSpPr>
                <p:spPr>
                  <a:xfrm>
                    <a:off x="353833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7" name="Freeform: Shape 86">
                    <a:extLst>
                      <a:ext uri="{FF2B5EF4-FFF2-40B4-BE49-F238E27FC236}">
                        <a16:creationId xmlns:a16="http://schemas.microsoft.com/office/drawing/2014/main" id="{4C1A6D40-2873-3BF7-74FF-58BD7404796F}"/>
                      </a:ext>
                    </a:extLst>
                  </p:cNvPr>
                  <p:cNvSpPr/>
                  <p:nvPr/>
                </p:nvSpPr>
                <p:spPr>
                  <a:xfrm>
                    <a:off x="3619381"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649"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8" name="Freeform: Shape 87">
                    <a:extLst>
                      <a:ext uri="{FF2B5EF4-FFF2-40B4-BE49-F238E27FC236}">
                        <a16:creationId xmlns:a16="http://schemas.microsoft.com/office/drawing/2014/main" id="{99AB041F-FCA1-5E51-37E8-BE9E67F2F4CD}"/>
                      </a:ext>
                    </a:extLst>
                  </p:cNvPr>
                  <p:cNvSpPr/>
                  <p:nvPr/>
                </p:nvSpPr>
                <p:spPr>
                  <a:xfrm>
                    <a:off x="3659962"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9" name="Freeform: Shape 88">
                    <a:extLst>
                      <a:ext uri="{FF2B5EF4-FFF2-40B4-BE49-F238E27FC236}">
                        <a16:creationId xmlns:a16="http://schemas.microsoft.com/office/drawing/2014/main" id="{986F164F-E5E8-9C9E-5C8E-5F27228A2FF7}"/>
                      </a:ext>
                    </a:extLst>
                  </p:cNvPr>
                  <p:cNvSpPr/>
                  <p:nvPr/>
                </p:nvSpPr>
                <p:spPr>
                  <a:xfrm>
                    <a:off x="370048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0" name="Freeform: Shape 89">
                    <a:extLst>
                      <a:ext uri="{FF2B5EF4-FFF2-40B4-BE49-F238E27FC236}">
                        <a16:creationId xmlns:a16="http://schemas.microsoft.com/office/drawing/2014/main" id="{D2F5A007-F871-F864-B910-ADEC18BBD8B6}"/>
                      </a:ext>
                    </a:extLst>
                  </p:cNvPr>
                  <p:cNvSpPr/>
                  <p:nvPr/>
                </p:nvSpPr>
                <p:spPr>
                  <a:xfrm>
                    <a:off x="378152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31" name="Graphic 4773">
                  <a:extLst>
                    <a:ext uri="{FF2B5EF4-FFF2-40B4-BE49-F238E27FC236}">
                      <a16:creationId xmlns:a16="http://schemas.microsoft.com/office/drawing/2014/main" id="{D70ACF8E-F6DF-E875-DD36-72C9FDB9D5C8}"/>
                    </a:ext>
                  </a:extLst>
                </p:cNvPr>
                <p:cNvGrpSpPr/>
                <p:nvPr/>
              </p:nvGrpSpPr>
              <p:grpSpPr>
                <a:xfrm>
                  <a:off x="2640418" y="2129759"/>
                  <a:ext cx="886046" cy="59069"/>
                  <a:chOff x="2640418" y="2129759"/>
                  <a:chExt cx="886046" cy="59069"/>
                </a:xfrm>
                <a:grpFill/>
              </p:grpSpPr>
              <p:sp>
                <p:nvSpPr>
                  <p:cNvPr id="74" name="Freeform: Shape 73">
                    <a:extLst>
                      <a:ext uri="{FF2B5EF4-FFF2-40B4-BE49-F238E27FC236}">
                        <a16:creationId xmlns:a16="http://schemas.microsoft.com/office/drawing/2014/main" id="{BFBDA7A3-0BAD-E31C-C7FB-FA116C56D794}"/>
                      </a:ext>
                    </a:extLst>
                  </p:cNvPr>
                  <p:cNvSpPr/>
                  <p:nvPr/>
                </p:nvSpPr>
                <p:spPr>
                  <a:xfrm>
                    <a:off x="3467395"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5" name="Freeform: Shape 74">
                    <a:extLst>
                      <a:ext uri="{FF2B5EF4-FFF2-40B4-BE49-F238E27FC236}">
                        <a16:creationId xmlns:a16="http://schemas.microsoft.com/office/drawing/2014/main" id="{57911D53-F17A-B8FB-356A-419B84301E7C}"/>
                      </a:ext>
                    </a:extLst>
                  </p:cNvPr>
                  <p:cNvSpPr/>
                  <p:nvPr/>
                </p:nvSpPr>
                <p:spPr>
                  <a:xfrm>
                    <a:off x="3349255"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6" name="Freeform: Shape 75">
                    <a:extLst>
                      <a:ext uri="{FF2B5EF4-FFF2-40B4-BE49-F238E27FC236}">
                        <a16:creationId xmlns:a16="http://schemas.microsoft.com/office/drawing/2014/main" id="{8B85A7B5-0CB4-6809-345A-4EF303E8E292}"/>
                      </a:ext>
                    </a:extLst>
                  </p:cNvPr>
                  <p:cNvSpPr/>
                  <p:nvPr/>
                </p:nvSpPr>
                <p:spPr>
                  <a:xfrm>
                    <a:off x="3231116"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7" name="Freeform: Shape 76">
                    <a:extLst>
                      <a:ext uri="{FF2B5EF4-FFF2-40B4-BE49-F238E27FC236}">
                        <a16:creationId xmlns:a16="http://schemas.microsoft.com/office/drawing/2014/main" id="{2CD57ECA-1A16-DB53-2201-41F20F4E6F7E}"/>
                      </a:ext>
                    </a:extLst>
                  </p:cNvPr>
                  <p:cNvSpPr/>
                  <p:nvPr/>
                </p:nvSpPr>
                <p:spPr>
                  <a:xfrm>
                    <a:off x="3112976"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8" name="Freeform: Shape 77">
                    <a:extLst>
                      <a:ext uri="{FF2B5EF4-FFF2-40B4-BE49-F238E27FC236}">
                        <a16:creationId xmlns:a16="http://schemas.microsoft.com/office/drawing/2014/main" id="{C3FC09BE-35DE-747C-1ADC-37E89AE6780F}"/>
                      </a:ext>
                    </a:extLst>
                  </p:cNvPr>
                  <p:cNvSpPr/>
                  <p:nvPr/>
                </p:nvSpPr>
                <p:spPr>
                  <a:xfrm>
                    <a:off x="2994837"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9" name="Freeform: Shape 78">
                    <a:extLst>
                      <a:ext uri="{FF2B5EF4-FFF2-40B4-BE49-F238E27FC236}">
                        <a16:creationId xmlns:a16="http://schemas.microsoft.com/office/drawing/2014/main" id="{4859AFBE-11F8-EDEA-44A2-BB1FBA707A95}"/>
                      </a:ext>
                    </a:extLst>
                  </p:cNvPr>
                  <p:cNvSpPr/>
                  <p:nvPr/>
                </p:nvSpPr>
                <p:spPr>
                  <a:xfrm>
                    <a:off x="2876697"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0" name="Freeform: Shape 79">
                    <a:extLst>
                      <a:ext uri="{FF2B5EF4-FFF2-40B4-BE49-F238E27FC236}">
                        <a16:creationId xmlns:a16="http://schemas.microsoft.com/office/drawing/2014/main" id="{82E27FAB-E64D-3256-E296-989FF98EA63A}"/>
                      </a:ext>
                    </a:extLst>
                  </p:cNvPr>
                  <p:cNvSpPr/>
                  <p:nvPr/>
                </p:nvSpPr>
                <p:spPr>
                  <a:xfrm>
                    <a:off x="2758558"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1" name="Freeform: Shape 80">
                    <a:extLst>
                      <a:ext uri="{FF2B5EF4-FFF2-40B4-BE49-F238E27FC236}">
                        <a16:creationId xmlns:a16="http://schemas.microsoft.com/office/drawing/2014/main" id="{516C9577-0458-456E-5E05-F16AB9530874}"/>
                      </a:ext>
                    </a:extLst>
                  </p:cNvPr>
                  <p:cNvSpPr/>
                  <p:nvPr/>
                </p:nvSpPr>
                <p:spPr>
                  <a:xfrm>
                    <a:off x="2640418"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32" name="Graphic 4773">
                  <a:extLst>
                    <a:ext uri="{FF2B5EF4-FFF2-40B4-BE49-F238E27FC236}">
                      <a16:creationId xmlns:a16="http://schemas.microsoft.com/office/drawing/2014/main" id="{3E7AEC88-A9E7-A214-63EA-A810E6840865}"/>
                    </a:ext>
                  </a:extLst>
                </p:cNvPr>
                <p:cNvGrpSpPr/>
                <p:nvPr/>
              </p:nvGrpSpPr>
              <p:grpSpPr>
                <a:xfrm>
                  <a:off x="1990651" y="4610690"/>
                  <a:ext cx="886046" cy="59069"/>
                  <a:chOff x="1990651" y="4610690"/>
                  <a:chExt cx="886046" cy="59069"/>
                </a:xfrm>
                <a:grpFill/>
              </p:grpSpPr>
              <p:sp>
                <p:nvSpPr>
                  <p:cNvPr id="66" name="Freeform: Shape 65">
                    <a:extLst>
                      <a:ext uri="{FF2B5EF4-FFF2-40B4-BE49-F238E27FC236}">
                        <a16:creationId xmlns:a16="http://schemas.microsoft.com/office/drawing/2014/main" id="{BE888CD5-39F0-607F-2E9A-5B4F3CAF2274}"/>
                      </a:ext>
                    </a:extLst>
                  </p:cNvPr>
                  <p:cNvSpPr/>
                  <p:nvPr/>
                </p:nvSpPr>
                <p:spPr>
                  <a:xfrm>
                    <a:off x="2817627"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7" name="Freeform: Shape 66">
                    <a:extLst>
                      <a:ext uri="{FF2B5EF4-FFF2-40B4-BE49-F238E27FC236}">
                        <a16:creationId xmlns:a16="http://schemas.microsoft.com/office/drawing/2014/main" id="{5BA09D63-5B34-1819-2343-44C65B26E6DE}"/>
                      </a:ext>
                    </a:extLst>
                  </p:cNvPr>
                  <p:cNvSpPr/>
                  <p:nvPr/>
                </p:nvSpPr>
                <p:spPr>
                  <a:xfrm>
                    <a:off x="2699488"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8" name="Freeform: Shape 67">
                    <a:extLst>
                      <a:ext uri="{FF2B5EF4-FFF2-40B4-BE49-F238E27FC236}">
                        <a16:creationId xmlns:a16="http://schemas.microsoft.com/office/drawing/2014/main" id="{AA549E08-31FE-2589-38CD-6956F65AE5F6}"/>
                      </a:ext>
                    </a:extLst>
                  </p:cNvPr>
                  <p:cNvSpPr/>
                  <p:nvPr/>
                </p:nvSpPr>
                <p:spPr>
                  <a:xfrm>
                    <a:off x="2581348"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9" name="Freeform: Shape 68">
                    <a:extLst>
                      <a:ext uri="{FF2B5EF4-FFF2-40B4-BE49-F238E27FC236}">
                        <a16:creationId xmlns:a16="http://schemas.microsoft.com/office/drawing/2014/main" id="{4CFF576E-116E-DE7A-1890-30C79C8939AF}"/>
                      </a:ext>
                    </a:extLst>
                  </p:cNvPr>
                  <p:cNvSpPr/>
                  <p:nvPr/>
                </p:nvSpPr>
                <p:spPr>
                  <a:xfrm>
                    <a:off x="246320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0" name="Freeform: Shape 69">
                    <a:extLst>
                      <a:ext uri="{FF2B5EF4-FFF2-40B4-BE49-F238E27FC236}">
                        <a16:creationId xmlns:a16="http://schemas.microsoft.com/office/drawing/2014/main" id="{60FA9F81-8D43-8F40-7BBE-20AA9A1B5A09}"/>
                      </a:ext>
                    </a:extLst>
                  </p:cNvPr>
                  <p:cNvSpPr/>
                  <p:nvPr/>
                </p:nvSpPr>
                <p:spPr>
                  <a:xfrm>
                    <a:off x="234506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1" name="Freeform: Shape 70">
                    <a:extLst>
                      <a:ext uri="{FF2B5EF4-FFF2-40B4-BE49-F238E27FC236}">
                        <a16:creationId xmlns:a16="http://schemas.microsoft.com/office/drawing/2014/main" id="{35C81099-1622-8FA6-9D60-559841E029EC}"/>
                      </a:ext>
                    </a:extLst>
                  </p:cNvPr>
                  <p:cNvSpPr/>
                  <p:nvPr/>
                </p:nvSpPr>
                <p:spPr>
                  <a:xfrm>
                    <a:off x="2226930"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2" name="Freeform: Shape 71">
                    <a:extLst>
                      <a:ext uri="{FF2B5EF4-FFF2-40B4-BE49-F238E27FC236}">
                        <a16:creationId xmlns:a16="http://schemas.microsoft.com/office/drawing/2014/main" id="{B2655203-7FEA-DC19-16C8-41718E315DAE}"/>
                      </a:ext>
                    </a:extLst>
                  </p:cNvPr>
                  <p:cNvSpPr/>
                  <p:nvPr/>
                </p:nvSpPr>
                <p:spPr>
                  <a:xfrm>
                    <a:off x="2108790"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3" name="Freeform: Shape 72">
                    <a:extLst>
                      <a:ext uri="{FF2B5EF4-FFF2-40B4-BE49-F238E27FC236}">
                        <a16:creationId xmlns:a16="http://schemas.microsoft.com/office/drawing/2014/main" id="{227D6675-B9EC-56B8-8D3E-8C82D894563D}"/>
                      </a:ext>
                    </a:extLst>
                  </p:cNvPr>
                  <p:cNvSpPr/>
                  <p:nvPr/>
                </p:nvSpPr>
                <p:spPr>
                  <a:xfrm>
                    <a:off x="1990651"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33" name="Freeform: Shape 32">
                  <a:extLst>
                    <a:ext uri="{FF2B5EF4-FFF2-40B4-BE49-F238E27FC236}">
                      <a16:creationId xmlns:a16="http://schemas.microsoft.com/office/drawing/2014/main" id="{8258DA83-03CB-AC04-9FE1-47DA034BDE91}"/>
                    </a:ext>
                  </a:extLst>
                </p:cNvPr>
                <p:cNvSpPr/>
                <p:nvPr/>
              </p:nvSpPr>
              <p:spPr>
                <a:xfrm rot="-2700000">
                  <a:off x="3497758" y="3223441"/>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4" name="Freeform: Shape 33">
                  <a:extLst>
                    <a:ext uri="{FF2B5EF4-FFF2-40B4-BE49-F238E27FC236}">
                      <a16:creationId xmlns:a16="http://schemas.microsoft.com/office/drawing/2014/main" id="{80E6F44F-16D8-109D-DE5A-9D7744CC416A}"/>
                    </a:ext>
                  </a:extLst>
                </p:cNvPr>
                <p:cNvSpPr/>
                <p:nvPr/>
              </p:nvSpPr>
              <p:spPr>
                <a:xfrm>
                  <a:off x="3350142"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5" name="Freeform: Shape 34">
                  <a:extLst>
                    <a:ext uri="{FF2B5EF4-FFF2-40B4-BE49-F238E27FC236}">
                      <a16:creationId xmlns:a16="http://schemas.microsoft.com/office/drawing/2014/main" id="{C7659CA4-2EDE-0E15-1C0C-23D9854DE178}"/>
                    </a:ext>
                  </a:extLst>
                </p:cNvPr>
                <p:cNvSpPr/>
                <p:nvPr/>
              </p:nvSpPr>
              <p:spPr>
                <a:xfrm>
                  <a:off x="3202467"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6" name="Freeform: Shape 35">
                  <a:extLst>
                    <a:ext uri="{FF2B5EF4-FFF2-40B4-BE49-F238E27FC236}">
                      <a16:creationId xmlns:a16="http://schemas.microsoft.com/office/drawing/2014/main" id="{31F0BAD2-9E0F-A173-16BC-E522481EDB73}"/>
                    </a:ext>
                  </a:extLst>
                </p:cNvPr>
                <p:cNvSpPr/>
                <p:nvPr/>
              </p:nvSpPr>
              <p:spPr>
                <a:xfrm rot="-2700000">
                  <a:off x="3054737" y="3223438"/>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7" name="Freeform: Shape 36">
                  <a:extLst>
                    <a:ext uri="{FF2B5EF4-FFF2-40B4-BE49-F238E27FC236}">
                      <a16:creationId xmlns:a16="http://schemas.microsoft.com/office/drawing/2014/main" id="{B79A44F7-2CB5-CA39-DA00-C3704BD45945}"/>
                    </a:ext>
                  </a:extLst>
                </p:cNvPr>
                <p:cNvSpPr/>
                <p:nvPr/>
              </p:nvSpPr>
              <p:spPr>
                <a:xfrm rot="-2700000">
                  <a:off x="2907066" y="3223435"/>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8" name="Freeform: Shape 37">
                  <a:extLst>
                    <a:ext uri="{FF2B5EF4-FFF2-40B4-BE49-F238E27FC236}">
                      <a16:creationId xmlns:a16="http://schemas.microsoft.com/office/drawing/2014/main" id="{0227877E-A743-F594-EA91-19838B17E332}"/>
                    </a:ext>
                  </a:extLst>
                </p:cNvPr>
                <p:cNvSpPr/>
                <p:nvPr/>
              </p:nvSpPr>
              <p:spPr>
                <a:xfrm>
                  <a:off x="2759444"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9" name="Freeform: Shape 38">
                  <a:extLst>
                    <a:ext uri="{FF2B5EF4-FFF2-40B4-BE49-F238E27FC236}">
                      <a16:creationId xmlns:a16="http://schemas.microsoft.com/office/drawing/2014/main" id="{5AB27BB0-5748-AF55-D72F-27EE1CD225CE}"/>
                    </a:ext>
                  </a:extLst>
                </p:cNvPr>
                <p:cNvSpPr/>
                <p:nvPr/>
              </p:nvSpPr>
              <p:spPr>
                <a:xfrm>
                  <a:off x="2611769"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0" name="Freeform: Shape 39">
                  <a:extLst>
                    <a:ext uri="{FF2B5EF4-FFF2-40B4-BE49-F238E27FC236}">
                      <a16:creationId xmlns:a16="http://schemas.microsoft.com/office/drawing/2014/main" id="{6A647D00-0EAB-7631-5D40-4A938872CEDD}"/>
                    </a:ext>
                  </a:extLst>
                </p:cNvPr>
                <p:cNvSpPr/>
                <p:nvPr/>
              </p:nvSpPr>
              <p:spPr>
                <a:xfrm rot="-2700000">
                  <a:off x="2464040" y="3223432"/>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1" name="Freeform: Shape 40">
                  <a:extLst>
                    <a:ext uri="{FF2B5EF4-FFF2-40B4-BE49-F238E27FC236}">
                      <a16:creationId xmlns:a16="http://schemas.microsoft.com/office/drawing/2014/main" id="{C9C366D8-50BE-4F2A-FEAB-2B02114047E4}"/>
                    </a:ext>
                  </a:extLst>
                </p:cNvPr>
                <p:cNvSpPr/>
                <p:nvPr/>
              </p:nvSpPr>
              <p:spPr>
                <a:xfrm>
                  <a:off x="1038446" y="3340749"/>
                  <a:ext cx="191326" cy="177091"/>
                </a:xfrm>
                <a:custGeom>
                  <a:avLst/>
                  <a:gdLst>
                    <a:gd name="connsiteX0" fmla="*/ 88546 w 191326"/>
                    <a:gd name="connsiteY0" fmla="*/ 0 h 177091"/>
                    <a:gd name="connsiteX1" fmla="*/ 113887 w 191326"/>
                    <a:gd name="connsiteY1" fmla="*/ 25341 h 177091"/>
                    <a:gd name="connsiteX2" fmla="*/ 71474 w 191326"/>
                    <a:gd name="connsiteY2" fmla="*/ 67694 h 177091"/>
                    <a:gd name="connsiteX3" fmla="*/ 191327 w 191326"/>
                    <a:gd name="connsiteY3" fmla="*/ 67694 h 177091"/>
                    <a:gd name="connsiteX4" fmla="*/ 191327 w 191326"/>
                    <a:gd name="connsiteY4" fmla="*/ 106916 h 177091"/>
                    <a:gd name="connsiteX5" fmla="*/ 68934 w 191326"/>
                    <a:gd name="connsiteY5" fmla="*/ 106916 h 177091"/>
                    <a:gd name="connsiteX6" fmla="*/ 113887 w 191326"/>
                    <a:gd name="connsiteY6" fmla="*/ 151809 h 177091"/>
                    <a:gd name="connsiteX7" fmla="*/ 88546 w 191326"/>
                    <a:gd name="connsiteY7" fmla="*/ 177091 h 177091"/>
                    <a:gd name="connsiteX8" fmla="*/ 0 w 191326"/>
                    <a:gd name="connsiteY8" fmla="*/ 88546 h 177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326" h="177091">
                      <a:moveTo>
                        <a:pt x="88546" y="0"/>
                      </a:moveTo>
                      <a:lnTo>
                        <a:pt x="113887" y="25341"/>
                      </a:lnTo>
                      <a:lnTo>
                        <a:pt x="71474" y="67694"/>
                      </a:lnTo>
                      <a:lnTo>
                        <a:pt x="191327" y="67694"/>
                      </a:lnTo>
                      <a:lnTo>
                        <a:pt x="191327" y="106916"/>
                      </a:lnTo>
                      <a:lnTo>
                        <a:pt x="68934" y="106916"/>
                      </a:lnTo>
                      <a:lnTo>
                        <a:pt x="113887" y="151809"/>
                      </a:lnTo>
                      <a:lnTo>
                        <a:pt x="88546" y="177091"/>
                      </a:lnTo>
                      <a:lnTo>
                        <a:pt x="0" y="8854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2" name="Freeform: Shape 41">
                  <a:extLst>
                    <a:ext uri="{FF2B5EF4-FFF2-40B4-BE49-F238E27FC236}">
                      <a16:creationId xmlns:a16="http://schemas.microsoft.com/office/drawing/2014/main" id="{1CBE52BB-68AF-BAC9-248A-D95D1D0B3F83}"/>
                    </a:ext>
                  </a:extLst>
                </p:cNvPr>
                <p:cNvSpPr/>
                <p:nvPr/>
              </p:nvSpPr>
              <p:spPr>
                <a:xfrm>
                  <a:off x="5004626" y="1576512"/>
                  <a:ext cx="174374" cy="161437"/>
                </a:xfrm>
                <a:custGeom>
                  <a:avLst/>
                  <a:gdLst>
                    <a:gd name="connsiteX0" fmla="*/ 80690 w 174374"/>
                    <a:gd name="connsiteY0" fmla="*/ 0 h 161437"/>
                    <a:gd name="connsiteX1" fmla="*/ 103727 w 174374"/>
                    <a:gd name="connsiteY1" fmla="*/ 23037 h 161437"/>
                    <a:gd name="connsiteX2" fmla="*/ 65154 w 174374"/>
                    <a:gd name="connsiteY2" fmla="*/ 61669 h 161437"/>
                    <a:gd name="connsiteX3" fmla="*/ 174374 w 174374"/>
                    <a:gd name="connsiteY3" fmla="*/ 61669 h 161437"/>
                    <a:gd name="connsiteX4" fmla="*/ 174374 w 174374"/>
                    <a:gd name="connsiteY4" fmla="*/ 97406 h 161437"/>
                    <a:gd name="connsiteX5" fmla="*/ 62850 w 174374"/>
                    <a:gd name="connsiteY5" fmla="*/ 97406 h 161437"/>
                    <a:gd name="connsiteX6" fmla="*/ 103727 w 174374"/>
                    <a:gd name="connsiteY6" fmla="*/ 138341 h 161437"/>
                    <a:gd name="connsiteX7" fmla="*/ 80690 w 174374"/>
                    <a:gd name="connsiteY7" fmla="*/ 161438 h 161437"/>
                    <a:gd name="connsiteX8" fmla="*/ 0 w 174374"/>
                    <a:gd name="connsiteY8" fmla="*/ 80689 h 16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4374" h="161437">
                      <a:moveTo>
                        <a:pt x="80690" y="0"/>
                      </a:moveTo>
                      <a:lnTo>
                        <a:pt x="103727" y="23037"/>
                      </a:lnTo>
                      <a:lnTo>
                        <a:pt x="65154" y="61669"/>
                      </a:lnTo>
                      <a:lnTo>
                        <a:pt x="174374" y="61669"/>
                      </a:lnTo>
                      <a:lnTo>
                        <a:pt x="174374" y="97406"/>
                      </a:lnTo>
                      <a:lnTo>
                        <a:pt x="62850" y="97406"/>
                      </a:lnTo>
                      <a:lnTo>
                        <a:pt x="103727" y="138341"/>
                      </a:lnTo>
                      <a:lnTo>
                        <a:pt x="80690" y="161438"/>
                      </a:lnTo>
                      <a:lnTo>
                        <a:pt x="0" y="8068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43" name="Graphic 4773">
                  <a:extLst>
                    <a:ext uri="{FF2B5EF4-FFF2-40B4-BE49-F238E27FC236}">
                      <a16:creationId xmlns:a16="http://schemas.microsoft.com/office/drawing/2014/main" id="{9A3AC2AA-4A53-2B8E-FBBD-DB2BD700AA98}"/>
                    </a:ext>
                  </a:extLst>
                </p:cNvPr>
                <p:cNvGrpSpPr/>
                <p:nvPr/>
              </p:nvGrpSpPr>
              <p:grpSpPr>
                <a:xfrm>
                  <a:off x="457259" y="2897903"/>
                  <a:ext cx="526784" cy="117726"/>
                  <a:chOff x="457259" y="2897903"/>
                  <a:chExt cx="526784" cy="117726"/>
                </a:xfrm>
                <a:grpFill/>
              </p:grpSpPr>
              <p:sp>
                <p:nvSpPr>
                  <p:cNvPr id="44" name="Freeform: Shape 43">
                    <a:extLst>
                      <a:ext uri="{FF2B5EF4-FFF2-40B4-BE49-F238E27FC236}">
                        <a16:creationId xmlns:a16="http://schemas.microsoft.com/office/drawing/2014/main" id="{B200D90B-EB42-C79D-189C-7082E1B230A1}"/>
                      </a:ext>
                    </a:extLst>
                  </p:cNvPr>
                  <p:cNvSpPr/>
                  <p:nvPr/>
                </p:nvSpPr>
                <p:spPr>
                  <a:xfrm>
                    <a:off x="882147" y="2924248"/>
                    <a:ext cx="8269" cy="9214"/>
                  </a:xfrm>
                  <a:custGeom>
                    <a:avLst/>
                    <a:gdLst>
                      <a:gd name="connsiteX0" fmla="*/ 0 w 8269"/>
                      <a:gd name="connsiteY0" fmla="*/ 3131 h 9214"/>
                      <a:gd name="connsiteX1" fmla="*/ 5316 w 8269"/>
                      <a:gd name="connsiteY1" fmla="*/ 0 h 9214"/>
                      <a:gd name="connsiteX2" fmla="*/ 8270 w 8269"/>
                      <a:gd name="connsiteY2" fmla="*/ 5139 h 9214"/>
                      <a:gd name="connsiteX3" fmla="*/ 5907 w 8269"/>
                      <a:gd name="connsiteY3" fmla="*/ 6498 h 9214"/>
                      <a:gd name="connsiteX4" fmla="*/ 5907 w 8269"/>
                      <a:gd name="connsiteY4" fmla="*/ 9215 h 9214"/>
                      <a:gd name="connsiteX5" fmla="*/ 0 w 8269"/>
                      <a:gd name="connsiteY5" fmla="*/ 9215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0" y="3131"/>
                        </a:moveTo>
                        <a:lnTo>
                          <a:pt x="5316" y="0"/>
                        </a:lnTo>
                        <a:lnTo>
                          <a:pt x="8270" y="5139"/>
                        </a:lnTo>
                        <a:lnTo>
                          <a:pt x="5907" y="6498"/>
                        </a:lnTo>
                        <a:lnTo>
                          <a:pt x="5907" y="9215"/>
                        </a:lnTo>
                        <a:lnTo>
                          <a:pt x="0" y="9215"/>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5" name="Freeform: Shape 44">
                    <a:extLst>
                      <a:ext uri="{FF2B5EF4-FFF2-40B4-BE49-F238E27FC236}">
                        <a16:creationId xmlns:a16="http://schemas.microsoft.com/office/drawing/2014/main" id="{233C082F-C463-C227-7AF3-7D9F455F4DEA}"/>
                      </a:ext>
                    </a:extLst>
                  </p:cNvPr>
                  <p:cNvSpPr/>
                  <p:nvPr/>
                </p:nvSpPr>
                <p:spPr>
                  <a:xfrm rot="-1800341">
                    <a:off x="896354" y="2917003"/>
                    <a:ext cx="9333" cy="5907"/>
                  </a:xfrm>
                  <a:custGeom>
                    <a:avLst/>
                    <a:gdLst>
                      <a:gd name="connsiteX0" fmla="*/ 0 w 9333"/>
                      <a:gd name="connsiteY0" fmla="*/ 0 h 5907"/>
                      <a:gd name="connsiteX1" fmla="*/ 9333 w 9333"/>
                      <a:gd name="connsiteY1" fmla="*/ 0 h 5907"/>
                      <a:gd name="connsiteX2" fmla="*/ 9333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3" y="0"/>
                        </a:lnTo>
                        <a:lnTo>
                          <a:pt x="9333"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6" name="Freeform: Shape 45">
                    <a:extLst>
                      <a:ext uri="{FF2B5EF4-FFF2-40B4-BE49-F238E27FC236}">
                        <a16:creationId xmlns:a16="http://schemas.microsoft.com/office/drawing/2014/main" id="{7B56CA4F-0BF9-888D-0F21-BBBC602988EA}"/>
                      </a:ext>
                    </a:extLst>
                  </p:cNvPr>
                  <p:cNvSpPr/>
                  <p:nvPr/>
                </p:nvSpPr>
                <p:spPr>
                  <a:xfrm>
                    <a:off x="911682" y="2905641"/>
                    <a:ext cx="10986" cy="9805"/>
                  </a:xfrm>
                  <a:custGeom>
                    <a:avLst/>
                    <a:gdLst>
                      <a:gd name="connsiteX0" fmla="*/ 8033 w 10986"/>
                      <a:gd name="connsiteY0" fmla="*/ 0 h 9805"/>
                      <a:gd name="connsiteX1" fmla="*/ 10987 w 10986"/>
                      <a:gd name="connsiteY1" fmla="*/ 5139 h 9805"/>
                      <a:gd name="connsiteX2" fmla="*/ 2953 w 10986"/>
                      <a:gd name="connsiteY2" fmla="*/ 9806 h 9805"/>
                      <a:gd name="connsiteX3" fmla="*/ 0 w 10986"/>
                      <a:gd name="connsiteY3" fmla="*/ 4667 h 9805"/>
                    </a:gdLst>
                    <a:ahLst/>
                    <a:cxnLst>
                      <a:cxn ang="0">
                        <a:pos x="connsiteX0" y="connsiteY0"/>
                      </a:cxn>
                      <a:cxn ang="0">
                        <a:pos x="connsiteX1" y="connsiteY1"/>
                      </a:cxn>
                      <a:cxn ang="0">
                        <a:pos x="connsiteX2" y="connsiteY2"/>
                      </a:cxn>
                      <a:cxn ang="0">
                        <a:pos x="connsiteX3" y="connsiteY3"/>
                      </a:cxn>
                    </a:cxnLst>
                    <a:rect l="l" t="t" r="r" b="b"/>
                    <a:pathLst>
                      <a:path w="10986" h="9805">
                        <a:moveTo>
                          <a:pt x="8033" y="0"/>
                        </a:moveTo>
                        <a:lnTo>
                          <a:pt x="10987" y="5139"/>
                        </a:lnTo>
                        <a:lnTo>
                          <a:pt x="2953" y="9806"/>
                        </a:lnTo>
                        <a:lnTo>
                          <a:pt x="0" y="466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7" name="Freeform: Shape 46">
                    <a:extLst>
                      <a:ext uri="{FF2B5EF4-FFF2-40B4-BE49-F238E27FC236}">
                        <a16:creationId xmlns:a16="http://schemas.microsoft.com/office/drawing/2014/main" id="{921F323D-041F-7EB4-D345-1EA65C155D7D}"/>
                      </a:ext>
                    </a:extLst>
                  </p:cNvPr>
                  <p:cNvSpPr/>
                  <p:nvPr/>
                </p:nvSpPr>
                <p:spPr>
                  <a:xfrm>
                    <a:off x="927808" y="2897903"/>
                    <a:ext cx="10632" cy="8210"/>
                  </a:xfrm>
                  <a:custGeom>
                    <a:avLst/>
                    <a:gdLst>
                      <a:gd name="connsiteX0" fmla="*/ 5257 w 10632"/>
                      <a:gd name="connsiteY0" fmla="*/ 0 h 8210"/>
                      <a:gd name="connsiteX1" fmla="*/ 10632 w 10632"/>
                      <a:gd name="connsiteY1" fmla="*/ 3072 h 8210"/>
                      <a:gd name="connsiteX2" fmla="*/ 7679 w 10632"/>
                      <a:gd name="connsiteY2" fmla="*/ 8211 h 8210"/>
                      <a:gd name="connsiteX3" fmla="*/ 5257 w 10632"/>
                      <a:gd name="connsiteY3" fmla="*/ 6852 h 8210"/>
                      <a:gd name="connsiteX4" fmla="*/ 2953 w 10632"/>
                      <a:gd name="connsiteY4" fmla="*/ 8211 h 8210"/>
                      <a:gd name="connsiteX5" fmla="*/ 0 w 10632"/>
                      <a:gd name="connsiteY5" fmla="*/ 3072 h 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10">
                        <a:moveTo>
                          <a:pt x="5257" y="0"/>
                        </a:moveTo>
                        <a:lnTo>
                          <a:pt x="10632" y="3072"/>
                        </a:lnTo>
                        <a:lnTo>
                          <a:pt x="7679" y="8211"/>
                        </a:lnTo>
                        <a:lnTo>
                          <a:pt x="5257" y="6852"/>
                        </a:lnTo>
                        <a:lnTo>
                          <a:pt x="2953" y="8211"/>
                        </a:lnTo>
                        <a:lnTo>
                          <a:pt x="0" y="3072"/>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8" name="Freeform: Shape 47">
                    <a:extLst>
                      <a:ext uri="{FF2B5EF4-FFF2-40B4-BE49-F238E27FC236}">
                        <a16:creationId xmlns:a16="http://schemas.microsoft.com/office/drawing/2014/main" id="{57EA12F5-2594-B985-5B1B-30A90E8F9F03}"/>
                      </a:ext>
                    </a:extLst>
                  </p:cNvPr>
                  <p:cNvSpPr/>
                  <p:nvPr/>
                </p:nvSpPr>
                <p:spPr>
                  <a:xfrm>
                    <a:off x="959647" y="2914915"/>
                    <a:ext cx="11046" cy="9805"/>
                  </a:xfrm>
                  <a:custGeom>
                    <a:avLst/>
                    <a:gdLst>
                      <a:gd name="connsiteX0" fmla="*/ 2953 w 11046"/>
                      <a:gd name="connsiteY0" fmla="*/ 0 h 9805"/>
                      <a:gd name="connsiteX1" fmla="*/ 11046 w 11046"/>
                      <a:gd name="connsiteY1" fmla="*/ 4726 h 9805"/>
                      <a:gd name="connsiteX2" fmla="*/ 8033 w 11046"/>
                      <a:gd name="connsiteY2" fmla="*/ 9806 h 9805"/>
                      <a:gd name="connsiteX3" fmla="*/ 0 w 11046"/>
                      <a:gd name="connsiteY3" fmla="*/ 5139 h 9805"/>
                    </a:gdLst>
                    <a:ahLst/>
                    <a:cxnLst>
                      <a:cxn ang="0">
                        <a:pos x="connsiteX0" y="connsiteY0"/>
                      </a:cxn>
                      <a:cxn ang="0">
                        <a:pos x="connsiteX1" y="connsiteY1"/>
                      </a:cxn>
                      <a:cxn ang="0">
                        <a:pos x="connsiteX2" y="connsiteY2"/>
                      </a:cxn>
                      <a:cxn ang="0">
                        <a:pos x="connsiteX3" y="connsiteY3"/>
                      </a:cxn>
                    </a:cxnLst>
                    <a:rect l="l" t="t" r="r" b="b"/>
                    <a:pathLst>
                      <a:path w="11046" h="9805">
                        <a:moveTo>
                          <a:pt x="2953" y="0"/>
                        </a:moveTo>
                        <a:lnTo>
                          <a:pt x="11046" y="4726"/>
                        </a:lnTo>
                        <a:lnTo>
                          <a:pt x="8033" y="9806"/>
                        </a:lnTo>
                        <a:lnTo>
                          <a:pt x="0" y="513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9" name="Freeform: Shape 48">
                    <a:extLst>
                      <a:ext uri="{FF2B5EF4-FFF2-40B4-BE49-F238E27FC236}">
                        <a16:creationId xmlns:a16="http://schemas.microsoft.com/office/drawing/2014/main" id="{8B1FCA4F-3525-BB25-5A25-18332296DD50}"/>
                      </a:ext>
                    </a:extLst>
                  </p:cNvPr>
                  <p:cNvSpPr/>
                  <p:nvPr/>
                </p:nvSpPr>
                <p:spPr>
                  <a:xfrm rot="-3600896">
                    <a:off x="946174" y="2906009"/>
                    <a:ext cx="5907" cy="9274"/>
                  </a:xfrm>
                  <a:custGeom>
                    <a:avLst/>
                    <a:gdLst>
                      <a:gd name="connsiteX0" fmla="*/ 0 w 5907"/>
                      <a:gd name="connsiteY0" fmla="*/ 0 h 9274"/>
                      <a:gd name="connsiteX1" fmla="*/ 5907 w 5907"/>
                      <a:gd name="connsiteY1" fmla="*/ 0 h 9274"/>
                      <a:gd name="connsiteX2" fmla="*/ 5907 w 5907"/>
                      <a:gd name="connsiteY2" fmla="*/ 9275 h 9274"/>
                      <a:gd name="connsiteX3" fmla="*/ 0 w 5907"/>
                      <a:gd name="connsiteY3" fmla="*/ 9275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5"/>
                        </a:lnTo>
                        <a:lnTo>
                          <a:pt x="0" y="9275"/>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0" name="Freeform: Shape 49">
                    <a:extLst>
                      <a:ext uri="{FF2B5EF4-FFF2-40B4-BE49-F238E27FC236}">
                        <a16:creationId xmlns:a16="http://schemas.microsoft.com/office/drawing/2014/main" id="{E1E41E3D-0A9D-FE81-60CF-1D0B0A2891EE}"/>
                      </a:ext>
                    </a:extLst>
                  </p:cNvPr>
                  <p:cNvSpPr/>
                  <p:nvPr/>
                </p:nvSpPr>
                <p:spPr>
                  <a:xfrm>
                    <a:off x="975773" y="2924248"/>
                    <a:ext cx="8269" cy="9214"/>
                  </a:xfrm>
                  <a:custGeom>
                    <a:avLst/>
                    <a:gdLst>
                      <a:gd name="connsiteX0" fmla="*/ 2953 w 8269"/>
                      <a:gd name="connsiteY0" fmla="*/ 0 h 9214"/>
                      <a:gd name="connsiteX1" fmla="*/ 8270 w 8269"/>
                      <a:gd name="connsiteY1" fmla="*/ 3131 h 9214"/>
                      <a:gd name="connsiteX2" fmla="*/ 8270 w 8269"/>
                      <a:gd name="connsiteY2" fmla="*/ 9215 h 9214"/>
                      <a:gd name="connsiteX3" fmla="*/ 2304 w 8269"/>
                      <a:gd name="connsiteY3" fmla="*/ 9215 h 9214"/>
                      <a:gd name="connsiteX4" fmla="*/ 2304 w 8269"/>
                      <a:gd name="connsiteY4" fmla="*/ 6498 h 9214"/>
                      <a:gd name="connsiteX5" fmla="*/ 0 w 8269"/>
                      <a:gd name="connsiteY5" fmla="*/ 5139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2953" y="0"/>
                        </a:moveTo>
                        <a:lnTo>
                          <a:pt x="8270" y="3131"/>
                        </a:lnTo>
                        <a:lnTo>
                          <a:pt x="8270" y="9215"/>
                        </a:lnTo>
                        <a:lnTo>
                          <a:pt x="2304" y="9215"/>
                        </a:lnTo>
                        <a:lnTo>
                          <a:pt x="2304" y="6498"/>
                        </a:lnTo>
                        <a:lnTo>
                          <a:pt x="0" y="513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1" name="Freeform: Shape 50">
                    <a:extLst>
                      <a:ext uri="{FF2B5EF4-FFF2-40B4-BE49-F238E27FC236}">
                        <a16:creationId xmlns:a16="http://schemas.microsoft.com/office/drawing/2014/main" id="{CC45D98F-EEFF-1341-716C-0CA131CE21B7}"/>
                      </a:ext>
                    </a:extLst>
                  </p:cNvPr>
                  <p:cNvSpPr/>
                  <p:nvPr/>
                </p:nvSpPr>
                <p:spPr>
                  <a:xfrm>
                    <a:off x="978077" y="2961403"/>
                    <a:ext cx="5966" cy="9273"/>
                  </a:xfrm>
                  <a:custGeom>
                    <a:avLst/>
                    <a:gdLst>
                      <a:gd name="connsiteX0" fmla="*/ 0 w 5966"/>
                      <a:gd name="connsiteY0" fmla="*/ 0 h 9273"/>
                      <a:gd name="connsiteX1" fmla="*/ 5966 w 5966"/>
                      <a:gd name="connsiteY1" fmla="*/ 0 h 9273"/>
                      <a:gd name="connsiteX2" fmla="*/ 5966 w 5966"/>
                      <a:gd name="connsiteY2" fmla="*/ 9274 h 9273"/>
                      <a:gd name="connsiteX3" fmla="*/ 0 w 5966"/>
                      <a:gd name="connsiteY3" fmla="*/ 9274 h 9273"/>
                    </a:gdLst>
                    <a:ahLst/>
                    <a:cxnLst>
                      <a:cxn ang="0">
                        <a:pos x="connsiteX0" y="connsiteY0"/>
                      </a:cxn>
                      <a:cxn ang="0">
                        <a:pos x="connsiteX1" y="connsiteY1"/>
                      </a:cxn>
                      <a:cxn ang="0">
                        <a:pos x="connsiteX2" y="connsiteY2"/>
                      </a:cxn>
                      <a:cxn ang="0">
                        <a:pos x="connsiteX3" y="connsiteY3"/>
                      </a:cxn>
                    </a:cxnLst>
                    <a:rect l="l" t="t" r="r" b="b"/>
                    <a:pathLst>
                      <a:path w="5966" h="9273">
                        <a:moveTo>
                          <a:pt x="0" y="0"/>
                        </a:moveTo>
                        <a:lnTo>
                          <a:pt x="5966" y="0"/>
                        </a:lnTo>
                        <a:lnTo>
                          <a:pt x="5966"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2" name="Freeform: Shape 51">
                    <a:extLst>
                      <a:ext uri="{FF2B5EF4-FFF2-40B4-BE49-F238E27FC236}">
                        <a16:creationId xmlns:a16="http://schemas.microsoft.com/office/drawing/2014/main" id="{62E9593F-205D-73F3-E7C1-5457CB9FE60A}"/>
                      </a:ext>
                    </a:extLst>
                  </p:cNvPr>
                  <p:cNvSpPr/>
                  <p:nvPr/>
                </p:nvSpPr>
                <p:spPr>
                  <a:xfrm>
                    <a:off x="978077" y="2942796"/>
                    <a:ext cx="5966" cy="9333"/>
                  </a:xfrm>
                  <a:custGeom>
                    <a:avLst/>
                    <a:gdLst>
                      <a:gd name="connsiteX0" fmla="*/ 0 w 5966"/>
                      <a:gd name="connsiteY0" fmla="*/ 0 h 9333"/>
                      <a:gd name="connsiteX1" fmla="*/ 5966 w 5966"/>
                      <a:gd name="connsiteY1" fmla="*/ 0 h 9333"/>
                      <a:gd name="connsiteX2" fmla="*/ 5966 w 5966"/>
                      <a:gd name="connsiteY2" fmla="*/ 9333 h 9333"/>
                      <a:gd name="connsiteX3" fmla="*/ 0 w 5966"/>
                      <a:gd name="connsiteY3" fmla="*/ 9333 h 9333"/>
                    </a:gdLst>
                    <a:ahLst/>
                    <a:cxnLst>
                      <a:cxn ang="0">
                        <a:pos x="connsiteX0" y="connsiteY0"/>
                      </a:cxn>
                      <a:cxn ang="0">
                        <a:pos x="connsiteX1" y="connsiteY1"/>
                      </a:cxn>
                      <a:cxn ang="0">
                        <a:pos x="connsiteX2" y="connsiteY2"/>
                      </a:cxn>
                      <a:cxn ang="0">
                        <a:pos x="connsiteX3" y="connsiteY3"/>
                      </a:cxn>
                    </a:cxnLst>
                    <a:rect l="l" t="t" r="r" b="b"/>
                    <a:pathLst>
                      <a:path w="5966" h="9333">
                        <a:moveTo>
                          <a:pt x="0" y="0"/>
                        </a:moveTo>
                        <a:lnTo>
                          <a:pt x="5966" y="0"/>
                        </a:lnTo>
                        <a:lnTo>
                          <a:pt x="5966" y="9333"/>
                        </a:lnTo>
                        <a:lnTo>
                          <a:pt x="0" y="933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3" name="Freeform: Shape 52">
                    <a:extLst>
                      <a:ext uri="{FF2B5EF4-FFF2-40B4-BE49-F238E27FC236}">
                        <a16:creationId xmlns:a16="http://schemas.microsoft.com/office/drawing/2014/main" id="{98730225-62C4-FBDD-4AC4-BFBDB0F98D87}"/>
                      </a:ext>
                    </a:extLst>
                  </p:cNvPr>
                  <p:cNvSpPr/>
                  <p:nvPr/>
                </p:nvSpPr>
                <p:spPr>
                  <a:xfrm>
                    <a:off x="975773" y="2980010"/>
                    <a:ext cx="8269" cy="9214"/>
                  </a:xfrm>
                  <a:custGeom>
                    <a:avLst/>
                    <a:gdLst>
                      <a:gd name="connsiteX0" fmla="*/ 8270 w 8269"/>
                      <a:gd name="connsiteY0" fmla="*/ 6143 h 9214"/>
                      <a:gd name="connsiteX1" fmla="*/ 2953 w 8269"/>
                      <a:gd name="connsiteY1" fmla="*/ 9215 h 9214"/>
                      <a:gd name="connsiteX2" fmla="*/ 0 w 8269"/>
                      <a:gd name="connsiteY2" fmla="*/ 4135 h 9214"/>
                      <a:gd name="connsiteX3" fmla="*/ 2304 w 8269"/>
                      <a:gd name="connsiteY3" fmla="*/ 2776 h 9214"/>
                      <a:gd name="connsiteX4" fmla="*/ 2304 w 8269"/>
                      <a:gd name="connsiteY4" fmla="*/ 0 h 9214"/>
                      <a:gd name="connsiteX5" fmla="*/ 8270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8270" y="6143"/>
                        </a:moveTo>
                        <a:lnTo>
                          <a:pt x="2953" y="9215"/>
                        </a:lnTo>
                        <a:lnTo>
                          <a:pt x="0" y="4135"/>
                        </a:lnTo>
                        <a:lnTo>
                          <a:pt x="2304" y="2776"/>
                        </a:lnTo>
                        <a:lnTo>
                          <a:pt x="2304" y="0"/>
                        </a:lnTo>
                        <a:lnTo>
                          <a:pt x="827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4" name="Freeform: Shape 53">
                    <a:extLst>
                      <a:ext uri="{FF2B5EF4-FFF2-40B4-BE49-F238E27FC236}">
                        <a16:creationId xmlns:a16="http://schemas.microsoft.com/office/drawing/2014/main" id="{7B8E27E3-40A9-7FC4-E1AA-1B0F6B2E87B1}"/>
                      </a:ext>
                    </a:extLst>
                  </p:cNvPr>
                  <p:cNvSpPr/>
                  <p:nvPr/>
                </p:nvSpPr>
                <p:spPr>
                  <a:xfrm rot="-1801109">
                    <a:off x="960619" y="2990764"/>
                    <a:ext cx="9274" cy="5907"/>
                  </a:xfrm>
                  <a:custGeom>
                    <a:avLst/>
                    <a:gdLst>
                      <a:gd name="connsiteX0" fmla="*/ 0 w 9274"/>
                      <a:gd name="connsiteY0" fmla="*/ 0 h 5907"/>
                      <a:gd name="connsiteX1" fmla="*/ 9274 w 9274"/>
                      <a:gd name="connsiteY1" fmla="*/ 0 h 5907"/>
                      <a:gd name="connsiteX2" fmla="*/ 9274 w 9274"/>
                      <a:gd name="connsiteY2" fmla="*/ 5907 h 5907"/>
                      <a:gd name="connsiteX3" fmla="*/ 0 w 9274"/>
                      <a:gd name="connsiteY3" fmla="*/ 5907 h 5907"/>
                    </a:gdLst>
                    <a:ahLst/>
                    <a:cxnLst>
                      <a:cxn ang="0">
                        <a:pos x="connsiteX0" y="connsiteY0"/>
                      </a:cxn>
                      <a:cxn ang="0">
                        <a:pos x="connsiteX1" y="connsiteY1"/>
                      </a:cxn>
                      <a:cxn ang="0">
                        <a:pos x="connsiteX2" y="connsiteY2"/>
                      </a:cxn>
                      <a:cxn ang="0">
                        <a:pos x="connsiteX3" y="connsiteY3"/>
                      </a:cxn>
                    </a:cxnLst>
                    <a:rect l="l" t="t" r="r" b="b"/>
                    <a:pathLst>
                      <a:path w="9274" h="5907">
                        <a:moveTo>
                          <a:pt x="0" y="0"/>
                        </a:moveTo>
                        <a:lnTo>
                          <a:pt x="9274" y="0"/>
                        </a:lnTo>
                        <a:lnTo>
                          <a:pt x="9274"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5" name="Freeform: Shape 54">
                    <a:extLst>
                      <a:ext uri="{FF2B5EF4-FFF2-40B4-BE49-F238E27FC236}">
                        <a16:creationId xmlns:a16="http://schemas.microsoft.com/office/drawing/2014/main" id="{306E99B0-4AE0-F7C5-5622-20763F39354C}"/>
                      </a:ext>
                    </a:extLst>
                  </p:cNvPr>
                  <p:cNvSpPr/>
                  <p:nvPr/>
                </p:nvSpPr>
                <p:spPr>
                  <a:xfrm rot="-1806651">
                    <a:off x="944560" y="3000057"/>
                    <a:ext cx="9333" cy="5907"/>
                  </a:xfrm>
                  <a:custGeom>
                    <a:avLst/>
                    <a:gdLst>
                      <a:gd name="connsiteX0" fmla="*/ 0 w 9333"/>
                      <a:gd name="connsiteY0" fmla="*/ 0 h 5907"/>
                      <a:gd name="connsiteX1" fmla="*/ 9334 w 9333"/>
                      <a:gd name="connsiteY1" fmla="*/ 0 h 5907"/>
                      <a:gd name="connsiteX2" fmla="*/ 9334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4" y="0"/>
                        </a:lnTo>
                        <a:lnTo>
                          <a:pt x="9334"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6" name="Freeform: Shape 55">
                    <a:extLst>
                      <a:ext uri="{FF2B5EF4-FFF2-40B4-BE49-F238E27FC236}">
                        <a16:creationId xmlns:a16="http://schemas.microsoft.com/office/drawing/2014/main" id="{D37DD307-69E3-2238-A2DE-7DAD15BDD114}"/>
                      </a:ext>
                    </a:extLst>
                  </p:cNvPr>
                  <p:cNvSpPr/>
                  <p:nvPr/>
                </p:nvSpPr>
                <p:spPr>
                  <a:xfrm>
                    <a:off x="927808" y="3007359"/>
                    <a:ext cx="10632" cy="8269"/>
                  </a:xfrm>
                  <a:custGeom>
                    <a:avLst/>
                    <a:gdLst>
                      <a:gd name="connsiteX0" fmla="*/ 5257 w 10632"/>
                      <a:gd name="connsiteY0" fmla="*/ 1418 h 8269"/>
                      <a:gd name="connsiteX1" fmla="*/ 7679 w 10632"/>
                      <a:gd name="connsiteY1" fmla="*/ 0 h 8269"/>
                      <a:gd name="connsiteX2" fmla="*/ 10632 w 10632"/>
                      <a:gd name="connsiteY2" fmla="*/ 5139 h 8269"/>
                      <a:gd name="connsiteX3" fmla="*/ 5257 w 10632"/>
                      <a:gd name="connsiteY3" fmla="*/ 8270 h 8269"/>
                      <a:gd name="connsiteX4" fmla="*/ 0 w 10632"/>
                      <a:gd name="connsiteY4" fmla="*/ 5139 h 8269"/>
                      <a:gd name="connsiteX5" fmla="*/ 2953 w 10632"/>
                      <a:gd name="connsiteY5" fmla="*/ 0 h 8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69">
                        <a:moveTo>
                          <a:pt x="5257" y="1418"/>
                        </a:moveTo>
                        <a:lnTo>
                          <a:pt x="7679" y="0"/>
                        </a:lnTo>
                        <a:lnTo>
                          <a:pt x="10632" y="5139"/>
                        </a:lnTo>
                        <a:lnTo>
                          <a:pt x="5257" y="8270"/>
                        </a:lnTo>
                        <a:lnTo>
                          <a:pt x="0" y="5139"/>
                        </a:lnTo>
                        <a:lnTo>
                          <a:pt x="2953"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7" name="Freeform: Shape 56">
                    <a:extLst>
                      <a:ext uri="{FF2B5EF4-FFF2-40B4-BE49-F238E27FC236}">
                        <a16:creationId xmlns:a16="http://schemas.microsoft.com/office/drawing/2014/main" id="{824C72F2-5854-D232-7D22-FC5B3455941C}"/>
                      </a:ext>
                    </a:extLst>
                  </p:cNvPr>
                  <p:cNvSpPr/>
                  <p:nvPr/>
                </p:nvSpPr>
                <p:spPr>
                  <a:xfrm rot="-3604434">
                    <a:off x="898141" y="2989017"/>
                    <a:ext cx="5966" cy="9274"/>
                  </a:xfrm>
                  <a:custGeom>
                    <a:avLst/>
                    <a:gdLst>
                      <a:gd name="connsiteX0" fmla="*/ 0 w 5966"/>
                      <a:gd name="connsiteY0" fmla="*/ 0 h 9274"/>
                      <a:gd name="connsiteX1" fmla="*/ 5966 w 5966"/>
                      <a:gd name="connsiteY1" fmla="*/ 0 h 9274"/>
                      <a:gd name="connsiteX2" fmla="*/ 5966 w 5966"/>
                      <a:gd name="connsiteY2" fmla="*/ 9274 h 9274"/>
                      <a:gd name="connsiteX3" fmla="*/ 0 w 5966"/>
                      <a:gd name="connsiteY3" fmla="*/ 9274 h 9274"/>
                    </a:gdLst>
                    <a:ahLst/>
                    <a:cxnLst>
                      <a:cxn ang="0">
                        <a:pos x="connsiteX0" y="connsiteY0"/>
                      </a:cxn>
                      <a:cxn ang="0">
                        <a:pos x="connsiteX1" y="connsiteY1"/>
                      </a:cxn>
                      <a:cxn ang="0">
                        <a:pos x="connsiteX2" y="connsiteY2"/>
                      </a:cxn>
                      <a:cxn ang="0">
                        <a:pos x="connsiteX3" y="connsiteY3"/>
                      </a:cxn>
                    </a:cxnLst>
                    <a:rect l="l" t="t" r="r" b="b"/>
                    <a:pathLst>
                      <a:path w="5966" h="9274">
                        <a:moveTo>
                          <a:pt x="0" y="0"/>
                        </a:moveTo>
                        <a:lnTo>
                          <a:pt x="5966" y="0"/>
                        </a:lnTo>
                        <a:lnTo>
                          <a:pt x="5966"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8" name="Freeform: Shape 57">
                    <a:extLst>
                      <a:ext uri="{FF2B5EF4-FFF2-40B4-BE49-F238E27FC236}">
                        <a16:creationId xmlns:a16="http://schemas.microsoft.com/office/drawing/2014/main" id="{65064BF4-A382-7ED3-269F-59AB7116028E}"/>
                      </a:ext>
                    </a:extLst>
                  </p:cNvPr>
                  <p:cNvSpPr/>
                  <p:nvPr/>
                </p:nvSpPr>
                <p:spPr>
                  <a:xfrm rot="-3587633">
                    <a:off x="914188" y="2998227"/>
                    <a:ext cx="5906" cy="9332"/>
                  </a:xfrm>
                  <a:custGeom>
                    <a:avLst/>
                    <a:gdLst>
                      <a:gd name="connsiteX0" fmla="*/ 0 w 5906"/>
                      <a:gd name="connsiteY0" fmla="*/ 0 h 9332"/>
                      <a:gd name="connsiteX1" fmla="*/ 5907 w 5906"/>
                      <a:gd name="connsiteY1" fmla="*/ 0 h 9332"/>
                      <a:gd name="connsiteX2" fmla="*/ 5907 w 5906"/>
                      <a:gd name="connsiteY2" fmla="*/ 9333 h 9332"/>
                      <a:gd name="connsiteX3" fmla="*/ 0 w 5906"/>
                      <a:gd name="connsiteY3" fmla="*/ 9333 h 9332"/>
                    </a:gdLst>
                    <a:ahLst/>
                    <a:cxnLst>
                      <a:cxn ang="0">
                        <a:pos x="connsiteX0" y="connsiteY0"/>
                      </a:cxn>
                      <a:cxn ang="0">
                        <a:pos x="connsiteX1" y="connsiteY1"/>
                      </a:cxn>
                      <a:cxn ang="0">
                        <a:pos x="connsiteX2" y="connsiteY2"/>
                      </a:cxn>
                      <a:cxn ang="0">
                        <a:pos x="connsiteX3" y="connsiteY3"/>
                      </a:cxn>
                    </a:cxnLst>
                    <a:rect l="l" t="t" r="r" b="b"/>
                    <a:pathLst>
                      <a:path w="5906" h="9332">
                        <a:moveTo>
                          <a:pt x="0" y="0"/>
                        </a:moveTo>
                        <a:lnTo>
                          <a:pt x="5907" y="0"/>
                        </a:lnTo>
                        <a:lnTo>
                          <a:pt x="5907" y="9333"/>
                        </a:lnTo>
                        <a:lnTo>
                          <a:pt x="0" y="933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9" name="Freeform: Shape 58">
                    <a:extLst>
                      <a:ext uri="{FF2B5EF4-FFF2-40B4-BE49-F238E27FC236}">
                        <a16:creationId xmlns:a16="http://schemas.microsoft.com/office/drawing/2014/main" id="{DDFD77B3-D976-F662-BF2B-7FADAF13C845}"/>
                      </a:ext>
                    </a:extLst>
                  </p:cNvPr>
                  <p:cNvSpPr/>
                  <p:nvPr/>
                </p:nvSpPr>
                <p:spPr>
                  <a:xfrm>
                    <a:off x="882147" y="2980010"/>
                    <a:ext cx="8269" cy="9214"/>
                  </a:xfrm>
                  <a:custGeom>
                    <a:avLst/>
                    <a:gdLst>
                      <a:gd name="connsiteX0" fmla="*/ 5907 w 8269"/>
                      <a:gd name="connsiteY0" fmla="*/ 2776 h 9214"/>
                      <a:gd name="connsiteX1" fmla="*/ 8270 w 8269"/>
                      <a:gd name="connsiteY1" fmla="*/ 4135 h 9214"/>
                      <a:gd name="connsiteX2" fmla="*/ 5316 w 8269"/>
                      <a:gd name="connsiteY2" fmla="*/ 9215 h 9214"/>
                      <a:gd name="connsiteX3" fmla="*/ 0 w 8269"/>
                      <a:gd name="connsiteY3" fmla="*/ 6143 h 9214"/>
                      <a:gd name="connsiteX4" fmla="*/ 0 w 8269"/>
                      <a:gd name="connsiteY4" fmla="*/ 0 h 9214"/>
                      <a:gd name="connsiteX5" fmla="*/ 5907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5907" y="2776"/>
                        </a:moveTo>
                        <a:lnTo>
                          <a:pt x="8270" y="4135"/>
                        </a:lnTo>
                        <a:lnTo>
                          <a:pt x="5316" y="9215"/>
                        </a:lnTo>
                        <a:lnTo>
                          <a:pt x="0" y="6143"/>
                        </a:lnTo>
                        <a:lnTo>
                          <a:pt x="0" y="0"/>
                        </a:lnTo>
                        <a:lnTo>
                          <a:pt x="5907"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0" name="Freeform: Shape 59">
                    <a:extLst>
                      <a:ext uri="{FF2B5EF4-FFF2-40B4-BE49-F238E27FC236}">
                        <a16:creationId xmlns:a16="http://schemas.microsoft.com/office/drawing/2014/main" id="{47A5FB78-A66E-ED5A-2A1D-CE31B1849AAD}"/>
                      </a:ext>
                    </a:extLst>
                  </p:cNvPr>
                  <p:cNvSpPr/>
                  <p:nvPr/>
                </p:nvSpPr>
                <p:spPr>
                  <a:xfrm rot="-23376">
                    <a:off x="882168" y="2961460"/>
                    <a:ext cx="5907" cy="9274"/>
                  </a:xfrm>
                  <a:custGeom>
                    <a:avLst/>
                    <a:gdLst>
                      <a:gd name="connsiteX0" fmla="*/ 0 w 5907"/>
                      <a:gd name="connsiteY0" fmla="*/ 0 h 9274"/>
                      <a:gd name="connsiteX1" fmla="*/ 5907 w 5907"/>
                      <a:gd name="connsiteY1" fmla="*/ 0 h 9274"/>
                      <a:gd name="connsiteX2" fmla="*/ 5907 w 5907"/>
                      <a:gd name="connsiteY2" fmla="*/ 9274 h 9274"/>
                      <a:gd name="connsiteX3" fmla="*/ 0 w 5907"/>
                      <a:gd name="connsiteY3" fmla="*/ 9274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1" name="Freeform: Shape 60">
                    <a:extLst>
                      <a:ext uri="{FF2B5EF4-FFF2-40B4-BE49-F238E27FC236}">
                        <a16:creationId xmlns:a16="http://schemas.microsoft.com/office/drawing/2014/main" id="{509FF70B-ACD8-B110-C052-6CC3839DA638}"/>
                      </a:ext>
                    </a:extLst>
                  </p:cNvPr>
                  <p:cNvSpPr/>
                  <p:nvPr/>
                </p:nvSpPr>
                <p:spPr>
                  <a:xfrm rot="-5391765">
                    <a:off x="880458" y="2944505"/>
                    <a:ext cx="9333" cy="5906"/>
                  </a:xfrm>
                  <a:custGeom>
                    <a:avLst/>
                    <a:gdLst>
                      <a:gd name="connsiteX0" fmla="*/ 0 w 9333"/>
                      <a:gd name="connsiteY0" fmla="*/ 0 h 5906"/>
                      <a:gd name="connsiteX1" fmla="*/ 9333 w 9333"/>
                      <a:gd name="connsiteY1" fmla="*/ 0 h 5906"/>
                      <a:gd name="connsiteX2" fmla="*/ 9333 w 9333"/>
                      <a:gd name="connsiteY2" fmla="*/ 5907 h 5906"/>
                      <a:gd name="connsiteX3" fmla="*/ 0 w 9333"/>
                      <a:gd name="connsiteY3" fmla="*/ 5907 h 5906"/>
                    </a:gdLst>
                    <a:ahLst/>
                    <a:cxnLst>
                      <a:cxn ang="0">
                        <a:pos x="connsiteX0" y="connsiteY0"/>
                      </a:cxn>
                      <a:cxn ang="0">
                        <a:pos x="connsiteX1" y="connsiteY1"/>
                      </a:cxn>
                      <a:cxn ang="0">
                        <a:pos x="connsiteX2" y="connsiteY2"/>
                      </a:cxn>
                      <a:cxn ang="0">
                        <a:pos x="connsiteX3" y="connsiteY3"/>
                      </a:cxn>
                    </a:cxnLst>
                    <a:rect l="l" t="t" r="r" b="b"/>
                    <a:pathLst>
                      <a:path w="9333" h="5906">
                        <a:moveTo>
                          <a:pt x="0" y="0"/>
                        </a:moveTo>
                        <a:lnTo>
                          <a:pt x="9333" y="0"/>
                        </a:lnTo>
                        <a:lnTo>
                          <a:pt x="9333"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2" name="Freeform: Shape 61">
                    <a:extLst>
                      <a:ext uri="{FF2B5EF4-FFF2-40B4-BE49-F238E27FC236}">
                        <a16:creationId xmlns:a16="http://schemas.microsoft.com/office/drawing/2014/main" id="{C7673476-0C3C-3DC3-1F1F-6AA6F40650B2}"/>
                      </a:ext>
                    </a:extLst>
                  </p:cNvPr>
                  <p:cNvSpPr/>
                  <p:nvPr/>
                </p:nvSpPr>
                <p:spPr>
                  <a:xfrm>
                    <a:off x="564234" y="2900915"/>
                    <a:ext cx="96047" cy="110873"/>
                  </a:xfrm>
                  <a:custGeom>
                    <a:avLst/>
                    <a:gdLst>
                      <a:gd name="connsiteX0" fmla="*/ 96047 w 96047"/>
                      <a:gd name="connsiteY0" fmla="*/ 83111 h 110873"/>
                      <a:gd name="connsiteX1" fmla="*/ 48024 w 96047"/>
                      <a:gd name="connsiteY1" fmla="*/ 110874 h 110873"/>
                      <a:gd name="connsiteX2" fmla="*/ 0 w 96047"/>
                      <a:gd name="connsiteY2" fmla="*/ 83111 h 110873"/>
                      <a:gd name="connsiteX3" fmla="*/ 0 w 96047"/>
                      <a:gd name="connsiteY3" fmla="*/ 27763 h 110873"/>
                      <a:gd name="connsiteX4" fmla="*/ 48024 w 96047"/>
                      <a:gd name="connsiteY4" fmla="*/ 0 h 110873"/>
                      <a:gd name="connsiteX5" fmla="*/ 96047 w 96047"/>
                      <a:gd name="connsiteY5" fmla="*/ 27763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47" h="110873">
                        <a:moveTo>
                          <a:pt x="96047" y="83111"/>
                        </a:moveTo>
                        <a:lnTo>
                          <a:pt x="48024" y="110874"/>
                        </a:lnTo>
                        <a:lnTo>
                          <a:pt x="0" y="83111"/>
                        </a:lnTo>
                        <a:lnTo>
                          <a:pt x="0" y="27763"/>
                        </a:lnTo>
                        <a:lnTo>
                          <a:pt x="48024" y="0"/>
                        </a:lnTo>
                        <a:lnTo>
                          <a:pt x="96047" y="2776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3" name="Freeform: Shape 62">
                    <a:extLst>
                      <a:ext uri="{FF2B5EF4-FFF2-40B4-BE49-F238E27FC236}">
                        <a16:creationId xmlns:a16="http://schemas.microsoft.com/office/drawing/2014/main" id="{015AB5CD-29F4-581D-AABD-F85F59A24FF1}"/>
                      </a:ext>
                    </a:extLst>
                  </p:cNvPr>
                  <p:cNvSpPr/>
                  <p:nvPr/>
                </p:nvSpPr>
                <p:spPr>
                  <a:xfrm>
                    <a:off x="669437" y="2901329"/>
                    <a:ext cx="95988" cy="110873"/>
                  </a:xfrm>
                  <a:custGeom>
                    <a:avLst/>
                    <a:gdLst>
                      <a:gd name="connsiteX0" fmla="*/ 47965 w 95988"/>
                      <a:gd name="connsiteY0" fmla="*/ 0 h 110873"/>
                      <a:gd name="connsiteX1" fmla="*/ 0 w 95988"/>
                      <a:gd name="connsiteY1" fmla="*/ 27763 h 110873"/>
                      <a:gd name="connsiteX2" fmla="*/ 0 w 95988"/>
                      <a:gd name="connsiteY2" fmla="*/ 83170 h 110873"/>
                      <a:gd name="connsiteX3" fmla="*/ 47965 w 95988"/>
                      <a:gd name="connsiteY3" fmla="*/ 110874 h 110873"/>
                      <a:gd name="connsiteX4" fmla="*/ 95988 w 95988"/>
                      <a:gd name="connsiteY4" fmla="*/ 83170 h 110873"/>
                      <a:gd name="connsiteX5" fmla="*/ 95988 w 95988"/>
                      <a:gd name="connsiteY5" fmla="*/ 27763 h 110873"/>
                      <a:gd name="connsiteX6" fmla="*/ 47965 w 95988"/>
                      <a:gd name="connsiteY6" fmla="*/ 0 h 110873"/>
                      <a:gd name="connsiteX7" fmla="*/ 70707 w 95988"/>
                      <a:gd name="connsiteY7" fmla="*/ 46074 h 110873"/>
                      <a:gd name="connsiteX8" fmla="*/ 60842 w 95988"/>
                      <a:gd name="connsiteY8" fmla="*/ 40404 h 110873"/>
                      <a:gd name="connsiteX9" fmla="*/ 60842 w 95988"/>
                      <a:gd name="connsiteY9" fmla="*/ 29003 h 110873"/>
                      <a:gd name="connsiteX10" fmla="*/ 70707 w 95988"/>
                      <a:gd name="connsiteY10" fmla="*/ 23332 h 110873"/>
                      <a:gd name="connsiteX11" fmla="*/ 80571 w 95988"/>
                      <a:gd name="connsiteY11" fmla="*/ 29003 h 110873"/>
                      <a:gd name="connsiteX12" fmla="*/ 80571 w 95988"/>
                      <a:gd name="connsiteY12" fmla="*/ 40404 h 110873"/>
                      <a:gd name="connsiteX13" fmla="*/ 70707 w 95988"/>
                      <a:gd name="connsiteY13" fmla="*/ 46074 h 110873"/>
                      <a:gd name="connsiteX14" fmla="*/ 47965 w 95988"/>
                      <a:gd name="connsiteY14" fmla="*/ 77086 h 110873"/>
                      <a:gd name="connsiteX15" fmla="*/ 57829 w 95988"/>
                      <a:gd name="connsiteY15" fmla="*/ 71415 h 110873"/>
                      <a:gd name="connsiteX16" fmla="*/ 67694 w 95988"/>
                      <a:gd name="connsiteY16" fmla="*/ 77086 h 110873"/>
                      <a:gd name="connsiteX17" fmla="*/ 67694 w 95988"/>
                      <a:gd name="connsiteY17" fmla="*/ 88427 h 110873"/>
                      <a:gd name="connsiteX18" fmla="*/ 57829 w 95988"/>
                      <a:gd name="connsiteY18" fmla="*/ 94098 h 110873"/>
                      <a:gd name="connsiteX19" fmla="*/ 47965 w 95988"/>
                      <a:gd name="connsiteY19" fmla="*/ 88427 h 110873"/>
                      <a:gd name="connsiteX20" fmla="*/ 47965 w 95988"/>
                      <a:gd name="connsiteY20" fmla="*/ 77086 h 110873"/>
                      <a:gd name="connsiteX21" fmla="*/ 35206 w 95988"/>
                      <a:gd name="connsiteY21" fmla="*/ 61137 h 110873"/>
                      <a:gd name="connsiteX22" fmla="*/ 25341 w 95988"/>
                      <a:gd name="connsiteY22" fmla="*/ 66808 h 110873"/>
                      <a:gd name="connsiteX23" fmla="*/ 15476 w 95988"/>
                      <a:gd name="connsiteY23" fmla="*/ 61137 h 110873"/>
                      <a:gd name="connsiteX24" fmla="*/ 15476 w 95988"/>
                      <a:gd name="connsiteY24" fmla="*/ 49737 h 110873"/>
                      <a:gd name="connsiteX25" fmla="*/ 25341 w 95988"/>
                      <a:gd name="connsiteY25" fmla="*/ 44066 h 110873"/>
                      <a:gd name="connsiteX26" fmla="*/ 35206 w 95988"/>
                      <a:gd name="connsiteY26" fmla="*/ 49737 h 110873"/>
                      <a:gd name="connsiteX27" fmla="*/ 35206 w 95988"/>
                      <a:gd name="connsiteY27" fmla="*/ 61137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5988" h="110873">
                        <a:moveTo>
                          <a:pt x="47965" y="0"/>
                        </a:moveTo>
                        <a:lnTo>
                          <a:pt x="0" y="27763"/>
                        </a:lnTo>
                        <a:lnTo>
                          <a:pt x="0" y="83170"/>
                        </a:lnTo>
                        <a:lnTo>
                          <a:pt x="47965" y="110874"/>
                        </a:lnTo>
                        <a:lnTo>
                          <a:pt x="95988" y="83170"/>
                        </a:lnTo>
                        <a:lnTo>
                          <a:pt x="95988" y="27763"/>
                        </a:lnTo>
                        <a:lnTo>
                          <a:pt x="47965" y="0"/>
                        </a:lnTo>
                        <a:close/>
                        <a:moveTo>
                          <a:pt x="70707" y="46074"/>
                        </a:moveTo>
                        <a:lnTo>
                          <a:pt x="60842" y="40404"/>
                        </a:lnTo>
                        <a:lnTo>
                          <a:pt x="60842" y="29003"/>
                        </a:lnTo>
                        <a:lnTo>
                          <a:pt x="70707" y="23332"/>
                        </a:lnTo>
                        <a:lnTo>
                          <a:pt x="80571" y="29003"/>
                        </a:lnTo>
                        <a:lnTo>
                          <a:pt x="80571" y="40404"/>
                        </a:lnTo>
                        <a:lnTo>
                          <a:pt x="70707" y="46074"/>
                        </a:lnTo>
                        <a:close/>
                        <a:moveTo>
                          <a:pt x="47965" y="77086"/>
                        </a:moveTo>
                        <a:lnTo>
                          <a:pt x="57829" y="71415"/>
                        </a:lnTo>
                        <a:lnTo>
                          <a:pt x="67694" y="77086"/>
                        </a:lnTo>
                        <a:lnTo>
                          <a:pt x="67694" y="88427"/>
                        </a:lnTo>
                        <a:lnTo>
                          <a:pt x="57829" y="94098"/>
                        </a:lnTo>
                        <a:lnTo>
                          <a:pt x="47965" y="88427"/>
                        </a:lnTo>
                        <a:lnTo>
                          <a:pt x="47965" y="77086"/>
                        </a:lnTo>
                        <a:close/>
                        <a:moveTo>
                          <a:pt x="35206" y="61137"/>
                        </a:moveTo>
                        <a:lnTo>
                          <a:pt x="25341" y="66808"/>
                        </a:lnTo>
                        <a:lnTo>
                          <a:pt x="15476" y="61137"/>
                        </a:lnTo>
                        <a:lnTo>
                          <a:pt x="15476" y="49737"/>
                        </a:lnTo>
                        <a:lnTo>
                          <a:pt x="25341" y="44066"/>
                        </a:lnTo>
                        <a:lnTo>
                          <a:pt x="35206" y="49737"/>
                        </a:lnTo>
                        <a:lnTo>
                          <a:pt x="35206" y="6113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4" name="Freeform: Shape 63">
                    <a:extLst>
                      <a:ext uri="{FF2B5EF4-FFF2-40B4-BE49-F238E27FC236}">
                        <a16:creationId xmlns:a16="http://schemas.microsoft.com/office/drawing/2014/main" id="{6B5EB997-7AE0-7EFD-EB87-E8A683B424A2}"/>
                      </a:ext>
                    </a:extLst>
                  </p:cNvPr>
                  <p:cNvSpPr/>
                  <p:nvPr/>
                </p:nvSpPr>
                <p:spPr>
                  <a:xfrm>
                    <a:off x="775172" y="2900974"/>
                    <a:ext cx="95988" cy="110874"/>
                  </a:xfrm>
                  <a:custGeom>
                    <a:avLst/>
                    <a:gdLst>
                      <a:gd name="connsiteX0" fmla="*/ 95988 w 95988"/>
                      <a:gd name="connsiteY0" fmla="*/ 27704 h 110874"/>
                      <a:gd name="connsiteX1" fmla="*/ 47965 w 95988"/>
                      <a:gd name="connsiteY1" fmla="*/ 0 h 110874"/>
                      <a:gd name="connsiteX2" fmla="*/ 0 w 95988"/>
                      <a:gd name="connsiteY2" fmla="*/ 27704 h 110874"/>
                      <a:gd name="connsiteX3" fmla="*/ 0 w 95988"/>
                      <a:gd name="connsiteY3" fmla="*/ 83111 h 110874"/>
                      <a:gd name="connsiteX4" fmla="*/ 47965 w 95988"/>
                      <a:gd name="connsiteY4" fmla="*/ 110874 h 110874"/>
                      <a:gd name="connsiteX5" fmla="*/ 95988 w 95988"/>
                      <a:gd name="connsiteY5" fmla="*/ 83111 h 110874"/>
                      <a:gd name="connsiteX6" fmla="*/ 95988 w 95988"/>
                      <a:gd name="connsiteY6" fmla="*/ 27704 h 110874"/>
                      <a:gd name="connsiteX7" fmla="*/ 65390 w 95988"/>
                      <a:gd name="connsiteY7" fmla="*/ 45307 h 110874"/>
                      <a:gd name="connsiteX8" fmla="*/ 65390 w 95988"/>
                      <a:gd name="connsiteY8" fmla="*/ 65449 h 110874"/>
                      <a:gd name="connsiteX9" fmla="*/ 48024 w 95988"/>
                      <a:gd name="connsiteY9" fmla="*/ 75491 h 110874"/>
                      <a:gd name="connsiteX10" fmla="*/ 30598 w 95988"/>
                      <a:gd name="connsiteY10" fmla="*/ 65449 h 110874"/>
                      <a:gd name="connsiteX11" fmla="*/ 30598 w 95988"/>
                      <a:gd name="connsiteY11" fmla="*/ 45307 h 110874"/>
                      <a:gd name="connsiteX12" fmla="*/ 48024 w 95988"/>
                      <a:gd name="connsiteY12" fmla="*/ 35265 h 110874"/>
                      <a:gd name="connsiteX13" fmla="*/ 65390 w 95988"/>
                      <a:gd name="connsiteY13" fmla="*/ 45307 h 11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88" h="110874">
                        <a:moveTo>
                          <a:pt x="95988" y="27704"/>
                        </a:moveTo>
                        <a:lnTo>
                          <a:pt x="47965" y="0"/>
                        </a:lnTo>
                        <a:lnTo>
                          <a:pt x="0" y="27704"/>
                        </a:lnTo>
                        <a:lnTo>
                          <a:pt x="0" y="83111"/>
                        </a:lnTo>
                        <a:lnTo>
                          <a:pt x="47965" y="110874"/>
                        </a:lnTo>
                        <a:lnTo>
                          <a:pt x="95988" y="83111"/>
                        </a:lnTo>
                        <a:lnTo>
                          <a:pt x="95988" y="27704"/>
                        </a:lnTo>
                        <a:close/>
                        <a:moveTo>
                          <a:pt x="65390" y="45307"/>
                        </a:moveTo>
                        <a:lnTo>
                          <a:pt x="65390" y="65449"/>
                        </a:lnTo>
                        <a:lnTo>
                          <a:pt x="48024" y="75491"/>
                        </a:lnTo>
                        <a:lnTo>
                          <a:pt x="30598" y="65449"/>
                        </a:lnTo>
                        <a:lnTo>
                          <a:pt x="30598" y="45307"/>
                        </a:lnTo>
                        <a:lnTo>
                          <a:pt x="48024" y="35265"/>
                        </a:lnTo>
                        <a:lnTo>
                          <a:pt x="65390" y="453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5" name="Freeform: Shape 64">
                    <a:extLst>
                      <a:ext uri="{FF2B5EF4-FFF2-40B4-BE49-F238E27FC236}">
                        <a16:creationId xmlns:a16="http://schemas.microsoft.com/office/drawing/2014/main" id="{DA643858-2D45-0D58-F3DA-0649BA53B1D6}"/>
                      </a:ext>
                    </a:extLst>
                  </p:cNvPr>
                  <p:cNvSpPr/>
                  <p:nvPr/>
                </p:nvSpPr>
                <p:spPr>
                  <a:xfrm>
                    <a:off x="457259" y="2900974"/>
                    <a:ext cx="95929" cy="110814"/>
                  </a:xfrm>
                  <a:custGeom>
                    <a:avLst/>
                    <a:gdLst>
                      <a:gd name="connsiteX0" fmla="*/ 47965 w 95929"/>
                      <a:gd name="connsiteY0" fmla="*/ 110815 h 110814"/>
                      <a:gd name="connsiteX1" fmla="*/ 95929 w 95929"/>
                      <a:gd name="connsiteY1" fmla="*/ 83052 h 110814"/>
                      <a:gd name="connsiteX2" fmla="*/ 95929 w 95929"/>
                      <a:gd name="connsiteY2" fmla="*/ 27704 h 110814"/>
                      <a:gd name="connsiteX3" fmla="*/ 47965 w 95929"/>
                      <a:gd name="connsiteY3" fmla="*/ 0 h 110814"/>
                      <a:gd name="connsiteX4" fmla="*/ 0 w 95929"/>
                      <a:gd name="connsiteY4" fmla="*/ 27704 h 110814"/>
                      <a:gd name="connsiteX5" fmla="*/ 0 w 95929"/>
                      <a:gd name="connsiteY5" fmla="*/ 83052 h 110814"/>
                      <a:gd name="connsiteX6" fmla="*/ 47965 w 95929"/>
                      <a:gd name="connsiteY6" fmla="*/ 110815 h 110814"/>
                      <a:gd name="connsiteX7" fmla="*/ 61373 w 95929"/>
                      <a:gd name="connsiteY7" fmla="*/ 78681 h 110814"/>
                      <a:gd name="connsiteX8" fmla="*/ 34497 w 95929"/>
                      <a:gd name="connsiteY8" fmla="*/ 78681 h 110814"/>
                      <a:gd name="connsiteX9" fmla="*/ 21029 w 95929"/>
                      <a:gd name="connsiteY9" fmla="*/ 55349 h 110814"/>
                      <a:gd name="connsiteX10" fmla="*/ 34497 w 95929"/>
                      <a:gd name="connsiteY10" fmla="*/ 32016 h 110814"/>
                      <a:gd name="connsiteX11" fmla="*/ 61373 w 95929"/>
                      <a:gd name="connsiteY11" fmla="*/ 32016 h 110814"/>
                      <a:gd name="connsiteX12" fmla="*/ 74841 w 95929"/>
                      <a:gd name="connsiteY12" fmla="*/ 55349 h 110814"/>
                      <a:gd name="connsiteX13" fmla="*/ 61373 w 95929"/>
                      <a:gd name="connsiteY13" fmla="*/ 78681 h 110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29" h="110814">
                        <a:moveTo>
                          <a:pt x="47965" y="110815"/>
                        </a:moveTo>
                        <a:lnTo>
                          <a:pt x="95929" y="83052"/>
                        </a:lnTo>
                        <a:lnTo>
                          <a:pt x="95929" y="27704"/>
                        </a:lnTo>
                        <a:lnTo>
                          <a:pt x="47965" y="0"/>
                        </a:lnTo>
                        <a:lnTo>
                          <a:pt x="0" y="27704"/>
                        </a:lnTo>
                        <a:lnTo>
                          <a:pt x="0" y="83052"/>
                        </a:lnTo>
                        <a:lnTo>
                          <a:pt x="47965" y="110815"/>
                        </a:lnTo>
                        <a:close/>
                        <a:moveTo>
                          <a:pt x="61373" y="78681"/>
                        </a:moveTo>
                        <a:lnTo>
                          <a:pt x="34497" y="78681"/>
                        </a:lnTo>
                        <a:lnTo>
                          <a:pt x="21029" y="55349"/>
                        </a:lnTo>
                        <a:lnTo>
                          <a:pt x="34497" y="32016"/>
                        </a:lnTo>
                        <a:lnTo>
                          <a:pt x="61373" y="32016"/>
                        </a:lnTo>
                        <a:lnTo>
                          <a:pt x="74841" y="55349"/>
                        </a:lnTo>
                        <a:lnTo>
                          <a:pt x="61373" y="7868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11" name="Graphic 4773">
                <a:extLst>
                  <a:ext uri="{FF2B5EF4-FFF2-40B4-BE49-F238E27FC236}">
                    <a16:creationId xmlns:a16="http://schemas.microsoft.com/office/drawing/2014/main" id="{AC647D7A-6D6B-9881-1B36-B2024B14A8B9}"/>
                  </a:ext>
                </a:extLst>
              </p:cNvPr>
              <p:cNvGrpSpPr/>
              <p:nvPr/>
            </p:nvGrpSpPr>
            <p:grpSpPr>
              <a:xfrm>
                <a:off x="3924418" y="4634731"/>
                <a:ext cx="680365" cy="187664"/>
                <a:chOff x="3924418" y="4634731"/>
                <a:chExt cx="680365" cy="187664"/>
              </a:xfrm>
              <a:grpFill/>
            </p:grpSpPr>
            <p:sp>
              <p:nvSpPr>
                <p:cNvPr id="12" name="Freeform: Shape 11">
                  <a:extLst>
                    <a:ext uri="{FF2B5EF4-FFF2-40B4-BE49-F238E27FC236}">
                      <a16:creationId xmlns:a16="http://schemas.microsoft.com/office/drawing/2014/main" id="{EDE1CF90-72D2-0DE2-70B0-30C389194B3B}"/>
                    </a:ext>
                  </a:extLst>
                </p:cNvPr>
                <p:cNvSpPr/>
                <p:nvPr/>
              </p:nvSpPr>
              <p:spPr>
                <a:xfrm>
                  <a:off x="3924418" y="4634731"/>
                  <a:ext cx="680365" cy="187664"/>
                </a:xfrm>
                <a:custGeom>
                  <a:avLst/>
                  <a:gdLst>
                    <a:gd name="connsiteX0" fmla="*/ 89491 w 680365"/>
                    <a:gd name="connsiteY0" fmla="*/ 122452 h 187664"/>
                    <a:gd name="connsiteX1" fmla="*/ 497545 w 680365"/>
                    <a:gd name="connsiteY1" fmla="*/ 122452 h 187664"/>
                    <a:gd name="connsiteX2" fmla="*/ 586445 w 680365"/>
                    <a:gd name="connsiteY2" fmla="*/ 187665 h 187664"/>
                    <a:gd name="connsiteX3" fmla="*/ 680366 w 680365"/>
                    <a:gd name="connsiteY3" fmla="*/ 93862 h 187664"/>
                    <a:gd name="connsiteX4" fmla="*/ 586445 w 680365"/>
                    <a:gd name="connsiteY4" fmla="*/ 0 h 187664"/>
                    <a:gd name="connsiteX5" fmla="*/ 497308 w 680365"/>
                    <a:gd name="connsiteY5" fmla="*/ 66099 h 187664"/>
                    <a:gd name="connsiteX6" fmla="*/ 89491 w 680365"/>
                    <a:gd name="connsiteY6" fmla="*/ 66099 h 187664"/>
                    <a:gd name="connsiteX7" fmla="*/ 89491 w 680365"/>
                    <a:gd name="connsiteY7" fmla="*/ 71711 h 187664"/>
                    <a:gd name="connsiteX8" fmla="*/ 495536 w 680365"/>
                    <a:gd name="connsiteY8" fmla="*/ 71711 h 187664"/>
                    <a:gd name="connsiteX9" fmla="*/ 492878 w 680365"/>
                    <a:gd name="connsiteY9" fmla="*/ 91085 h 187664"/>
                    <a:gd name="connsiteX10" fmla="*/ 0 w 680365"/>
                    <a:gd name="connsiteY10" fmla="*/ 91085 h 187664"/>
                    <a:gd name="connsiteX11" fmla="*/ 0 w 680365"/>
                    <a:gd name="connsiteY11" fmla="*/ 96638 h 187664"/>
                    <a:gd name="connsiteX12" fmla="*/ 492878 w 680365"/>
                    <a:gd name="connsiteY12" fmla="*/ 96638 h 187664"/>
                    <a:gd name="connsiteX13" fmla="*/ 495773 w 680365"/>
                    <a:gd name="connsiteY13" fmla="*/ 116899 h 187664"/>
                    <a:gd name="connsiteX14" fmla="*/ 89432 w 680365"/>
                    <a:gd name="connsiteY14" fmla="*/ 116840 h 187664"/>
                    <a:gd name="connsiteX15" fmla="*/ 89432 w 680365"/>
                    <a:gd name="connsiteY15" fmla="*/ 122452 h 187664"/>
                    <a:gd name="connsiteX16" fmla="*/ 586504 w 680365"/>
                    <a:gd name="connsiteY16" fmla="*/ 19729 h 187664"/>
                    <a:gd name="connsiteX17" fmla="*/ 660577 w 680365"/>
                    <a:gd name="connsiteY17" fmla="*/ 93803 h 187664"/>
                    <a:gd name="connsiteX18" fmla="*/ 586445 w 680365"/>
                    <a:gd name="connsiteY18" fmla="*/ 167876 h 187664"/>
                    <a:gd name="connsiteX19" fmla="*/ 512371 w 680365"/>
                    <a:gd name="connsiteY19" fmla="*/ 93803 h 187664"/>
                    <a:gd name="connsiteX20" fmla="*/ 586504 w 680365"/>
                    <a:gd name="connsiteY20" fmla="*/ 19729 h 187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80365" h="187664">
                      <a:moveTo>
                        <a:pt x="89491" y="122452"/>
                      </a:moveTo>
                      <a:lnTo>
                        <a:pt x="497545" y="122452"/>
                      </a:lnTo>
                      <a:cubicBezTo>
                        <a:pt x="509713" y="160197"/>
                        <a:pt x="544682" y="187665"/>
                        <a:pt x="586445" y="187665"/>
                      </a:cubicBezTo>
                      <a:cubicBezTo>
                        <a:pt x="638308" y="187665"/>
                        <a:pt x="680366" y="145666"/>
                        <a:pt x="680366" y="93862"/>
                      </a:cubicBezTo>
                      <a:cubicBezTo>
                        <a:pt x="680366" y="41999"/>
                        <a:pt x="638367" y="0"/>
                        <a:pt x="586445" y="0"/>
                      </a:cubicBezTo>
                      <a:cubicBezTo>
                        <a:pt x="544387" y="0"/>
                        <a:pt x="509181" y="27940"/>
                        <a:pt x="497308" y="66099"/>
                      </a:cubicBezTo>
                      <a:lnTo>
                        <a:pt x="89491" y="66099"/>
                      </a:lnTo>
                      <a:lnTo>
                        <a:pt x="89491" y="71711"/>
                      </a:lnTo>
                      <a:lnTo>
                        <a:pt x="495536" y="71711"/>
                      </a:lnTo>
                      <a:cubicBezTo>
                        <a:pt x="494060" y="77972"/>
                        <a:pt x="493114" y="84411"/>
                        <a:pt x="492878" y="91085"/>
                      </a:cubicBezTo>
                      <a:lnTo>
                        <a:pt x="0" y="91085"/>
                      </a:lnTo>
                      <a:lnTo>
                        <a:pt x="0" y="96638"/>
                      </a:lnTo>
                      <a:lnTo>
                        <a:pt x="492878" y="96638"/>
                      </a:lnTo>
                      <a:cubicBezTo>
                        <a:pt x="493056" y="103608"/>
                        <a:pt x="494119" y="110401"/>
                        <a:pt x="495773" y="116899"/>
                      </a:cubicBezTo>
                      <a:lnTo>
                        <a:pt x="89432" y="116840"/>
                      </a:lnTo>
                      <a:lnTo>
                        <a:pt x="89432" y="122452"/>
                      </a:lnTo>
                      <a:close/>
                      <a:moveTo>
                        <a:pt x="586504" y="19729"/>
                      </a:moveTo>
                      <a:cubicBezTo>
                        <a:pt x="627439" y="19729"/>
                        <a:pt x="660636" y="52927"/>
                        <a:pt x="660577" y="93803"/>
                      </a:cubicBezTo>
                      <a:cubicBezTo>
                        <a:pt x="660577" y="134738"/>
                        <a:pt x="627439" y="167876"/>
                        <a:pt x="586445" y="167876"/>
                      </a:cubicBezTo>
                      <a:cubicBezTo>
                        <a:pt x="545509" y="167876"/>
                        <a:pt x="512371" y="134679"/>
                        <a:pt x="512371" y="93803"/>
                      </a:cubicBezTo>
                      <a:cubicBezTo>
                        <a:pt x="512430" y="52868"/>
                        <a:pt x="545568" y="19729"/>
                        <a:pt x="586504" y="19729"/>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 name="Freeform: Shape 12">
                  <a:extLst>
                    <a:ext uri="{FF2B5EF4-FFF2-40B4-BE49-F238E27FC236}">
                      <a16:creationId xmlns:a16="http://schemas.microsoft.com/office/drawing/2014/main" id="{71A91441-F1DB-7BA1-29C1-7D6E66E8CB4F}"/>
                    </a:ext>
                  </a:extLst>
                </p:cNvPr>
                <p:cNvSpPr/>
                <p:nvPr/>
              </p:nvSpPr>
              <p:spPr>
                <a:xfrm>
                  <a:off x="4453269" y="4670941"/>
                  <a:ext cx="115186" cy="115186"/>
                </a:xfrm>
                <a:custGeom>
                  <a:avLst/>
                  <a:gdLst>
                    <a:gd name="connsiteX0" fmla="*/ 57593 w 115186"/>
                    <a:gd name="connsiteY0" fmla="*/ 115186 h 115186"/>
                    <a:gd name="connsiteX1" fmla="*/ 115186 w 115186"/>
                    <a:gd name="connsiteY1" fmla="*/ 57593 h 115186"/>
                    <a:gd name="connsiteX2" fmla="*/ 57593 w 115186"/>
                    <a:gd name="connsiteY2" fmla="*/ 0 h 115186"/>
                    <a:gd name="connsiteX3" fmla="*/ 0 w 115186"/>
                    <a:gd name="connsiteY3" fmla="*/ 57593 h 115186"/>
                    <a:gd name="connsiteX4" fmla="*/ 57593 w 115186"/>
                    <a:gd name="connsiteY4" fmla="*/ 115186 h 115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86" h="115186">
                      <a:moveTo>
                        <a:pt x="57593" y="115186"/>
                      </a:moveTo>
                      <a:cubicBezTo>
                        <a:pt x="89490" y="115186"/>
                        <a:pt x="115186" y="89432"/>
                        <a:pt x="115186" y="57593"/>
                      </a:cubicBezTo>
                      <a:cubicBezTo>
                        <a:pt x="115186" y="25813"/>
                        <a:pt x="89490" y="0"/>
                        <a:pt x="57593" y="0"/>
                      </a:cubicBezTo>
                      <a:cubicBezTo>
                        <a:pt x="25813" y="0"/>
                        <a:pt x="0" y="25813"/>
                        <a:pt x="0" y="57593"/>
                      </a:cubicBezTo>
                      <a:cubicBezTo>
                        <a:pt x="59" y="89432"/>
                        <a:pt x="25813" y="115186"/>
                        <a:pt x="57593" y="11518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grpSp>
        <p:nvGrpSpPr>
          <p:cNvPr id="282" name="Group 281">
            <a:extLst>
              <a:ext uri="{FF2B5EF4-FFF2-40B4-BE49-F238E27FC236}">
                <a16:creationId xmlns:a16="http://schemas.microsoft.com/office/drawing/2014/main" id="{41540EFB-C36C-9621-27F6-F6B9FF91A899}"/>
              </a:ext>
            </a:extLst>
          </p:cNvPr>
          <p:cNvGrpSpPr/>
          <p:nvPr userDrawn="1"/>
        </p:nvGrpSpPr>
        <p:grpSpPr>
          <a:xfrm>
            <a:off x="827458" y="8362393"/>
            <a:ext cx="10232284" cy="1784004"/>
            <a:chOff x="824337" y="7216576"/>
            <a:chExt cx="10232284" cy="3636623"/>
          </a:xfrm>
        </p:grpSpPr>
        <p:grpSp>
          <p:nvGrpSpPr>
            <p:cNvPr id="283" name="Graphic 4773">
              <a:extLst>
                <a:ext uri="{FF2B5EF4-FFF2-40B4-BE49-F238E27FC236}">
                  <a16:creationId xmlns:a16="http://schemas.microsoft.com/office/drawing/2014/main" id="{1F5C62D4-8040-1B72-ACE7-B4F1C0C187CC}"/>
                </a:ext>
              </a:extLst>
            </p:cNvPr>
            <p:cNvGrpSpPr/>
            <p:nvPr userDrawn="1"/>
          </p:nvGrpSpPr>
          <p:grpSpPr>
            <a:xfrm>
              <a:off x="824337" y="7216576"/>
              <a:ext cx="4296304" cy="3636623"/>
              <a:chOff x="8624" y="1576512"/>
              <a:chExt cx="5170376" cy="3982601"/>
            </a:xfrm>
            <a:solidFill>
              <a:schemeClr val="bg1">
                <a:lumMod val="95000"/>
                <a:alpha val="76000"/>
              </a:schemeClr>
            </a:solidFill>
          </p:grpSpPr>
          <p:grpSp>
            <p:nvGrpSpPr>
              <p:cNvPr id="421" name="Graphic 4773">
                <a:extLst>
                  <a:ext uri="{FF2B5EF4-FFF2-40B4-BE49-F238E27FC236}">
                    <a16:creationId xmlns:a16="http://schemas.microsoft.com/office/drawing/2014/main" id="{5F5818CC-46AB-28D6-BF36-91735D423751}"/>
                  </a:ext>
                </a:extLst>
              </p:cNvPr>
              <p:cNvGrpSpPr/>
              <p:nvPr/>
            </p:nvGrpSpPr>
            <p:grpSpPr>
              <a:xfrm>
                <a:off x="8624" y="1576512"/>
                <a:ext cx="5170376" cy="3982601"/>
                <a:chOff x="8624" y="1576512"/>
                <a:chExt cx="5170376" cy="3982601"/>
              </a:xfrm>
              <a:grpFill/>
            </p:grpSpPr>
            <p:sp>
              <p:nvSpPr>
                <p:cNvPr id="425" name="Freeform: Shape 424">
                  <a:extLst>
                    <a:ext uri="{FF2B5EF4-FFF2-40B4-BE49-F238E27FC236}">
                      <a16:creationId xmlns:a16="http://schemas.microsoft.com/office/drawing/2014/main" id="{9F36BF74-B410-8C67-214D-2CCE30039D9B}"/>
                    </a:ext>
                  </a:extLst>
                </p:cNvPr>
                <p:cNvSpPr/>
                <p:nvPr/>
              </p:nvSpPr>
              <p:spPr>
                <a:xfrm>
                  <a:off x="1467647" y="2244945"/>
                  <a:ext cx="3526878" cy="437352"/>
                </a:xfrm>
                <a:custGeom>
                  <a:avLst/>
                  <a:gdLst>
                    <a:gd name="connsiteX0" fmla="*/ 2146182 w 3526878"/>
                    <a:gd name="connsiteY0" fmla="*/ 5907 h 437352"/>
                    <a:gd name="connsiteX1" fmla="*/ 1085407 w 3526878"/>
                    <a:gd name="connsiteY1" fmla="*/ 5907 h 437352"/>
                    <a:gd name="connsiteX2" fmla="*/ 967267 w 3526878"/>
                    <a:gd name="connsiteY2" fmla="*/ 124047 h 437352"/>
                    <a:gd name="connsiteX3" fmla="*/ 41467 w 3526878"/>
                    <a:gd name="connsiteY3" fmla="*/ 124047 h 437352"/>
                    <a:gd name="connsiteX4" fmla="*/ 20911 w 3526878"/>
                    <a:gd name="connsiteY4" fmla="*/ 142004 h 437352"/>
                    <a:gd name="connsiteX5" fmla="*/ 0 w 3526878"/>
                    <a:gd name="connsiteY5" fmla="*/ 121093 h 437352"/>
                    <a:gd name="connsiteX6" fmla="*/ 20911 w 3526878"/>
                    <a:gd name="connsiteY6" fmla="*/ 100182 h 437352"/>
                    <a:gd name="connsiteX7" fmla="*/ 41467 w 3526878"/>
                    <a:gd name="connsiteY7" fmla="*/ 118140 h 437352"/>
                    <a:gd name="connsiteX8" fmla="*/ 964787 w 3526878"/>
                    <a:gd name="connsiteY8" fmla="*/ 118140 h 437352"/>
                    <a:gd name="connsiteX9" fmla="*/ 1082926 w 3526878"/>
                    <a:gd name="connsiteY9" fmla="*/ 0 h 437352"/>
                    <a:gd name="connsiteX10" fmla="*/ 2148604 w 3526878"/>
                    <a:gd name="connsiteY10" fmla="*/ 0 h 437352"/>
                    <a:gd name="connsiteX11" fmla="*/ 2562092 w 3526878"/>
                    <a:gd name="connsiteY11" fmla="*/ 413488 h 437352"/>
                    <a:gd name="connsiteX12" fmla="*/ 3485412 w 3526878"/>
                    <a:gd name="connsiteY12" fmla="*/ 413488 h 437352"/>
                    <a:gd name="connsiteX13" fmla="*/ 3505968 w 3526878"/>
                    <a:gd name="connsiteY13" fmla="*/ 395531 h 437352"/>
                    <a:gd name="connsiteX14" fmla="*/ 3526879 w 3526878"/>
                    <a:gd name="connsiteY14" fmla="*/ 416442 h 437352"/>
                    <a:gd name="connsiteX15" fmla="*/ 3505968 w 3526878"/>
                    <a:gd name="connsiteY15" fmla="*/ 437353 h 437352"/>
                    <a:gd name="connsiteX16" fmla="*/ 3485412 w 3526878"/>
                    <a:gd name="connsiteY16" fmla="*/ 419395 h 437352"/>
                    <a:gd name="connsiteX17" fmla="*/ 2559670 w 3526878"/>
                    <a:gd name="connsiteY17" fmla="*/ 419395 h 437352"/>
                    <a:gd name="connsiteX18" fmla="*/ 2146182 w 3526878"/>
                    <a:gd name="connsiteY18" fmla="*/ 5907 h 437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526878" h="437352">
                      <a:moveTo>
                        <a:pt x="2146182" y="5907"/>
                      </a:moveTo>
                      <a:lnTo>
                        <a:pt x="1085407" y="5907"/>
                      </a:lnTo>
                      <a:lnTo>
                        <a:pt x="967267" y="124047"/>
                      </a:lnTo>
                      <a:lnTo>
                        <a:pt x="41467" y="124047"/>
                      </a:lnTo>
                      <a:cubicBezTo>
                        <a:pt x="40049" y="134148"/>
                        <a:pt x="31425" y="142004"/>
                        <a:pt x="20911" y="142004"/>
                      </a:cubicBezTo>
                      <a:cubicBezTo>
                        <a:pt x="9392" y="142004"/>
                        <a:pt x="0" y="132671"/>
                        <a:pt x="0" y="121093"/>
                      </a:cubicBezTo>
                      <a:cubicBezTo>
                        <a:pt x="0" y="109515"/>
                        <a:pt x="9333" y="100182"/>
                        <a:pt x="20911" y="100182"/>
                      </a:cubicBezTo>
                      <a:cubicBezTo>
                        <a:pt x="31425" y="100182"/>
                        <a:pt x="40049" y="107980"/>
                        <a:pt x="41467" y="118140"/>
                      </a:cubicBezTo>
                      <a:lnTo>
                        <a:pt x="964787" y="118140"/>
                      </a:lnTo>
                      <a:lnTo>
                        <a:pt x="1082926" y="0"/>
                      </a:lnTo>
                      <a:lnTo>
                        <a:pt x="2148604" y="0"/>
                      </a:lnTo>
                      <a:lnTo>
                        <a:pt x="2562092" y="413488"/>
                      </a:lnTo>
                      <a:lnTo>
                        <a:pt x="3485412" y="413488"/>
                      </a:lnTo>
                      <a:cubicBezTo>
                        <a:pt x="3486829" y="403388"/>
                        <a:pt x="3495454" y="395531"/>
                        <a:pt x="3505968" y="395531"/>
                      </a:cubicBezTo>
                      <a:cubicBezTo>
                        <a:pt x="3517487" y="395531"/>
                        <a:pt x="3526879" y="404864"/>
                        <a:pt x="3526879" y="416442"/>
                      </a:cubicBezTo>
                      <a:cubicBezTo>
                        <a:pt x="3526879" y="427961"/>
                        <a:pt x="3517546" y="437353"/>
                        <a:pt x="3505968" y="437353"/>
                      </a:cubicBezTo>
                      <a:cubicBezTo>
                        <a:pt x="3495454" y="437353"/>
                        <a:pt x="3486829" y="429555"/>
                        <a:pt x="3485412" y="419395"/>
                      </a:cubicBezTo>
                      <a:lnTo>
                        <a:pt x="2559670" y="419395"/>
                      </a:lnTo>
                      <a:lnTo>
                        <a:pt x="2146182"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26" name="Freeform: Shape 425">
                  <a:extLst>
                    <a:ext uri="{FF2B5EF4-FFF2-40B4-BE49-F238E27FC236}">
                      <a16:creationId xmlns:a16="http://schemas.microsoft.com/office/drawing/2014/main" id="{8ADDF2CD-4E94-35F2-605E-76448D099361}"/>
                    </a:ext>
                  </a:extLst>
                </p:cNvPr>
                <p:cNvSpPr/>
                <p:nvPr/>
              </p:nvSpPr>
              <p:spPr>
                <a:xfrm>
                  <a:off x="1762996" y="3880942"/>
                  <a:ext cx="2640891" cy="1678172"/>
                </a:xfrm>
                <a:custGeom>
                  <a:avLst/>
                  <a:gdLst>
                    <a:gd name="connsiteX0" fmla="*/ 0 w 2640891"/>
                    <a:gd name="connsiteY0" fmla="*/ 670678 h 1678172"/>
                    <a:gd name="connsiteX1" fmla="*/ 20911 w 2640891"/>
                    <a:gd name="connsiteY1" fmla="*/ 691589 h 1678172"/>
                    <a:gd name="connsiteX2" fmla="*/ 41467 w 2640891"/>
                    <a:gd name="connsiteY2" fmla="*/ 673632 h 1678172"/>
                    <a:gd name="connsiteX3" fmla="*/ 1260136 w 2640891"/>
                    <a:gd name="connsiteY3" fmla="*/ 673632 h 1678172"/>
                    <a:gd name="connsiteX4" fmla="*/ 1857921 w 2640891"/>
                    <a:gd name="connsiteY4" fmla="*/ 1271418 h 1678172"/>
                    <a:gd name="connsiteX5" fmla="*/ 1789696 w 2640891"/>
                    <a:gd name="connsiteY5" fmla="*/ 1438585 h 1678172"/>
                    <a:gd name="connsiteX6" fmla="*/ 2029283 w 2640891"/>
                    <a:gd name="connsiteY6" fmla="*/ 1678172 h 1678172"/>
                    <a:gd name="connsiteX7" fmla="*/ 2268870 w 2640891"/>
                    <a:gd name="connsiteY7" fmla="*/ 1438585 h 1678172"/>
                    <a:gd name="connsiteX8" fmla="*/ 2032236 w 2640891"/>
                    <a:gd name="connsiteY8" fmla="*/ 1199116 h 1678172"/>
                    <a:gd name="connsiteX9" fmla="*/ 2032236 w 2640891"/>
                    <a:gd name="connsiteY9" fmla="*/ 23864 h 1678172"/>
                    <a:gd name="connsiteX10" fmla="*/ 2599424 w 2640891"/>
                    <a:gd name="connsiteY10" fmla="*/ 23864 h 1678172"/>
                    <a:gd name="connsiteX11" fmla="*/ 2619981 w 2640891"/>
                    <a:gd name="connsiteY11" fmla="*/ 41822 h 1678172"/>
                    <a:gd name="connsiteX12" fmla="*/ 2640891 w 2640891"/>
                    <a:gd name="connsiteY12" fmla="*/ 20911 h 1678172"/>
                    <a:gd name="connsiteX13" fmla="*/ 2619981 w 2640891"/>
                    <a:gd name="connsiteY13" fmla="*/ 0 h 1678172"/>
                    <a:gd name="connsiteX14" fmla="*/ 2599424 w 2640891"/>
                    <a:gd name="connsiteY14" fmla="*/ 17957 h 1678172"/>
                    <a:gd name="connsiteX15" fmla="*/ 2026329 w 2640891"/>
                    <a:gd name="connsiteY15" fmla="*/ 17957 h 1678172"/>
                    <a:gd name="connsiteX16" fmla="*/ 2026329 w 2640891"/>
                    <a:gd name="connsiteY16" fmla="*/ 1199116 h 1678172"/>
                    <a:gd name="connsiteX17" fmla="*/ 1862116 w 2640891"/>
                    <a:gd name="connsiteY17" fmla="*/ 1267283 h 1678172"/>
                    <a:gd name="connsiteX18" fmla="*/ 1262617 w 2640891"/>
                    <a:gd name="connsiteY18" fmla="*/ 667725 h 1678172"/>
                    <a:gd name="connsiteX19" fmla="*/ 41467 w 2640891"/>
                    <a:gd name="connsiteY19" fmla="*/ 667725 h 1678172"/>
                    <a:gd name="connsiteX20" fmla="*/ 20911 w 2640891"/>
                    <a:gd name="connsiteY20" fmla="*/ 649768 h 1678172"/>
                    <a:gd name="connsiteX21" fmla="*/ 0 w 2640891"/>
                    <a:gd name="connsiteY21" fmla="*/ 670678 h 1678172"/>
                    <a:gd name="connsiteX22" fmla="*/ 2026329 w 2640891"/>
                    <a:gd name="connsiteY22" fmla="*/ 1379456 h 1678172"/>
                    <a:gd name="connsiteX23" fmla="*/ 1989529 w 2640891"/>
                    <a:gd name="connsiteY23" fmla="*/ 1394696 h 1678172"/>
                    <a:gd name="connsiteX24" fmla="*/ 1866250 w 2640891"/>
                    <a:gd name="connsiteY24" fmla="*/ 1271418 h 1678172"/>
                    <a:gd name="connsiteX25" fmla="*/ 2026329 w 2640891"/>
                    <a:gd name="connsiteY25" fmla="*/ 1205023 h 1678172"/>
                    <a:gd name="connsiteX26" fmla="*/ 2026329 w 2640891"/>
                    <a:gd name="connsiteY26" fmla="*/ 1379456 h 1678172"/>
                    <a:gd name="connsiteX27" fmla="*/ 1862116 w 2640891"/>
                    <a:gd name="connsiteY27" fmla="*/ 1275612 h 1678172"/>
                    <a:gd name="connsiteX28" fmla="*/ 1985394 w 2640891"/>
                    <a:gd name="connsiteY28" fmla="*/ 1398890 h 1678172"/>
                    <a:gd name="connsiteX29" fmla="*/ 1970036 w 2640891"/>
                    <a:gd name="connsiteY29" fmla="*/ 1438644 h 1678172"/>
                    <a:gd name="connsiteX30" fmla="*/ 2029283 w 2640891"/>
                    <a:gd name="connsiteY30" fmla="*/ 1497891 h 1678172"/>
                    <a:gd name="connsiteX31" fmla="*/ 2088530 w 2640891"/>
                    <a:gd name="connsiteY31" fmla="*/ 1438644 h 1678172"/>
                    <a:gd name="connsiteX32" fmla="*/ 2032236 w 2640891"/>
                    <a:gd name="connsiteY32" fmla="*/ 1379515 h 1678172"/>
                    <a:gd name="connsiteX33" fmla="*/ 2032236 w 2640891"/>
                    <a:gd name="connsiteY33" fmla="*/ 1205023 h 1678172"/>
                    <a:gd name="connsiteX34" fmla="*/ 2262963 w 2640891"/>
                    <a:gd name="connsiteY34" fmla="*/ 1438585 h 1678172"/>
                    <a:gd name="connsiteX35" fmla="*/ 2029283 w 2640891"/>
                    <a:gd name="connsiteY35" fmla="*/ 1672265 h 1678172"/>
                    <a:gd name="connsiteX36" fmla="*/ 1795603 w 2640891"/>
                    <a:gd name="connsiteY36" fmla="*/ 1438585 h 1678172"/>
                    <a:gd name="connsiteX37" fmla="*/ 1862116 w 2640891"/>
                    <a:gd name="connsiteY37" fmla="*/ 1275612 h 16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640891" h="1678172">
                      <a:moveTo>
                        <a:pt x="0" y="670678"/>
                      </a:moveTo>
                      <a:cubicBezTo>
                        <a:pt x="0" y="682197"/>
                        <a:pt x="9333" y="691589"/>
                        <a:pt x="20911" y="691589"/>
                      </a:cubicBezTo>
                      <a:cubicBezTo>
                        <a:pt x="31425" y="691589"/>
                        <a:pt x="40049" y="683792"/>
                        <a:pt x="41467" y="673632"/>
                      </a:cubicBezTo>
                      <a:lnTo>
                        <a:pt x="1260136" y="673632"/>
                      </a:lnTo>
                      <a:lnTo>
                        <a:pt x="1857921" y="1271418"/>
                      </a:lnTo>
                      <a:cubicBezTo>
                        <a:pt x="1815746" y="1314598"/>
                        <a:pt x="1789696" y="1373608"/>
                        <a:pt x="1789696" y="1438585"/>
                      </a:cubicBezTo>
                      <a:cubicBezTo>
                        <a:pt x="1789696" y="1570665"/>
                        <a:pt x="1897144" y="1678172"/>
                        <a:pt x="2029283" y="1678172"/>
                      </a:cubicBezTo>
                      <a:cubicBezTo>
                        <a:pt x="2161363" y="1678172"/>
                        <a:pt x="2268870" y="1570724"/>
                        <a:pt x="2268870" y="1438585"/>
                      </a:cubicBezTo>
                      <a:cubicBezTo>
                        <a:pt x="2268870" y="1307450"/>
                        <a:pt x="2163017" y="1200711"/>
                        <a:pt x="2032236" y="1199116"/>
                      </a:cubicBezTo>
                      <a:lnTo>
                        <a:pt x="2032236" y="23864"/>
                      </a:lnTo>
                      <a:lnTo>
                        <a:pt x="2599424" y="23864"/>
                      </a:lnTo>
                      <a:cubicBezTo>
                        <a:pt x="2600842" y="33965"/>
                        <a:pt x="2609466" y="41822"/>
                        <a:pt x="2619981" y="41822"/>
                      </a:cubicBezTo>
                      <a:cubicBezTo>
                        <a:pt x="2631499" y="41822"/>
                        <a:pt x="2640891" y="32488"/>
                        <a:pt x="2640891" y="20911"/>
                      </a:cubicBezTo>
                      <a:cubicBezTo>
                        <a:pt x="2640891" y="9392"/>
                        <a:pt x="2631558" y="0"/>
                        <a:pt x="2619981" y="0"/>
                      </a:cubicBezTo>
                      <a:cubicBezTo>
                        <a:pt x="2609466" y="0"/>
                        <a:pt x="2600842" y="7797"/>
                        <a:pt x="2599424" y="17957"/>
                      </a:cubicBezTo>
                      <a:lnTo>
                        <a:pt x="2026329" y="17957"/>
                      </a:lnTo>
                      <a:lnTo>
                        <a:pt x="2026329" y="1199116"/>
                      </a:lnTo>
                      <a:cubicBezTo>
                        <a:pt x="1962534" y="1199884"/>
                        <a:pt x="1904646" y="1225757"/>
                        <a:pt x="1862116" y="1267283"/>
                      </a:cubicBezTo>
                      <a:lnTo>
                        <a:pt x="1262617" y="667725"/>
                      </a:lnTo>
                      <a:lnTo>
                        <a:pt x="41467" y="667725"/>
                      </a:lnTo>
                      <a:cubicBezTo>
                        <a:pt x="40049" y="657624"/>
                        <a:pt x="31425" y="649768"/>
                        <a:pt x="20911" y="649768"/>
                      </a:cubicBezTo>
                      <a:cubicBezTo>
                        <a:pt x="9333" y="649827"/>
                        <a:pt x="0" y="659159"/>
                        <a:pt x="0" y="670678"/>
                      </a:cubicBezTo>
                      <a:close/>
                      <a:moveTo>
                        <a:pt x="2026329" y="1379456"/>
                      </a:moveTo>
                      <a:cubicBezTo>
                        <a:pt x="2012212" y="1380165"/>
                        <a:pt x="1999394" y="1385777"/>
                        <a:pt x="1989529" y="1394696"/>
                      </a:cubicBezTo>
                      <a:lnTo>
                        <a:pt x="1866250" y="1271418"/>
                      </a:lnTo>
                      <a:cubicBezTo>
                        <a:pt x="1907717" y="1230955"/>
                        <a:pt x="1964129" y="1205791"/>
                        <a:pt x="2026329" y="1205023"/>
                      </a:cubicBezTo>
                      <a:lnTo>
                        <a:pt x="2026329" y="1379456"/>
                      </a:lnTo>
                      <a:close/>
                      <a:moveTo>
                        <a:pt x="1862116" y="1275612"/>
                      </a:moveTo>
                      <a:lnTo>
                        <a:pt x="1985394" y="1398890"/>
                      </a:lnTo>
                      <a:cubicBezTo>
                        <a:pt x="1975884" y="1409405"/>
                        <a:pt x="1970036" y="1423286"/>
                        <a:pt x="1970036" y="1438644"/>
                      </a:cubicBezTo>
                      <a:cubicBezTo>
                        <a:pt x="1970036" y="1471369"/>
                        <a:pt x="1996558" y="1497891"/>
                        <a:pt x="2029283" y="1497891"/>
                      </a:cubicBezTo>
                      <a:cubicBezTo>
                        <a:pt x="2062007" y="1497891"/>
                        <a:pt x="2088530" y="1471369"/>
                        <a:pt x="2088530" y="1438644"/>
                      </a:cubicBezTo>
                      <a:cubicBezTo>
                        <a:pt x="2088530" y="1406865"/>
                        <a:pt x="2063602" y="1381051"/>
                        <a:pt x="2032236" y="1379515"/>
                      </a:cubicBezTo>
                      <a:lnTo>
                        <a:pt x="2032236" y="1205023"/>
                      </a:lnTo>
                      <a:cubicBezTo>
                        <a:pt x="2159709" y="1206618"/>
                        <a:pt x="2262963" y="1310758"/>
                        <a:pt x="2262963" y="1438585"/>
                      </a:cubicBezTo>
                      <a:cubicBezTo>
                        <a:pt x="2262963" y="1567416"/>
                        <a:pt x="2158114" y="1672265"/>
                        <a:pt x="2029283" y="1672265"/>
                      </a:cubicBezTo>
                      <a:cubicBezTo>
                        <a:pt x="1900452" y="1672265"/>
                        <a:pt x="1795603" y="1567416"/>
                        <a:pt x="1795603" y="1438585"/>
                      </a:cubicBezTo>
                      <a:cubicBezTo>
                        <a:pt x="1795603" y="1375262"/>
                        <a:pt x="1821003" y="1317729"/>
                        <a:pt x="1862116" y="1275612"/>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27" name="Freeform: Shape 426">
                  <a:extLst>
                    <a:ext uri="{FF2B5EF4-FFF2-40B4-BE49-F238E27FC236}">
                      <a16:creationId xmlns:a16="http://schemas.microsoft.com/office/drawing/2014/main" id="{FBC58F38-C72C-6E6B-9AA6-8F87A23B8AF8}"/>
                    </a:ext>
                  </a:extLst>
                </p:cNvPr>
                <p:cNvSpPr/>
                <p:nvPr/>
              </p:nvSpPr>
              <p:spPr>
                <a:xfrm>
                  <a:off x="345321" y="4176350"/>
                  <a:ext cx="2877111" cy="201073"/>
                </a:xfrm>
                <a:custGeom>
                  <a:avLst/>
                  <a:gdLst>
                    <a:gd name="connsiteX0" fmla="*/ 20911 w 2877111"/>
                    <a:gd name="connsiteY0" fmla="*/ 0 h 201073"/>
                    <a:gd name="connsiteX1" fmla="*/ 41467 w 2877111"/>
                    <a:gd name="connsiteY1" fmla="*/ 17957 h 201073"/>
                    <a:gd name="connsiteX2" fmla="*/ 849069 w 2877111"/>
                    <a:gd name="connsiteY2" fmla="*/ 17957 h 201073"/>
                    <a:gd name="connsiteX3" fmla="*/ 1026278 w 2877111"/>
                    <a:gd name="connsiteY3" fmla="*/ 195166 h 201073"/>
                    <a:gd name="connsiteX4" fmla="*/ 1438585 w 2877111"/>
                    <a:gd name="connsiteY4" fmla="*/ 195166 h 201073"/>
                    <a:gd name="connsiteX5" fmla="*/ 1850833 w 2877111"/>
                    <a:gd name="connsiteY5" fmla="*/ 195166 h 201073"/>
                    <a:gd name="connsiteX6" fmla="*/ 2028042 w 2877111"/>
                    <a:gd name="connsiteY6" fmla="*/ 17957 h 201073"/>
                    <a:gd name="connsiteX7" fmla="*/ 2835644 w 2877111"/>
                    <a:gd name="connsiteY7" fmla="*/ 17957 h 201073"/>
                    <a:gd name="connsiteX8" fmla="*/ 2856201 w 2877111"/>
                    <a:gd name="connsiteY8" fmla="*/ 0 h 201073"/>
                    <a:gd name="connsiteX9" fmla="*/ 2877111 w 2877111"/>
                    <a:gd name="connsiteY9" fmla="*/ 20911 h 201073"/>
                    <a:gd name="connsiteX10" fmla="*/ 2856201 w 2877111"/>
                    <a:gd name="connsiteY10" fmla="*/ 41821 h 201073"/>
                    <a:gd name="connsiteX11" fmla="*/ 2835644 w 2877111"/>
                    <a:gd name="connsiteY11" fmla="*/ 23864 h 201073"/>
                    <a:gd name="connsiteX12" fmla="*/ 2030523 w 2877111"/>
                    <a:gd name="connsiteY12" fmla="*/ 23864 h 201073"/>
                    <a:gd name="connsiteX13" fmla="*/ 1853314 w 2877111"/>
                    <a:gd name="connsiteY13" fmla="*/ 201073 h 201073"/>
                    <a:gd name="connsiteX14" fmla="*/ 1438585 w 2877111"/>
                    <a:gd name="connsiteY14" fmla="*/ 201073 h 201073"/>
                    <a:gd name="connsiteX15" fmla="*/ 1023856 w 2877111"/>
                    <a:gd name="connsiteY15" fmla="*/ 201073 h 201073"/>
                    <a:gd name="connsiteX16" fmla="*/ 846647 w 2877111"/>
                    <a:gd name="connsiteY16" fmla="*/ 23864 h 201073"/>
                    <a:gd name="connsiteX17" fmla="*/ 41467 w 2877111"/>
                    <a:gd name="connsiteY17" fmla="*/ 23864 h 201073"/>
                    <a:gd name="connsiteX18" fmla="*/ 20911 w 2877111"/>
                    <a:gd name="connsiteY18" fmla="*/ 41821 h 201073"/>
                    <a:gd name="connsiteX19" fmla="*/ 0 w 2877111"/>
                    <a:gd name="connsiteY19" fmla="*/ 20911 h 201073"/>
                    <a:gd name="connsiteX20" fmla="*/ 20911 w 2877111"/>
                    <a:gd name="connsiteY20" fmla="*/ 0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877111" h="201073">
                      <a:moveTo>
                        <a:pt x="20911" y="0"/>
                      </a:moveTo>
                      <a:cubicBezTo>
                        <a:pt x="31425" y="0"/>
                        <a:pt x="40049" y="7797"/>
                        <a:pt x="41467" y="17957"/>
                      </a:cubicBezTo>
                      <a:lnTo>
                        <a:pt x="849069" y="17957"/>
                      </a:lnTo>
                      <a:lnTo>
                        <a:pt x="1026278" y="195166"/>
                      </a:lnTo>
                      <a:lnTo>
                        <a:pt x="1438585" y="195166"/>
                      </a:lnTo>
                      <a:lnTo>
                        <a:pt x="1850833" y="195166"/>
                      </a:lnTo>
                      <a:lnTo>
                        <a:pt x="2028042" y="17957"/>
                      </a:lnTo>
                      <a:lnTo>
                        <a:pt x="2835644" y="17957"/>
                      </a:lnTo>
                      <a:cubicBezTo>
                        <a:pt x="2837062" y="7856"/>
                        <a:pt x="2845686" y="0"/>
                        <a:pt x="2856201" y="0"/>
                      </a:cubicBezTo>
                      <a:cubicBezTo>
                        <a:pt x="2867719" y="0"/>
                        <a:pt x="2877111" y="9333"/>
                        <a:pt x="2877111" y="20911"/>
                      </a:cubicBezTo>
                      <a:cubicBezTo>
                        <a:pt x="2877111" y="32429"/>
                        <a:pt x="2867778" y="41821"/>
                        <a:pt x="2856201" y="41821"/>
                      </a:cubicBezTo>
                      <a:cubicBezTo>
                        <a:pt x="2845686" y="41821"/>
                        <a:pt x="2837062" y="34024"/>
                        <a:pt x="2835644" y="23864"/>
                      </a:cubicBezTo>
                      <a:lnTo>
                        <a:pt x="2030523" y="23864"/>
                      </a:lnTo>
                      <a:lnTo>
                        <a:pt x="1853314" y="201073"/>
                      </a:lnTo>
                      <a:lnTo>
                        <a:pt x="1438585" y="201073"/>
                      </a:lnTo>
                      <a:lnTo>
                        <a:pt x="1023856" y="201073"/>
                      </a:lnTo>
                      <a:lnTo>
                        <a:pt x="846647" y="23864"/>
                      </a:lnTo>
                      <a:lnTo>
                        <a:pt x="41467" y="23864"/>
                      </a:lnTo>
                      <a:cubicBezTo>
                        <a:pt x="40049" y="33965"/>
                        <a:pt x="31425" y="41821"/>
                        <a:pt x="20911" y="41821"/>
                      </a:cubicBezTo>
                      <a:cubicBezTo>
                        <a:pt x="9392" y="41821"/>
                        <a:pt x="0" y="32488"/>
                        <a:pt x="0" y="20911"/>
                      </a:cubicBezTo>
                      <a:cubicBezTo>
                        <a:pt x="0" y="9333"/>
                        <a:pt x="9333" y="0"/>
                        <a:pt x="20911" y="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28" name="Freeform: Shape 427">
                  <a:extLst>
                    <a:ext uri="{FF2B5EF4-FFF2-40B4-BE49-F238E27FC236}">
                      <a16:creationId xmlns:a16="http://schemas.microsoft.com/office/drawing/2014/main" id="{C536387A-916D-38C6-054D-586FE3520B63}"/>
                    </a:ext>
                  </a:extLst>
                </p:cNvPr>
                <p:cNvSpPr/>
                <p:nvPr/>
              </p:nvSpPr>
              <p:spPr>
                <a:xfrm>
                  <a:off x="8624" y="2522337"/>
                  <a:ext cx="4749622" cy="1737182"/>
                </a:xfrm>
                <a:custGeom>
                  <a:avLst/>
                  <a:gdLst>
                    <a:gd name="connsiteX0" fmla="*/ 0 w 4749622"/>
                    <a:gd name="connsiteY0" fmla="*/ 552539 h 1737182"/>
                    <a:gd name="connsiteX1" fmla="*/ 20911 w 4749622"/>
                    <a:gd name="connsiteY1" fmla="*/ 573449 h 1737182"/>
                    <a:gd name="connsiteX2" fmla="*/ 41467 w 4749622"/>
                    <a:gd name="connsiteY2" fmla="*/ 555492 h 1737182"/>
                    <a:gd name="connsiteX3" fmla="*/ 1185767 w 4749622"/>
                    <a:gd name="connsiteY3" fmla="*/ 555492 h 1737182"/>
                    <a:gd name="connsiteX4" fmla="*/ 1362976 w 4749622"/>
                    <a:gd name="connsiteY4" fmla="*/ 378283 h 1737182"/>
                    <a:gd name="connsiteX5" fmla="*/ 1716863 w 4749622"/>
                    <a:gd name="connsiteY5" fmla="*/ 378283 h 1737182"/>
                    <a:gd name="connsiteX6" fmla="*/ 1772270 w 4749622"/>
                    <a:gd name="connsiteY6" fmla="*/ 433690 h 1737182"/>
                    <a:gd name="connsiteX7" fmla="*/ 1772270 w 4749622"/>
                    <a:gd name="connsiteY7" fmla="*/ 1258127 h 1737182"/>
                    <a:gd name="connsiteX8" fmla="*/ 1535637 w 4749622"/>
                    <a:gd name="connsiteY8" fmla="*/ 1497596 h 1737182"/>
                    <a:gd name="connsiteX9" fmla="*/ 1775224 w 4749622"/>
                    <a:gd name="connsiteY9" fmla="*/ 1737183 h 1737182"/>
                    <a:gd name="connsiteX10" fmla="*/ 2014811 w 4749622"/>
                    <a:gd name="connsiteY10" fmla="*/ 1497596 h 1737182"/>
                    <a:gd name="connsiteX11" fmla="*/ 1946585 w 4749622"/>
                    <a:gd name="connsiteY11" fmla="*/ 1330428 h 1737182"/>
                    <a:gd name="connsiteX12" fmla="*/ 2367162 w 4749622"/>
                    <a:gd name="connsiteY12" fmla="*/ 909852 h 1737182"/>
                    <a:gd name="connsiteX13" fmla="*/ 3664275 w 4749622"/>
                    <a:gd name="connsiteY13" fmla="*/ 909852 h 1737182"/>
                    <a:gd name="connsiteX14" fmla="*/ 3959624 w 4749622"/>
                    <a:gd name="connsiteY14" fmla="*/ 1205200 h 1737182"/>
                    <a:gd name="connsiteX15" fmla="*/ 4708156 w 4749622"/>
                    <a:gd name="connsiteY15" fmla="*/ 1205200 h 1737182"/>
                    <a:gd name="connsiteX16" fmla="*/ 4728712 w 4749622"/>
                    <a:gd name="connsiteY16" fmla="*/ 1223158 h 1737182"/>
                    <a:gd name="connsiteX17" fmla="*/ 4749623 w 4749622"/>
                    <a:gd name="connsiteY17" fmla="*/ 1202247 h 1737182"/>
                    <a:gd name="connsiteX18" fmla="*/ 4728712 w 4749622"/>
                    <a:gd name="connsiteY18" fmla="*/ 1181336 h 1737182"/>
                    <a:gd name="connsiteX19" fmla="*/ 4708156 w 4749622"/>
                    <a:gd name="connsiteY19" fmla="*/ 1199293 h 1737182"/>
                    <a:gd name="connsiteX20" fmla="*/ 3962105 w 4749622"/>
                    <a:gd name="connsiteY20" fmla="*/ 1199293 h 1737182"/>
                    <a:gd name="connsiteX21" fmla="*/ 3666756 w 4749622"/>
                    <a:gd name="connsiteY21" fmla="*/ 903945 h 1737182"/>
                    <a:gd name="connsiteX22" fmla="*/ 2364740 w 4749622"/>
                    <a:gd name="connsiteY22" fmla="*/ 903945 h 1737182"/>
                    <a:gd name="connsiteX23" fmla="*/ 1942450 w 4749622"/>
                    <a:gd name="connsiteY23" fmla="*/ 1326235 h 1737182"/>
                    <a:gd name="connsiteX24" fmla="*/ 1778236 w 4749622"/>
                    <a:gd name="connsiteY24" fmla="*/ 1258068 h 1737182"/>
                    <a:gd name="connsiteX25" fmla="*/ 1778236 w 4749622"/>
                    <a:gd name="connsiteY25" fmla="*/ 433690 h 1737182"/>
                    <a:gd name="connsiteX26" fmla="*/ 1833644 w 4749622"/>
                    <a:gd name="connsiteY26" fmla="*/ 378283 h 1737182"/>
                    <a:gd name="connsiteX27" fmla="*/ 2719159 w 4749622"/>
                    <a:gd name="connsiteY27" fmla="*/ 378283 h 1737182"/>
                    <a:gd name="connsiteX28" fmla="*/ 2955438 w 4749622"/>
                    <a:gd name="connsiteY28" fmla="*/ 614562 h 1737182"/>
                    <a:gd name="connsiteX29" fmla="*/ 4058389 w 4749622"/>
                    <a:gd name="connsiteY29" fmla="*/ 614562 h 1737182"/>
                    <a:gd name="connsiteX30" fmla="*/ 4078945 w 4749622"/>
                    <a:gd name="connsiteY30" fmla="*/ 632519 h 1737182"/>
                    <a:gd name="connsiteX31" fmla="*/ 4099856 w 4749622"/>
                    <a:gd name="connsiteY31" fmla="*/ 611608 h 1737182"/>
                    <a:gd name="connsiteX32" fmla="*/ 4078945 w 4749622"/>
                    <a:gd name="connsiteY32" fmla="*/ 590698 h 1737182"/>
                    <a:gd name="connsiteX33" fmla="*/ 4058389 w 4749622"/>
                    <a:gd name="connsiteY33" fmla="*/ 608655 h 1737182"/>
                    <a:gd name="connsiteX34" fmla="*/ 2957919 w 4749622"/>
                    <a:gd name="connsiteY34" fmla="*/ 608655 h 1737182"/>
                    <a:gd name="connsiteX35" fmla="*/ 2721640 w 4749622"/>
                    <a:gd name="connsiteY35" fmla="*/ 372376 h 1737182"/>
                    <a:gd name="connsiteX36" fmla="*/ 1833644 w 4749622"/>
                    <a:gd name="connsiteY36" fmla="*/ 372376 h 1737182"/>
                    <a:gd name="connsiteX37" fmla="*/ 1778236 w 4749622"/>
                    <a:gd name="connsiteY37" fmla="*/ 316968 h 1737182"/>
                    <a:gd name="connsiteX38" fmla="*/ 1778236 w 4749622"/>
                    <a:gd name="connsiteY38" fmla="*/ 17957 h 1737182"/>
                    <a:gd name="connsiteX39" fmla="*/ 909793 w 4749622"/>
                    <a:gd name="connsiteY39" fmla="*/ 17957 h 1737182"/>
                    <a:gd name="connsiteX40" fmla="*/ 889236 w 4749622"/>
                    <a:gd name="connsiteY40" fmla="*/ 0 h 1737182"/>
                    <a:gd name="connsiteX41" fmla="*/ 868326 w 4749622"/>
                    <a:gd name="connsiteY41" fmla="*/ 20911 h 1737182"/>
                    <a:gd name="connsiteX42" fmla="*/ 889236 w 4749622"/>
                    <a:gd name="connsiteY42" fmla="*/ 41821 h 1737182"/>
                    <a:gd name="connsiteX43" fmla="*/ 909793 w 4749622"/>
                    <a:gd name="connsiteY43" fmla="*/ 23864 h 1737182"/>
                    <a:gd name="connsiteX44" fmla="*/ 1772329 w 4749622"/>
                    <a:gd name="connsiteY44" fmla="*/ 23864 h 1737182"/>
                    <a:gd name="connsiteX45" fmla="*/ 1772329 w 4749622"/>
                    <a:gd name="connsiteY45" fmla="*/ 316968 h 1737182"/>
                    <a:gd name="connsiteX46" fmla="*/ 1716922 w 4749622"/>
                    <a:gd name="connsiteY46" fmla="*/ 372376 h 1737182"/>
                    <a:gd name="connsiteX47" fmla="*/ 1360613 w 4749622"/>
                    <a:gd name="connsiteY47" fmla="*/ 372376 h 1737182"/>
                    <a:gd name="connsiteX48" fmla="*/ 1183404 w 4749622"/>
                    <a:gd name="connsiteY48" fmla="*/ 549585 h 1737182"/>
                    <a:gd name="connsiteX49" fmla="*/ 41467 w 4749622"/>
                    <a:gd name="connsiteY49" fmla="*/ 549585 h 1737182"/>
                    <a:gd name="connsiteX50" fmla="*/ 20911 w 4749622"/>
                    <a:gd name="connsiteY50" fmla="*/ 531628 h 1737182"/>
                    <a:gd name="connsiteX51" fmla="*/ 0 w 4749622"/>
                    <a:gd name="connsiteY51" fmla="*/ 552539 h 1737182"/>
                    <a:gd name="connsiteX52" fmla="*/ 1938256 w 4749622"/>
                    <a:gd name="connsiteY52" fmla="*/ 1330488 h 1737182"/>
                    <a:gd name="connsiteX53" fmla="*/ 1814623 w 4749622"/>
                    <a:gd name="connsiteY53" fmla="*/ 1454120 h 1737182"/>
                    <a:gd name="connsiteX54" fmla="*/ 1778177 w 4749622"/>
                    <a:gd name="connsiteY54" fmla="*/ 1439058 h 1737182"/>
                    <a:gd name="connsiteX55" fmla="*/ 1778177 w 4749622"/>
                    <a:gd name="connsiteY55" fmla="*/ 1264093 h 1737182"/>
                    <a:gd name="connsiteX56" fmla="*/ 1938256 w 4749622"/>
                    <a:gd name="connsiteY56" fmla="*/ 1330488 h 1737182"/>
                    <a:gd name="connsiteX57" fmla="*/ 1772329 w 4749622"/>
                    <a:gd name="connsiteY57" fmla="*/ 1264093 h 1737182"/>
                    <a:gd name="connsiteX58" fmla="*/ 1772329 w 4749622"/>
                    <a:gd name="connsiteY58" fmla="*/ 1439058 h 1737182"/>
                    <a:gd name="connsiteX59" fmla="*/ 1716508 w 4749622"/>
                    <a:gd name="connsiteY59" fmla="*/ 1497714 h 1737182"/>
                    <a:gd name="connsiteX60" fmla="*/ 1775283 w 4749622"/>
                    <a:gd name="connsiteY60" fmla="*/ 1556489 h 1737182"/>
                    <a:gd name="connsiteX61" fmla="*/ 1834057 w 4749622"/>
                    <a:gd name="connsiteY61" fmla="*/ 1497714 h 1737182"/>
                    <a:gd name="connsiteX62" fmla="*/ 1818817 w 4749622"/>
                    <a:gd name="connsiteY62" fmla="*/ 1458315 h 1737182"/>
                    <a:gd name="connsiteX63" fmla="*/ 1942450 w 4749622"/>
                    <a:gd name="connsiteY63" fmla="*/ 1334682 h 1737182"/>
                    <a:gd name="connsiteX64" fmla="*/ 2008904 w 4749622"/>
                    <a:gd name="connsiteY64" fmla="*/ 1497714 h 1737182"/>
                    <a:gd name="connsiteX65" fmla="*/ 1775224 w 4749622"/>
                    <a:gd name="connsiteY65" fmla="*/ 1731394 h 1737182"/>
                    <a:gd name="connsiteX66" fmla="*/ 1541544 w 4749622"/>
                    <a:gd name="connsiteY66" fmla="*/ 1497714 h 1737182"/>
                    <a:gd name="connsiteX67" fmla="*/ 1772329 w 4749622"/>
                    <a:gd name="connsiteY67" fmla="*/ 1264093 h 173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4749622" h="1737182">
                      <a:moveTo>
                        <a:pt x="0" y="552539"/>
                      </a:moveTo>
                      <a:cubicBezTo>
                        <a:pt x="0" y="564057"/>
                        <a:pt x="9333" y="573449"/>
                        <a:pt x="20911" y="573449"/>
                      </a:cubicBezTo>
                      <a:cubicBezTo>
                        <a:pt x="31425" y="573449"/>
                        <a:pt x="40049" y="565652"/>
                        <a:pt x="41467" y="555492"/>
                      </a:cubicBezTo>
                      <a:lnTo>
                        <a:pt x="1185767" y="555492"/>
                      </a:lnTo>
                      <a:lnTo>
                        <a:pt x="1362976" y="378283"/>
                      </a:lnTo>
                      <a:lnTo>
                        <a:pt x="1716863" y="378283"/>
                      </a:lnTo>
                      <a:cubicBezTo>
                        <a:pt x="1718340" y="408231"/>
                        <a:pt x="1742322" y="432213"/>
                        <a:pt x="1772270" y="433690"/>
                      </a:cubicBezTo>
                      <a:lnTo>
                        <a:pt x="1772270" y="1258127"/>
                      </a:lnTo>
                      <a:cubicBezTo>
                        <a:pt x="1641549" y="1259722"/>
                        <a:pt x="1535637" y="1366520"/>
                        <a:pt x="1535637" y="1497596"/>
                      </a:cubicBezTo>
                      <a:cubicBezTo>
                        <a:pt x="1535637" y="1629676"/>
                        <a:pt x="1643085" y="1737183"/>
                        <a:pt x="1775224" y="1737183"/>
                      </a:cubicBezTo>
                      <a:cubicBezTo>
                        <a:pt x="1907304" y="1737183"/>
                        <a:pt x="2014811" y="1629735"/>
                        <a:pt x="2014811" y="1497596"/>
                      </a:cubicBezTo>
                      <a:cubicBezTo>
                        <a:pt x="2014811" y="1432619"/>
                        <a:pt x="1988761" y="1373608"/>
                        <a:pt x="1946585" y="1330428"/>
                      </a:cubicBezTo>
                      <a:lnTo>
                        <a:pt x="2367162" y="909852"/>
                      </a:lnTo>
                      <a:lnTo>
                        <a:pt x="3664275" y="909852"/>
                      </a:lnTo>
                      <a:lnTo>
                        <a:pt x="3959624" y="1205200"/>
                      </a:lnTo>
                      <a:lnTo>
                        <a:pt x="4708156" y="1205200"/>
                      </a:lnTo>
                      <a:cubicBezTo>
                        <a:pt x="4709574" y="1215301"/>
                        <a:pt x="4718198" y="1223158"/>
                        <a:pt x="4728712" y="1223158"/>
                      </a:cubicBezTo>
                      <a:cubicBezTo>
                        <a:pt x="4740231" y="1223158"/>
                        <a:pt x="4749623" y="1213825"/>
                        <a:pt x="4749623" y="1202247"/>
                      </a:cubicBezTo>
                      <a:cubicBezTo>
                        <a:pt x="4749623" y="1190729"/>
                        <a:pt x="4740290" y="1181336"/>
                        <a:pt x="4728712" y="1181336"/>
                      </a:cubicBezTo>
                      <a:cubicBezTo>
                        <a:pt x="4718198" y="1181336"/>
                        <a:pt x="4709574" y="1189134"/>
                        <a:pt x="4708156" y="1199293"/>
                      </a:cubicBezTo>
                      <a:lnTo>
                        <a:pt x="3962105" y="1199293"/>
                      </a:lnTo>
                      <a:lnTo>
                        <a:pt x="3666756" y="903945"/>
                      </a:lnTo>
                      <a:lnTo>
                        <a:pt x="2364740" y="903945"/>
                      </a:lnTo>
                      <a:lnTo>
                        <a:pt x="1942450" y="1326235"/>
                      </a:lnTo>
                      <a:cubicBezTo>
                        <a:pt x="1899920" y="1284708"/>
                        <a:pt x="1842032" y="1258895"/>
                        <a:pt x="1778236" y="1258068"/>
                      </a:cubicBezTo>
                      <a:lnTo>
                        <a:pt x="1778236" y="433690"/>
                      </a:lnTo>
                      <a:cubicBezTo>
                        <a:pt x="1808185" y="432213"/>
                        <a:pt x="1832167" y="408231"/>
                        <a:pt x="1833644" y="378283"/>
                      </a:cubicBezTo>
                      <a:lnTo>
                        <a:pt x="2719159" y="378283"/>
                      </a:lnTo>
                      <a:lnTo>
                        <a:pt x="2955438" y="614562"/>
                      </a:lnTo>
                      <a:lnTo>
                        <a:pt x="4058389" y="614562"/>
                      </a:lnTo>
                      <a:cubicBezTo>
                        <a:pt x="4059806" y="624663"/>
                        <a:pt x="4068430" y="632519"/>
                        <a:pt x="4078945" y="632519"/>
                      </a:cubicBezTo>
                      <a:cubicBezTo>
                        <a:pt x="4090463" y="632519"/>
                        <a:pt x="4099856" y="623186"/>
                        <a:pt x="4099856" y="611608"/>
                      </a:cubicBezTo>
                      <a:cubicBezTo>
                        <a:pt x="4099856" y="600031"/>
                        <a:pt x="4090523" y="590698"/>
                        <a:pt x="4078945" y="590698"/>
                      </a:cubicBezTo>
                      <a:cubicBezTo>
                        <a:pt x="4068430" y="590698"/>
                        <a:pt x="4059806" y="598495"/>
                        <a:pt x="4058389" y="608655"/>
                      </a:cubicBezTo>
                      <a:lnTo>
                        <a:pt x="2957919" y="608655"/>
                      </a:lnTo>
                      <a:lnTo>
                        <a:pt x="2721640" y="372376"/>
                      </a:lnTo>
                      <a:lnTo>
                        <a:pt x="1833644" y="372376"/>
                      </a:lnTo>
                      <a:cubicBezTo>
                        <a:pt x="1832167" y="342427"/>
                        <a:pt x="1808185" y="318445"/>
                        <a:pt x="1778236" y="316968"/>
                      </a:cubicBezTo>
                      <a:lnTo>
                        <a:pt x="1778236" y="17957"/>
                      </a:lnTo>
                      <a:lnTo>
                        <a:pt x="909793" y="17957"/>
                      </a:lnTo>
                      <a:cubicBezTo>
                        <a:pt x="908375" y="7856"/>
                        <a:pt x="899751" y="0"/>
                        <a:pt x="889236" y="0"/>
                      </a:cubicBezTo>
                      <a:cubicBezTo>
                        <a:pt x="877718" y="0"/>
                        <a:pt x="868326" y="9333"/>
                        <a:pt x="868326" y="20911"/>
                      </a:cubicBezTo>
                      <a:cubicBezTo>
                        <a:pt x="868326" y="32488"/>
                        <a:pt x="877659" y="41821"/>
                        <a:pt x="889236" y="41821"/>
                      </a:cubicBezTo>
                      <a:cubicBezTo>
                        <a:pt x="899751" y="41821"/>
                        <a:pt x="908375" y="34024"/>
                        <a:pt x="909793" y="23864"/>
                      </a:cubicBezTo>
                      <a:lnTo>
                        <a:pt x="1772329" y="23864"/>
                      </a:lnTo>
                      <a:lnTo>
                        <a:pt x="1772329" y="316968"/>
                      </a:lnTo>
                      <a:cubicBezTo>
                        <a:pt x="1742381" y="318445"/>
                        <a:pt x="1718399" y="342427"/>
                        <a:pt x="1716922" y="372376"/>
                      </a:cubicBezTo>
                      <a:lnTo>
                        <a:pt x="1360613" y="372376"/>
                      </a:lnTo>
                      <a:lnTo>
                        <a:pt x="1183404" y="549585"/>
                      </a:lnTo>
                      <a:lnTo>
                        <a:pt x="41467" y="549585"/>
                      </a:lnTo>
                      <a:cubicBezTo>
                        <a:pt x="40049" y="539484"/>
                        <a:pt x="31425" y="531628"/>
                        <a:pt x="20911" y="531628"/>
                      </a:cubicBezTo>
                      <a:cubicBezTo>
                        <a:pt x="9333" y="531687"/>
                        <a:pt x="0" y="541020"/>
                        <a:pt x="0" y="552539"/>
                      </a:cubicBezTo>
                      <a:close/>
                      <a:moveTo>
                        <a:pt x="1938256" y="1330488"/>
                      </a:moveTo>
                      <a:lnTo>
                        <a:pt x="1814623" y="1454120"/>
                      </a:lnTo>
                      <a:cubicBezTo>
                        <a:pt x="1804877" y="1445319"/>
                        <a:pt x="1792177" y="1439767"/>
                        <a:pt x="1778177" y="1439058"/>
                      </a:cubicBezTo>
                      <a:lnTo>
                        <a:pt x="1778177" y="1264093"/>
                      </a:lnTo>
                      <a:cubicBezTo>
                        <a:pt x="1840437" y="1264861"/>
                        <a:pt x="1896789" y="1290025"/>
                        <a:pt x="1938256" y="1330488"/>
                      </a:cubicBezTo>
                      <a:close/>
                      <a:moveTo>
                        <a:pt x="1772329" y="1264093"/>
                      </a:moveTo>
                      <a:lnTo>
                        <a:pt x="1772329" y="1439058"/>
                      </a:lnTo>
                      <a:cubicBezTo>
                        <a:pt x="1741259" y="1440594"/>
                        <a:pt x="1716508" y="1466230"/>
                        <a:pt x="1716508" y="1497714"/>
                      </a:cubicBezTo>
                      <a:cubicBezTo>
                        <a:pt x="1716508" y="1530202"/>
                        <a:pt x="1742794" y="1556489"/>
                        <a:pt x="1775283" y="1556489"/>
                      </a:cubicBezTo>
                      <a:cubicBezTo>
                        <a:pt x="1807771" y="1556489"/>
                        <a:pt x="1834057" y="1530202"/>
                        <a:pt x="1834057" y="1497714"/>
                      </a:cubicBezTo>
                      <a:cubicBezTo>
                        <a:pt x="1834057" y="1482533"/>
                        <a:pt x="1828268" y="1468770"/>
                        <a:pt x="1818817" y="1458315"/>
                      </a:cubicBezTo>
                      <a:lnTo>
                        <a:pt x="1942450" y="1334682"/>
                      </a:lnTo>
                      <a:cubicBezTo>
                        <a:pt x="1983563" y="1376798"/>
                        <a:pt x="2008904" y="1434332"/>
                        <a:pt x="2008904" y="1497714"/>
                      </a:cubicBezTo>
                      <a:cubicBezTo>
                        <a:pt x="2008904" y="1626545"/>
                        <a:pt x="1904055" y="1731394"/>
                        <a:pt x="1775224" y="1731394"/>
                      </a:cubicBezTo>
                      <a:cubicBezTo>
                        <a:pt x="1646393" y="1731394"/>
                        <a:pt x="1541544" y="1626545"/>
                        <a:pt x="1541544" y="1497714"/>
                      </a:cubicBezTo>
                      <a:cubicBezTo>
                        <a:pt x="1541603" y="1369828"/>
                        <a:pt x="1644857" y="1265688"/>
                        <a:pt x="1772329" y="12640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29" name="Freeform: Shape 428">
                  <a:extLst>
                    <a:ext uri="{FF2B5EF4-FFF2-40B4-BE49-F238E27FC236}">
                      <a16:creationId xmlns:a16="http://schemas.microsoft.com/office/drawing/2014/main" id="{27EC74F7-F4AF-0B6E-E3C0-904AA26446E3}"/>
                    </a:ext>
                  </a:extLst>
                </p:cNvPr>
                <p:cNvSpPr/>
                <p:nvPr/>
              </p:nvSpPr>
              <p:spPr>
                <a:xfrm>
                  <a:off x="1113287" y="1831457"/>
                  <a:ext cx="2936180" cy="201073"/>
                </a:xfrm>
                <a:custGeom>
                  <a:avLst/>
                  <a:gdLst>
                    <a:gd name="connsiteX0" fmla="*/ 2915270 w 2936180"/>
                    <a:gd name="connsiteY0" fmla="*/ 201073 h 201073"/>
                    <a:gd name="connsiteX1" fmla="*/ 2894714 w 2936180"/>
                    <a:gd name="connsiteY1" fmla="*/ 183116 h 201073"/>
                    <a:gd name="connsiteX2" fmla="*/ 1791704 w 2936180"/>
                    <a:gd name="connsiteY2" fmla="*/ 183116 h 201073"/>
                    <a:gd name="connsiteX3" fmla="*/ 1614495 w 2936180"/>
                    <a:gd name="connsiteY3" fmla="*/ 5907 h 201073"/>
                    <a:gd name="connsiteX4" fmla="*/ 671860 w 2936180"/>
                    <a:gd name="connsiteY4" fmla="*/ 5907 h 201073"/>
                    <a:gd name="connsiteX5" fmla="*/ 553720 w 2936180"/>
                    <a:gd name="connsiteY5" fmla="*/ 124047 h 201073"/>
                    <a:gd name="connsiteX6" fmla="*/ 41467 w 2936180"/>
                    <a:gd name="connsiteY6" fmla="*/ 124047 h 201073"/>
                    <a:gd name="connsiteX7" fmla="*/ 20911 w 2936180"/>
                    <a:gd name="connsiteY7" fmla="*/ 142004 h 201073"/>
                    <a:gd name="connsiteX8" fmla="*/ 0 w 2936180"/>
                    <a:gd name="connsiteY8" fmla="*/ 121093 h 201073"/>
                    <a:gd name="connsiteX9" fmla="*/ 20911 w 2936180"/>
                    <a:gd name="connsiteY9" fmla="*/ 100182 h 201073"/>
                    <a:gd name="connsiteX10" fmla="*/ 41467 w 2936180"/>
                    <a:gd name="connsiteY10" fmla="*/ 118140 h 201073"/>
                    <a:gd name="connsiteX11" fmla="*/ 551298 w 2936180"/>
                    <a:gd name="connsiteY11" fmla="*/ 118140 h 201073"/>
                    <a:gd name="connsiteX12" fmla="*/ 669438 w 2936180"/>
                    <a:gd name="connsiteY12" fmla="*/ 0 h 201073"/>
                    <a:gd name="connsiteX13" fmla="*/ 1616976 w 2936180"/>
                    <a:gd name="connsiteY13" fmla="*/ 0 h 201073"/>
                    <a:gd name="connsiteX14" fmla="*/ 1794185 w 2936180"/>
                    <a:gd name="connsiteY14" fmla="*/ 177209 h 201073"/>
                    <a:gd name="connsiteX15" fmla="*/ 2894714 w 2936180"/>
                    <a:gd name="connsiteY15" fmla="*/ 177209 h 201073"/>
                    <a:gd name="connsiteX16" fmla="*/ 2915270 w 2936180"/>
                    <a:gd name="connsiteY16" fmla="*/ 159252 h 201073"/>
                    <a:gd name="connsiteX17" fmla="*/ 2936181 w 2936180"/>
                    <a:gd name="connsiteY17" fmla="*/ 180163 h 201073"/>
                    <a:gd name="connsiteX18" fmla="*/ 2915270 w 2936180"/>
                    <a:gd name="connsiteY18" fmla="*/ 201073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36180" h="201073">
                      <a:moveTo>
                        <a:pt x="2915270" y="201073"/>
                      </a:moveTo>
                      <a:cubicBezTo>
                        <a:pt x="2904756" y="201073"/>
                        <a:pt x="2896132" y="193276"/>
                        <a:pt x="2894714" y="183116"/>
                      </a:cubicBezTo>
                      <a:lnTo>
                        <a:pt x="1791704" y="183116"/>
                      </a:lnTo>
                      <a:lnTo>
                        <a:pt x="1614495" y="5907"/>
                      </a:lnTo>
                      <a:lnTo>
                        <a:pt x="671860" y="5907"/>
                      </a:lnTo>
                      <a:lnTo>
                        <a:pt x="553720" y="124047"/>
                      </a:lnTo>
                      <a:lnTo>
                        <a:pt x="41467" y="124047"/>
                      </a:lnTo>
                      <a:cubicBezTo>
                        <a:pt x="40049" y="134147"/>
                        <a:pt x="31425" y="142004"/>
                        <a:pt x="20911" y="142004"/>
                      </a:cubicBezTo>
                      <a:cubicBezTo>
                        <a:pt x="9392" y="142004"/>
                        <a:pt x="0" y="132671"/>
                        <a:pt x="0" y="121093"/>
                      </a:cubicBezTo>
                      <a:cubicBezTo>
                        <a:pt x="0" y="109574"/>
                        <a:pt x="9333" y="100182"/>
                        <a:pt x="20911" y="100182"/>
                      </a:cubicBezTo>
                      <a:cubicBezTo>
                        <a:pt x="31425" y="100182"/>
                        <a:pt x="40049" y="107980"/>
                        <a:pt x="41467" y="118140"/>
                      </a:cubicBezTo>
                      <a:lnTo>
                        <a:pt x="551298" y="118140"/>
                      </a:lnTo>
                      <a:lnTo>
                        <a:pt x="669438" y="0"/>
                      </a:lnTo>
                      <a:lnTo>
                        <a:pt x="1616976" y="0"/>
                      </a:lnTo>
                      <a:lnTo>
                        <a:pt x="1794185" y="177209"/>
                      </a:lnTo>
                      <a:lnTo>
                        <a:pt x="2894714" y="177209"/>
                      </a:lnTo>
                      <a:cubicBezTo>
                        <a:pt x="2896132" y="167108"/>
                        <a:pt x="2904756" y="159252"/>
                        <a:pt x="2915270" y="159252"/>
                      </a:cubicBezTo>
                      <a:cubicBezTo>
                        <a:pt x="2926789" y="159252"/>
                        <a:pt x="2936181" y="168585"/>
                        <a:pt x="2936181" y="180163"/>
                      </a:cubicBezTo>
                      <a:cubicBezTo>
                        <a:pt x="2936181" y="191741"/>
                        <a:pt x="2926789" y="201073"/>
                        <a:pt x="2915270" y="20107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30" name="Freeform: Shape 429">
                  <a:extLst>
                    <a:ext uri="{FF2B5EF4-FFF2-40B4-BE49-F238E27FC236}">
                      <a16:creationId xmlns:a16="http://schemas.microsoft.com/office/drawing/2014/main" id="{C1A32CE3-12B8-5EA5-0CEC-B6A60200095F}"/>
                    </a:ext>
                  </a:extLst>
                </p:cNvPr>
                <p:cNvSpPr/>
                <p:nvPr/>
              </p:nvSpPr>
              <p:spPr>
                <a:xfrm>
                  <a:off x="3939625" y="1922670"/>
                  <a:ext cx="177764" cy="177840"/>
                </a:xfrm>
                <a:custGeom>
                  <a:avLst/>
                  <a:gdLst>
                    <a:gd name="connsiteX0" fmla="*/ 19348 w 177764"/>
                    <a:gd name="connsiteY0" fmla="*/ 144416 h 177840"/>
                    <a:gd name="connsiteX1" fmla="*/ 19348 w 177764"/>
                    <a:gd name="connsiteY1" fmla="*/ 175369 h 177840"/>
                    <a:gd name="connsiteX2" fmla="*/ 27736 w 177764"/>
                    <a:gd name="connsiteY2" fmla="*/ 166922 h 177840"/>
                    <a:gd name="connsiteX3" fmla="*/ 27736 w 177764"/>
                    <a:gd name="connsiteY3" fmla="*/ 153513 h 177840"/>
                    <a:gd name="connsiteX4" fmla="*/ 144340 w 177764"/>
                    <a:gd name="connsiteY4" fmla="*/ 158475 h 177840"/>
                    <a:gd name="connsiteX5" fmla="*/ 175293 w 177764"/>
                    <a:gd name="connsiteY5" fmla="*/ 158475 h 177840"/>
                    <a:gd name="connsiteX6" fmla="*/ 166846 w 177764"/>
                    <a:gd name="connsiteY6" fmla="*/ 150028 h 177840"/>
                    <a:gd name="connsiteX7" fmla="*/ 153437 w 177764"/>
                    <a:gd name="connsiteY7" fmla="*/ 150028 h 177840"/>
                    <a:gd name="connsiteX8" fmla="*/ 158399 w 177764"/>
                    <a:gd name="connsiteY8" fmla="*/ 33424 h 177840"/>
                    <a:gd name="connsiteX9" fmla="*/ 158399 w 177764"/>
                    <a:gd name="connsiteY9" fmla="*/ 2472 h 177840"/>
                    <a:gd name="connsiteX10" fmla="*/ 149952 w 177764"/>
                    <a:gd name="connsiteY10" fmla="*/ 10919 h 177840"/>
                    <a:gd name="connsiteX11" fmla="*/ 149952 w 177764"/>
                    <a:gd name="connsiteY11" fmla="*/ 24327 h 177840"/>
                    <a:gd name="connsiteX12" fmla="*/ 33348 w 177764"/>
                    <a:gd name="connsiteY12" fmla="*/ 19366 h 177840"/>
                    <a:gd name="connsiteX13" fmla="*/ 2395 w 177764"/>
                    <a:gd name="connsiteY13" fmla="*/ 19366 h 177840"/>
                    <a:gd name="connsiteX14" fmla="*/ 10843 w 177764"/>
                    <a:gd name="connsiteY14" fmla="*/ 27813 h 177840"/>
                    <a:gd name="connsiteX15" fmla="*/ 24251 w 177764"/>
                    <a:gd name="connsiteY15" fmla="*/ 27813 h 177840"/>
                    <a:gd name="connsiteX16" fmla="*/ 19348 w 177764"/>
                    <a:gd name="connsiteY16" fmla="*/ 144416 h 177840"/>
                    <a:gd name="connsiteX17" fmla="*/ 27796 w 177764"/>
                    <a:gd name="connsiteY17" fmla="*/ 30530 h 177840"/>
                    <a:gd name="connsiteX18" fmla="*/ 27796 w 177764"/>
                    <a:gd name="connsiteY18" fmla="*/ 44707 h 177840"/>
                    <a:gd name="connsiteX19" fmla="*/ 36242 w 177764"/>
                    <a:gd name="connsiteY19" fmla="*/ 53154 h 177840"/>
                    <a:gd name="connsiteX20" fmla="*/ 36242 w 177764"/>
                    <a:gd name="connsiteY20" fmla="*/ 22792 h 177840"/>
                    <a:gd name="connsiteX21" fmla="*/ 147412 w 177764"/>
                    <a:gd name="connsiteY21" fmla="*/ 27872 h 177840"/>
                    <a:gd name="connsiteX22" fmla="*/ 133235 w 177764"/>
                    <a:gd name="connsiteY22" fmla="*/ 27872 h 177840"/>
                    <a:gd name="connsiteX23" fmla="*/ 124788 w 177764"/>
                    <a:gd name="connsiteY23" fmla="*/ 36319 h 177840"/>
                    <a:gd name="connsiteX24" fmla="*/ 155150 w 177764"/>
                    <a:gd name="connsiteY24" fmla="*/ 36319 h 177840"/>
                    <a:gd name="connsiteX25" fmla="*/ 150070 w 177764"/>
                    <a:gd name="connsiteY25" fmla="*/ 147488 h 177840"/>
                    <a:gd name="connsiteX26" fmla="*/ 150070 w 177764"/>
                    <a:gd name="connsiteY26" fmla="*/ 133311 h 177840"/>
                    <a:gd name="connsiteX27" fmla="*/ 141623 w 177764"/>
                    <a:gd name="connsiteY27" fmla="*/ 124864 h 177840"/>
                    <a:gd name="connsiteX28" fmla="*/ 141623 w 177764"/>
                    <a:gd name="connsiteY28" fmla="*/ 155226 h 177840"/>
                    <a:gd name="connsiteX29" fmla="*/ 30453 w 177764"/>
                    <a:gd name="connsiteY29" fmla="*/ 150146 h 177840"/>
                    <a:gd name="connsiteX30" fmla="*/ 44630 w 177764"/>
                    <a:gd name="connsiteY30" fmla="*/ 150146 h 177840"/>
                    <a:gd name="connsiteX31" fmla="*/ 53077 w 177764"/>
                    <a:gd name="connsiteY31" fmla="*/ 141699 h 177840"/>
                    <a:gd name="connsiteX32" fmla="*/ 22715 w 177764"/>
                    <a:gd name="connsiteY32" fmla="*/ 141699 h 177840"/>
                    <a:gd name="connsiteX33" fmla="*/ 27796 w 177764"/>
                    <a:gd name="connsiteY33" fmla="*/ 30530 h 177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840">
                      <a:moveTo>
                        <a:pt x="19348" y="144416"/>
                      </a:moveTo>
                      <a:lnTo>
                        <a:pt x="19348" y="175369"/>
                      </a:lnTo>
                      <a:lnTo>
                        <a:pt x="27736" y="166922"/>
                      </a:lnTo>
                      <a:lnTo>
                        <a:pt x="27736" y="153513"/>
                      </a:lnTo>
                      <a:cubicBezTo>
                        <a:pt x="60107" y="184170"/>
                        <a:pt x="110080" y="185883"/>
                        <a:pt x="144340" y="158475"/>
                      </a:cubicBezTo>
                      <a:lnTo>
                        <a:pt x="175293" y="158475"/>
                      </a:lnTo>
                      <a:lnTo>
                        <a:pt x="166846" y="150028"/>
                      </a:lnTo>
                      <a:lnTo>
                        <a:pt x="153437" y="150028"/>
                      </a:lnTo>
                      <a:cubicBezTo>
                        <a:pt x="184094" y="117599"/>
                        <a:pt x="185807" y="67685"/>
                        <a:pt x="158399" y="33424"/>
                      </a:cubicBezTo>
                      <a:lnTo>
                        <a:pt x="158399" y="2472"/>
                      </a:lnTo>
                      <a:lnTo>
                        <a:pt x="149952" y="10919"/>
                      </a:lnTo>
                      <a:lnTo>
                        <a:pt x="149952" y="24327"/>
                      </a:lnTo>
                      <a:cubicBezTo>
                        <a:pt x="117581" y="-6330"/>
                        <a:pt x="67609" y="-8043"/>
                        <a:pt x="33348" y="19366"/>
                      </a:cubicBezTo>
                      <a:lnTo>
                        <a:pt x="2395" y="19366"/>
                      </a:lnTo>
                      <a:lnTo>
                        <a:pt x="10843" y="27813"/>
                      </a:lnTo>
                      <a:lnTo>
                        <a:pt x="24251" y="27813"/>
                      </a:lnTo>
                      <a:cubicBezTo>
                        <a:pt x="-6347" y="60242"/>
                        <a:pt x="-8001" y="110156"/>
                        <a:pt x="19348" y="144416"/>
                      </a:cubicBezTo>
                      <a:close/>
                      <a:moveTo>
                        <a:pt x="27796" y="30530"/>
                      </a:moveTo>
                      <a:lnTo>
                        <a:pt x="27796" y="44707"/>
                      </a:lnTo>
                      <a:lnTo>
                        <a:pt x="36242" y="53154"/>
                      </a:lnTo>
                      <a:lnTo>
                        <a:pt x="36242" y="22792"/>
                      </a:lnTo>
                      <a:cubicBezTo>
                        <a:pt x="68967" y="-3317"/>
                        <a:pt x="116636" y="-1604"/>
                        <a:pt x="147412" y="27872"/>
                      </a:cubicBezTo>
                      <a:lnTo>
                        <a:pt x="133235" y="27872"/>
                      </a:lnTo>
                      <a:lnTo>
                        <a:pt x="124788" y="36319"/>
                      </a:lnTo>
                      <a:lnTo>
                        <a:pt x="155150" y="36319"/>
                      </a:lnTo>
                      <a:cubicBezTo>
                        <a:pt x="181259" y="69043"/>
                        <a:pt x="179546" y="116713"/>
                        <a:pt x="150070" y="147488"/>
                      </a:cubicBezTo>
                      <a:lnTo>
                        <a:pt x="150070" y="133311"/>
                      </a:lnTo>
                      <a:lnTo>
                        <a:pt x="141623" y="124864"/>
                      </a:lnTo>
                      <a:lnTo>
                        <a:pt x="141623" y="155226"/>
                      </a:lnTo>
                      <a:cubicBezTo>
                        <a:pt x="108898" y="181335"/>
                        <a:pt x="61229" y="179622"/>
                        <a:pt x="30453" y="150146"/>
                      </a:cubicBezTo>
                      <a:lnTo>
                        <a:pt x="44630" y="150146"/>
                      </a:lnTo>
                      <a:lnTo>
                        <a:pt x="53077" y="141699"/>
                      </a:lnTo>
                      <a:lnTo>
                        <a:pt x="22715" y="141699"/>
                      </a:lnTo>
                      <a:cubicBezTo>
                        <a:pt x="-3334" y="108974"/>
                        <a:pt x="-1681" y="61305"/>
                        <a:pt x="27796" y="305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31" name="Freeform: Shape 430">
                  <a:extLst>
                    <a:ext uri="{FF2B5EF4-FFF2-40B4-BE49-F238E27FC236}">
                      <a16:creationId xmlns:a16="http://schemas.microsoft.com/office/drawing/2014/main" id="{8305B1F8-D525-5511-5CA0-D8A899EAB78A}"/>
                    </a:ext>
                  </a:extLst>
                </p:cNvPr>
                <p:cNvSpPr/>
                <p:nvPr/>
              </p:nvSpPr>
              <p:spPr>
                <a:xfrm>
                  <a:off x="3112330" y="4108370"/>
                  <a:ext cx="177787" cy="177790"/>
                </a:xfrm>
                <a:custGeom>
                  <a:avLst/>
                  <a:gdLst>
                    <a:gd name="connsiteX0" fmla="*/ 19372 w 177787"/>
                    <a:gd name="connsiteY0" fmla="*/ 144357 h 177790"/>
                    <a:gd name="connsiteX1" fmla="*/ 19372 w 177787"/>
                    <a:gd name="connsiteY1" fmla="*/ 175310 h 177790"/>
                    <a:gd name="connsiteX2" fmla="*/ 27760 w 177787"/>
                    <a:gd name="connsiteY2" fmla="*/ 166863 h 177790"/>
                    <a:gd name="connsiteX3" fmla="*/ 27760 w 177787"/>
                    <a:gd name="connsiteY3" fmla="*/ 153454 h 177790"/>
                    <a:gd name="connsiteX4" fmla="*/ 144363 w 177787"/>
                    <a:gd name="connsiteY4" fmla="*/ 158475 h 177790"/>
                    <a:gd name="connsiteX5" fmla="*/ 175316 w 177787"/>
                    <a:gd name="connsiteY5" fmla="*/ 158475 h 177790"/>
                    <a:gd name="connsiteX6" fmla="*/ 166869 w 177787"/>
                    <a:gd name="connsiteY6" fmla="*/ 150028 h 177790"/>
                    <a:gd name="connsiteX7" fmla="*/ 153460 w 177787"/>
                    <a:gd name="connsiteY7" fmla="*/ 150028 h 177790"/>
                    <a:gd name="connsiteX8" fmla="*/ 158422 w 177787"/>
                    <a:gd name="connsiteY8" fmla="*/ 33424 h 177790"/>
                    <a:gd name="connsiteX9" fmla="*/ 158422 w 177787"/>
                    <a:gd name="connsiteY9" fmla="*/ 2472 h 177790"/>
                    <a:gd name="connsiteX10" fmla="*/ 149975 w 177787"/>
                    <a:gd name="connsiteY10" fmla="*/ 10918 h 177790"/>
                    <a:gd name="connsiteX11" fmla="*/ 149975 w 177787"/>
                    <a:gd name="connsiteY11" fmla="*/ 24327 h 177790"/>
                    <a:gd name="connsiteX12" fmla="*/ 33371 w 177787"/>
                    <a:gd name="connsiteY12" fmla="*/ 19365 h 177790"/>
                    <a:gd name="connsiteX13" fmla="*/ 2419 w 177787"/>
                    <a:gd name="connsiteY13" fmla="*/ 19365 h 177790"/>
                    <a:gd name="connsiteX14" fmla="*/ 10866 w 177787"/>
                    <a:gd name="connsiteY14" fmla="*/ 27812 h 177790"/>
                    <a:gd name="connsiteX15" fmla="*/ 24275 w 177787"/>
                    <a:gd name="connsiteY15" fmla="*/ 27812 h 177790"/>
                    <a:gd name="connsiteX16" fmla="*/ 19372 w 177787"/>
                    <a:gd name="connsiteY16" fmla="*/ 144357 h 177790"/>
                    <a:gd name="connsiteX17" fmla="*/ 27760 w 177787"/>
                    <a:gd name="connsiteY17" fmla="*/ 30411 h 177790"/>
                    <a:gd name="connsiteX18" fmla="*/ 27760 w 177787"/>
                    <a:gd name="connsiteY18" fmla="*/ 44588 h 177790"/>
                    <a:gd name="connsiteX19" fmla="*/ 36207 w 177787"/>
                    <a:gd name="connsiteY19" fmla="*/ 53035 h 177790"/>
                    <a:gd name="connsiteX20" fmla="*/ 36207 w 177787"/>
                    <a:gd name="connsiteY20" fmla="*/ 22673 h 177790"/>
                    <a:gd name="connsiteX21" fmla="*/ 147376 w 177787"/>
                    <a:gd name="connsiteY21" fmla="*/ 27754 h 177790"/>
                    <a:gd name="connsiteX22" fmla="*/ 133199 w 177787"/>
                    <a:gd name="connsiteY22" fmla="*/ 27754 h 177790"/>
                    <a:gd name="connsiteX23" fmla="*/ 124752 w 177787"/>
                    <a:gd name="connsiteY23" fmla="*/ 36201 h 177790"/>
                    <a:gd name="connsiteX24" fmla="*/ 155114 w 177787"/>
                    <a:gd name="connsiteY24" fmla="*/ 36201 h 177790"/>
                    <a:gd name="connsiteX25" fmla="*/ 150034 w 177787"/>
                    <a:gd name="connsiteY25" fmla="*/ 147370 h 177790"/>
                    <a:gd name="connsiteX26" fmla="*/ 150034 w 177787"/>
                    <a:gd name="connsiteY26" fmla="*/ 133193 h 177790"/>
                    <a:gd name="connsiteX27" fmla="*/ 141587 w 177787"/>
                    <a:gd name="connsiteY27" fmla="*/ 124746 h 177790"/>
                    <a:gd name="connsiteX28" fmla="*/ 141587 w 177787"/>
                    <a:gd name="connsiteY28" fmla="*/ 155108 h 177790"/>
                    <a:gd name="connsiteX29" fmla="*/ 30418 w 177787"/>
                    <a:gd name="connsiteY29" fmla="*/ 150028 h 177790"/>
                    <a:gd name="connsiteX30" fmla="*/ 44595 w 177787"/>
                    <a:gd name="connsiteY30" fmla="*/ 150028 h 177790"/>
                    <a:gd name="connsiteX31" fmla="*/ 53041 w 177787"/>
                    <a:gd name="connsiteY31" fmla="*/ 141581 h 177790"/>
                    <a:gd name="connsiteX32" fmla="*/ 22680 w 177787"/>
                    <a:gd name="connsiteY32" fmla="*/ 141581 h 177790"/>
                    <a:gd name="connsiteX33" fmla="*/ 27760 w 177787"/>
                    <a:gd name="connsiteY33" fmla="*/ 30411 h 177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87" h="177790">
                      <a:moveTo>
                        <a:pt x="19372" y="144357"/>
                      </a:moveTo>
                      <a:lnTo>
                        <a:pt x="19372" y="175310"/>
                      </a:lnTo>
                      <a:lnTo>
                        <a:pt x="27760" y="166863"/>
                      </a:lnTo>
                      <a:lnTo>
                        <a:pt x="27760" y="153454"/>
                      </a:lnTo>
                      <a:cubicBezTo>
                        <a:pt x="60130" y="184111"/>
                        <a:pt x="110103" y="185824"/>
                        <a:pt x="144363" y="158475"/>
                      </a:cubicBezTo>
                      <a:lnTo>
                        <a:pt x="175316" y="158475"/>
                      </a:lnTo>
                      <a:lnTo>
                        <a:pt x="166869" y="150028"/>
                      </a:lnTo>
                      <a:lnTo>
                        <a:pt x="153460" y="150028"/>
                      </a:lnTo>
                      <a:cubicBezTo>
                        <a:pt x="184117" y="117598"/>
                        <a:pt x="185830" y="67684"/>
                        <a:pt x="158422" y="33424"/>
                      </a:cubicBezTo>
                      <a:lnTo>
                        <a:pt x="158422" y="2472"/>
                      </a:lnTo>
                      <a:lnTo>
                        <a:pt x="149975" y="10918"/>
                      </a:lnTo>
                      <a:lnTo>
                        <a:pt x="149975" y="24327"/>
                      </a:lnTo>
                      <a:cubicBezTo>
                        <a:pt x="117605" y="-6330"/>
                        <a:pt x="67632" y="-8043"/>
                        <a:pt x="33371" y="19365"/>
                      </a:cubicBezTo>
                      <a:lnTo>
                        <a:pt x="2419" y="19365"/>
                      </a:lnTo>
                      <a:lnTo>
                        <a:pt x="10866" y="27812"/>
                      </a:lnTo>
                      <a:lnTo>
                        <a:pt x="24275" y="27812"/>
                      </a:lnTo>
                      <a:cubicBezTo>
                        <a:pt x="-6324" y="60124"/>
                        <a:pt x="-8036" y="110038"/>
                        <a:pt x="19372" y="144357"/>
                      </a:cubicBezTo>
                      <a:close/>
                      <a:moveTo>
                        <a:pt x="27760" y="30411"/>
                      </a:moveTo>
                      <a:lnTo>
                        <a:pt x="27760" y="44588"/>
                      </a:lnTo>
                      <a:lnTo>
                        <a:pt x="36207" y="53035"/>
                      </a:lnTo>
                      <a:lnTo>
                        <a:pt x="36207" y="22673"/>
                      </a:lnTo>
                      <a:cubicBezTo>
                        <a:pt x="68931" y="-3435"/>
                        <a:pt x="116601" y="-1723"/>
                        <a:pt x="147376" y="27754"/>
                      </a:cubicBezTo>
                      <a:lnTo>
                        <a:pt x="133199" y="27754"/>
                      </a:lnTo>
                      <a:lnTo>
                        <a:pt x="124752" y="36201"/>
                      </a:lnTo>
                      <a:lnTo>
                        <a:pt x="155114" y="36201"/>
                      </a:lnTo>
                      <a:cubicBezTo>
                        <a:pt x="181223" y="68925"/>
                        <a:pt x="179510" y="116594"/>
                        <a:pt x="150034" y="147370"/>
                      </a:cubicBezTo>
                      <a:lnTo>
                        <a:pt x="150034" y="133193"/>
                      </a:lnTo>
                      <a:lnTo>
                        <a:pt x="141587" y="124746"/>
                      </a:lnTo>
                      <a:lnTo>
                        <a:pt x="141587" y="155108"/>
                      </a:lnTo>
                      <a:cubicBezTo>
                        <a:pt x="108862" y="181158"/>
                        <a:pt x="61193" y="179504"/>
                        <a:pt x="30418" y="150028"/>
                      </a:cubicBezTo>
                      <a:lnTo>
                        <a:pt x="44595" y="150028"/>
                      </a:lnTo>
                      <a:lnTo>
                        <a:pt x="53041" y="141581"/>
                      </a:lnTo>
                      <a:lnTo>
                        <a:pt x="22680" y="141581"/>
                      </a:lnTo>
                      <a:cubicBezTo>
                        <a:pt x="-3370" y="108856"/>
                        <a:pt x="-1657" y="61187"/>
                        <a:pt x="27760" y="30411"/>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32" name="Freeform: Shape 431">
                  <a:extLst>
                    <a:ext uri="{FF2B5EF4-FFF2-40B4-BE49-F238E27FC236}">
                      <a16:creationId xmlns:a16="http://schemas.microsoft.com/office/drawing/2014/main" id="{C7161201-E89D-9857-201C-75C9337726D3}"/>
                    </a:ext>
                  </a:extLst>
                </p:cNvPr>
                <p:cNvSpPr/>
                <p:nvPr/>
              </p:nvSpPr>
              <p:spPr>
                <a:xfrm>
                  <a:off x="808927" y="2454830"/>
                  <a:ext cx="177764" cy="177731"/>
                </a:xfrm>
                <a:custGeom>
                  <a:avLst/>
                  <a:gdLst>
                    <a:gd name="connsiteX0" fmla="*/ 19348 w 177764"/>
                    <a:gd name="connsiteY0" fmla="*/ 144239 h 177731"/>
                    <a:gd name="connsiteX1" fmla="*/ 19348 w 177764"/>
                    <a:gd name="connsiteY1" fmla="*/ 175192 h 177731"/>
                    <a:gd name="connsiteX2" fmla="*/ 27736 w 177764"/>
                    <a:gd name="connsiteY2" fmla="*/ 166804 h 177731"/>
                    <a:gd name="connsiteX3" fmla="*/ 27736 w 177764"/>
                    <a:gd name="connsiteY3" fmla="*/ 153395 h 177731"/>
                    <a:gd name="connsiteX4" fmla="*/ 144340 w 177764"/>
                    <a:gd name="connsiteY4" fmla="*/ 158416 h 177731"/>
                    <a:gd name="connsiteX5" fmla="*/ 175293 w 177764"/>
                    <a:gd name="connsiteY5" fmla="*/ 158416 h 177731"/>
                    <a:gd name="connsiteX6" fmla="*/ 166846 w 177764"/>
                    <a:gd name="connsiteY6" fmla="*/ 150028 h 177731"/>
                    <a:gd name="connsiteX7" fmla="*/ 153437 w 177764"/>
                    <a:gd name="connsiteY7" fmla="*/ 150028 h 177731"/>
                    <a:gd name="connsiteX8" fmla="*/ 158399 w 177764"/>
                    <a:gd name="connsiteY8" fmla="*/ 33424 h 177731"/>
                    <a:gd name="connsiteX9" fmla="*/ 158399 w 177764"/>
                    <a:gd name="connsiteY9" fmla="*/ 2472 h 177731"/>
                    <a:gd name="connsiteX10" fmla="*/ 149952 w 177764"/>
                    <a:gd name="connsiteY10" fmla="*/ 10919 h 177731"/>
                    <a:gd name="connsiteX11" fmla="*/ 149952 w 177764"/>
                    <a:gd name="connsiteY11" fmla="*/ 24328 h 177731"/>
                    <a:gd name="connsiteX12" fmla="*/ 33348 w 177764"/>
                    <a:gd name="connsiteY12" fmla="*/ 19365 h 177731"/>
                    <a:gd name="connsiteX13" fmla="*/ 2395 w 177764"/>
                    <a:gd name="connsiteY13" fmla="*/ 19365 h 177731"/>
                    <a:gd name="connsiteX14" fmla="*/ 10842 w 177764"/>
                    <a:gd name="connsiteY14" fmla="*/ 27813 h 177731"/>
                    <a:gd name="connsiteX15" fmla="*/ 24251 w 177764"/>
                    <a:gd name="connsiteY15" fmla="*/ 27813 h 177731"/>
                    <a:gd name="connsiteX16" fmla="*/ 19348 w 177764"/>
                    <a:gd name="connsiteY16" fmla="*/ 144239 h 177731"/>
                    <a:gd name="connsiteX17" fmla="*/ 27795 w 177764"/>
                    <a:gd name="connsiteY17" fmla="*/ 30293 h 177731"/>
                    <a:gd name="connsiteX18" fmla="*/ 27795 w 177764"/>
                    <a:gd name="connsiteY18" fmla="*/ 44470 h 177731"/>
                    <a:gd name="connsiteX19" fmla="*/ 36242 w 177764"/>
                    <a:gd name="connsiteY19" fmla="*/ 52917 h 177731"/>
                    <a:gd name="connsiteX20" fmla="*/ 36242 w 177764"/>
                    <a:gd name="connsiteY20" fmla="*/ 22555 h 177731"/>
                    <a:gd name="connsiteX21" fmla="*/ 147412 w 177764"/>
                    <a:gd name="connsiteY21" fmla="*/ 27635 h 177731"/>
                    <a:gd name="connsiteX22" fmla="*/ 133235 w 177764"/>
                    <a:gd name="connsiteY22" fmla="*/ 27635 h 177731"/>
                    <a:gd name="connsiteX23" fmla="*/ 124788 w 177764"/>
                    <a:gd name="connsiteY23" fmla="*/ 36082 h 177731"/>
                    <a:gd name="connsiteX24" fmla="*/ 155150 w 177764"/>
                    <a:gd name="connsiteY24" fmla="*/ 36082 h 177731"/>
                    <a:gd name="connsiteX25" fmla="*/ 150070 w 177764"/>
                    <a:gd name="connsiteY25" fmla="*/ 147252 h 177731"/>
                    <a:gd name="connsiteX26" fmla="*/ 150070 w 177764"/>
                    <a:gd name="connsiteY26" fmla="*/ 133075 h 177731"/>
                    <a:gd name="connsiteX27" fmla="*/ 141623 w 177764"/>
                    <a:gd name="connsiteY27" fmla="*/ 124628 h 177731"/>
                    <a:gd name="connsiteX28" fmla="*/ 141623 w 177764"/>
                    <a:gd name="connsiteY28" fmla="*/ 154990 h 177731"/>
                    <a:gd name="connsiteX29" fmla="*/ 30454 w 177764"/>
                    <a:gd name="connsiteY29" fmla="*/ 149910 h 177731"/>
                    <a:gd name="connsiteX30" fmla="*/ 44630 w 177764"/>
                    <a:gd name="connsiteY30" fmla="*/ 149910 h 177731"/>
                    <a:gd name="connsiteX31" fmla="*/ 53077 w 177764"/>
                    <a:gd name="connsiteY31" fmla="*/ 141463 h 177731"/>
                    <a:gd name="connsiteX32" fmla="*/ 22715 w 177764"/>
                    <a:gd name="connsiteY32" fmla="*/ 141463 h 177731"/>
                    <a:gd name="connsiteX33" fmla="*/ 27795 w 177764"/>
                    <a:gd name="connsiteY33" fmla="*/ 30293 h 177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731">
                      <a:moveTo>
                        <a:pt x="19348" y="144239"/>
                      </a:moveTo>
                      <a:lnTo>
                        <a:pt x="19348" y="175192"/>
                      </a:lnTo>
                      <a:lnTo>
                        <a:pt x="27736" y="166804"/>
                      </a:lnTo>
                      <a:lnTo>
                        <a:pt x="27736" y="153395"/>
                      </a:lnTo>
                      <a:cubicBezTo>
                        <a:pt x="60107" y="184052"/>
                        <a:pt x="110080" y="185765"/>
                        <a:pt x="144340" y="158416"/>
                      </a:cubicBezTo>
                      <a:lnTo>
                        <a:pt x="175293" y="158416"/>
                      </a:lnTo>
                      <a:lnTo>
                        <a:pt x="166846" y="150028"/>
                      </a:lnTo>
                      <a:lnTo>
                        <a:pt x="153437" y="150028"/>
                      </a:lnTo>
                      <a:cubicBezTo>
                        <a:pt x="184094" y="117599"/>
                        <a:pt x="185807" y="67685"/>
                        <a:pt x="158399" y="33424"/>
                      </a:cubicBezTo>
                      <a:lnTo>
                        <a:pt x="158399" y="2472"/>
                      </a:lnTo>
                      <a:lnTo>
                        <a:pt x="149952" y="10919"/>
                      </a:lnTo>
                      <a:lnTo>
                        <a:pt x="149952" y="24328"/>
                      </a:lnTo>
                      <a:cubicBezTo>
                        <a:pt x="117582" y="-6330"/>
                        <a:pt x="67608" y="-8043"/>
                        <a:pt x="33348" y="19365"/>
                      </a:cubicBezTo>
                      <a:lnTo>
                        <a:pt x="2395" y="19365"/>
                      </a:lnTo>
                      <a:lnTo>
                        <a:pt x="10842" y="27813"/>
                      </a:lnTo>
                      <a:lnTo>
                        <a:pt x="24251" y="27813"/>
                      </a:lnTo>
                      <a:cubicBezTo>
                        <a:pt x="-6347" y="60006"/>
                        <a:pt x="-8001" y="109920"/>
                        <a:pt x="19348" y="144239"/>
                      </a:cubicBezTo>
                      <a:close/>
                      <a:moveTo>
                        <a:pt x="27795" y="30293"/>
                      </a:moveTo>
                      <a:lnTo>
                        <a:pt x="27795" y="44470"/>
                      </a:lnTo>
                      <a:lnTo>
                        <a:pt x="36242" y="52917"/>
                      </a:lnTo>
                      <a:lnTo>
                        <a:pt x="36242" y="22555"/>
                      </a:lnTo>
                      <a:cubicBezTo>
                        <a:pt x="68967" y="-3553"/>
                        <a:pt x="116636" y="-1841"/>
                        <a:pt x="147412" y="27635"/>
                      </a:cubicBezTo>
                      <a:lnTo>
                        <a:pt x="133235" y="27635"/>
                      </a:lnTo>
                      <a:lnTo>
                        <a:pt x="124788" y="36082"/>
                      </a:lnTo>
                      <a:lnTo>
                        <a:pt x="155150" y="36082"/>
                      </a:lnTo>
                      <a:cubicBezTo>
                        <a:pt x="181259" y="68807"/>
                        <a:pt x="179546" y="116476"/>
                        <a:pt x="150070" y="147252"/>
                      </a:cubicBezTo>
                      <a:lnTo>
                        <a:pt x="150070" y="133075"/>
                      </a:lnTo>
                      <a:lnTo>
                        <a:pt x="141623" y="124628"/>
                      </a:lnTo>
                      <a:lnTo>
                        <a:pt x="141623" y="154990"/>
                      </a:lnTo>
                      <a:cubicBezTo>
                        <a:pt x="108898" y="181040"/>
                        <a:pt x="61229" y="179386"/>
                        <a:pt x="30454" y="149910"/>
                      </a:cubicBezTo>
                      <a:lnTo>
                        <a:pt x="44630" y="149910"/>
                      </a:lnTo>
                      <a:lnTo>
                        <a:pt x="53077" y="141463"/>
                      </a:lnTo>
                      <a:lnTo>
                        <a:pt x="22715" y="141463"/>
                      </a:lnTo>
                      <a:cubicBezTo>
                        <a:pt x="-3334" y="108738"/>
                        <a:pt x="-1680" y="61069"/>
                        <a:pt x="27795" y="302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433" name="Graphic 4773">
                  <a:extLst>
                    <a:ext uri="{FF2B5EF4-FFF2-40B4-BE49-F238E27FC236}">
                      <a16:creationId xmlns:a16="http://schemas.microsoft.com/office/drawing/2014/main" id="{E2F7C69E-AA87-03DB-C9C0-D038222D3FEE}"/>
                    </a:ext>
                  </a:extLst>
                </p:cNvPr>
                <p:cNvGrpSpPr/>
                <p:nvPr/>
              </p:nvGrpSpPr>
              <p:grpSpPr>
                <a:xfrm>
                  <a:off x="1739250" y="2188416"/>
                  <a:ext cx="502742" cy="119025"/>
                  <a:chOff x="1739250" y="2188416"/>
                  <a:chExt cx="502742" cy="119025"/>
                </a:xfrm>
                <a:grpFill/>
              </p:grpSpPr>
              <p:sp>
                <p:nvSpPr>
                  <p:cNvPr id="554" name="Freeform: Shape 553">
                    <a:extLst>
                      <a:ext uri="{FF2B5EF4-FFF2-40B4-BE49-F238E27FC236}">
                        <a16:creationId xmlns:a16="http://schemas.microsoft.com/office/drawing/2014/main" id="{C6414950-7272-816D-585B-49A421A3A715}"/>
                      </a:ext>
                    </a:extLst>
                  </p:cNvPr>
                  <p:cNvSpPr/>
                  <p:nvPr/>
                </p:nvSpPr>
                <p:spPr>
                  <a:xfrm>
                    <a:off x="2096208" y="2188475"/>
                    <a:ext cx="145784" cy="118966"/>
                  </a:xfrm>
                  <a:custGeom>
                    <a:avLst/>
                    <a:gdLst>
                      <a:gd name="connsiteX0" fmla="*/ 0 w 145784"/>
                      <a:gd name="connsiteY0" fmla="*/ 35678 h 118966"/>
                      <a:gd name="connsiteX1" fmla="*/ 0 w 145784"/>
                      <a:gd name="connsiteY1" fmla="*/ 83289 h 118966"/>
                      <a:gd name="connsiteX2" fmla="*/ 35678 w 145784"/>
                      <a:gd name="connsiteY2" fmla="*/ 118967 h 118966"/>
                      <a:gd name="connsiteX3" fmla="*/ 83288 w 145784"/>
                      <a:gd name="connsiteY3" fmla="*/ 118967 h 118966"/>
                      <a:gd name="connsiteX4" fmla="*/ 118494 w 145784"/>
                      <a:gd name="connsiteY4" fmla="*/ 88959 h 118966"/>
                      <a:gd name="connsiteX5" fmla="*/ 145784 w 145784"/>
                      <a:gd name="connsiteY5" fmla="*/ 59483 h 118966"/>
                      <a:gd name="connsiteX6" fmla="*/ 118494 w 145784"/>
                      <a:gd name="connsiteY6" fmla="*/ 30008 h 118966"/>
                      <a:gd name="connsiteX7" fmla="*/ 83288 w 145784"/>
                      <a:gd name="connsiteY7" fmla="*/ 0 h 118966"/>
                      <a:gd name="connsiteX8" fmla="*/ 35678 w 145784"/>
                      <a:gd name="connsiteY8" fmla="*/ 0 h 118966"/>
                      <a:gd name="connsiteX9" fmla="*/ 0 w 145784"/>
                      <a:gd name="connsiteY9" fmla="*/ 35678 h 118966"/>
                      <a:gd name="connsiteX10" fmla="*/ 5966 w 145784"/>
                      <a:gd name="connsiteY10" fmla="*/ 35678 h 118966"/>
                      <a:gd name="connsiteX11" fmla="*/ 35678 w 145784"/>
                      <a:gd name="connsiteY11" fmla="*/ 5907 h 118966"/>
                      <a:gd name="connsiteX12" fmla="*/ 83288 w 145784"/>
                      <a:gd name="connsiteY12" fmla="*/ 5907 h 118966"/>
                      <a:gd name="connsiteX13" fmla="*/ 112469 w 145784"/>
                      <a:gd name="connsiteY13" fmla="*/ 30067 h 118966"/>
                      <a:gd name="connsiteX14" fmla="*/ 86242 w 145784"/>
                      <a:gd name="connsiteY14" fmla="*/ 59424 h 118966"/>
                      <a:gd name="connsiteX15" fmla="*/ 112469 w 145784"/>
                      <a:gd name="connsiteY15" fmla="*/ 88782 h 118966"/>
                      <a:gd name="connsiteX16" fmla="*/ 83288 w 145784"/>
                      <a:gd name="connsiteY16" fmla="*/ 112942 h 118966"/>
                      <a:gd name="connsiteX17" fmla="*/ 35678 w 145784"/>
                      <a:gd name="connsiteY17" fmla="*/ 112942 h 118966"/>
                      <a:gd name="connsiteX18" fmla="*/ 5966 w 145784"/>
                      <a:gd name="connsiteY18" fmla="*/ 83171 h 118966"/>
                      <a:gd name="connsiteX19" fmla="*/ 5966 w 145784"/>
                      <a:gd name="connsiteY19" fmla="*/ 3567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0" y="35678"/>
                        </a:moveTo>
                        <a:lnTo>
                          <a:pt x="0" y="83289"/>
                        </a:lnTo>
                        <a:cubicBezTo>
                          <a:pt x="0" y="103018"/>
                          <a:pt x="16008" y="118967"/>
                          <a:pt x="35678" y="118967"/>
                        </a:cubicBezTo>
                        <a:lnTo>
                          <a:pt x="83288" y="118967"/>
                        </a:lnTo>
                        <a:cubicBezTo>
                          <a:pt x="101068" y="118967"/>
                          <a:pt x="115777" y="105971"/>
                          <a:pt x="118494" y="88959"/>
                        </a:cubicBezTo>
                        <a:cubicBezTo>
                          <a:pt x="133734" y="87660"/>
                          <a:pt x="145784" y="75019"/>
                          <a:pt x="145784" y="59483"/>
                        </a:cubicBezTo>
                        <a:cubicBezTo>
                          <a:pt x="145784" y="43948"/>
                          <a:pt x="133734" y="31248"/>
                          <a:pt x="118494" y="30008"/>
                        </a:cubicBezTo>
                        <a:cubicBezTo>
                          <a:pt x="115777" y="12996"/>
                          <a:pt x="101068" y="0"/>
                          <a:pt x="83288" y="0"/>
                        </a:cubicBezTo>
                        <a:lnTo>
                          <a:pt x="35678" y="0"/>
                        </a:lnTo>
                        <a:cubicBezTo>
                          <a:pt x="16008" y="-59"/>
                          <a:pt x="0" y="15949"/>
                          <a:pt x="0" y="35678"/>
                        </a:cubicBezTo>
                        <a:close/>
                        <a:moveTo>
                          <a:pt x="5966" y="35678"/>
                        </a:moveTo>
                        <a:cubicBezTo>
                          <a:pt x="5966" y="19257"/>
                          <a:pt x="19316" y="5907"/>
                          <a:pt x="35678" y="5907"/>
                        </a:cubicBezTo>
                        <a:lnTo>
                          <a:pt x="83288" y="5907"/>
                        </a:lnTo>
                        <a:cubicBezTo>
                          <a:pt x="97761" y="5907"/>
                          <a:pt x="109870" y="16303"/>
                          <a:pt x="112469" y="30067"/>
                        </a:cubicBezTo>
                        <a:cubicBezTo>
                          <a:pt x="97761" y="31839"/>
                          <a:pt x="86242" y="44244"/>
                          <a:pt x="86242" y="59424"/>
                        </a:cubicBezTo>
                        <a:cubicBezTo>
                          <a:pt x="86242" y="74664"/>
                          <a:pt x="97701" y="87010"/>
                          <a:pt x="112469" y="88782"/>
                        </a:cubicBezTo>
                        <a:cubicBezTo>
                          <a:pt x="109870" y="102545"/>
                          <a:pt x="97761" y="112942"/>
                          <a:pt x="83288" y="112942"/>
                        </a:cubicBezTo>
                        <a:lnTo>
                          <a:pt x="35678" y="112942"/>
                        </a:lnTo>
                        <a:cubicBezTo>
                          <a:pt x="19257" y="112942"/>
                          <a:pt x="5966" y="99592"/>
                          <a:pt x="5966" y="83171"/>
                        </a:cubicBezTo>
                        <a:lnTo>
                          <a:pt x="5966" y="35678"/>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55" name="Freeform: Shape 554">
                    <a:extLst>
                      <a:ext uri="{FF2B5EF4-FFF2-40B4-BE49-F238E27FC236}">
                        <a16:creationId xmlns:a16="http://schemas.microsoft.com/office/drawing/2014/main" id="{E493D2C3-F056-BB57-DFB8-6F2AC16E9D81}"/>
                      </a:ext>
                    </a:extLst>
                  </p:cNvPr>
                  <p:cNvSpPr/>
                  <p:nvPr/>
                </p:nvSpPr>
                <p:spPr>
                  <a:xfrm>
                    <a:off x="1739250" y="2188416"/>
                    <a:ext cx="145784" cy="118966"/>
                  </a:xfrm>
                  <a:custGeom>
                    <a:avLst/>
                    <a:gdLst>
                      <a:gd name="connsiteX0" fmla="*/ 145784 w 145784"/>
                      <a:gd name="connsiteY0" fmla="*/ 83288 h 118966"/>
                      <a:gd name="connsiteX1" fmla="*/ 145784 w 145784"/>
                      <a:gd name="connsiteY1" fmla="*/ 35678 h 118966"/>
                      <a:gd name="connsiteX2" fmla="*/ 110106 w 145784"/>
                      <a:gd name="connsiteY2" fmla="*/ 0 h 118966"/>
                      <a:gd name="connsiteX3" fmla="*/ 62496 w 145784"/>
                      <a:gd name="connsiteY3" fmla="*/ 0 h 118966"/>
                      <a:gd name="connsiteX4" fmla="*/ 27290 w 145784"/>
                      <a:gd name="connsiteY4" fmla="*/ 30007 h 118966"/>
                      <a:gd name="connsiteX5" fmla="*/ 0 w 145784"/>
                      <a:gd name="connsiteY5" fmla="*/ 59483 h 118966"/>
                      <a:gd name="connsiteX6" fmla="*/ 27290 w 145784"/>
                      <a:gd name="connsiteY6" fmla="*/ 88959 h 118966"/>
                      <a:gd name="connsiteX7" fmla="*/ 62496 w 145784"/>
                      <a:gd name="connsiteY7" fmla="*/ 118966 h 118966"/>
                      <a:gd name="connsiteX8" fmla="*/ 110106 w 145784"/>
                      <a:gd name="connsiteY8" fmla="*/ 118966 h 118966"/>
                      <a:gd name="connsiteX9" fmla="*/ 145784 w 145784"/>
                      <a:gd name="connsiteY9" fmla="*/ 83288 h 118966"/>
                      <a:gd name="connsiteX10" fmla="*/ 139877 w 145784"/>
                      <a:gd name="connsiteY10" fmla="*/ 83288 h 118966"/>
                      <a:gd name="connsiteX11" fmla="*/ 110106 w 145784"/>
                      <a:gd name="connsiteY11" fmla="*/ 113059 h 118966"/>
                      <a:gd name="connsiteX12" fmla="*/ 62496 w 145784"/>
                      <a:gd name="connsiteY12" fmla="*/ 113059 h 118966"/>
                      <a:gd name="connsiteX13" fmla="*/ 33315 w 145784"/>
                      <a:gd name="connsiteY13" fmla="*/ 88900 h 118966"/>
                      <a:gd name="connsiteX14" fmla="*/ 59542 w 145784"/>
                      <a:gd name="connsiteY14" fmla="*/ 59542 h 118966"/>
                      <a:gd name="connsiteX15" fmla="*/ 33315 w 145784"/>
                      <a:gd name="connsiteY15" fmla="*/ 30185 h 118966"/>
                      <a:gd name="connsiteX16" fmla="*/ 62496 w 145784"/>
                      <a:gd name="connsiteY16" fmla="*/ 6025 h 118966"/>
                      <a:gd name="connsiteX17" fmla="*/ 110106 w 145784"/>
                      <a:gd name="connsiteY17" fmla="*/ 6025 h 118966"/>
                      <a:gd name="connsiteX18" fmla="*/ 139877 w 145784"/>
                      <a:gd name="connsiteY18" fmla="*/ 35796 h 118966"/>
                      <a:gd name="connsiteX19" fmla="*/ 139877 w 145784"/>
                      <a:gd name="connsiteY19" fmla="*/ 8328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145784" y="83288"/>
                        </a:moveTo>
                        <a:lnTo>
                          <a:pt x="145784" y="35678"/>
                        </a:lnTo>
                        <a:cubicBezTo>
                          <a:pt x="145784" y="15949"/>
                          <a:pt x="129776" y="0"/>
                          <a:pt x="110106" y="0"/>
                        </a:cubicBezTo>
                        <a:lnTo>
                          <a:pt x="62496" y="0"/>
                        </a:lnTo>
                        <a:cubicBezTo>
                          <a:pt x="44716" y="0"/>
                          <a:pt x="30007" y="12995"/>
                          <a:pt x="27290" y="30007"/>
                        </a:cubicBezTo>
                        <a:cubicBezTo>
                          <a:pt x="12050" y="31307"/>
                          <a:pt x="0" y="43889"/>
                          <a:pt x="0" y="59483"/>
                        </a:cubicBezTo>
                        <a:cubicBezTo>
                          <a:pt x="0" y="75078"/>
                          <a:pt x="12050" y="87718"/>
                          <a:pt x="27290" y="88959"/>
                        </a:cubicBezTo>
                        <a:cubicBezTo>
                          <a:pt x="30007" y="105971"/>
                          <a:pt x="44716" y="118966"/>
                          <a:pt x="62496" y="118966"/>
                        </a:cubicBezTo>
                        <a:lnTo>
                          <a:pt x="110106" y="118966"/>
                        </a:lnTo>
                        <a:cubicBezTo>
                          <a:pt x="129835" y="118966"/>
                          <a:pt x="145784" y="103018"/>
                          <a:pt x="145784" y="83288"/>
                        </a:cubicBezTo>
                        <a:close/>
                        <a:moveTo>
                          <a:pt x="139877" y="83288"/>
                        </a:moveTo>
                        <a:cubicBezTo>
                          <a:pt x="139877" y="99710"/>
                          <a:pt x="126527" y="113059"/>
                          <a:pt x="110106" y="113059"/>
                        </a:cubicBezTo>
                        <a:lnTo>
                          <a:pt x="62496" y="113059"/>
                        </a:lnTo>
                        <a:cubicBezTo>
                          <a:pt x="48024" y="113059"/>
                          <a:pt x="35914" y="102663"/>
                          <a:pt x="33315" y="88900"/>
                        </a:cubicBezTo>
                        <a:cubicBezTo>
                          <a:pt x="48083" y="87128"/>
                          <a:pt x="59542" y="74723"/>
                          <a:pt x="59542" y="59542"/>
                        </a:cubicBezTo>
                        <a:cubicBezTo>
                          <a:pt x="59542" y="44361"/>
                          <a:pt x="48083" y="31957"/>
                          <a:pt x="33315" y="30185"/>
                        </a:cubicBezTo>
                        <a:cubicBezTo>
                          <a:pt x="35914" y="16421"/>
                          <a:pt x="48024" y="6025"/>
                          <a:pt x="62496" y="6025"/>
                        </a:cubicBezTo>
                        <a:lnTo>
                          <a:pt x="110106" y="6025"/>
                        </a:lnTo>
                        <a:cubicBezTo>
                          <a:pt x="126527" y="6025"/>
                          <a:pt x="139877" y="19375"/>
                          <a:pt x="139877" y="35796"/>
                        </a:cubicBezTo>
                        <a:lnTo>
                          <a:pt x="139877" y="83288"/>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56" name="Freeform: Shape 555">
                    <a:extLst>
                      <a:ext uri="{FF2B5EF4-FFF2-40B4-BE49-F238E27FC236}">
                        <a16:creationId xmlns:a16="http://schemas.microsoft.com/office/drawing/2014/main" id="{F80542FA-6716-6986-70B5-767715EA85C3}"/>
                      </a:ext>
                    </a:extLst>
                  </p:cNvPr>
                  <p:cNvSpPr/>
                  <p:nvPr/>
                </p:nvSpPr>
                <p:spPr>
                  <a:xfrm>
                    <a:off x="1900510" y="2188475"/>
                    <a:ext cx="176559" cy="118907"/>
                  </a:xfrm>
                  <a:custGeom>
                    <a:avLst/>
                    <a:gdLst>
                      <a:gd name="connsiteX0" fmla="*/ 28354 w 176559"/>
                      <a:gd name="connsiteY0" fmla="*/ 89018 h 118907"/>
                      <a:gd name="connsiteX1" fmla="*/ 63559 w 176559"/>
                      <a:gd name="connsiteY1" fmla="*/ 118907 h 118907"/>
                      <a:gd name="connsiteX2" fmla="*/ 111170 w 176559"/>
                      <a:gd name="connsiteY2" fmla="*/ 118907 h 118907"/>
                      <a:gd name="connsiteX3" fmla="*/ 146316 w 176559"/>
                      <a:gd name="connsiteY3" fmla="*/ 89136 h 118907"/>
                      <a:gd name="connsiteX4" fmla="*/ 146848 w 176559"/>
                      <a:gd name="connsiteY4" fmla="*/ 89195 h 118907"/>
                      <a:gd name="connsiteX5" fmla="*/ 176560 w 176559"/>
                      <a:gd name="connsiteY5" fmla="*/ 59483 h 118907"/>
                      <a:gd name="connsiteX6" fmla="*/ 146848 w 176559"/>
                      <a:gd name="connsiteY6" fmla="*/ 29712 h 118907"/>
                      <a:gd name="connsiteX7" fmla="*/ 146316 w 176559"/>
                      <a:gd name="connsiteY7" fmla="*/ 29771 h 118907"/>
                      <a:gd name="connsiteX8" fmla="*/ 111170 w 176559"/>
                      <a:gd name="connsiteY8" fmla="*/ 0 h 118907"/>
                      <a:gd name="connsiteX9" fmla="*/ 63559 w 176559"/>
                      <a:gd name="connsiteY9" fmla="*/ 0 h 118907"/>
                      <a:gd name="connsiteX10" fmla="*/ 28354 w 176559"/>
                      <a:gd name="connsiteY10" fmla="*/ 29889 h 118907"/>
                      <a:gd name="connsiteX11" fmla="*/ 0 w 176559"/>
                      <a:gd name="connsiteY11" fmla="*/ 59483 h 118907"/>
                      <a:gd name="connsiteX12" fmla="*/ 28354 w 176559"/>
                      <a:gd name="connsiteY12" fmla="*/ 89018 h 118907"/>
                      <a:gd name="connsiteX13" fmla="*/ 34320 w 176559"/>
                      <a:gd name="connsiteY13" fmla="*/ 88723 h 118907"/>
                      <a:gd name="connsiteX14" fmla="*/ 59424 w 176559"/>
                      <a:gd name="connsiteY14" fmla="*/ 59424 h 118907"/>
                      <a:gd name="connsiteX15" fmla="*/ 34320 w 176559"/>
                      <a:gd name="connsiteY15" fmla="*/ 30126 h 118907"/>
                      <a:gd name="connsiteX16" fmla="*/ 63500 w 176559"/>
                      <a:gd name="connsiteY16" fmla="*/ 5848 h 118907"/>
                      <a:gd name="connsiteX17" fmla="*/ 111110 w 176559"/>
                      <a:gd name="connsiteY17" fmla="*/ 5848 h 118907"/>
                      <a:gd name="connsiteX18" fmla="*/ 140350 w 176559"/>
                      <a:gd name="connsiteY18" fmla="*/ 30421 h 118907"/>
                      <a:gd name="connsiteX19" fmla="*/ 117077 w 176559"/>
                      <a:gd name="connsiteY19" fmla="*/ 59424 h 118907"/>
                      <a:gd name="connsiteX20" fmla="*/ 140350 w 176559"/>
                      <a:gd name="connsiteY20" fmla="*/ 88427 h 118907"/>
                      <a:gd name="connsiteX21" fmla="*/ 111110 w 176559"/>
                      <a:gd name="connsiteY21" fmla="*/ 113001 h 118907"/>
                      <a:gd name="connsiteX22" fmla="*/ 63500 w 176559"/>
                      <a:gd name="connsiteY22" fmla="*/ 113001 h 118907"/>
                      <a:gd name="connsiteX23" fmla="*/ 34320 w 176559"/>
                      <a:gd name="connsiteY23" fmla="*/ 88723 h 118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559" h="118907">
                        <a:moveTo>
                          <a:pt x="28354" y="89018"/>
                        </a:moveTo>
                        <a:cubicBezTo>
                          <a:pt x="31130" y="105971"/>
                          <a:pt x="45779" y="118907"/>
                          <a:pt x="63559" y="118907"/>
                        </a:cubicBezTo>
                        <a:lnTo>
                          <a:pt x="111170" y="118907"/>
                        </a:lnTo>
                        <a:cubicBezTo>
                          <a:pt x="128890" y="118907"/>
                          <a:pt x="143540" y="106030"/>
                          <a:pt x="146316" y="89136"/>
                        </a:cubicBezTo>
                        <a:cubicBezTo>
                          <a:pt x="146493" y="89136"/>
                          <a:pt x="146671" y="89195"/>
                          <a:pt x="146848" y="89195"/>
                        </a:cubicBezTo>
                        <a:cubicBezTo>
                          <a:pt x="163269" y="89195"/>
                          <a:pt x="176560" y="75905"/>
                          <a:pt x="176560" y="59483"/>
                        </a:cubicBezTo>
                        <a:cubicBezTo>
                          <a:pt x="176560" y="43062"/>
                          <a:pt x="163269" y="29712"/>
                          <a:pt x="146848" y="29712"/>
                        </a:cubicBezTo>
                        <a:cubicBezTo>
                          <a:pt x="146671" y="29712"/>
                          <a:pt x="146493" y="29771"/>
                          <a:pt x="146316" y="29771"/>
                        </a:cubicBezTo>
                        <a:cubicBezTo>
                          <a:pt x="143481" y="12877"/>
                          <a:pt x="128831" y="0"/>
                          <a:pt x="111170" y="0"/>
                        </a:cubicBezTo>
                        <a:lnTo>
                          <a:pt x="63559" y="0"/>
                        </a:lnTo>
                        <a:cubicBezTo>
                          <a:pt x="45838" y="0"/>
                          <a:pt x="31189" y="12936"/>
                          <a:pt x="28354" y="29889"/>
                        </a:cubicBezTo>
                        <a:cubicBezTo>
                          <a:pt x="12582" y="30598"/>
                          <a:pt x="0" y="43534"/>
                          <a:pt x="0" y="59483"/>
                        </a:cubicBezTo>
                        <a:cubicBezTo>
                          <a:pt x="-59" y="75432"/>
                          <a:pt x="12582" y="88309"/>
                          <a:pt x="28354" y="89018"/>
                        </a:cubicBezTo>
                        <a:close/>
                        <a:moveTo>
                          <a:pt x="34320" y="88723"/>
                        </a:moveTo>
                        <a:cubicBezTo>
                          <a:pt x="48556" y="86478"/>
                          <a:pt x="59424" y="74310"/>
                          <a:pt x="59424" y="59424"/>
                        </a:cubicBezTo>
                        <a:cubicBezTo>
                          <a:pt x="59424" y="44598"/>
                          <a:pt x="48497" y="32370"/>
                          <a:pt x="34320" y="30126"/>
                        </a:cubicBezTo>
                        <a:cubicBezTo>
                          <a:pt x="36919" y="16362"/>
                          <a:pt x="48969" y="5848"/>
                          <a:pt x="63500" y="5848"/>
                        </a:cubicBezTo>
                        <a:lnTo>
                          <a:pt x="111110" y="5848"/>
                        </a:lnTo>
                        <a:cubicBezTo>
                          <a:pt x="125760" y="5848"/>
                          <a:pt x="137869" y="16481"/>
                          <a:pt x="140350" y="30421"/>
                        </a:cubicBezTo>
                        <a:cubicBezTo>
                          <a:pt x="127059" y="33375"/>
                          <a:pt x="117077" y="45189"/>
                          <a:pt x="117077" y="59424"/>
                        </a:cubicBezTo>
                        <a:cubicBezTo>
                          <a:pt x="117077" y="73601"/>
                          <a:pt x="127059" y="85474"/>
                          <a:pt x="140350" y="88427"/>
                        </a:cubicBezTo>
                        <a:cubicBezTo>
                          <a:pt x="137869" y="102368"/>
                          <a:pt x="125760" y="113001"/>
                          <a:pt x="111110" y="113001"/>
                        </a:cubicBezTo>
                        <a:lnTo>
                          <a:pt x="63500" y="113001"/>
                        </a:lnTo>
                        <a:cubicBezTo>
                          <a:pt x="48969" y="113001"/>
                          <a:pt x="36919" y="102486"/>
                          <a:pt x="34320" y="8872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434" name="Graphic 4773">
                  <a:extLst>
                    <a:ext uri="{FF2B5EF4-FFF2-40B4-BE49-F238E27FC236}">
                      <a16:creationId xmlns:a16="http://schemas.microsoft.com/office/drawing/2014/main" id="{91F02574-C747-85DB-A2EF-54309BAFF503}"/>
                    </a:ext>
                  </a:extLst>
                </p:cNvPr>
                <p:cNvGrpSpPr/>
                <p:nvPr/>
              </p:nvGrpSpPr>
              <p:grpSpPr>
                <a:xfrm>
                  <a:off x="2558193" y="4022355"/>
                  <a:ext cx="400670" cy="114063"/>
                  <a:chOff x="2558193" y="4022355"/>
                  <a:chExt cx="400670" cy="114063"/>
                </a:xfrm>
                <a:grpFill/>
              </p:grpSpPr>
              <p:grpSp>
                <p:nvGrpSpPr>
                  <p:cNvPr id="544" name="Graphic 4773">
                    <a:extLst>
                      <a:ext uri="{FF2B5EF4-FFF2-40B4-BE49-F238E27FC236}">
                        <a16:creationId xmlns:a16="http://schemas.microsoft.com/office/drawing/2014/main" id="{FB0BD51A-C2D6-61D4-97E5-E8B138D91F94}"/>
                      </a:ext>
                    </a:extLst>
                  </p:cNvPr>
                  <p:cNvGrpSpPr/>
                  <p:nvPr/>
                </p:nvGrpSpPr>
                <p:grpSpPr>
                  <a:xfrm>
                    <a:off x="2558193" y="4022355"/>
                    <a:ext cx="114004" cy="114004"/>
                    <a:chOff x="2558193" y="4022355"/>
                    <a:chExt cx="114004" cy="114004"/>
                  </a:xfrm>
                  <a:grpFill/>
                </p:grpSpPr>
                <p:sp>
                  <p:nvSpPr>
                    <p:cNvPr id="552" name="Freeform: Shape 551">
                      <a:extLst>
                        <a:ext uri="{FF2B5EF4-FFF2-40B4-BE49-F238E27FC236}">
                          <a16:creationId xmlns:a16="http://schemas.microsoft.com/office/drawing/2014/main" id="{3BC87786-E4BD-9434-D54F-A3D4588EFF08}"/>
                        </a:ext>
                      </a:extLst>
                    </p:cNvPr>
                    <p:cNvSpPr/>
                    <p:nvPr/>
                  </p:nvSpPr>
                  <p:spPr>
                    <a:xfrm>
                      <a:off x="2558193" y="4022355"/>
                      <a:ext cx="114004" cy="114004"/>
                    </a:xfrm>
                    <a:custGeom>
                      <a:avLst/>
                      <a:gdLst>
                        <a:gd name="connsiteX0" fmla="*/ 34201 w 114004"/>
                        <a:gd name="connsiteY0" fmla="*/ 114005 h 114004"/>
                        <a:gd name="connsiteX1" fmla="*/ 79803 w 114004"/>
                        <a:gd name="connsiteY1" fmla="*/ 114005 h 114004"/>
                        <a:gd name="connsiteX2" fmla="*/ 114005 w 114004"/>
                        <a:gd name="connsiteY2" fmla="*/ 79803 h 114004"/>
                        <a:gd name="connsiteX3" fmla="*/ 114005 w 114004"/>
                        <a:gd name="connsiteY3" fmla="*/ 34201 h 114004"/>
                        <a:gd name="connsiteX4" fmla="*/ 79803 w 114004"/>
                        <a:gd name="connsiteY4" fmla="*/ 0 h 114004"/>
                        <a:gd name="connsiteX5" fmla="*/ 34201 w 114004"/>
                        <a:gd name="connsiteY5" fmla="*/ 0 h 114004"/>
                        <a:gd name="connsiteX6" fmla="*/ 0 w 114004"/>
                        <a:gd name="connsiteY6" fmla="*/ 34201 h 114004"/>
                        <a:gd name="connsiteX7" fmla="*/ 0 w 114004"/>
                        <a:gd name="connsiteY7" fmla="*/ 79803 h 114004"/>
                        <a:gd name="connsiteX8" fmla="*/ 34201 w 114004"/>
                        <a:gd name="connsiteY8" fmla="*/ 114005 h 114004"/>
                        <a:gd name="connsiteX9" fmla="*/ 34201 w 114004"/>
                        <a:gd name="connsiteY9" fmla="*/ 108334 h 114004"/>
                        <a:gd name="connsiteX10" fmla="*/ 5730 w 114004"/>
                        <a:gd name="connsiteY10" fmla="*/ 79862 h 114004"/>
                        <a:gd name="connsiteX11" fmla="*/ 5730 w 114004"/>
                        <a:gd name="connsiteY11" fmla="*/ 34260 h 114004"/>
                        <a:gd name="connsiteX12" fmla="*/ 34201 w 114004"/>
                        <a:gd name="connsiteY12" fmla="*/ 5789 h 114004"/>
                        <a:gd name="connsiteX13" fmla="*/ 79803 w 114004"/>
                        <a:gd name="connsiteY13" fmla="*/ 5789 h 114004"/>
                        <a:gd name="connsiteX14" fmla="*/ 108275 w 114004"/>
                        <a:gd name="connsiteY14" fmla="*/ 34260 h 114004"/>
                        <a:gd name="connsiteX15" fmla="*/ 108275 w 114004"/>
                        <a:gd name="connsiteY15" fmla="*/ 79862 h 114004"/>
                        <a:gd name="connsiteX16" fmla="*/ 79803 w 114004"/>
                        <a:gd name="connsiteY16" fmla="*/ 108334 h 114004"/>
                        <a:gd name="connsiteX17" fmla="*/ 34201 w 114004"/>
                        <a:gd name="connsiteY17" fmla="*/ 108334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34201" y="114005"/>
                          </a:moveTo>
                          <a:lnTo>
                            <a:pt x="79803" y="114005"/>
                          </a:lnTo>
                          <a:cubicBezTo>
                            <a:pt x="98706" y="114005"/>
                            <a:pt x="114005" y="98705"/>
                            <a:pt x="114005" y="79803"/>
                          </a:cubicBezTo>
                          <a:lnTo>
                            <a:pt x="114005" y="34201"/>
                          </a:lnTo>
                          <a:cubicBezTo>
                            <a:pt x="114005" y="15299"/>
                            <a:pt x="98706" y="0"/>
                            <a:pt x="79803" y="0"/>
                          </a:cubicBezTo>
                          <a:lnTo>
                            <a:pt x="34201" y="0"/>
                          </a:lnTo>
                          <a:cubicBezTo>
                            <a:pt x="15299" y="0"/>
                            <a:pt x="0" y="15299"/>
                            <a:pt x="0" y="34201"/>
                          </a:cubicBezTo>
                          <a:lnTo>
                            <a:pt x="0" y="79803"/>
                          </a:lnTo>
                          <a:cubicBezTo>
                            <a:pt x="0" y="98705"/>
                            <a:pt x="15358" y="114005"/>
                            <a:pt x="34201" y="114005"/>
                          </a:cubicBezTo>
                          <a:close/>
                          <a:moveTo>
                            <a:pt x="34201" y="108334"/>
                          </a:moveTo>
                          <a:cubicBezTo>
                            <a:pt x="18489" y="108334"/>
                            <a:pt x="5730" y="95575"/>
                            <a:pt x="5730" y="79862"/>
                          </a:cubicBezTo>
                          <a:lnTo>
                            <a:pt x="5730" y="34260"/>
                          </a:lnTo>
                          <a:cubicBezTo>
                            <a:pt x="5730" y="18548"/>
                            <a:pt x="18489" y="5789"/>
                            <a:pt x="34201" y="5789"/>
                          </a:cubicBezTo>
                          <a:lnTo>
                            <a:pt x="79803" y="5789"/>
                          </a:lnTo>
                          <a:cubicBezTo>
                            <a:pt x="95516" y="5789"/>
                            <a:pt x="108275" y="18548"/>
                            <a:pt x="108275" y="34260"/>
                          </a:cubicBezTo>
                          <a:lnTo>
                            <a:pt x="108275" y="79862"/>
                          </a:lnTo>
                          <a:cubicBezTo>
                            <a:pt x="108275" y="95575"/>
                            <a:pt x="95516" y="108334"/>
                            <a:pt x="79803" y="108334"/>
                          </a:cubicBezTo>
                          <a:lnTo>
                            <a:pt x="34201" y="10833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53" name="Freeform: Shape 552">
                      <a:extLst>
                        <a:ext uri="{FF2B5EF4-FFF2-40B4-BE49-F238E27FC236}">
                          <a16:creationId xmlns:a16="http://schemas.microsoft.com/office/drawing/2014/main" id="{B202C6D4-339B-A3D0-F084-0810ED9C541B}"/>
                        </a:ext>
                      </a:extLst>
                    </p:cNvPr>
                    <p:cNvSpPr/>
                    <p:nvPr/>
                  </p:nvSpPr>
                  <p:spPr>
                    <a:xfrm>
                      <a:off x="2593812" y="4054725"/>
                      <a:ext cx="42766" cy="49323"/>
                    </a:xfrm>
                    <a:custGeom>
                      <a:avLst/>
                      <a:gdLst>
                        <a:gd name="connsiteX0" fmla="*/ 42767 w 42766"/>
                        <a:gd name="connsiteY0" fmla="*/ 0 h 49323"/>
                        <a:gd name="connsiteX1" fmla="*/ 42767 w 42766"/>
                        <a:gd name="connsiteY1" fmla="*/ 49323 h 49323"/>
                        <a:gd name="connsiteX2" fmla="*/ 0 w 42766"/>
                        <a:gd name="connsiteY2" fmla="*/ 24691 h 49323"/>
                      </a:gdLst>
                      <a:ahLst/>
                      <a:cxnLst>
                        <a:cxn ang="0">
                          <a:pos x="connsiteX0" y="connsiteY0"/>
                        </a:cxn>
                        <a:cxn ang="0">
                          <a:pos x="connsiteX1" y="connsiteY1"/>
                        </a:cxn>
                        <a:cxn ang="0">
                          <a:pos x="connsiteX2" y="connsiteY2"/>
                        </a:cxn>
                      </a:cxnLst>
                      <a:rect l="l" t="t" r="r" b="b"/>
                      <a:pathLst>
                        <a:path w="42766" h="49323">
                          <a:moveTo>
                            <a:pt x="42767" y="0"/>
                          </a:moveTo>
                          <a:lnTo>
                            <a:pt x="42767" y="49323"/>
                          </a:lnTo>
                          <a:lnTo>
                            <a:pt x="0" y="2469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545" name="Graphic 4773">
                    <a:extLst>
                      <a:ext uri="{FF2B5EF4-FFF2-40B4-BE49-F238E27FC236}">
                        <a16:creationId xmlns:a16="http://schemas.microsoft.com/office/drawing/2014/main" id="{D889D468-B1DD-AC99-41F5-DFD1EDC93436}"/>
                      </a:ext>
                    </a:extLst>
                  </p:cNvPr>
                  <p:cNvGrpSpPr/>
                  <p:nvPr/>
                </p:nvGrpSpPr>
                <p:grpSpPr>
                  <a:xfrm>
                    <a:off x="2844858" y="4022414"/>
                    <a:ext cx="114004" cy="114004"/>
                    <a:chOff x="2844858" y="4022414"/>
                    <a:chExt cx="114004" cy="114004"/>
                  </a:xfrm>
                  <a:grpFill/>
                </p:grpSpPr>
                <p:sp>
                  <p:nvSpPr>
                    <p:cNvPr id="550" name="Freeform: Shape 549">
                      <a:extLst>
                        <a:ext uri="{FF2B5EF4-FFF2-40B4-BE49-F238E27FC236}">
                          <a16:creationId xmlns:a16="http://schemas.microsoft.com/office/drawing/2014/main" id="{4E2CD503-F380-120F-89EE-769BC58AC2EE}"/>
                        </a:ext>
                      </a:extLst>
                    </p:cNvPr>
                    <p:cNvSpPr/>
                    <p:nvPr/>
                  </p:nvSpPr>
                  <p:spPr>
                    <a:xfrm>
                      <a:off x="2844858" y="4022414"/>
                      <a:ext cx="114004" cy="114004"/>
                    </a:xfrm>
                    <a:custGeom>
                      <a:avLst/>
                      <a:gdLst>
                        <a:gd name="connsiteX0" fmla="*/ 79803 w 114004"/>
                        <a:gd name="connsiteY0" fmla="*/ 0 h 114004"/>
                        <a:gd name="connsiteX1" fmla="*/ 34201 w 114004"/>
                        <a:gd name="connsiteY1" fmla="*/ 0 h 114004"/>
                        <a:gd name="connsiteX2" fmla="*/ 0 w 114004"/>
                        <a:gd name="connsiteY2" fmla="*/ 34201 h 114004"/>
                        <a:gd name="connsiteX3" fmla="*/ 0 w 114004"/>
                        <a:gd name="connsiteY3" fmla="*/ 79803 h 114004"/>
                        <a:gd name="connsiteX4" fmla="*/ 34201 w 114004"/>
                        <a:gd name="connsiteY4" fmla="*/ 114005 h 114004"/>
                        <a:gd name="connsiteX5" fmla="*/ 79803 w 114004"/>
                        <a:gd name="connsiteY5" fmla="*/ 114005 h 114004"/>
                        <a:gd name="connsiteX6" fmla="*/ 114005 w 114004"/>
                        <a:gd name="connsiteY6" fmla="*/ 79803 h 114004"/>
                        <a:gd name="connsiteX7" fmla="*/ 114005 w 114004"/>
                        <a:gd name="connsiteY7" fmla="*/ 34201 h 114004"/>
                        <a:gd name="connsiteX8" fmla="*/ 79803 w 114004"/>
                        <a:gd name="connsiteY8" fmla="*/ 0 h 114004"/>
                        <a:gd name="connsiteX9" fmla="*/ 79803 w 114004"/>
                        <a:gd name="connsiteY9" fmla="*/ 5670 h 114004"/>
                        <a:gd name="connsiteX10" fmla="*/ 108275 w 114004"/>
                        <a:gd name="connsiteY10" fmla="*/ 34142 h 114004"/>
                        <a:gd name="connsiteX11" fmla="*/ 108275 w 114004"/>
                        <a:gd name="connsiteY11" fmla="*/ 79744 h 114004"/>
                        <a:gd name="connsiteX12" fmla="*/ 79803 w 114004"/>
                        <a:gd name="connsiteY12" fmla="*/ 108216 h 114004"/>
                        <a:gd name="connsiteX13" fmla="*/ 34201 w 114004"/>
                        <a:gd name="connsiteY13" fmla="*/ 108216 h 114004"/>
                        <a:gd name="connsiteX14" fmla="*/ 5730 w 114004"/>
                        <a:gd name="connsiteY14" fmla="*/ 79744 h 114004"/>
                        <a:gd name="connsiteX15" fmla="*/ 5730 w 114004"/>
                        <a:gd name="connsiteY15" fmla="*/ 34142 h 114004"/>
                        <a:gd name="connsiteX16" fmla="*/ 34201 w 114004"/>
                        <a:gd name="connsiteY16" fmla="*/ 5670 h 114004"/>
                        <a:gd name="connsiteX17" fmla="*/ 79803 w 114004"/>
                        <a:gd name="connsiteY17" fmla="*/ 5670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79803" y="0"/>
                          </a:moveTo>
                          <a:lnTo>
                            <a:pt x="34201" y="0"/>
                          </a:lnTo>
                          <a:cubicBezTo>
                            <a:pt x="15299" y="0"/>
                            <a:pt x="0" y="15299"/>
                            <a:pt x="0" y="34201"/>
                          </a:cubicBez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close/>
                          <a:moveTo>
                            <a:pt x="79803" y="5670"/>
                          </a:moveTo>
                          <a:cubicBezTo>
                            <a:pt x="95516" y="5670"/>
                            <a:pt x="108275" y="18489"/>
                            <a:pt x="108275" y="34142"/>
                          </a:cubicBezTo>
                          <a:lnTo>
                            <a:pt x="108275" y="79744"/>
                          </a:lnTo>
                          <a:cubicBezTo>
                            <a:pt x="108275" y="95457"/>
                            <a:pt x="95516" y="108216"/>
                            <a:pt x="79803" y="108216"/>
                          </a:cubicBezTo>
                          <a:lnTo>
                            <a:pt x="34201" y="108216"/>
                          </a:lnTo>
                          <a:cubicBezTo>
                            <a:pt x="18489" y="108216"/>
                            <a:pt x="5730" y="95457"/>
                            <a:pt x="5730" y="79744"/>
                          </a:cubicBezTo>
                          <a:lnTo>
                            <a:pt x="5730" y="34142"/>
                          </a:lnTo>
                          <a:cubicBezTo>
                            <a:pt x="5730" y="18430"/>
                            <a:pt x="18489" y="5670"/>
                            <a:pt x="34201" y="5670"/>
                          </a:cubicBezTo>
                          <a:lnTo>
                            <a:pt x="79803" y="56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51" name="Freeform: Shape 550">
                      <a:extLst>
                        <a:ext uri="{FF2B5EF4-FFF2-40B4-BE49-F238E27FC236}">
                          <a16:creationId xmlns:a16="http://schemas.microsoft.com/office/drawing/2014/main" id="{9A029992-C26D-212E-5755-53BB0D1FCDD1}"/>
                        </a:ext>
                      </a:extLst>
                    </p:cNvPr>
                    <p:cNvSpPr/>
                    <p:nvPr/>
                  </p:nvSpPr>
                  <p:spPr>
                    <a:xfrm>
                      <a:off x="2880537" y="4054725"/>
                      <a:ext cx="42707" cy="49323"/>
                    </a:xfrm>
                    <a:custGeom>
                      <a:avLst/>
                      <a:gdLst>
                        <a:gd name="connsiteX0" fmla="*/ 0 w 42707"/>
                        <a:gd name="connsiteY0" fmla="*/ 49323 h 49323"/>
                        <a:gd name="connsiteX1" fmla="*/ 0 w 42707"/>
                        <a:gd name="connsiteY1" fmla="*/ 0 h 49323"/>
                        <a:gd name="connsiteX2" fmla="*/ 42708 w 42707"/>
                        <a:gd name="connsiteY2" fmla="*/ 24691 h 49323"/>
                      </a:gdLst>
                      <a:ahLst/>
                      <a:cxnLst>
                        <a:cxn ang="0">
                          <a:pos x="connsiteX0" y="connsiteY0"/>
                        </a:cxn>
                        <a:cxn ang="0">
                          <a:pos x="connsiteX1" y="connsiteY1"/>
                        </a:cxn>
                        <a:cxn ang="0">
                          <a:pos x="connsiteX2" y="connsiteY2"/>
                        </a:cxn>
                      </a:cxnLst>
                      <a:rect l="l" t="t" r="r" b="b"/>
                      <a:pathLst>
                        <a:path w="42707" h="49323">
                          <a:moveTo>
                            <a:pt x="0" y="49323"/>
                          </a:moveTo>
                          <a:lnTo>
                            <a:pt x="0" y="0"/>
                          </a:lnTo>
                          <a:lnTo>
                            <a:pt x="42708" y="2469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546" name="Graphic 4773">
                    <a:extLst>
                      <a:ext uri="{FF2B5EF4-FFF2-40B4-BE49-F238E27FC236}">
                        <a16:creationId xmlns:a16="http://schemas.microsoft.com/office/drawing/2014/main" id="{B4142346-A0EE-DC3C-8883-D48A8B4DB9B3}"/>
                      </a:ext>
                    </a:extLst>
                  </p:cNvPr>
                  <p:cNvGrpSpPr/>
                  <p:nvPr/>
                </p:nvGrpSpPr>
                <p:grpSpPr>
                  <a:xfrm>
                    <a:off x="2702441" y="4022414"/>
                    <a:ext cx="114004" cy="114004"/>
                    <a:chOff x="2702441" y="4022414"/>
                    <a:chExt cx="114004" cy="114004"/>
                  </a:xfrm>
                  <a:grpFill/>
                </p:grpSpPr>
                <p:sp>
                  <p:nvSpPr>
                    <p:cNvPr id="547" name="Freeform: Shape 546">
                      <a:extLst>
                        <a:ext uri="{FF2B5EF4-FFF2-40B4-BE49-F238E27FC236}">
                          <a16:creationId xmlns:a16="http://schemas.microsoft.com/office/drawing/2014/main" id="{3AF48048-9F79-22CC-65B7-23DA80716E10}"/>
                        </a:ext>
                      </a:extLst>
                    </p:cNvPr>
                    <p:cNvSpPr/>
                    <p:nvPr/>
                  </p:nvSpPr>
                  <p:spPr>
                    <a:xfrm>
                      <a:off x="2702441" y="4022414"/>
                      <a:ext cx="114004" cy="114004"/>
                    </a:xfrm>
                    <a:custGeom>
                      <a:avLst/>
                      <a:gdLst>
                        <a:gd name="connsiteX0" fmla="*/ 0 w 114004"/>
                        <a:gd name="connsiteY0" fmla="*/ 34201 h 114004"/>
                        <a:gd name="connsiteX1" fmla="*/ 0 w 114004"/>
                        <a:gd name="connsiteY1" fmla="*/ 79803 h 114004"/>
                        <a:gd name="connsiteX2" fmla="*/ 34201 w 114004"/>
                        <a:gd name="connsiteY2" fmla="*/ 114005 h 114004"/>
                        <a:gd name="connsiteX3" fmla="*/ 79803 w 114004"/>
                        <a:gd name="connsiteY3" fmla="*/ 114005 h 114004"/>
                        <a:gd name="connsiteX4" fmla="*/ 114005 w 114004"/>
                        <a:gd name="connsiteY4" fmla="*/ 79803 h 114004"/>
                        <a:gd name="connsiteX5" fmla="*/ 114005 w 114004"/>
                        <a:gd name="connsiteY5" fmla="*/ 34201 h 114004"/>
                        <a:gd name="connsiteX6" fmla="*/ 79803 w 114004"/>
                        <a:gd name="connsiteY6" fmla="*/ 0 h 114004"/>
                        <a:gd name="connsiteX7" fmla="*/ 34201 w 114004"/>
                        <a:gd name="connsiteY7" fmla="*/ 0 h 114004"/>
                        <a:gd name="connsiteX8" fmla="*/ 0 w 114004"/>
                        <a:gd name="connsiteY8" fmla="*/ 34201 h 114004"/>
                        <a:gd name="connsiteX9" fmla="*/ 5730 w 114004"/>
                        <a:gd name="connsiteY9" fmla="*/ 34201 h 114004"/>
                        <a:gd name="connsiteX10" fmla="*/ 34201 w 114004"/>
                        <a:gd name="connsiteY10" fmla="*/ 5730 h 114004"/>
                        <a:gd name="connsiteX11" fmla="*/ 79803 w 114004"/>
                        <a:gd name="connsiteY11" fmla="*/ 5730 h 114004"/>
                        <a:gd name="connsiteX12" fmla="*/ 108275 w 114004"/>
                        <a:gd name="connsiteY12" fmla="*/ 34201 h 114004"/>
                        <a:gd name="connsiteX13" fmla="*/ 108275 w 114004"/>
                        <a:gd name="connsiteY13" fmla="*/ 79803 h 114004"/>
                        <a:gd name="connsiteX14" fmla="*/ 79803 w 114004"/>
                        <a:gd name="connsiteY14" fmla="*/ 108275 h 114004"/>
                        <a:gd name="connsiteX15" fmla="*/ 34201 w 114004"/>
                        <a:gd name="connsiteY15" fmla="*/ 108275 h 114004"/>
                        <a:gd name="connsiteX16" fmla="*/ 5730 w 114004"/>
                        <a:gd name="connsiteY16" fmla="*/ 79803 h 114004"/>
                        <a:gd name="connsiteX17" fmla="*/ 5730 w 114004"/>
                        <a:gd name="connsiteY17" fmla="*/ 34201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0" y="34201"/>
                          </a:move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lnTo>
                            <a:pt x="34201" y="0"/>
                          </a:lnTo>
                          <a:cubicBezTo>
                            <a:pt x="15358" y="0"/>
                            <a:pt x="0" y="15299"/>
                            <a:pt x="0" y="34201"/>
                          </a:cubicBezTo>
                          <a:close/>
                          <a:moveTo>
                            <a:pt x="5730" y="34201"/>
                          </a:moveTo>
                          <a:cubicBezTo>
                            <a:pt x="5730" y="18489"/>
                            <a:pt x="18489" y="5730"/>
                            <a:pt x="34201" y="5730"/>
                          </a:cubicBezTo>
                          <a:lnTo>
                            <a:pt x="79803" y="5730"/>
                          </a:lnTo>
                          <a:cubicBezTo>
                            <a:pt x="95516" y="5730"/>
                            <a:pt x="108275" y="18489"/>
                            <a:pt x="108275" y="34201"/>
                          </a:cubicBezTo>
                          <a:lnTo>
                            <a:pt x="108275" y="79803"/>
                          </a:lnTo>
                          <a:cubicBezTo>
                            <a:pt x="108275" y="95516"/>
                            <a:pt x="95516" y="108275"/>
                            <a:pt x="79803" y="108275"/>
                          </a:cubicBezTo>
                          <a:lnTo>
                            <a:pt x="34201" y="108275"/>
                          </a:lnTo>
                          <a:cubicBezTo>
                            <a:pt x="18489" y="108275"/>
                            <a:pt x="5730" y="95516"/>
                            <a:pt x="5730" y="79803"/>
                          </a:cubicBezTo>
                          <a:lnTo>
                            <a:pt x="5730" y="3420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48" name="Freeform: Shape 547">
                      <a:extLst>
                        <a:ext uri="{FF2B5EF4-FFF2-40B4-BE49-F238E27FC236}">
                          <a16:creationId xmlns:a16="http://schemas.microsoft.com/office/drawing/2014/main" id="{2638F0F5-12A8-D7BD-978A-95ABC18ABD8E}"/>
                        </a:ext>
                      </a:extLst>
                    </p:cNvPr>
                    <p:cNvSpPr/>
                    <p:nvPr/>
                  </p:nvSpPr>
                  <p:spPr>
                    <a:xfrm>
                      <a:off x="2765114"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49" name="Freeform: Shape 548">
                      <a:extLst>
                        <a:ext uri="{FF2B5EF4-FFF2-40B4-BE49-F238E27FC236}">
                          <a16:creationId xmlns:a16="http://schemas.microsoft.com/office/drawing/2014/main" id="{FD7C5789-DB0C-FE6E-295D-3DE62DCCA321}"/>
                        </a:ext>
                      </a:extLst>
                    </p:cNvPr>
                    <p:cNvSpPr/>
                    <p:nvPr/>
                  </p:nvSpPr>
                  <p:spPr>
                    <a:xfrm>
                      <a:off x="2738533"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435" name="Graphic 4773">
                  <a:extLst>
                    <a:ext uri="{FF2B5EF4-FFF2-40B4-BE49-F238E27FC236}">
                      <a16:creationId xmlns:a16="http://schemas.microsoft.com/office/drawing/2014/main" id="{04622F4A-ABA9-5B4B-0F91-07984AB73FFA}"/>
                    </a:ext>
                  </a:extLst>
                </p:cNvPr>
                <p:cNvGrpSpPr/>
                <p:nvPr/>
              </p:nvGrpSpPr>
              <p:grpSpPr>
                <a:xfrm>
                  <a:off x="4176882" y="1893185"/>
                  <a:ext cx="116840" cy="236869"/>
                  <a:chOff x="4176882" y="1893185"/>
                  <a:chExt cx="116840" cy="236869"/>
                </a:xfrm>
                <a:grpFill/>
              </p:grpSpPr>
              <p:sp>
                <p:nvSpPr>
                  <p:cNvPr id="542" name="Freeform: Shape 541">
                    <a:extLst>
                      <a:ext uri="{FF2B5EF4-FFF2-40B4-BE49-F238E27FC236}">
                        <a16:creationId xmlns:a16="http://schemas.microsoft.com/office/drawing/2014/main" id="{556DE563-9D0A-A9A1-3878-88145D5639FF}"/>
                      </a:ext>
                    </a:extLst>
                  </p:cNvPr>
                  <p:cNvSpPr/>
                  <p:nvPr/>
                </p:nvSpPr>
                <p:spPr>
                  <a:xfrm>
                    <a:off x="4176941" y="2013274"/>
                    <a:ext cx="116781" cy="116781"/>
                  </a:xfrm>
                  <a:custGeom>
                    <a:avLst/>
                    <a:gdLst>
                      <a:gd name="connsiteX0" fmla="*/ 116781 w 116781"/>
                      <a:gd name="connsiteY0" fmla="*/ 97524 h 116781"/>
                      <a:gd name="connsiteX1" fmla="*/ 39813 w 116781"/>
                      <a:gd name="connsiteY1" fmla="*/ 20556 h 116781"/>
                      <a:gd name="connsiteX2" fmla="*/ 102782 w 116781"/>
                      <a:gd name="connsiteY2" fmla="*/ 20556 h 116781"/>
                      <a:gd name="connsiteX3" fmla="*/ 82225 w 116781"/>
                      <a:gd name="connsiteY3" fmla="*/ 0 h 116781"/>
                      <a:gd name="connsiteX4" fmla="*/ 0 w 116781"/>
                      <a:gd name="connsiteY4" fmla="*/ 0 h 116781"/>
                      <a:gd name="connsiteX5" fmla="*/ 0 w 116781"/>
                      <a:gd name="connsiteY5" fmla="*/ 82225 h 116781"/>
                      <a:gd name="connsiteX6" fmla="*/ 20556 w 116781"/>
                      <a:gd name="connsiteY6" fmla="*/ 102782 h 116781"/>
                      <a:gd name="connsiteX7" fmla="*/ 20556 w 116781"/>
                      <a:gd name="connsiteY7" fmla="*/ 39813 h 116781"/>
                      <a:gd name="connsiteX8" fmla="*/ 97524 w 116781"/>
                      <a:gd name="connsiteY8" fmla="*/ 116781 h 116781"/>
                      <a:gd name="connsiteX9" fmla="*/ 116781 w 116781"/>
                      <a:gd name="connsiteY9" fmla="*/ 97524 h 116781"/>
                      <a:gd name="connsiteX10" fmla="*/ 37746 w 116781"/>
                      <a:gd name="connsiteY10" fmla="*/ 22624 h 116781"/>
                      <a:gd name="connsiteX11" fmla="*/ 112646 w 116781"/>
                      <a:gd name="connsiteY11" fmla="*/ 97524 h 116781"/>
                      <a:gd name="connsiteX12" fmla="*/ 97465 w 116781"/>
                      <a:gd name="connsiteY12" fmla="*/ 112705 h 116781"/>
                      <a:gd name="connsiteX13" fmla="*/ 22565 w 116781"/>
                      <a:gd name="connsiteY13" fmla="*/ 37805 h 116781"/>
                      <a:gd name="connsiteX14" fmla="*/ 17603 w 116781"/>
                      <a:gd name="connsiteY14" fmla="*/ 32843 h 116781"/>
                      <a:gd name="connsiteX15" fmla="*/ 17603 w 116781"/>
                      <a:gd name="connsiteY15" fmla="*/ 39872 h 116781"/>
                      <a:gd name="connsiteX16" fmla="*/ 17603 w 116781"/>
                      <a:gd name="connsiteY16" fmla="*/ 95870 h 116781"/>
                      <a:gd name="connsiteX17" fmla="*/ 2835 w 116781"/>
                      <a:gd name="connsiteY17" fmla="*/ 81103 h 116781"/>
                      <a:gd name="connsiteX18" fmla="*/ 2835 w 116781"/>
                      <a:gd name="connsiteY18" fmla="*/ 2953 h 116781"/>
                      <a:gd name="connsiteX19" fmla="*/ 80985 w 116781"/>
                      <a:gd name="connsiteY19" fmla="*/ 2953 h 116781"/>
                      <a:gd name="connsiteX20" fmla="*/ 95752 w 116781"/>
                      <a:gd name="connsiteY20" fmla="*/ 17721 h 116781"/>
                      <a:gd name="connsiteX21" fmla="*/ 39813 w 116781"/>
                      <a:gd name="connsiteY21" fmla="*/ 17721 h 116781"/>
                      <a:gd name="connsiteX22" fmla="*/ 32784 w 116781"/>
                      <a:gd name="connsiteY22" fmla="*/ 17721 h 116781"/>
                      <a:gd name="connsiteX23" fmla="*/ 37746 w 116781"/>
                      <a:gd name="connsiteY23" fmla="*/ 2262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1">
                        <a:moveTo>
                          <a:pt x="116781" y="97524"/>
                        </a:moveTo>
                        <a:lnTo>
                          <a:pt x="39813" y="20556"/>
                        </a:lnTo>
                        <a:lnTo>
                          <a:pt x="102782" y="20556"/>
                        </a:lnTo>
                        <a:lnTo>
                          <a:pt x="82225" y="0"/>
                        </a:lnTo>
                        <a:lnTo>
                          <a:pt x="0" y="0"/>
                        </a:lnTo>
                        <a:lnTo>
                          <a:pt x="0" y="82225"/>
                        </a:lnTo>
                        <a:lnTo>
                          <a:pt x="20556" y="102782"/>
                        </a:lnTo>
                        <a:lnTo>
                          <a:pt x="20556" y="39813"/>
                        </a:lnTo>
                        <a:lnTo>
                          <a:pt x="97524" y="116781"/>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43" name="Freeform: Shape 542">
                    <a:extLst>
                      <a:ext uri="{FF2B5EF4-FFF2-40B4-BE49-F238E27FC236}">
                        <a16:creationId xmlns:a16="http://schemas.microsoft.com/office/drawing/2014/main" id="{FC8742CD-D0E3-F801-F57A-F2151639B02E}"/>
                      </a:ext>
                    </a:extLst>
                  </p:cNvPr>
                  <p:cNvSpPr/>
                  <p:nvPr/>
                </p:nvSpPr>
                <p:spPr>
                  <a:xfrm>
                    <a:off x="4176882" y="1893185"/>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7 w 116781"/>
                      <a:gd name="connsiteY5" fmla="*/ 76968 h 116780"/>
                      <a:gd name="connsiteX6" fmla="*/ 20557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7 h 116780"/>
                      <a:gd name="connsiteX11" fmla="*/ 2894 w 116781"/>
                      <a:gd name="connsiteY11" fmla="*/ 113887 h 116780"/>
                      <a:gd name="connsiteX12" fmla="*/ 2894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76 h 116780"/>
                      <a:gd name="connsiteX18" fmla="*/ 112705 w 116781"/>
                      <a:gd name="connsiteY18" fmla="*/ 19257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7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7" y="76968"/>
                        </a:lnTo>
                        <a:lnTo>
                          <a:pt x="20557" y="14000"/>
                        </a:lnTo>
                        <a:lnTo>
                          <a:pt x="0" y="34556"/>
                        </a:lnTo>
                        <a:lnTo>
                          <a:pt x="0" y="116781"/>
                        </a:lnTo>
                        <a:lnTo>
                          <a:pt x="82225" y="116781"/>
                        </a:lnTo>
                        <a:close/>
                        <a:moveTo>
                          <a:pt x="81044" y="113887"/>
                        </a:moveTo>
                        <a:lnTo>
                          <a:pt x="2894" y="113887"/>
                        </a:lnTo>
                        <a:lnTo>
                          <a:pt x="2894" y="35737"/>
                        </a:lnTo>
                        <a:lnTo>
                          <a:pt x="17662" y="20970"/>
                        </a:lnTo>
                        <a:lnTo>
                          <a:pt x="17662" y="76909"/>
                        </a:lnTo>
                        <a:lnTo>
                          <a:pt x="17662" y="83938"/>
                        </a:lnTo>
                        <a:lnTo>
                          <a:pt x="22624" y="78976"/>
                        </a:lnTo>
                        <a:lnTo>
                          <a:pt x="97524" y="4076"/>
                        </a:lnTo>
                        <a:lnTo>
                          <a:pt x="112705" y="19257"/>
                        </a:lnTo>
                        <a:lnTo>
                          <a:pt x="37805" y="94157"/>
                        </a:lnTo>
                        <a:lnTo>
                          <a:pt x="32843" y="99119"/>
                        </a:lnTo>
                        <a:lnTo>
                          <a:pt x="39872" y="99119"/>
                        </a:lnTo>
                        <a:lnTo>
                          <a:pt x="95811" y="99119"/>
                        </a:lnTo>
                        <a:lnTo>
                          <a:pt x="81044" y="11388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436" name="Graphic 4773">
                  <a:extLst>
                    <a:ext uri="{FF2B5EF4-FFF2-40B4-BE49-F238E27FC236}">
                      <a16:creationId xmlns:a16="http://schemas.microsoft.com/office/drawing/2014/main" id="{53AAC3E3-C3C6-A2F5-B80F-CBBCF5F179DD}"/>
                    </a:ext>
                  </a:extLst>
                </p:cNvPr>
                <p:cNvGrpSpPr/>
                <p:nvPr/>
              </p:nvGrpSpPr>
              <p:grpSpPr>
                <a:xfrm>
                  <a:off x="632696" y="2425108"/>
                  <a:ext cx="116780" cy="236869"/>
                  <a:chOff x="632696" y="2425108"/>
                  <a:chExt cx="116780" cy="236869"/>
                </a:xfrm>
                <a:grpFill/>
              </p:grpSpPr>
              <p:sp>
                <p:nvSpPr>
                  <p:cNvPr id="540" name="Freeform: Shape 539">
                    <a:extLst>
                      <a:ext uri="{FF2B5EF4-FFF2-40B4-BE49-F238E27FC236}">
                        <a16:creationId xmlns:a16="http://schemas.microsoft.com/office/drawing/2014/main" id="{C48479F2-F723-1B1D-0FC6-54A9A3AADD61}"/>
                      </a:ext>
                    </a:extLst>
                  </p:cNvPr>
                  <p:cNvSpPr/>
                  <p:nvPr/>
                </p:nvSpPr>
                <p:spPr>
                  <a:xfrm>
                    <a:off x="632696" y="2425108"/>
                    <a:ext cx="116780" cy="116781"/>
                  </a:xfrm>
                  <a:custGeom>
                    <a:avLst/>
                    <a:gdLst>
                      <a:gd name="connsiteX0" fmla="*/ 0 w 116780"/>
                      <a:gd name="connsiteY0" fmla="*/ 19257 h 116781"/>
                      <a:gd name="connsiteX1" fmla="*/ 76968 w 116780"/>
                      <a:gd name="connsiteY1" fmla="*/ 96225 h 116781"/>
                      <a:gd name="connsiteX2" fmla="*/ 14000 w 116780"/>
                      <a:gd name="connsiteY2" fmla="*/ 96225 h 116781"/>
                      <a:gd name="connsiteX3" fmla="*/ 34556 w 116780"/>
                      <a:gd name="connsiteY3" fmla="*/ 116781 h 116781"/>
                      <a:gd name="connsiteX4" fmla="*/ 116781 w 116780"/>
                      <a:gd name="connsiteY4" fmla="*/ 116781 h 116781"/>
                      <a:gd name="connsiteX5" fmla="*/ 116781 w 116780"/>
                      <a:gd name="connsiteY5" fmla="*/ 34556 h 116781"/>
                      <a:gd name="connsiteX6" fmla="*/ 96225 w 116780"/>
                      <a:gd name="connsiteY6" fmla="*/ 14000 h 116781"/>
                      <a:gd name="connsiteX7" fmla="*/ 96225 w 116780"/>
                      <a:gd name="connsiteY7" fmla="*/ 76968 h 116781"/>
                      <a:gd name="connsiteX8" fmla="*/ 19257 w 116780"/>
                      <a:gd name="connsiteY8" fmla="*/ 0 h 116781"/>
                      <a:gd name="connsiteX9" fmla="*/ 0 w 116780"/>
                      <a:gd name="connsiteY9" fmla="*/ 19257 h 116781"/>
                      <a:gd name="connsiteX10" fmla="*/ 79035 w 116780"/>
                      <a:gd name="connsiteY10" fmla="*/ 94216 h 116781"/>
                      <a:gd name="connsiteX11" fmla="*/ 4135 w 116780"/>
                      <a:gd name="connsiteY11" fmla="*/ 19316 h 116781"/>
                      <a:gd name="connsiteX12" fmla="*/ 19316 w 116780"/>
                      <a:gd name="connsiteY12" fmla="*/ 4135 h 116781"/>
                      <a:gd name="connsiteX13" fmla="*/ 94216 w 116780"/>
                      <a:gd name="connsiteY13" fmla="*/ 79035 h 116781"/>
                      <a:gd name="connsiteX14" fmla="*/ 99178 w 116780"/>
                      <a:gd name="connsiteY14" fmla="*/ 83997 h 116781"/>
                      <a:gd name="connsiteX15" fmla="*/ 99178 w 116780"/>
                      <a:gd name="connsiteY15" fmla="*/ 76968 h 116781"/>
                      <a:gd name="connsiteX16" fmla="*/ 99178 w 116780"/>
                      <a:gd name="connsiteY16" fmla="*/ 20970 h 116781"/>
                      <a:gd name="connsiteX17" fmla="*/ 113946 w 116780"/>
                      <a:gd name="connsiteY17" fmla="*/ 35737 h 116781"/>
                      <a:gd name="connsiteX18" fmla="*/ 113946 w 116780"/>
                      <a:gd name="connsiteY18" fmla="*/ 113887 h 116781"/>
                      <a:gd name="connsiteX19" fmla="*/ 35796 w 116780"/>
                      <a:gd name="connsiteY19" fmla="*/ 113887 h 116781"/>
                      <a:gd name="connsiteX20" fmla="*/ 21029 w 116780"/>
                      <a:gd name="connsiteY20" fmla="*/ 99119 h 116781"/>
                      <a:gd name="connsiteX21" fmla="*/ 76968 w 116780"/>
                      <a:gd name="connsiteY21" fmla="*/ 99119 h 116781"/>
                      <a:gd name="connsiteX22" fmla="*/ 83997 w 116780"/>
                      <a:gd name="connsiteY22" fmla="*/ 99119 h 116781"/>
                      <a:gd name="connsiteX23" fmla="*/ 79035 w 116780"/>
                      <a:gd name="connsiteY23" fmla="*/ 94216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0" y="19257"/>
                        </a:moveTo>
                        <a:lnTo>
                          <a:pt x="76968" y="96225"/>
                        </a:lnTo>
                        <a:lnTo>
                          <a:pt x="14000" y="96225"/>
                        </a:lnTo>
                        <a:lnTo>
                          <a:pt x="34556" y="116781"/>
                        </a:lnTo>
                        <a:lnTo>
                          <a:pt x="116781" y="116781"/>
                        </a:lnTo>
                        <a:lnTo>
                          <a:pt x="116781" y="34556"/>
                        </a:lnTo>
                        <a:lnTo>
                          <a:pt x="96225" y="14000"/>
                        </a:lnTo>
                        <a:lnTo>
                          <a:pt x="96225" y="76968"/>
                        </a:lnTo>
                        <a:lnTo>
                          <a:pt x="19257" y="0"/>
                        </a:lnTo>
                        <a:lnTo>
                          <a:pt x="0" y="19257"/>
                        </a:lnTo>
                        <a:close/>
                        <a:moveTo>
                          <a:pt x="79035" y="94216"/>
                        </a:moveTo>
                        <a:lnTo>
                          <a:pt x="4135" y="19316"/>
                        </a:lnTo>
                        <a:lnTo>
                          <a:pt x="19316" y="4135"/>
                        </a:lnTo>
                        <a:lnTo>
                          <a:pt x="94216" y="79035"/>
                        </a:lnTo>
                        <a:lnTo>
                          <a:pt x="99178" y="83997"/>
                        </a:lnTo>
                        <a:lnTo>
                          <a:pt x="99178" y="76968"/>
                        </a:lnTo>
                        <a:lnTo>
                          <a:pt x="99178" y="20970"/>
                        </a:lnTo>
                        <a:lnTo>
                          <a:pt x="113946" y="35737"/>
                        </a:lnTo>
                        <a:lnTo>
                          <a:pt x="113946" y="113887"/>
                        </a:lnTo>
                        <a:lnTo>
                          <a:pt x="35796" y="113887"/>
                        </a:lnTo>
                        <a:lnTo>
                          <a:pt x="21029" y="99119"/>
                        </a:lnTo>
                        <a:lnTo>
                          <a:pt x="76968" y="99119"/>
                        </a:lnTo>
                        <a:lnTo>
                          <a:pt x="83997" y="99119"/>
                        </a:lnTo>
                        <a:lnTo>
                          <a:pt x="79035" y="9421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41" name="Freeform: Shape 540">
                    <a:extLst>
                      <a:ext uri="{FF2B5EF4-FFF2-40B4-BE49-F238E27FC236}">
                        <a16:creationId xmlns:a16="http://schemas.microsoft.com/office/drawing/2014/main" id="{CDEB8E2D-C2B6-6316-8ED2-954C5C295053}"/>
                      </a:ext>
                    </a:extLst>
                  </p:cNvPr>
                  <p:cNvSpPr/>
                  <p:nvPr/>
                </p:nvSpPr>
                <p:spPr>
                  <a:xfrm>
                    <a:off x="632696" y="2545197"/>
                    <a:ext cx="116780" cy="116780"/>
                  </a:xfrm>
                  <a:custGeom>
                    <a:avLst/>
                    <a:gdLst>
                      <a:gd name="connsiteX0" fmla="*/ 34556 w 116780"/>
                      <a:gd name="connsiteY0" fmla="*/ 0 h 116780"/>
                      <a:gd name="connsiteX1" fmla="*/ 14000 w 116780"/>
                      <a:gd name="connsiteY1" fmla="*/ 20556 h 116780"/>
                      <a:gd name="connsiteX2" fmla="*/ 76968 w 116780"/>
                      <a:gd name="connsiteY2" fmla="*/ 20556 h 116780"/>
                      <a:gd name="connsiteX3" fmla="*/ 0 w 116780"/>
                      <a:gd name="connsiteY3" fmla="*/ 97524 h 116780"/>
                      <a:gd name="connsiteX4" fmla="*/ 19257 w 116780"/>
                      <a:gd name="connsiteY4" fmla="*/ 116781 h 116780"/>
                      <a:gd name="connsiteX5" fmla="*/ 96225 w 116780"/>
                      <a:gd name="connsiteY5" fmla="*/ 39813 h 116780"/>
                      <a:gd name="connsiteX6" fmla="*/ 96225 w 116780"/>
                      <a:gd name="connsiteY6" fmla="*/ 102781 h 116780"/>
                      <a:gd name="connsiteX7" fmla="*/ 116781 w 116780"/>
                      <a:gd name="connsiteY7" fmla="*/ 82225 h 116780"/>
                      <a:gd name="connsiteX8" fmla="*/ 116781 w 116780"/>
                      <a:gd name="connsiteY8" fmla="*/ 0 h 116780"/>
                      <a:gd name="connsiteX9" fmla="*/ 34556 w 116780"/>
                      <a:gd name="connsiteY9" fmla="*/ 0 h 116780"/>
                      <a:gd name="connsiteX10" fmla="*/ 35796 w 116780"/>
                      <a:gd name="connsiteY10" fmla="*/ 2894 h 116780"/>
                      <a:gd name="connsiteX11" fmla="*/ 113946 w 116780"/>
                      <a:gd name="connsiteY11" fmla="*/ 2894 h 116780"/>
                      <a:gd name="connsiteX12" fmla="*/ 113946 w 116780"/>
                      <a:gd name="connsiteY12" fmla="*/ 81044 h 116780"/>
                      <a:gd name="connsiteX13" fmla="*/ 99178 w 116780"/>
                      <a:gd name="connsiteY13" fmla="*/ 95811 h 116780"/>
                      <a:gd name="connsiteX14" fmla="*/ 99178 w 116780"/>
                      <a:gd name="connsiteY14" fmla="*/ 39872 h 116780"/>
                      <a:gd name="connsiteX15" fmla="*/ 99178 w 116780"/>
                      <a:gd name="connsiteY15" fmla="*/ 32843 h 116780"/>
                      <a:gd name="connsiteX16" fmla="*/ 94216 w 116780"/>
                      <a:gd name="connsiteY16" fmla="*/ 37805 h 116780"/>
                      <a:gd name="connsiteX17" fmla="*/ 19316 w 116780"/>
                      <a:gd name="connsiteY17" fmla="*/ 112705 h 116780"/>
                      <a:gd name="connsiteX18" fmla="*/ 4135 w 116780"/>
                      <a:gd name="connsiteY18" fmla="*/ 97524 h 116780"/>
                      <a:gd name="connsiteX19" fmla="*/ 79035 w 116780"/>
                      <a:gd name="connsiteY19" fmla="*/ 22624 h 116780"/>
                      <a:gd name="connsiteX20" fmla="*/ 83997 w 116780"/>
                      <a:gd name="connsiteY20" fmla="*/ 17662 h 116780"/>
                      <a:gd name="connsiteX21" fmla="*/ 76968 w 116780"/>
                      <a:gd name="connsiteY21" fmla="*/ 17662 h 116780"/>
                      <a:gd name="connsiteX22" fmla="*/ 21029 w 116780"/>
                      <a:gd name="connsiteY22" fmla="*/ 17662 h 116780"/>
                      <a:gd name="connsiteX23" fmla="*/ 35796 w 116780"/>
                      <a:gd name="connsiteY23" fmla="*/ 2894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0">
                        <a:moveTo>
                          <a:pt x="34556" y="0"/>
                        </a:moveTo>
                        <a:lnTo>
                          <a:pt x="14000" y="20556"/>
                        </a:lnTo>
                        <a:lnTo>
                          <a:pt x="76968" y="20556"/>
                        </a:lnTo>
                        <a:lnTo>
                          <a:pt x="0" y="97524"/>
                        </a:lnTo>
                        <a:lnTo>
                          <a:pt x="19257" y="116781"/>
                        </a:lnTo>
                        <a:lnTo>
                          <a:pt x="96225" y="39813"/>
                        </a:lnTo>
                        <a:lnTo>
                          <a:pt x="96225" y="102781"/>
                        </a:lnTo>
                        <a:lnTo>
                          <a:pt x="116781" y="82225"/>
                        </a:lnTo>
                        <a:lnTo>
                          <a:pt x="116781" y="0"/>
                        </a:lnTo>
                        <a:lnTo>
                          <a:pt x="34556" y="0"/>
                        </a:lnTo>
                        <a:close/>
                        <a:moveTo>
                          <a:pt x="35796" y="2894"/>
                        </a:moveTo>
                        <a:lnTo>
                          <a:pt x="113946" y="2894"/>
                        </a:lnTo>
                        <a:lnTo>
                          <a:pt x="113946" y="81044"/>
                        </a:lnTo>
                        <a:lnTo>
                          <a:pt x="99178" y="95811"/>
                        </a:lnTo>
                        <a:lnTo>
                          <a:pt x="99178" y="39872"/>
                        </a:lnTo>
                        <a:lnTo>
                          <a:pt x="99178" y="32843"/>
                        </a:lnTo>
                        <a:lnTo>
                          <a:pt x="94216" y="37805"/>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437" name="Graphic 4773">
                  <a:extLst>
                    <a:ext uri="{FF2B5EF4-FFF2-40B4-BE49-F238E27FC236}">
                      <a16:creationId xmlns:a16="http://schemas.microsoft.com/office/drawing/2014/main" id="{A7E12DB5-E128-D633-DC15-E46A62B23612}"/>
                    </a:ext>
                  </a:extLst>
                </p:cNvPr>
                <p:cNvGrpSpPr/>
                <p:nvPr/>
              </p:nvGrpSpPr>
              <p:grpSpPr>
                <a:xfrm>
                  <a:off x="1371068" y="3902502"/>
                  <a:ext cx="116780" cy="236929"/>
                  <a:chOff x="1371068" y="3902502"/>
                  <a:chExt cx="116780" cy="236929"/>
                </a:xfrm>
                <a:grpFill/>
              </p:grpSpPr>
              <p:sp>
                <p:nvSpPr>
                  <p:cNvPr id="538" name="Freeform: Shape 537">
                    <a:extLst>
                      <a:ext uri="{FF2B5EF4-FFF2-40B4-BE49-F238E27FC236}">
                        <a16:creationId xmlns:a16="http://schemas.microsoft.com/office/drawing/2014/main" id="{3BA639C4-8BC2-F58D-8D2A-1212D3E1A71A}"/>
                      </a:ext>
                    </a:extLst>
                  </p:cNvPr>
                  <p:cNvSpPr/>
                  <p:nvPr/>
                </p:nvSpPr>
                <p:spPr>
                  <a:xfrm>
                    <a:off x="1371068" y="3902502"/>
                    <a:ext cx="116780" cy="116840"/>
                  </a:xfrm>
                  <a:custGeom>
                    <a:avLst/>
                    <a:gdLst>
                      <a:gd name="connsiteX0" fmla="*/ 0 w 116780"/>
                      <a:gd name="connsiteY0" fmla="*/ 19316 h 116840"/>
                      <a:gd name="connsiteX1" fmla="*/ 76968 w 116780"/>
                      <a:gd name="connsiteY1" fmla="*/ 96284 h 116840"/>
                      <a:gd name="connsiteX2" fmla="*/ 14000 w 116780"/>
                      <a:gd name="connsiteY2" fmla="*/ 96284 h 116840"/>
                      <a:gd name="connsiteX3" fmla="*/ 34556 w 116780"/>
                      <a:gd name="connsiteY3" fmla="*/ 116840 h 116840"/>
                      <a:gd name="connsiteX4" fmla="*/ 116781 w 116780"/>
                      <a:gd name="connsiteY4" fmla="*/ 116840 h 116840"/>
                      <a:gd name="connsiteX5" fmla="*/ 116781 w 116780"/>
                      <a:gd name="connsiteY5" fmla="*/ 34556 h 116840"/>
                      <a:gd name="connsiteX6" fmla="*/ 96225 w 116780"/>
                      <a:gd name="connsiteY6" fmla="*/ 14000 h 116840"/>
                      <a:gd name="connsiteX7" fmla="*/ 96225 w 116780"/>
                      <a:gd name="connsiteY7" fmla="*/ 76968 h 116840"/>
                      <a:gd name="connsiteX8" fmla="*/ 19257 w 116780"/>
                      <a:gd name="connsiteY8" fmla="*/ 0 h 116840"/>
                      <a:gd name="connsiteX9" fmla="*/ 0 w 116780"/>
                      <a:gd name="connsiteY9" fmla="*/ 19316 h 116840"/>
                      <a:gd name="connsiteX10" fmla="*/ 79035 w 116780"/>
                      <a:gd name="connsiteY10" fmla="*/ 94216 h 116840"/>
                      <a:gd name="connsiteX11" fmla="*/ 4135 w 116780"/>
                      <a:gd name="connsiteY11" fmla="*/ 19316 h 116840"/>
                      <a:gd name="connsiteX12" fmla="*/ 19316 w 116780"/>
                      <a:gd name="connsiteY12" fmla="*/ 4135 h 116840"/>
                      <a:gd name="connsiteX13" fmla="*/ 94216 w 116780"/>
                      <a:gd name="connsiteY13" fmla="*/ 79035 h 116840"/>
                      <a:gd name="connsiteX14" fmla="*/ 99178 w 116780"/>
                      <a:gd name="connsiteY14" fmla="*/ 83997 h 116840"/>
                      <a:gd name="connsiteX15" fmla="*/ 99178 w 116780"/>
                      <a:gd name="connsiteY15" fmla="*/ 76968 h 116840"/>
                      <a:gd name="connsiteX16" fmla="*/ 99178 w 116780"/>
                      <a:gd name="connsiteY16" fmla="*/ 21029 h 116840"/>
                      <a:gd name="connsiteX17" fmla="*/ 113946 w 116780"/>
                      <a:gd name="connsiteY17" fmla="*/ 35796 h 116840"/>
                      <a:gd name="connsiteX18" fmla="*/ 113946 w 116780"/>
                      <a:gd name="connsiteY18" fmla="*/ 113946 h 116840"/>
                      <a:gd name="connsiteX19" fmla="*/ 35796 w 116780"/>
                      <a:gd name="connsiteY19" fmla="*/ 113946 h 116840"/>
                      <a:gd name="connsiteX20" fmla="*/ 21029 w 116780"/>
                      <a:gd name="connsiteY20" fmla="*/ 99178 h 116840"/>
                      <a:gd name="connsiteX21" fmla="*/ 76968 w 116780"/>
                      <a:gd name="connsiteY21" fmla="*/ 99178 h 116840"/>
                      <a:gd name="connsiteX22" fmla="*/ 83997 w 116780"/>
                      <a:gd name="connsiteY22" fmla="*/ 99178 h 116840"/>
                      <a:gd name="connsiteX23" fmla="*/ 79035 w 116780"/>
                      <a:gd name="connsiteY23" fmla="*/ 94216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840">
                        <a:moveTo>
                          <a:pt x="0" y="19316"/>
                        </a:moveTo>
                        <a:lnTo>
                          <a:pt x="76968" y="96284"/>
                        </a:lnTo>
                        <a:lnTo>
                          <a:pt x="14000" y="96284"/>
                        </a:lnTo>
                        <a:lnTo>
                          <a:pt x="34556" y="116840"/>
                        </a:lnTo>
                        <a:lnTo>
                          <a:pt x="116781" y="116840"/>
                        </a:lnTo>
                        <a:lnTo>
                          <a:pt x="116781" y="34556"/>
                        </a:lnTo>
                        <a:lnTo>
                          <a:pt x="96225" y="14000"/>
                        </a:lnTo>
                        <a:lnTo>
                          <a:pt x="96225" y="76968"/>
                        </a:lnTo>
                        <a:lnTo>
                          <a:pt x="19257" y="0"/>
                        </a:lnTo>
                        <a:lnTo>
                          <a:pt x="0" y="19316"/>
                        </a:lnTo>
                        <a:close/>
                        <a:moveTo>
                          <a:pt x="79035" y="94216"/>
                        </a:moveTo>
                        <a:lnTo>
                          <a:pt x="4135" y="19316"/>
                        </a:lnTo>
                        <a:lnTo>
                          <a:pt x="19316" y="4135"/>
                        </a:lnTo>
                        <a:lnTo>
                          <a:pt x="94216" y="79035"/>
                        </a:lnTo>
                        <a:lnTo>
                          <a:pt x="99178" y="83997"/>
                        </a:lnTo>
                        <a:lnTo>
                          <a:pt x="99178" y="76968"/>
                        </a:lnTo>
                        <a:lnTo>
                          <a:pt x="99178" y="21029"/>
                        </a:lnTo>
                        <a:lnTo>
                          <a:pt x="113946" y="35796"/>
                        </a:lnTo>
                        <a:lnTo>
                          <a:pt x="113946" y="113946"/>
                        </a:lnTo>
                        <a:lnTo>
                          <a:pt x="35796" y="113946"/>
                        </a:lnTo>
                        <a:lnTo>
                          <a:pt x="21029" y="99178"/>
                        </a:lnTo>
                        <a:lnTo>
                          <a:pt x="76968" y="99178"/>
                        </a:lnTo>
                        <a:lnTo>
                          <a:pt x="83997" y="99178"/>
                        </a:lnTo>
                        <a:lnTo>
                          <a:pt x="79035" y="9421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39" name="Freeform: Shape 538">
                    <a:extLst>
                      <a:ext uri="{FF2B5EF4-FFF2-40B4-BE49-F238E27FC236}">
                        <a16:creationId xmlns:a16="http://schemas.microsoft.com/office/drawing/2014/main" id="{27350938-D7C1-D820-D29A-78795368A84A}"/>
                      </a:ext>
                    </a:extLst>
                  </p:cNvPr>
                  <p:cNvSpPr/>
                  <p:nvPr/>
                </p:nvSpPr>
                <p:spPr>
                  <a:xfrm>
                    <a:off x="1371068" y="4022650"/>
                    <a:ext cx="116780" cy="116781"/>
                  </a:xfrm>
                  <a:custGeom>
                    <a:avLst/>
                    <a:gdLst>
                      <a:gd name="connsiteX0" fmla="*/ 34556 w 116780"/>
                      <a:gd name="connsiteY0" fmla="*/ 0 h 116781"/>
                      <a:gd name="connsiteX1" fmla="*/ 14000 w 116780"/>
                      <a:gd name="connsiteY1" fmla="*/ 20556 h 116781"/>
                      <a:gd name="connsiteX2" fmla="*/ 76968 w 116780"/>
                      <a:gd name="connsiteY2" fmla="*/ 20556 h 116781"/>
                      <a:gd name="connsiteX3" fmla="*/ 0 w 116780"/>
                      <a:gd name="connsiteY3" fmla="*/ 97524 h 116781"/>
                      <a:gd name="connsiteX4" fmla="*/ 19257 w 116780"/>
                      <a:gd name="connsiteY4" fmla="*/ 116781 h 116781"/>
                      <a:gd name="connsiteX5" fmla="*/ 96225 w 116780"/>
                      <a:gd name="connsiteY5" fmla="*/ 39813 h 116781"/>
                      <a:gd name="connsiteX6" fmla="*/ 96225 w 116780"/>
                      <a:gd name="connsiteY6" fmla="*/ 102782 h 116781"/>
                      <a:gd name="connsiteX7" fmla="*/ 116781 w 116780"/>
                      <a:gd name="connsiteY7" fmla="*/ 82225 h 116781"/>
                      <a:gd name="connsiteX8" fmla="*/ 116781 w 116780"/>
                      <a:gd name="connsiteY8" fmla="*/ 0 h 116781"/>
                      <a:gd name="connsiteX9" fmla="*/ 34556 w 116780"/>
                      <a:gd name="connsiteY9" fmla="*/ 0 h 116781"/>
                      <a:gd name="connsiteX10" fmla="*/ 35796 w 116780"/>
                      <a:gd name="connsiteY10" fmla="*/ 2894 h 116781"/>
                      <a:gd name="connsiteX11" fmla="*/ 113946 w 116780"/>
                      <a:gd name="connsiteY11" fmla="*/ 2894 h 116781"/>
                      <a:gd name="connsiteX12" fmla="*/ 113946 w 116780"/>
                      <a:gd name="connsiteY12" fmla="*/ 80985 h 116781"/>
                      <a:gd name="connsiteX13" fmla="*/ 99178 w 116780"/>
                      <a:gd name="connsiteY13" fmla="*/ 95752 h 116781"/>
                      <a:gd name="connsiteX14" fmla="*/ 99178 w 116780"/>
                      <a:gd name="connsiteY14" fmla="*/ 39813 h 116781"/>
                      <a:gd name="connsiteX15" fmla="*/ 99178 w 116780"/>
                      <a:gd name="connsiteY15" fmla="*/ 32784 h 116781"/>
                      <a:gd name="connsiteX16" fmla="*/ 94216 w 116780"/>
                      <a:gd name="connsiteY16" fmla="*/ 37746 h 116781"/>
                      <a:gd name="connsiteX17" fmla="*/ 19316 w 116780"/>
                      <a:gd name="connsiteY17" fmla="*/ 112705 h 116781"/>
                      <a:gd name="connsiteX18" fmla="*/ 4135 w 116780"/>
                      <a:gd name="connsiteY18" fmla="*/ 97524 h 116781"/>
                      <a:gd name="connsiteX19" fmla="*/ 79035 w 116780"/>
                      <a:gd name="connsiteY19" fmla="*/ 22624 h 116781"/>
                      <a:gd name="connsiteX20" fmla="*/ 83997 w 116780"/>
                      <a:gd name="connsiteY20" fmla="*/ 17662 h 116781"/>
                      <a:gd name="connsiteX21" fmla="*/ 76968 w 116780"/>
                      <a:gd name="connsiteY21" fmla="*/ 17662 h 116781"/>
                      <a:gd name="connsiteX22" fmla="*/ 21029 w 116780"/>
                      <a:gd name="connsiteY22" fmla="*/ 17662 h 116781"/>
                      <a:gd name="connsiteX23" fmla="*/ 35796 w 116780"/>
                      <a:gd name="connsiteY23" fmla="*/ 289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34556" y="0"/>
                        </a:moveTo>
                        <a:lnTo>
                          <a:pt x="14000" y="20556"/>
                        </a:lnTo>
                        <a:lnTo>
                          <a:pt x="76968" y="20556"/>
                        </a:lnTo>
                        <a:lnTo>
                          <a:pt x="0" y="97524"/>
                        </a:lnTo>
                        <a:lnTo>
                          <a:pt x="19257" y="116781"/>
                        </a:lnTo>
                        <a:lnTo>
                          <a:pt x="96225" y="39813"/>
                        </a:lnTo>
                        <a:lnTo>
                          <a:pt x="96225" y="102782"/>
                        </a:lnTo>
                        <a:lnTo>
                          <a:pt x="116781" y="82225"/>
                        </a:lnTo>
                        <a:lnTo>
                          <a:pt x="116781" y="0"/>
                        </a:lnTo>
                        <a:lnTo>
                          <a:pt x="34556" y="0"/>
                        </a:lnTo>
                        <a:close/>
                        <a:moveTo>
                          <a:pt x="35796" y="2894"/>
                        </a:moveTo>
                        <a:lnTo>
                          <a:pt x="113946" y="2894"/>
                        </a:lnTo>
                        <a:lnTo>
                          <a:pt x="113946" y="80985"/>
                        </a:lnTo>
                        <a:lnTo>
                          <a:pt x="99178" y="95752"/>
                        </a:lnTo>
                        <a:lnTo>
                          <a:pt x="99178" y="39813"/>
                        </a:lnTo>
                        <a:lnTo>
                          <a:pt x="99178" y="32784"/>
                        </a:lnTo>
                        <a:lnTo>
                          <a:pt x="94216" y="37746"/>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438" name="Graphic 4773">
                  <a:extLst>
                    <a:ext uri="{FF2B5EF4-FFF2-40B4-BE49-F238E27FC236}">
                      <a16:creationId xmlns:a16="http://schemas.microsoft.com/office/drawing/2014/main" id="{9B7BEC8B-4EE5-3268-E4C7-C45A2EC5E201}"/>
                    </a:ext>
                  </a:extLst>
                </p:cNvPr>
                <p:cNvGrpSpPr/>
                <p:nvPr/>
              </p:nvGrpSpPr>
              <p:grpSpPr>
                <a:xfrm>
                  <a:off x="2079905" y="3900907"/>
                  <a:ext cx="116840" cy="236928"/>
                  <a:chOff x="2079905" y="3900907"/>
                  <a:chExt cx="116840" cy="236928"/>
                </a:xfrm>
                <a:grpFill/>
              </p:grpSpPr>
              <p:sp>
                <p:nvSpPr>
                  <p:cNvPr id="536" name="Freeform: Shape 535">
                    <a:extLst>
                      <a:ext uri="{FF2B5EF4-FFF2-40B4-BE49-F238E27FC236}">
                        <a16:creationId xmlns:a16="http://schemas.microsoft.com/office/drawing/2014/main" id="{B8D6A6A3-C1AC-0F5A-CA92-D4BDA2F80367}"/>
                      </a:ext>
                    </a:extLst>
                  </p:cNvPr>
                  <p:cNvSpPr/>
                  <p:nvPr/>
                </p:nvSpPr>
                <p:spPr>
                  <a:xfrm>
                    <a:off x="2079964" y="4020996"/>
                    <a:ext cx="116781" cy="116840"/>
                  </a:xfrm>
                  <a:custGeom>
                    <a:avLst/>
                    <a:gdLst>
                      <a:gd name="connsiteX0" fmla="*/ 116781 w 116781"/>
                      <a:gd name="connsiteY0" fmla="*/ 97524 h 116840"/>
                      <a:gd name="connsiteX1" fmla="*/ 39813 w 116781"/>
                      <a:gd name="connsiteY1" fmla="*/ 20557 h 116840"/>
                      <a:gd name="connsiteX2" fmla="*/ 102781 w 116781"/>
                      <a:gd name="connsiteY2" fmla="*/ 20557 h 116840"/>
                      <a:gd name="connsiteX3" fmla="*/ 82225 w 116781"/>
                      <a:gd name="connsiteY3" fmla="*/ 0 h 116840"/>
                      <a:gd name="connsiteX4" fmla="*/ 0 w 116781"/>
                      <a:gd name="connsiteY4" fmla="*/ 0 h 116840"/>
                      <a:gd name="connsiteX5" fmla="*/ 0 w 116781"/>
                      <a:gd name="connsiteY5" fmla="*/ 82225 h 116840"/>
                      <a:gd name="connsiteX6" fmla="*/ 20556 w 116781"/>
                      <a:gd name="connsiteY6" fmla="*/ 102782 h 116840"/>
                      <a:gd name="connsiteX7" fmla="*/ 20556 w 116781"/>
                      <a:gd name="connsiteY7" fmla="*/ 39813 h 116840"/>
                      <a:gd name="connsiteX8" fmla="*/ 97465 w 116781"/>
                      <a:gd name="connsiteY8" fmla="*/ 116840 h 116840"/>
                      <a:gd name="connsiteX9" fmla="*/ 116781 w 116781"/>
                      <a:gd name="connsiteY9" fmla="*/ 97524 h 116840"/>
                      <a:gd name="connsiteX10" fmla="*/ 37746 w 116781"/>
                      <a:gd name="connsiteY10" fmla="*/ 22624 h 116840"/>
                      <a:gd name="connsiteX11" fmla="*/ 112646 w 116781"/>
                      <a:gd name="connsiteY11" fmla="*/ 97524 h 116840"/>
                      <a:gd name="connsiteX12" fmla="*/ 97465 w 116781"/>
                      <a:gd name="connsiteY12" fmla="*/ 112705 h 116840"/>
                      <a:gd name="connsiteX13" fmla="*/ 22565 w 116781"/>
                      <a:gd name="connsiteY13" fmla="*/ 37805 h 116840"/>
                      <a:gd name="connsiteX14" fmla="*/ 17603 w 116781"/>
                      <a:gd name="connsiteY14" fmla="*/ 32843 h 116840"/>
                      <a:gd name="connsiteX15" fmla="*/ 17603 w 116781"/>
                      <a:gd name="connsiteY15" fmla="*/ 39872 h 116840"/>
                      <a:gd name="connsiteX16" fmla="*/ 17603 w 116781"/>
                      <a:gd name="connsiteY16" fmla="*/ 95870 h 116840"/>
                      <a:gd name="connsiteX17" fmla="*/ 2835 w 116781"/>
                      <a:gd name="connsiteY17" fmla="*/ 81103 h 116840"/>
                      <a:gd name="connsiteX18" fmla="*/ 2835 w 116781"/>
                      <a:gd name="connsiteY18" fmla="*/ 2953 h 116840"/>
                      <a:gd name="connsiteX19" fmla="*/ 80985 w 116781"/>
                      <a:gd name="connsiteY19" fmla="*/ 2953 h 116840"/>
                      <a:gd name="connsiteX20" fmla="*/ 95752 w 116781"/>
                      <a:gd name="connsiteY20" fmla="*/ 17721 h 116840"/>
                      <a:gd name="connsiteX21" fmla="*/ 39813 w 116781"/>
                      <a:gd name="connsiteY21" fmla="*/ 17721 h 116840"/>
                      <a:gd name="connsiteX22" fmla="*/ 32784 w 116781"/>
                      <a:gd name="connsiteY22" fmla="*/ 17721 h 116840"/>
                      <a:gd name="connsiteX23" fmla="*/ 37746 w 116781"/>
                      <a:gd name="connsiteY23" fmla="*/ 22624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840">
                        <a:moveTo>
                          <a:pt x="116781" y="97524"/>
                        </a:moveTo>
                        <a:lnTo>
                          <a:pt x="39813" y="20557"/>
                        </a:lnTo>
                        <a:lnTo>
                          <a:pt x="102781" y="20557"/>
                        </a:lnTo>
                        <a:lnTo>
                          <a:pt x="82225" y="0"/>
                        </a:lnTo>
                        <a:lnTo>
                          <a:pt x="0" y="0"/>
                        </a:lnTo>
                        <a:lnTo>
                          <a:pt x="0" y="82225"/>
                        </a:lnTo>
                        <a:lnTo>
                          <a:pt x="20556" y="102782"/>
                        </a:lnTo>
                        <a:lnTo>
                          <a:pt x="20556" y="39813"/>
                        </a:lnTo>
                        <a:lnTo>
                          <a:pt x="97465" y="116840"/>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37" name="Freeform: Shape 536">
                    <a:extLst>
                      <a:ext uri="{FF2B5EF4-FFF2-40B4-BE49-F238E27FC236}">
                        <a16:creationId xmlns:a16="http://schemas.microsoft.com/office/drawing/2014/main" id="{FDE9EE90-C927-58B0-018C-E18FE0679C6E}"/>
                      </a:ext>
                    </a:extLst>
                  </p:cNvPr>
                  <p:cNvSpPr/>
                  <p:nvPr/>
                </p:nvSpPr>
                <p:spPr>
                  <a:xfrm>
                    <a:off x="2079905" y="3900907"/>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6 w 116781"/>
                      <a:gd name="connsiteY5" fmla="*/ 76968 h 116780"/>
                      <a:gd name="connsiteX6" fmla="*/ 20556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6 h 116780"/>
                      <a:gd name="connsiteX11" fmla="*/ 2895 w 116781"/>
                      <a:gd name="connsiteY11" fmla="*/ 113886 h 116780"/>
                      <a:gd name="connsiteX12" fmla="*/ 2895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17 h 116780"/>
                      <a:gd name="connsiteX18" fmla="*/ 112705 w 116781"/>
                      <a:gd name="connsiteY18" fmla="*/ 19198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6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6" y="76968"/>
                        </a:lnTo>
                        <a:lnTo>
                          <a:pt x="20556" y="14000"/>
                        </a:lnTo>
                        <a:lnTo>
                          <a:pt x="0" y="34556"/>
                        </a:lnTo>
                        <a:lnTo>
                          <a:pt x="0" y="116781"/>
                        </a:lnTo>
                        <a:lnTo>
                          <a:pt x="82225" y="116781"/>
                        </a:lnTo>
                        <a:close/>
                        <a:moveTo>
                          <a:pt x="81044" y="113886"/>
                        </a:moveTo>
                        <a:lnTo>
                          <a:pt x="2895" y="113886"/>
                        </a:lnTo>
                        <a:lnTo>
                          <a:pt x="2895" y="35737"/>
                        </a:lnTo>
                        <a:lnTo>
                          <a:pt x="17662" y="20970"/>
                        </a:lnTo>
                        <a:lnTo>
                          <a:pt x="17662" y="76909"/>
                        </a:lnTo>
                        <a:lnTo>
                          <a:pt x="17662" y="83938"/>
                        </a:lnTo>
                        <a:lnTo>
                          <a:pt x="22624" y="78976"/>
                        </a:lnTo>
                        <a:lnTo>
                          <a:pt x="97524" y="4017"/>
                        </a:lnTo>
                        <a:lnTo>
                          <a:pt x="112705" y="19198"/>
                        </a:lnTo>
                        <a:lnTo>
                          <a:pt x="37805" y="94157"/>
                        </a:lnTo>
                        <a:lnTo>
                          <a:pt x="32843" y="99119"/>
                        </a:lnTo>
                        <a:lnTo>
                          <a:pt x="39872" y="99119"/>
                        </a:lnTo>
                        <a:lnTo>
                          <a:pt x="95811" y="99119"/>
                        </a:lnTo>
                        <a:lnTo>
                          <a:pt x="81044" y="11388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439" name="Graphic 4773">
                  <a:extLst>
                    <a:ext uri="{FF2B5EF4-FFF2-40B4-BE49-F238E27FC236}">
                      <a16:creationId xmlns:a16="http://schemas.microsoft.com/office/drawing/2014/main" id="{E6175B4A-E29C-DE62-17D9-76B996213323}"/>
                    </a:ext>
                  </a:extLst>
                </p:cNvPr>
                <p:cNvGrpSpPr/>
                <p:nvPr/>
              </p:nvGrpSpPr>
              <p:grpSpPr>
                <a:xfrm>
                  <a:off x="1932349" y="1658589"/>
                  <a:ext cx="648231" cy="115451"/>
                  <a:chOff x="1932349" y="1658589"/>
                  <a:chExt cx="648231" cy="115451"/>
                </a:xfrm>
                <a:grpFill/>
              </p:grpSpPr>
              <p:sp>
                <p:nvSpPr>
                  <p:cNvPr id="520" name="Freeform: Shape 519">
                    <a:extLst>
                      <a:ext uri="{FF2B5EF4-FFF2-40B4-BE49-F238E27FC236}">
                        <a16:creationId xmlns:a16="http://schemas.microsoft.com/office/drawing/2014/main" id="{3CBC6CCC-DE9F-FB7A-AF95-BCB9E7034FED}"/>
                      </a:ext>
                    </a:extLst>
                  </p:cNvPr>
                  <p:cNvSpPr/>
                  <p:nvPr/>
                </p:nvSpPr>
                <p:spPr>
                  <a:xfrm>
                    <a:off x="2171286" y="170398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70" y="22210"/>
                          <a:pt x="2540" y="17839"/>
                          <a:pt x="2540" y="12405"/>
                        </a:cubicBezTo>
                        <a:cubicBezTo>
                          <a:pt x="2540" y="6970"/>
                          <a:pt x="6911" y="2599"/>
                          <a:pt x="12346" y="2599"/>
                        </a:cubicBezTo>
                        <a:lnTo>
                          <a:pt x="12346" y="2599"/>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21" name="Freeform: Shape 520">
                    <a:extLst>
                      <a:ext uri="{FF2B5EF4-FFF2-40B4-BE49-F238E27FC236}">
                        <a16:creationId xmlns:a16="http://schemas.microsoft.com/office/drawing/2014/main" id="{9FA2C75C-18A9-9829-41D0-1A6B03E92231}"/>
                      </a:ext>
                    </a:extLst>
                  </p:cNvPr>
                  <p:cNvSpPr/>
                  <p:nvPr/>
                </p:nvSpPr>
                <p:spPr>
                  <a:xfrm>
                    <a:off x="222255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22" name="Freeform: Shape 521">
                    <a:extLst>
                      <a:ext uri="{FF2B5EF4-FFF2-40B4-BE49-F238E27FC236}">
                        <a16:creationId xmlns:a16="http://schemas.microsoft.com/office/drawing/2014/main" id="{8078EA30-0800-FFB0-0A38-BB584E3D4A03}"/>
                      </a:ext>
                    </a:extLst>
                  </p:cNvPr>
                  <p:cNvSpPr/>
                  <p:nvPr/>
                </p:nvSpPr>
                <p:spPr>
                  <a:xfrm>
                    <a:off x="2248254"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23" name="Freeform: Shape 522">
                    <a:extLst>
                      <a:ext uri="{FF2B5EF4-FFF2-40B4-BE49-F238E27FC236}">
                        <a16:creationId xmlns:a16="http://schemas.microsoft.com/office/drawing/2014/main" id="{6D18B29E-34D5-A62D-1768-D3C387BA1019}"/>
                      </a:ext>
                    </a:extLst>
                  </p:cNvPr>
                  <p:cNvSpPr/>
                  <p:nvPr/>
                </p:nvSpPr>
                <p:spPr>
                  <a:xfrm>
                    <a:off x="2299467"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750"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24" name="Freeform: Shape 523">
                    <a:extLst>
                      <a:ext uri="{FF2B5EF4-FFF2-40B4-BE49-F238E27FC236}">
                        <a16:creationId xmlns:a16="http://schemas.microsoft.com/office/drawing/2014/main" id="{867F9611-5CB6-DB84-D611-7318B03EFB20}"/>
                      </a:ext>
                    </a:extLst>
                  </p:cNvPr>
                  <p:cNvSpPr/>
                  <p:nvPr/>
                </p:nvSpPr>
                <p:spPr>
                  <a:xfrm>
                    <a:off x="235079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25" name="Freeform: Shape 524">
                    <a:extLst>
                      <a:ext uri="{FF2B5EF4-FFF2-40B4-BE49-F238E27FC236}">
                        <a16:creationId xmlns:a16="http://schemas.microsoft.com/office/drawing/2014/main" id="{80FDD3B2-C3BE-88AD-84AF-F41E2F39373A}"/>
                      </a:ext>
                    </a:extLst>
                  </p:cNvPr>
                  <p:cNvSpPr/>
                  <p:nvPr/>
                </p:nvSpPr>
                <p:spPr>
                  <a:xfrm>
                    <a:off x="2376435"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80"/>
                          <a:pt x="17780" y="22151"/>
                          <a:pt x="12346" y="22151"/>
                        </a:cubicBezTo>
                        <a:cubicBezTo>
                          <a:pt x="6970" y="22151"/>
                          <a:pt x="2540" y="17721"/>
                          <a:pt x="2540" y="12346"/>
                        </a:cubicBezTo>
                        <a:cubicBezTo>
                          <a:pt x="2540" y="6970"/>
                          <a:pt x="6911"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26" name="Freeform: Shape 525">
                    <a:extLst>
                      <a:ext uri="{FF2B5EF4-FFF2-40B4-BE49-F238E27FC236}">
                        <a16:creationId xmlns:a16="http://schemas.microsoft.com/office/drawing/2014/main" id="{44A29156-BB2F-0821-F3A1-C35B0978F069}"/>
                      </a:ext>
                    </a:extLst>
                  </p:cNvPr>
                  <p:cNvSpPr/>
                  <p:nvPr/>
                </p:nvSpPr>
                <p:spPr>
                  <a:xfrm>
                    <a:off x="2402072"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27" name="Freeform: Shape 526">
                    <a:extLst>
                      <a:ext uri="{FF2B5EF4-FFF2-40B4-BE49-F238E27FC236}">
                        <a16:creationId xmlns:a16="http://schemas.microsoft.com/office/drawing/2014/main" id="{39952625-DB74-B6F4-6089-968BE3C75125}"/>
                      </a:ext>
                    </a:extLst>
                  </p:cNvPr>
                  <p:cNvSpPr/>
                  <p:nvPr/>
                </p:nvSpPr>
                <p:spPr>
                  <a:xfrm>
                    <a:off x="2453344"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21"/>
                          <a:pt x="2540" y="12346"/>
                        </a:cubicBezTo>
                        <a:cubicBezTo>
                          <a:pt x="2540" y="6970"/>
                          <a:pt x="6911" y="2540"/>
                          <a:pt x="12346" y="2540"/>
                        </a:cubicBezTo>
                        <a:lnTo>
                          <a:pt x="12346" y="2540"/>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49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28" name="Freeform: Shape 527">
                    <a:extLst>
                      <a:ext uri="{FF2B5EF4-FFF2-40B4-BE49-F238E27FC236}">
                        <a16:creationId xmlns:a16="http://schemas.microsoft.com/office/drawing/2014/main" id="{E1BA1F83-9953-5C0A-53CA-AB0584979931}"/>
                      </a:ext>
                    </a:extLst>
                  </p:cNvPr>
                  <p:cNvSpPr/>
                  <p:nvPr/>
                </p:nvSpPr>
                <p:spPr>
                  <a:xfrm>
                    <a:off x="2504617"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29" name="Freeform: Shape 528">
                    <a:extLst>
                      <a:ext uri="{FF2B5EF4-FFF2-40B4-BE49-F238E27FC236}">
                        <a16:creationId xmlns:a16="http://schemas.microsoft.com/office/drawing/2014/main" id="{275D7ED0-A04C-CB5B-D67F-11F4E0A09E4A}"/>
                      </a:ext>
                    </a:extLst>
                  </p:cNvPr>
                  <p:cNvSpPr/>
                  <p:nvPr/>
                </p:nvSpPr>
                <p:spPr>
                  <a:xfrm>
                    <a:off x="2530253"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30" name="Freeform: Shape 529">
                    <a:extLst>
                      <a:ext uri="{FF2B5EF4-FFF2-40B4-BE49-F238E27FC236}">
                        <a16:creationId xmlns:a16="http://schemas.microsoft.com/office/drawing/2014/main" id="{92DCE6F9-ADCA-13C4-8850-0D4FE031E7FE}"/>
                      </a:ext>
                    </a:extLst>
                  </p:cNvPr>
                  <p:cNvSpPr/>
                  <p:nvPr/>
                </p:nvSpPr>
                <p:spPr>
                  <a:xfrm>
                    <a:off x="2555889"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70"/>
                          <a:pt x="22151" y="12346"/>
                        </a:cubicBezTo>
                        <a:cubicBezTo>
                          <a:pt x="22151" y="17780"/>
                          <a:pt x="17780" y="22151"/>
                          <a:pt x="12346" y="22151"/>
                        </a:cubicBezTo>
                        <a:cubicBezTo>
                          <a:pt x="6911" y="22151"/>
                          <a:pt x="2540" y="17721"/>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49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31" name="Freeform: Shape 530">
                    <a:extLst>
                      <a:ext uri="{FF2B5EF4-FFF2-40B4-BE49-F238E27FC236}">
                        <a16:creationId xmlns:a16="http://schemas.microsoft.com/office/drawing/2014/main" id="{DE46FC26-C762-57C9-6EB4-6689F0584EC2}"/>
                      </a:ext>
                    </a:extLst>
                  </p:cNvPr>
                  <p:cNvSpPr/>
                  <p:nvPr/>
                </p:nvSpPr>
                <p:spPr>
                  <a:xfrm>
                    <a:off x="2137498" y="1658767"/>
                    <a:ext cx="66719" cy="115274"/>
                  </a:xfrm>
                  <a:custGeom>
                    <a:avLst/>
                    <a:gdLst>
                      <a:gd name="connsiteX0" fmla="*/ 60310 w 66719"/>
                      <a:gd name="connsiteY0" fmla="*/ 115275 h 115274"/>
                      <a:gd name="connsiteX1" fmla="*/ 64859 w 66719"/>
                      <a:gd name="connsiteY1" fmla="*/ 113384 h 115274"/>
                      <a:gd name="connsiteX2" fmla="*/ 64859 w 66719"/>
                      <a:gd name="connsiteY2" fmla="*/ 104347 h 115274"/>
                      <a:gd name="connsiteX3" fmla="*/ 18134 w 66719"/>
                      <a:gd name="connsiteY3" fmla="*/ 57623 h 115274"/>
                      <a:gd name="connsiteX4" fmla="*/ 64859 w 66719"/>
                      <a:gd name="connsiteY4" fmla="*/ 10898 h 115274"/>
                      <a:gd name="connsiteX5" fmla="*/ 64859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9" y="113384"/>
                        </a:cubicBezTo>
                        <a:cubicBezTo>
                          <a:pt x="67340" y="110903"/>
                          <a:pt x="67340" y="106828"/>
                          <a:pt x="64859" y="104347"/>
                        </a:cubicBezTo>
                        <a:lnTo>
                          <a:pt x="18134" y="57623"/>
                        </a:lnTo>
                        <a:lnTo>
                          <a:pt x="64859" y="10898"/>
                        </a:lnTo>
                        <a:cubicBezTo>
                          <a:pt x="67340" y="8417"/>
                          <a:pt x="67340" y="4342"/>
                          <a:pt x="64859" y="1861"/>
                        </a:cubicBezTo>
                        <a:cubicBezTo>
                          <a:pt x="62378" y="-620"/>
                          <a:pt x="58302" y="-620"/>
                          <a:pt x="55821" y="1861"/>
                        </a:cubicBezTo>
                        <a:lnTo>
                          <a:pt x="0" y="57682"/>
                        </a:lnTo>
                        <a:lnTo>
                          <a:pt x="55821" y="113503"/>
                        </a:lnTo>
                        <a:cubicBezTo>
                          <a:pt x="57002" y="114684"/>
                          <a:pt x="58656" y="115275"/>
                          <a:pt x="60310" y="115275"/>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32" name="Freeform: Shape 531">
                    <a:extLst>
                      <a:ext uri="{FF2B5EF4-FFF2-40B4-BE49-F238E27FC236}">
                        <a16:creationId xmlns:a16="http://schemas.microsoft.com/office/drawing/2014/main" id="{FEAE1968-9BCE-8846-63EF-0576B56438FA}"/>
                      </a:ext>
                    </a:extLst>
                  </p:cNvPr>
                  <p:cNvSpPr/>
                  <p:nvPr/>
                </p:nvSpPr>
                <p:spPr>
                  <a:xfrm>
                    <a:off x="2086107" y="1658708"/>
                    <a:ext cx="66778" cy="115333"/>
                  </a:xfrm>
                  <a:custGeom>
                    <a:avLst/>
                    <a:gdLst>
                      <a:gd name="connsiteX0" fmla="*/ 60369 w 66778"/>
                      <a:gd name="connsiteY0" fmla="*/ 115334 h 115333"/>
                      <a:gd name="connsiteX1" fmla="*/ 64918 w 66778"/>
                      <a:gd name="connsiteY1" fmla="*/ 113443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3"/>
                        </a:cubicBezTo>
                        <a:cubicBezTo>
                          <a:pt x="67399" y="110963"/>
                          <a:pt x="67399" y="106887"/>
                          <a:pt x="64918" y="104347"/>
                        </a:cubicBezTo>
                        <a:lnTo>
                          <a:pt x="18134" y="57623"/>
                        </a:lnTo>
                        <a:lnTo>
                          <a:pt x="64918" y="10898"/>
                        </a:lnTo>
                        <a:cubicBezTo>
                          <a:pt x="67399" y="8417"/>
                          <a:pt x="67399" y="4342"/>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33" name="Freeform: Shape 532">
                    <a:extLst>
                      <a:ext uri="{FF2B5EF4-FFF2-40B4-BE49-F238E27FC236}">
                        <a16:creationId xmlns:a16="http://schemas.microsoft.com/office/drawing/2014/main" id="{8BDA1CE7-7F51-CAE6-5767-EA0AF325BFFA}"/>
                      </a:ext>
                    </a:extLst>
                  </p:cNvPr>
                  <p:cNvSpPr/>
                  <p:nvPr/>
                </p:nvSpPr>
                <p:spPr>
                  <a:xfrm>
                    <a:off x="2034894" y="165858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7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34" name="Freeform: Shape 533">
                    <a:extLst>
                      <a:ext uri="{FF2B5EF4-FFF2-40B4-BE49-F238E27FC236}">
                        <a16:creationId xmlns:a16="http://schemas.microsoft.com/office/drawing/2014/main" id="{F1231FCE-8604-6ACF-B03A-0F5EA37BA668}"/>
                      </a:ext>
                    </a:extLst>
                  </p:cNvPr>
                  <p:cNvSpPr/>
                  <p:nvPr/>
                </p:nvSpPr>
                <p:spPr>
                  <a:xfrm>
                    <a:off x="1983621" y="165858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618" y="114684"/>
                          <a:pt x="64859" y="113444"/>
                        </a:cubicBezTo>
                        <a:cubicBezTo>
                          <a:pt x="67340" y="110963"/>
                          <a:pt x="67340" y="106887"/>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35" name="Freeform: Shape 534">
                    <a:extLst>
                      <a:ext uri="{FF2B5EF4-FFF2-40B4-BE49-F238E27FC236}">
                        <a16:creationId xmlns:a16="http://schemas.microsoft.com/office/drawing/2014/main" id="{A4F349C8-3833-493E-CE9B-4E9EF14DF42A}"/>
                      </a:ext>
                    </a:extLst>
                  </p:cNvPr>
                  <p:cNvSpPr/>
                  <p:nvPr/>
                </p:nvSpPr>
                <p:spPr>
                  <a:xfrm>
                    <a:off x="1932349" y="1658648"/>
                    <a:ext cx="66719" cy="115274"/>
                  </a:xfrm>
                  <a:custGeom>
                    <a:avLst/>
                    <a:gdLst>
                      <a:gd name="connsiteX0" fmla="*/ 60310 w 66719"/>
                      <a:gd name="connsiteY0" fmla="*/ 115275 h 115274"/>
                      <a:gd name="connsiteX1" fmla="*/ 64858 w 66719"/>
                      <a:gd name="connsiteY1" fmla="*/ 113384 h 115274"/>
                      <a:gd name="connsiteX2" fmla="*/ 64858 w 66719"/>
                      <a:gd name="connsiteY2" fmla="*/ 104347 h 115274"/>
                      <a:gd name="connsiteX3" fmla="*/ 18134 w 66719"/>
                      <a:gd name="connsiteY3" fmla="*/ 57623 h 115274"/>
                      <a:gd name="connsiteX4" fmla="*/ 64858 w 66719"/>
                      <a:gd name="connsiteY4" fmla="*/ 10898 h 115274"/>
                      <a:gd name="connsiteX5" fmla="*/ 64858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8" y="113384"/>
                        </a:cubicBezTo>
                        <a:cubicBezTo>
                          <a:pt x="67340" y="110904"/>
                          <a:pt x="67340" y="106828"/>
                          <a:pt x="64858" y="104347"/>
                        </a:cubicBezTo>
                        <a:lnTo>
                          <a:pt x="18134" y="57623"/>
                        </a:lnTo>
                        <a:lnTo>
                          <a:pt x="64858" y="10898"/>
                        </a:lnTo>
                        <a:cubicBezTo>
                          <a:pt x="67340" y="8417"/>
                          <a:pt x="67340" y="4342"/>
                          <a:pt x="64858" y="1861"/>
                        </a:cubicBezTo>
                        <a:cubicBezTo>
                          <a:pt x="62378" y="-620"/>
                          <a:pt x="58302" y="-620"/>
                          <a:pt x="55821" y="1861"/>
                        </a:cubicBezTo>
                        <a:lnTo>
                          <a:pt x="0" y="57682"/>
                        </a:lnTo>
                        <a:lnTo>
                          <a:pt x="55821" y="113503"/>
                        </a:lnTo>
                        <a:cubicBezTo>
                          <a:pt x="57002" y="114625"/>
                          <a:pt x="58656" y="115275"/>
                          <a:pt x="60310" y="115275"/>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440" name="Graphic 4773">
                  <a:extLst>
                    <a:ext uri="{FF2B5EF4-FFF2-40B4-BE49-F238E27FC236}">
                      <a16:creationId xmlns:a16="http://schemas.microsoft.com/office/drawing/2014/main" id="{C704E74E-C9DE-197D-D5DB-B960D3C23444}"/>
                    </a:ext>
                  </a:extLst>
                </p:cNvPr>
                <p:cNvGrpSpPr/>
                <p:nvPr/>
              </p:nvGrpSpPr>
              <p:grpSpPr>
                <a:xfrm>
                  <a:off x="455605" y="4257600"/>
                  <a:ext cx="648231" cy="115511"/>
                  <a:chOff x="455605" y="4257600"/>
                  <a:chExt cx="648231" cy="115511"/>
                </a:xfrm>
                <a:grpFill/>
              </p:grpSpPr>
              <p:sp>
                <p:nvSpPr>
                  <p:cNvPr id="504" name="Freeform: Shape 503">
                    <a:extLst>
                      <a:ext uri="{FF2B5EF4-FFF2-40B4-BE49-F238E27FC236}">
                        <a16:creationId xmlns:a16="http://schemas.microsoft.com/office/drawing/2014/main" id="{22E95A8A-D082-3D82-1D44-98B43CF238A6}"/>
                      </a:ext>
                    </a:extLst>
                  </p:cNvPr>
                  <p:cNvSpPr/>
                  <p:nvPr/>
                </p:nvSpPr>
                <p:spPr>
                  <a:xfrm>
                    <a:off x="694542" y="4303054"/>
                    <a:ext cx="24691" cy="24750"/>
                  </a:xfrm>
                  <a:custGeom>
                    <a:avLst/>
                    <a:gdLst>
                      <a:gd name="connsiteX0" fmla="*/ 12346 w 24691"/>
                      <a:gd name="connsiteY0" fmla="*/ 2599 h 24750"/>
                      <a:gd name="connsiteX1" fmla="*/ 22151 w 24691"/>
                      <a:gd name="connsiteY1" fmla="*/ 12405 h 24750"/>
                      <a:gd name="connsiteX2" fmla="*/ 12346 w 24691"/>
                      <a:gd name="connsiteY2" fmla="*/ 22210 h 24750"/>
                      <a:gd name="connsiteX3" fmla="*/ 2540 w 24691"/>
                      <a:gd name="connsiteY3" fmla="*/ 12405 h 24750"/>
                      <a:gd name="connsiteX4" fmla="*/ 12346 w 24691"/>
                      <a:gd name="connsiteY4" fmla="*/ 2599 h 24750"/>
                      <a:gd name="connsiteX5" fmla="*/ 12346 w 24691"/>
                      <a:gd name="connsiteY5" fmla="*/ 2599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99"/>
                        </a:moveTo>
                        <a:cubicBezTo>
                          <a:pt x="17780" y="2599"/>
                          <a:pt x="22151" y="6971"/>
                          <a:pt x="22151" y="12405"/>
                        </a:cubicBezTo>
                        <a:cubicBezTo>
                          <a:pt x="22151" y="17839"/>
                          <a:pt x="17780" y="22210"/>
                          <a:pt x="12346" y="22210"/>
                        </a:cubicBezTo>
                        <a:cubicBezTo>
                          <a:pt x="6911" y="22210"/>
                          <a:pt x="2540" y="17839"/>
                          <a:pt x="2540" y="12405"/>
                        </a:cubicBezTo>
                        <a:cubicBezTo>
                          <a:pt x="2540" y="6971"/>
                          <a:pt x="6911" y="2599"/>
                          <a:pt x="12346" y="2599"/>
                        </a:cubicBezTo>
                        <a:lnTo>
                          <a:pt x="12346" y="2599"/>
                        </a:lnTo>
                        <a:close/>
                        <a:moveTo>
                          <a:pt x="12346" y="0"/>
                        </a:moveTo>
                        <a:cubicBezTo>
                          <a:pt x="5493" y="0"/>
                          <a:pt x="0" y="5553"/>
                          <a:pt x="0" y="12346"/>
                        </a:cubicBezTo>
                        <a:cubicBezTo>
                          <a:pt x="0" y="19198"/>
                          <a:pt x="5553" y="24750"/>
                          <a:pt x="12346" y="24750"/>
                        </a:cubicBezTo>
                        <a:cubicBezTo>
                          <a:pt x="19198" y="24750"/>
                          <a:pt x="24691" y="19198"/>
                          <a:pt x="24691" y="12346"/>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05" name="Freeform: Shape 504">
                    <a:extLst>
                      <a:ext uri="{FF2B5EF4-FFF2-40B4-BE49-F238E27FC236}">
                        <a16:creationId xmlns:a16="http://schemas.microsoft.com/office/drawing/2014/main" id="{A7852218-D986-120E-1A12-56AC3C9C2A3A}"/>
                      </a:ext>
                    </a:extLst>
                  </p:cNvPr>
                  <p:cNvSpPr/>
                  <p:nvPr/>
                </p:nvSpPr>
                <p:spPr>
                  <a:xfrm>
                    <a:off x="745814"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98"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06" name="Freeform: Shape 505">
                    <a:extLst>
                      <a:ext uri="{FF2B5EF4-FFF2-40B4-BE49-F238E27FC236}">
                        <a16:creationId xmlns:a16="http://schemas.microsoft.com/office/drawing/2014/main" id="{BF32966B-554A-F824-3208-E0D18D00FBA6}"/>
                      </a:ext>
                    </a:extLst>
                  </p:cNvPr>
                  <p:cNvSpPr/>
                  <p:nvPr/>
                </p:nvSpPr>
                <p:spPr>
                  <a:xfrm>
                    <a:off x="771510"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07" name="Freeform: Shape 506">
                    <a:extLst>
                      <a:ext uri="{FF2B5EF4-FFF2-40B4-BE49-F238E27FC236}">
                        <a16:creationId xmlns:a16="http://schemas.microsoft.com/office/drawing/2014/main" id="{39B66567-7413-9D93-60AC-931EA980F57F}"/>
                      </a:ext>
                    </a:extLst>
                  </p:cNvPr>
                  <p:cNvSpPr/>
                  <p:nvPr/>
                </p:nvSpPr>
                <p:spPr>
                  <a:xfrm>
                    <a:off x="822723" y="4303054"/>
                    <a:ext cx="24691" cy="24750"/>
                  </a:xfrm>
                  <a:custGeom>
                    <a:avLst/>
                    <a:gdLst>
                      <a:gd name="connsiteX0" fmla="*/ 12346 w 24691"/>
                      <a:gd name="connsiteY0" fmla="*/ 2540 h 24750"/>
                      <a:gd name="connsiteX1" fmla="*/ 22151 w 24691"/>
                      <a:gd name="connsiteY1" fmla="*/ 12346 h 24750"/>
                      <a:gd name="connsiteX2" fmla="*/ 12346 w 24691"/>
                      <a:gd name="connsiteY2" fmla="*/ 22151 h 24750"/>
                      <a:gd name="connsiteX3" fmla="*/ 2540 w 24691"/>
                      <a:gd name="connsiteY3" fmla="*/ 12346 h 24750"/>
                      <a:gd name="connsiteX4" fmla="*/ 12346 w 24691"/>
                      <a:gd name="connsiteY4" fmla="*/ 2540 h 24750"/>
                      <a:gd name="connsiteX5" fmla="*/ 12346 w 24691"/>
                      <a:gd name="connsiteY5" fmla="*/ 2540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1"/>
                          <a:pt x="6970" y="2540"/>
                          <a:pt x="12346" y="2540"/>
                        </a:cubicBezTo>
                        <a:lnTo>
                          <a:pt x="12346" y="2540"/>
                        </a:lnTo>
                        <a:close/>
                        <a:moveTo>
                          <a:pt x="12346" y="0"/>
                        </a:moveTo>
                        <a:cubicBezTo>
                          <a:pt x="5494" y="0"/>
                          <a:pt x="0" y="5553"/>
                          <a:pt x="0" y="12346"/>
                        </a:cubicBezTo>
                        <a:cubicBezTo>
                          <a:pt x="0" y="19198"/>
                          <a:pt x="5553" y="24750"/>
                          <a:pt x="12346" y="24750"/>
                        </a:cubicBezTo>
                        <a:cubicBezTo>
                          <a:pt x="19198" y="24750"/>
                          <a:pt x="24691" y="19198"/>
                          <a:pt x="24691" y="12346"/>
                        </a:cubicBezTo>
                        <a:cubicBezTo>
                          <a:pt x="24750"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08" name="Freeform: Shape 507">
                    <a:extLst>
                      <a:ext uri="{FF2B5EF4-FFF2-40B4-BE49-F238E27FC236}">
                        <a16:creationId xmlns:a16="http://schemas.microsoft.com/office/drawing/2014/main" id="{4E80AAB5-FB65-F37D-1A2F-918636C2AB8F}"/>
                      </a:ext>
                    </a:extLst>
                  </p:cNvPr>
                  <p:cNvSpPr/>
                  <p:nvPr/>
                </p:nvSpPr>
                <p:spPr>
                  <a:xfrm>
                    <a:off x="874055"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09" name="Freeform: Shape 508">
                    <a:extLst>
                      <a:ext uri="{FF2B5EF4-FFF2-40B4-BE49-F238E27FC236}">
                        <a16:creationId xmlns:a16="http://schemas.microsoft.com/office/drawing/2014/main" id="{2CF2F973-4BAB-4EF9-F40E-98C20E5E8A42}"/>
                      </a:ext>
                    </a:extLst>
                  </p:cNvPr>
                  <p:cNvSpPr/>
                  <p:nvPr/>
                </p:nvSpPr>
                <p:spPr>
                  <a:xfrm>
                    <a:off x="899691"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21"/>
                          <a:pt x="17780" y="22151"/>
                          <a:pt x="12346" y="22151"/>
                        </a:cubicBezTo>
                        <a:cubicBezTo>
                          <a:pt x="6970" y="22151"/>
                          <a:pt x="2540" y="17721"/>
                          <a:pt x="2540" y="12346"/>
                        </a:cubicBezTo>
                        <a:cubicBezTo>
                          <a:pt x="2540" y="6971"/>
                          <a:pt x="6911" y="2540"/>
                          <a:pt x="12346" y="2540"/>
                        </a:cubicBezTo>
                        <a:lnTo>
                          <a:pt x="12346" y="2540"/>
                        </a:lnTo>
                        <a:close/>
                        <a:moveTo>
                          <a:pt x="12346" y="0"/>
                        </a:moveTo>
                        <a:cubicBezTo>
                          <a:pt x="5494"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10" name="Freeform: Shape 509">
                    <a:extLst>
                      <a:ext uri="{FF2B5EF4-FFF2-40B4-BE49-F238E27FC236}">
                        <a16:creationId xmlns:a16="http://schemas.microsoft.com/office/drawing/2014/main" id="{E6B2B97B-00AE-B2A6-9343-11E9EA2CA742}"/>
                      </a:ext>
                    </a:extLst>
                  </p:cNvPr>
                  <p:cNvSpPr/>
                  <p:nvPr/>
                </p:nvSpPr>
                <p:spPr>
                  <a:xfrm>
                    <a:off x="925327"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4" y="24750"/>
                          <a:pt x="0" y="19198"/>
                          <a:pt x="0" y="12346"/>
                        </a:cubicBezTo>
                        <a:cubicBezTo>
                          <a:pt x="0" y="5494"/>
                          <a:pt x="5553" y="0"/>
                          <a:pt x="12346" y="0"/>
                        </a:cubicBezTo>
                        <a:cubicBezTo>
                          <a:pt x="19139"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11" name="Freeform: Shape 510">
                    <a:extLst>
                      <a:ext uri="{FF2B5EF4-FFF2-40B4-BE49-F238E27FC236}">
                        <a16:creationId xmlns:a16="http://schemas.microsoft.com/office/drawing/2014/main" id="{F5309B29-08FA-0CD7-5DBB-2340A9B21F3F}"/>
                      </a:ext>
                    </a:extLst>
                  </p:cNvPr>
                  <p:cNvSpPr/>
                  <p:nvPr/>
                </p:nvSpPr>
                <p:spPr>
                  <a:xfrm>
                    <a:off x="976600"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80"/>
                          <a:pt x="2540" y="12346"/>
                        </a:cubicBezTo>
                        <a:cubicBezTo>
                          <a:pt x="2540" y="6971"/>
                          <a:pt x="6911" y="2540"/>
                          <a:pt x="12346" y="2540"/>
                        </a:cubicBezTo>
                        <a:lnTo>
                          <a:pt x="12346" y="2540"/>
                        </a:lnTo>
                        <a:close/>
                        <a:moveTo>
                          <a:pt x="12346" y="0"/>
                        </a:moveTo>
                        <a:cubicBezTo>
                          <a:pt x="5493"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12" name="Freeform: Shape 511">
                    <a:extLst>
                      <a:ext uri="{FF2B5EF4-FFF2-40B4-BE49-F238E27FC236}">
                        <a16:creationId xmlns:a16="http://schemas.microsoft.com/office/drawing/2014/main" id="{8BA33EB2-A29A-177F-C632-B1D35A1EC3D6}"/>
                      </a:ext>
                    </a:extLst>
                  </p:cNvPr>
                  <p:cNvSpPr/>
                  <p:nvPr/>
                </p:nvSpPr>
                <p:spPr>
                  <a:xfrm>
                    <a:off x="1027872"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553"/>
                          <a:pt x="5553" y="0"/>
                          <a:pt x="12346" y="0"/>
                        </a:cubicBezTo>
                        <a:cubicBezTo>
                          <a:pt x="19198"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13" name="Freeform: Shape 512">
                    <a:extLst>
                      <a:ext uri="{FF2B5EF4-FFF2-40B4-BE49-F238E27FC236}">
                        <a16:creationId xmlns:a16="http://schemas.microsoft.com/office/drawing/2014/main" id="{8D5BFA74-3087-EEA0-F96D-F87F08EE297D}"/>
                      </a:ext>
                    </a:extLst>
                  </p:cNvPr>
                  <p:cNvSpPr/>
                  <p:nvPr/>
                </p:nvSpPr>
                <p:spPr>
                  <a:xfrm>
                    <a:off x="1053509"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3" y="24750"/>
                          <a:pt x="0" y="19198"/>
                          <a:pt x="0" y="12346"/>
                        </a:cubicBezTo>
                        <a:cubicBezTo>
                          <a:pt x="0" y="5494"/>
                          <a:pt x="5552" y="0"/>
                          <a:pt x="12346" y="0"/>
                        </a:cubicBezTo>
                        <a:cubicBezTo>
                          <a:pt x="19198"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14" name="Freeform: Shape 513">
                    <a:extLst>
                      <a:ext uri="{FF2B5EF4-FFF2-40B4-BE49-F238E27FC236}">
                        <a16:creationId xmlns:a16="http://schemas.microsoft.com/office/drawing/2014/main" id="{EAC11975-2D25-6FEB-529A-6BF285069032}"/>
                      </a:ext>
                    </a:extLst>
                  </p:cNvPr>
                  <p:cNvSpPr/>
                  <p:nvPr/>
                </p:nvSpPr>
                <p:spPr>
                  <a:xfrm>
                    <a:off x="1079145" y="430299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5 h 24691"/>
                      <a:gd name="connsiteX8" fmla="*/ 12346 w 24691"/>
                      <a:gd name="connsiteY8" fmla="*/ 24691 h 24691"/>
                      <a:gd name="connsiteX9" fmla="*/ 24691 w 24691"/>
                      <a:gd name="connsiteY9" fmla="*/ 12345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11" y="22210"/>
                          <a:pt x="2540" y="17839"/>
                          <a:pt x="2540" y="12405"/>
                        </a:cubicBezTo>
                        <a:cubicBezTo>
                          <a:pt x="2540" y="6970"/>
                          <a:pt x="6970" y="2599"/>
                          <a:pt x="12346" y="2599"/>
                        </a:cubicBezTo>
                        <a:lnTo>
                          <a:pt x="12346" y="2599"/>
                        </a:lnTo>
                        <a:close/>
                        <a:moveTo>
                          <a:pt x="12346" y="0"/>
                        </a:moveTo>
                        <a:cubicBezTo>
                          <a:pt x="5493" y="0"/>
                          <a:pt x="0" y="5553"/>
                          <a:pt x="0" y="12345"/>
                        </a:cubicBezTo>
                        <a:cubicBezTo>
                          <a:pt x="0" y="19198"/>
                          <a:pt x="5553" y="24691"/>
                          <a:pt x="12346" y="24691"/>
                        </a:cubicBezTo>
                        <a:cubicBezTo>
                          <a:pt x="19198" y="24691"/>
                          <a:pt x="24691" y="19139"/>
                          <a:pt x="24691" y="12345"/>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15" name="Freeform: Shape 514">
                    <a:extLst>
                      <a:ext uri="{FF2B5EF4-FFF2-40B4-BE49-F238E27FC236}">
                        <a16:creationId xmlns:a16="http://schemas.microsoft.com/office/drawing/2014/main" id="{E0CE0D17-0BC7-C48A-EA83-3DA7A09D159B}"/>
                      </a:ext>
                    </a:extLst>
                  </p:cNvPr>
                  <p:cNvSpPr/>
                  <p:nvPr/>
                </p:nvSpPr>
                <p:spPr>
                  <a:xfrm>
                    <a:off x="660754" y="4257777"/>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7"/>
                        </a:lnTo>
                        <a:cubicBezTo>
                          <a:pt x="67340" y="8476"/>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16" name="Freeform: Shape 515">
                    <a:extLst>
                      <a:ext uri="{FF2B5EF4-FFF2-40B4-BE49-F238E27FC236}">
                        <a16:creationId xmlns:a16="http://schemas.microsoft.com/office/drawing/2014/main" id="{313C6EA5-AC98-B6C4-55C1-1CDF80CA32E3}"/>
                      </a:ext>
                    </a:extLst>
                  </p:cNvPr>
                  <p:cNvSpPr/>
                  <p:nvPr/>
                </p:nvSpPr>
                <p:spPr>
                  <a:xfrm>
                    <a:off x="609363" y="4257777"/>
                    <a:ext cx="66778" cy="115333"/>
                  </a:xfrm>
                  <a:custGeom>
                    <a:avLst/>
                    <a:gdLst>
                      <a:gd name="connsiteX0" fmla="*/ 60369 w 66778"/>
                      <a:gd name="connsiteY0" fmla="*/ 115334 h 115333"/>
                      <a:gd name="connsiteX1" fmla="*/ 64918 w 66778"/>
                      <a:gd name="connsiteY1" fmla="*/ 113444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4"/>
                        </a:cubicBezTo>
                        <a:cubicBezTo>
                          <a:pt x="67399" y="110963"/>
                          <a:pt x="67399" y="106887"/>
                          <a:pt x="64918" y="104347"/>
                        </a:cubicBezTo>
                        <a:lnTo>
                          <a:pt x="18134" y="57623"/>
                        </a:lnTo>
                        <a:lnTo>
                          <a:pt x="64918" y="10898"/>
                        </a:lnTo>
                        <a:cubicBezTo>
                          <a:pt x="67399" y="8417"/>
                          <a:pt x="67399" y="4341"/>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17" name="Freeform: Shape 516">
                    <a:extLst>
                      <a:ext uri="{FF2B5EF4-FFF2-40B4-BE49-F238E27FC236}">
                        <a16:creationId xmlns:a16="http://schemas.microsoft.com/office/drawing/2014/main" id="{8895C098-5F07-07D3-145A-1C787F237E35}"/>
                      </a:ext>
                    </a:extLst>
                  </p:cNvPr>
                  <p:cNvSpPr/>
                  <p:nvPr/>
                </p:nvSpPr>
                <p:spPr>
                  <a:xfrm>
                    <a:off x="558150" y="425765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18" name="Freeform: Shape 517">
                    <a:extLst>
                      <a:ext uri="{FF2B5EF4-FFF2-40B4-BE49-F238E27FC236}">
                        <a16:creationId xmlns:a16="http://schemas.microsoft.com/office/drawing/2014/main" id="{58C62606-92C3-A435-30B2-1D7F56970D92}"/>
                      </a:ext>
                    </a:extLst>
                  </p:cNvPr>
                  <p:cNvSpPr/>
                  <p:nvPr/>
                </p:nvSpPr>
                <p:spPr>
                  <a:xfrm>
                    <a:off x="506877" y="4257600"/>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7"/>
                          <a:pt x="67340" y="4401"/>
                          <a:pt x="64859" y="1861"/>
                        </a:cubicBezTo>
                        <a:cubicBezTo>
                          <a:pt x="62378" y="-620"/>
                          <a:pt x="58302" y="-620"/>
                          <a:pt x="55821" y="1861"/>
                        </a:cubicBezTo>
                        <a:lnTo>
                          <a:pt x="0" y="57682"/>
                        </a:lnTo>
                        <a:lnTo>
                          <a:pt x="55821" y="113503"/>
                        </a:lnTo>
                        <a:cubicBezTo>
                          <a:pt x="57002" y="114802"/>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19" name="Freeform: Shape 518">
                    <a:extLst>
                      <a:ext uri="{FF2B5EF4-FFF2-40B4-BE49-F238E27FC236}">
                        <a16:creationId xmlns:a16="http://schemas.microsoft.com/office/drawing/2014/main" id="{6C5B6EF7-35C0-10A3-9F95-2E34E2F60BED}"/>
                      </a:ext>
                    </a:extLst>
                  </p:cNvPr>
                  <p:cNvSpPr/>
                  <p:nvPr/>
                </p:nvSpPr>
                <p:spPr>
                  <a:xfrm>
                    <a:off x="455605" y="425765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8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02" y="114684"/>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441" name="Graphic 4773">
                  <a:extLst>
                    <a:ext uri="{FF2B5EF4-FFF2-40B4-BE49-F238E27FC236}">
                      <a16:creationId xmlns:a16="http://schemas.microsoft.com/office/drawing/2014/main" id="{5E7BD9B7-F6A1-03C4-770B-1B2F512310C3}"/>
                    </a:ext>
                  </a:extLst>
                </p:cNvPr>
                <p:cNvGrpSpPr/>
                <p:nvPr/>
              </p:nvGrpSpPr>
              <p:grpSpPr>
                <a:xfrm>
                  <a:off x="3234542" y="2956736"/>
                  <a:ext cx="583845" cy="119557"/>
                  <a:chOff x="3234542" y="2956736"/>
                  <a:chExt cx="583845" cy="119557"/>
                </a:xfrm>
                <a:grpFill/>
              </p:grpSpPr>
              <p:grpSp>
                <p:nvGrpSpPr>
                  <p:cNvPr id="493" name="Graphic 4773">
                    <a:extLst>
                      <a:ext uri="{FF2B5EF4-FFF2-40B4-BE49-F238E27FC236}">
                        <a16:creationId xmlns:a16="http://schemas.microsoft.com/office/drawing/2014/main" id="{355749A6-0011-4B5B-3EB9-B69B794B0210}"/>
                      </a:ext>
                    </a:extLst>
                  </p:cNvPr>
                  <p:cNvGrpSpPr/>
                  <p:nvPr/>
                </p:nvGrpSpPr>
                <p:grpSpPr>
                  <a:xfrm>
                    <a:off x="3234542" y="2956736"/>
                    <a:ext cx="119557" cy="119557"/>
                    <a:chOff x="3234542" y="2956736"/>
                    <a:chExt cx="119557" cy="119557"/>
                  </a:xfrm>
                  <a:grpFill/>
                </p:grpSpPr>
                <p:sp>
                  <p:nvSpPr>
                    <p:cNvPr id="502" name="Freeform: Shape 501">
                      <a:extLst>
                        <a:ext uri="{FF2B5EF4-FFF2-40B4-BE49-F238E27FC236}">
                          <a16:creationId xmlns:a16="http://schemas.microsoft.com/office/drawing/2014/main" id="{6470AE28-8D49-8E84-4498-0400F2435697}"/>
                        </a:ext>
                      </a:extLst>
                    </p:cNvPr>
                    <p:cNvSpPr/>
                    <p:nvPr/>
                  </p:nvSpPr>
                  <p:spPr>
                    <a:xfrm>
                      <a:off x="3273941" y="2978474"/>
                      <a:ext cx="40698" cy="76199"/>
                    </a:xfrm>
                    <a:custGeom>
                      <a:avLst/>
                      <a:gdLst>
                        <a:gd name="connsiteX0" fmla="*/ 38868 w 40698"/>
                        <a:gd name="connsiteY0" fmla="*/ 76200 h 76199"/>
                        <a:gd name="connsiteX1" fmla="*/ 40167 w 40698"/>
                        <a:gd name="connsiteY1" fmla="*/ 75668 h 76199"/>
                        <a:gd name="connsiteX2" fmla="*/ 40167 w 40698"/>
                        <a:gd name="connsiteY2" fmla="*/ 73128 h 76199"/>
                        <a:gd name="connsiteX3" fmla="*/ 5139 w 40698"/>
                        <a:gd name="connsiteY3" fmla="*/ 38100 h 76199"/>
                        <a:gd name="connsiteX4" fmla="*/ 40167 w 40698"/>
                        <a:gd name="connsiteY4" fmla="*/ 3072 h 76199"/>
                        <a:gd name="connsiteX5" fmla="*/ 40167 w 40698"/>
                        <a:gd name="connsiteY5" fmla="*/ 532 h 76199"/>
                        <a:gd name="connsiteX6" fmla="*/ 37627 w 40698"/>
                        <a:gd name="connsiteY6" fmla="*/ 532 h 76199"/>
                        <a:gd name="connsiteX7" fmla="*/ 0 w 40698"/>
                        <a:gd name="connsiteY7" fmla="*/ 38159 h 76199"/>
                        <a:gd name="connsiteX8" fmla="*/ 37627 w 40698"/>
                        <a:gd name="connsiteY8" fmla="*/ 75786 h 76199"/>
                        <a:gd name="connsiteX9" fmla="*/ 38868 w 40698"/>
                        <a:gd name="connsiteY9" fmla="*/ 76200 h 76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8" h="76199">
                          <a:moveTo>
                            <a:pt x="38868" y="76200"/>
                          </a:moveTo>
                          <a:cubicBezTo>
                            <a:pt x="39340" y="76200"/>
                            <a:pt x="39813" y="76023"/>
                            <a:pt x="40167" y="75668"/>
                          </a:cubicBezTo>
                          <a:cubicBezTo>
                            <a:pt x="40876" y="74960"/>
                            <a:pt x="40876" y="73837"/>
                            <a:pt x="40167" y="73128"/>
                          </a:cubicBezTo>
                          <a:lnTo>
                            <a:pt x="5139" y="38100"/>
                          </a:lnTo>
                          <a:lnTo>
                            <a:pt x="40167" y="3072"/>
                          </a:lnTo>
                          <a:cubicBezTo>
                            <a:pt x="40876" y="2363"/>
                            <a:pt x="40876" y="1240"/>
                            <a:pt x="40167" y="532"/>
                          </a:cubicBezTo>
                          <a:cubicBezTo>
                            <a:pt x="39459" y="-177"/>
                            <a:pt x="38336" y="-177"/>
                            <a:pt x="37627" y="532"/>
                          </a:cubicBezTo>
                          <a:lnTo>
                            <a:pt x="0" y="38159"/>
                          </a:lnTo>
                          <a:lnTo>
                            <a:pt x="37627" y="75786"/>
                          </a:lnTo>
                          <a:cubicBezTo>
                            <a:pt x="37982" y="76023"/>
                            <a:pt x="38454" y="76200"/>
                            <a:pt x="38868" y="7620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03" name="Freeform: Shape 502">
                      <a:extLst>
                        <a:ext uri="{FF2B5EF4-FFF2-40B4-BE49-F238E27FC236}">
                          <a16:creationId xmlns:a16="http://schemas.microsoft.com/office/drawing/2014/main" id="{29E88ED9-647D-B391-21FA-535D0ECD1D79}"/>
                        </a:ext>
                      </a:extLst>
                    </p:cNvPr>
                    <p:cNvSpPr/>
                    <p:nvPr/>
                  </p:nvSpPr>
                  <p:spPr>
                    <a:xfrm>
                      <a:off x="3234542" y="2956736"/>
                      <a:ext cx="119557" cy="119557"/>
                    </a:xfrm>
                    <a:custGeom>
                      <a:avLst/>
                      <a:gdLst>
                        <a:gd name="connsiteX0" fmla="*/ 59779 w 119557"/>
                        <a:gd name="connsiteY0" fmla="*/ 6025 h 119557"/>
                        <a:gd name="connsiteX1" fmla="*/ 113532 w 119557"/>
                        <a:gd name="connsiteY1" fmla="*/ 59779 h 119557"/>
                        <a:gd name="connsiteX2" fmla="*/ 59779 w 119557"/>
                        <a:gd name="connsiteY2" fmla="*/ 113532 h 119557"/>
                        <a:gd name="connsiteX3" fmla="*/ 6025 w 119557"/>
                        <a:gd name="connsiteY3" fmla="*/ 59779 h 119557"/>
                        <a:gd name="connsiteX4" fmla="*/ 59779 w 119557"/>
                        <a:gd name="connsiteY4" fmla="*/ 6025 h 119557"/>
                        <a:gd name="connsiteX5" fmla="*/ 59779 w 119557"/>
                        <a:gd name="connsiteY5" fmla="*/ 6025 h 119557"/>
                        <a:gd name="connsiteX6" fmla="*/ 59779 w 119557"/>
                        <a:gd name="connsiteY6" fmla="*/ 0 h 119557"/>
                        <a:gd name="connsiteX7" fmla="*/ 0 w 119557"/>
                        <a:gd name="connsiteY7" fmla="*/ 59779 h 119557"/>
                        <a:gd name="connsiteX8" fmla="*/ 59779 w 119557"/>
                        <a:gd name="connsiteY8" fmla="*/ 119557 h 119557"/>
                        <a:gd name="connsiteX9" fmla="*/ 119557 w 119557"/>
                        <a:gd name="connsiteY9" fmla="*/ 59779 h 119557"/>
                        <a:gd name="connsiteX10" fmla="*/ 59779 w 119557"/>
                        <a:gd name="connsiteY10" fmla="*/ 0 h 119557"/>
                        <a:gd name="connsiteX11" fmla="*/ 59779 w 119557"/>
                        <a:gd name="connsiteY11" fmla="*/ 0 h 119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9557" h="119557">
                          <a:moveTo>
                            <a:pt x="59779" y="6025"/>
                          </a:moveTo>
                          <a:cubicBezTo>
                            <a:pt x="89431" y="6025"/>
                            <a:pt x="113532" y="30126"/>
                            <a:pt x="113532" y="59779"/>
                          </a:cubicBezTo>
                          <a:cubicBezTo>
                            <a:pt x="113532" y="89432"/>
                            <a:pt x="89431" y="113532"/>
                            <a:pt x="59779" y="113532"/>
                          </a:cubicBezTo>
                          <a:cubicBezTo>
                            <a:pt x="30125" y="113532"/>
                            <a:pt x="6025" y="89432"/>
                            <a:pt x="6025" y="59779"/>
                          </a:cubicBezTo>
                          <a:cubicBezTo>
                            <a:pt x="6025" y="30126"/>
                            <a:pt x="30125" y="6025"/>
                            <a:pt x="59779" y="6025"/>
                          </a:cubicBezTo>
                          <a:lnTo>
                            <a:pt x="59779" y="6025"/>
                          </a:lnTo>
                          <a:close/>
                          <a:moveTo>
                            <a:pt x="59779" y="0"/>
                          </a:moveTo>
                          <a:cubicBezTo>
                            <a:pt x="26758" y="0"/>
                            <a:pt x="0" y="26759"/>
                            <a:pt x="0" y="59779"/>
                          </a:cubicBezTo>
                          <a:cubicBezTo>
                            <a:pt x="0" y="92799"/>
                            <a:pt x="26758" y="119557"/>
                            <a:pt x="59779" y="119557"/>
                          </a:cubicBezTo>
                          <a:cubicBezTo>
                            <a:pt x="92798" y="119557"/>
                            <a:pt x="119557" y="92799"/>
                            <a:pt x="119557" y="59779"/>
                          </a:cubicBezTo>
                          <a:cubicBezTo>
                            <a:pt x="119498" y="26759"/>
                            <a:pt x="92740" y="0"/>
                            <a:pt x="59779" y="0"/>
                          </a:cubicBezTo>
                          <a:lnTo>
                            <a:pt x="59779"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494" name="Freeform: Shape 493">
                    <a:extLst>
                      <a:ext uri="{FF2B5EF4-FFF2-40B4-BE49-F238E27FC236}">
                        <a16:creationId xmlns:a16="http://schemas.microsoft.com/office/drawing/2014/main" id="{8A432480-97B9-0BB1-70D7-E5DC68656186}"/>
                      </a:ext>
                    </a:extLst>
                  </p:cNvPr>
                  <p:cNvSpPr/>
                  <p:nvPr/>
                </p:nvSpPr>
                <p:spPr>
                  <a:xfrm>
                    <a:off x="3376250"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95" name="Freeform: Shape 494">
                    <a:extLst>
                      <a:ext uri="{FF2B5EF4-FFF2-40B4-BE49-F238E27FC236}">
                        <a16:creationId xmlns:a16="http://schemas.microsoft.com/office/drawing/2014/main" id="{DBF2F903-6BEE-ECE3-80A9-627631D96B32}"/>
                      </a:ext>
                    </a:extLst>
                  </p:cNvPr>
                  <p:cNvSpPr/>
                  <p:nvPr/>
                </p:nvSpPr>
                <p:spPr>
                  <a:xfrm>
                    <a:off x="345729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51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96" name="Freeform: Shape 495">
                    <a:extLst>
                      <a:ext uri="{FF2B5EF4-FFF2-40B4-BE49-F238E27FC236}">
                        <a16:creationId xmlns:a16="http://schemas.microsoft.com/office/drawing/2014/main" id="{64C41E66-2522-65B6-923F-8364C1ACC92C}"/>
                      </a:ext>
                    </a:extLst>
                  </p:cNvPr>
                  <p:cNvSpPr/>
                  <p:nvPr/>
                </p:nvSpPr>
                <p:spPr>
                  <a:xfrm>
                    <a:off x="3497816"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514"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649"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97" name="Freeform: Shape 496">
                    <a:extLst>
                      <a:ext uri="{FF2B5EF4-FFF2-40B4-BE49-F238E27FC236}">
                        <a16:creationId xmlns:a16="http://schemas.microsoft.com/office/drawing/2014/main" id="{929BBB3C-C4FF-4BC2-42D9-D1C5F524A7D5}"/>
                      </a:ext>
                    </a:extLst>
                  </p:cNvPr>
                  <p:cNvSpPr/>
                  <p:nvPr/>
                </p:nvSpPr>
                <p:spPr>
                  <a:xfrm>
                    <a:off x="353833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98" name="Freeform: Shape 497">
                    <a:extLst>
                      <a:ext uri="{FF2B5EF4-FFF2-40B4-BE49-F238E27FC236}">
                        <a16:creationId xmlns:a16="http://schemas.microsoft.com/office/drawing/2014/main" id="{A5D62112-22F4-B91A-761F-8747C4129DEB}"/>
                      </a:ext>
                    </a:extLst>
                  </p:cNvPr>
                  <p:cNvSpPr/>
                  <p:nvPr/>
                </p:nvSpPr>
                <p:spPr>
                  <a:xfrm>
                    <a:off x="3619381"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649"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99" name="Freeform: Shape 498">
                    <a:extLst>
                      <a:ext uri="{FF2B5EF4-FFF2-40B4-BE49-F238E27FC236}">
                        <a16:creationId xmlns:a16="http://schemas.microsoft.com/office/drawing/2014/main" id="{00C7A228-C450-79CC-D7FD-36ABBC3B1917}"/>
                      </a:ext>
                    </a:extLst>
                  </p:cNvPr>
                  <p:cNvSpPr/>
                  <p:nvPr/>
                </p:nvSpPr>
                <p:spPr>
                  <a:xfrm>
                    <a:off x="3659962"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00" name="Freeform: Shape 499">
                    <a:extLst>
                      <a:ext uri="{FF2B5EF4-FFF2-40B4-BE49-F238E27FC236}">
                        <a16:creationId xmlns:a16="http://schemas.microsoft.com/office/drawing/2014/main" id="{C314ABC7-998A-66A5-B393-FD1C77A5237B}"/>
                      </a:ext>
                    </a:extLst>
                  </p:cNvPr>
                  <p:cNvSpPr/>
                  <p:nvPr/>
                </p:nvSpPr>
                <p:spPr>
                  <a:xfrm>
                    <a:off x="370048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01" name="Freeform: Shape 500">
                    <a:extLst>
                      <a:ext uri="{FF2B5EF4-FFF2-40B4-BE49-F238E27FC236}">
                        <a16:creationId xmlns:a16="http://schemas.microsoft.com/office/drawing/2014/main" id="{487053A5-8328-3601-F05C-9EBA4B694D63}"/>
                      </a:ext>
                    </a:extLst>
                  </p:cNvPr>
                  <p:cNvSpPr/>
                  <p:nvPr/>
                </p:nvSpPr>
                <p:spPr>
                  <a:xfrm>
                    <a:off x="378152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442" name="Graphic 4773">
                  <a:extLst>
                    <a:ext uri="{FF2B5EF4-FFF2-40B4-BE49-F238E27FC236}">
                      <a16:creationId xmlns:a16="http://schemas.microsoft.com/office/drawing/2014/main" id="{8336D924-6213-03E8-D8D9-096698E3E133}"/>
                    </a:ext>
                  </a:extLst>
                </p:cNvPr>
                <p:cNvGrpSpPr/>
                <p:nvPr/>
              </p:nvGrpSpPr>
              <p:grpSpPr>
                <a:xfrm>
                  <a:off x="2640418" y="2129759"/>
                  <a:ext cx="886046" cy="59069"/>
                  <a:chOff x="2640418" y="2129759"/>
                  <a:chExt cx="886046" cy="59069"/>
                </a:xfrm>
                <a:grpFill/>
              </p:grpSpPr>
              <p:sp>
                <p:nvSpPr>
                  <p:cNvPr id="485" name="Freeform: Shape 484">
                    <a:extLst>
                      <a:ext uri="{FF2B5EF4-FFF2-40B4-BE49-F238E27FC236}">
                        <a16:creationId xmlns:a16="http://schemas.microsoft.com/office/drawing/2014/main" id="{7145A9D5-72D9-4627-51CD-E26FCB090848}"/>
                      </a:ext>
                    </a:extLst>
                  </p:cNvPr>
                  <p:cNvSpPr/>
                  <p:nvPr/>
                </p:nvSpPr>
                <p:spPr>
                  <a:xfrm>
                    <a:off x="3467395"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86" name="Freeform: Shape 485">
                    <a:extLst>
                      <a:ext uri="{FF2B5EF4-FFF2-40B4-BE49-F238E27FC236}">
                        <a16:creationId xmlns:a16="http://schemas.microsoft.com/office/drawing/2014/main" id="{7FEAEBFD-204A-706E-1256-11F693EFD98C}"/>
                      </a:ext>
                    </a:extLst>
                  </p:cNvPr>
                  <p:cNvSpPr/>
                  <p:nvPr/>
                </p:nvSpPr>
                <p:spPr>
                  <a:xfrm>
                    <a:off x="3349255"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87" name="Freeform: Shape 486">
                    <a:extLst>
                      <a:ext uri="{FF2B5EF4-FFF2-40B4-BE49-F238E27FC236}">
                        <a16:creationId xmlns:a16="http://schemas.microsoft.com/office/drawing/2014/main" id="{2C049966-F616-A629-D140-22DC78156C82}"/>
                      </a:ext>
                    </a:extLst>
                  </p:cNvPr>
                  <p:cNvSpPr/>
                  <p:nvPr/>
                </p:nvSpPr>
                <p:spPr>
                  <a:xfrm>
                    <a:off x="3231116"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88" name="Freeform: Shape 487">
                    <a:extLst>
                      <a:ext uri="{FF2B5EF4-FFF2-40B4-BE49-F238E27FC236}">
                        <a16:creationId xmlns:a16="http://schemas.microsoft.com/office/drawing/2014/main" id="{FAC549FD-A1F6-3916-6D8B-6EA53034BF9F}"/>
                      </a:ext>
                    </a:extLst>
                  </p:cNvPr>
                  <p:cNvSpPr/>
                  <p:nvPr/>
                </p:nvSpPr>
                <p:spPr>
                  <a:xfrm>
                    <a:off x="3112976"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89" name="Freeform: Shape 488">
                    <a:extLst>
                      <a:ext uri="{FF2B5EF4-FFF2-40B4-BE49-F238E27FC236}">
                        <a16:creationId xmlns:a16="http://schemas.microsoft.com/office/drawing/2014/main" id="{B144B696-4A41-A8E8-4B11-633A96284EA8}"/>
                      </a:ext>
                    </a:extLst>
                  </p:cNvPr>
                  <p:cNvSpPr/>
                  <p:nvPr/>
                </p:nvSpPr>
                <p:spPr>
                  <a:xfrm>
                    <a:off x="2994837"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90" name="Freeform: Shape 489">
                    <a:extLst>
                      <a:ext uri="{FF2B5EF4-FFF2-40B4-BE49-F238E27FC236}">
                        <a16:creationId xmlns:a16="http://schemas.microsoft.com/office/drawing/2014/main" id="{DCAADA7B-873F-9B0B-5ADC-D7BFDC87199C}"/>
                      </a:ext>
                    </a:extLst>
                  </p:cNvPr>
                  <p:cNvSpPr/>
                  <p:nvPr/>
                </p:nvSpPr>
                <p:spPr>
                  <a:xfrm>
                    <a:off x="2876697"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91" name="Freeform: Shape 490">
                    <a:extLst>
                      <a:ext uri="{FF2B5EF4-FFF2-40B4-BE49-F238E27FC236}">
                        <a16:creationId xmlns:a16="http://schemas.microsoft.com/office/drawing/2014/main" id="{4DA14406-7AB8-326A-0EFE-0EB92030670A}"/>
                      </a:ext>
                    </a:extLst>
                  </p:cNvPr>
                  <p:cNvSpPr/>
                  <p:nvPr/>
                </p:nvSpPr>
                <p:spPr>
                  <a:xfrm>
                    <a:off x="2758558"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92" name="Freeform: Shape 491">
                    <a:extLst>
                      <a:ext uri="{FF2B5EF4-FFF2-40B4-BE49-F238E27FC236}">
                        <a16:creationId xmlns:a16="http://schemas.microsoft.com/office/drawing/2014/main" id="{0A22888E-3AA8-C637-1D2D-FC53B4FE03D6}"/>
                      </a:ext>
                    </a:extLst>
                  </p:cNvPr>
                  <p:cNvSpPr/>
                  <p:nvPr/>
                </p:nvSpPr>
                <p:spPr>
                  <a:xfrm>
                    <a:off x="2640418"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443" name="Graphic 4773">
                  <a:extLst>
                    <a:ext uri="{FF2B5EF4-FFF2-40B4-BE49-F238E27FC236}">
                      <a16:creationId xmlns:a16="http://schemas.microsoft.com/office/drawing/2014/main" id="{6B853C9B-BB03-EC60-03C3-97C25D0760BD}"/>
                    </a:ext>
                  </a:extLst>
                </p:cNvPr>
                <p:cNvGrpSpPr/>
                <p:nvPr/>
              </p:nvGrpSpPr>
              <p:grpSpPr>
                <a:xfrm>
                  <a:off x="1990651" y="4610690"/>
                  <a:ext cx="886046" cy="59069"/>
                  <a:chOff x="1990651" y="4610690"/>
                  <a:chExt cx="886046" cy="59069"/>
                </a:xfrm>
                <a:grpFill/>
              </p:grpSpPr>
              <p:sp>
                <p:nvSpPr>
                  <p:cNvPr id="477" name="Freeform: Shape 476">
                    <a:extLst>
                      <a:ext uri="{FF2B5EF4-FFF2-40B4-BE49-F238E27FC236}">
                        <a16:creationId xmlns:a16="http://schemas.microsoft.com/office/drawing/2014/main" id="{83775CD7-C0B8-6BB6-6E7E-1F5D2BD31E4A}"/>
                      </a:ext>
                    </a:extLst>
                  </p:cNvPr>
                  <p:cNvSpPr/>
                  <p:nvPr/>
                </p:nvSpPr>
                <p:spPr>
                  <a:xfrm>
                    <a:off x="2817627"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78" name="Freeform: Shape 477">
                    <a:extLst>
                      <a:ext uri="{FF2B5EF4-FFF2-40B4-BE49-F238E27FC236}">
                        <a16:creationId xmlns:a16="http://schemas.microsoft.com/office/drawing/2014/main" id="{9D40B751-E69A-84E8-892D-C0286B6DA578}"/>
                      </a:ext>
                    </a:extLst>
                  </p:cNvPr>
                  <p:cNvSpPr/>
                  <p:nvPr/>
                </p:nvSpPr>
                <p:spPr>
                  <a:xfrm>
                    <a:off x="2699488"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79" name="Freeform: Shape 478">
                    <a:extLst>
                      <a:ext uri="{FF2B5EF4-FFF2-40B4-BE49-F238E27FC236}">
                        <a16:creationId xmlns:a16="http://schemas.microsoft.com/office/drawing/2014/main" id="{7FFE6AFF-EBD1-3AFB-6BC6-CE2B368C4BC7}"/>
                      </a:ext>
                    </a:extLst>
                  </p:cNvPr>
                  <p:cNvSpPr/>
                  <p:nvPr/>
                </p:nvSpPr>
                <p:spPr>
                  <a:xfrm>
                    <a:off x="2581348"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80" name="Freeform: Shape 479">
                    <a:extLst>
                      <a:ext uri="{FF2B5EF4-FFF2-40B4-BE49-F238E27FC236}">
                        <a16:creationId xmlns:a16="http://schemas.microsoft.com/office/drawing/2014/main" id="{8D16A412-A0EE-A625-1C86-2FECABF013B0}"/>
                      </a:ext>
                    </a:extLst>
                  </p:cNvPr>
                  <p:cNvSpPr/>
                  <p:nvPr/>
                </p:nvSpPr>
                <p:spPr>
                  <a:xfrm>
                    <a:off x="246320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81" name="Freeform: Shape 480">
                    <a:extLst>
                      <a:ext uri="{FF2B5EF4-FFF2-40B4-BE49-F238E27FC236}">
                        <a16:creationId xmlns:a16="http://schemas.microsoft.com/office/drawing/2014/main" id="{0F20723F-BEA5-865F-9455-D6D5035AA44F}"/>
                      </a:ext>
                    </a:extLst>
                  </p:cNvPr>
                  <p:cNvSpPr/>
                  <p:nvPr/>
                </p:nvSpPr>
                <p:spPr>
                  <a:xfrm>
                    <a:off x="234506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82" name="Freeform: Shape 481">
                    <a:extLst>
                      <a:ext uri="{FF2B5EF4-FFF2-40B4-BE49-F238E27FC236}">
                        <a16:creationId xmlns:a16="http://schemas.microsoft.com/office/drawing/2014/main" id="{52CC3383-74C6-5370-DE44-586A96942322}"/>
                      </a:ext>
                    </a:extLst>
                  </p:cNvPr>
                  <p:cNvSpPr/>
                  <p:nvPr/>
                </p:nvSpPr>
                <p:spPr>
                  <a:xfrm>
                    <a:off x="2226930"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83" name="Freeform: Shape 482">
                    <a:extLst>
                      <a:ext uri="{FF2B5EF4-FFF2-40B4-BE49-F238E27FC236}">
                        <a16:creationId xmlns:a16="http://schemas.microsoft.com/office/drawing/2014/main" id="{4A2740F9-2EA0-9EBC-3009-5467E572E60C}"/>
                      </a:ext>
                    </a:extLst>
                  </p:cNvPr>
                  <p:cNvSpPr/>
                  <p:nvPr/>
                </p:nvSpPr>
                <p:spPr>
                  <a:xfrm>
                    <a:off x="2108790"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84" name="Freeform: Shape 483">
                    <a:extLst>
                      <a:ext uri="{FF2B5EF4-FFF2-40B4-BE49-F238E27FC236}">
                        <a16:creationId xmlns:a16="http://schemas.microsoft.com/office/drawing/2014/main" id="{9EA3E8BB-9BC6-D6F7-9786-0CD2F53DC7EE}"/>
                      </a:ext>
                    </a:extLst>
                  </p:cNvPr>
                  <p:cNvSpPr/>
                  <p:nvPr/>
                </p:nvSpPr>
                <p:spPr>
                  <a:xfrm>
                    <a:off x="1990651"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444" name="Freeform: Shape 443">
                  <a:extLst>
                    <a:ext uri="{FF2B5EF4-FFF2-40B4-BE49-F238E27FC236}">
                      <a16:creationId xmlns:a16="http://schemas.microsoft.com/office/drawing/2014/main" id="{1B14E846-61BC-10D5-6896-B098F9398876}"/>
                    </a:ext>
                  </a:extLst>
                </p:cNvPr>
                <p:cNvSpPr/>
                <p:nvPr/>
              </p:nvSpPr>
              <p:spPr>
                <a:xfrm rot="-2700000">
                  <a:off x="3497758" y="3223441"/>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45" name="Freeform: Shape 444">
                  <a:extLst>
                    <a:ext uri="{FF2B5EF4-FFF2-40B4-BE49-F238E27FC236}">
                      <a16:creationId xmlns:a16="http://schemas.microsoft.com/office/drawing/2014/main" id="{C56453DC-7D1E-3DCD-C553-411D688795C3}"/>
                    </a:ext>
                  </a:extLst>
                </p:cNvPr>
                <p:cNvSpPr/>
                <p:nvPr/>
              </p:nvSpPr>
              <p:spPr>
                <a:xfrm>
                  <a:off x="3350142"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46" name="Freeform: Shape 445">
                  <a:extLst>
                    <a:ext uri="{FF2B5EF4-FFF2-40B4-BE49-F238E27FC236}">
                      <a16:creationId xmlns:a16="http://schemas.microsoft.com/office/drawing/2014/main" id="{4DB0C7E7-F988-DC11-4C23-9B53DAC637EF}"/>
                    </a:ext>
                  </a:extLst>
                </p:cNvPr>
                <p:cNvSpPr/>
                <p:nvPr/>
              </p:nvSpPr>
              <p:spPr>
                <a:xfrm>
                  <a:off x="3202467"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47" name="Freeform: Shape 446">
                  <a:extLst>
                    <a:ext uri="{FF2B5EF4-FFF2-40B4-BE49-F238E27FC236}">
                      <a16:creationId xmlns:a16="http://schemas.microsoft.com/office/drawing/2014/main" id="{EE88B852-3D20-D288-AC78-5034A15F11A7}"/>
                    </a:ext>
                  </a:extLst>
                </p:cNvPr>
                <p:cNvSpPr/>
                <p:nvPr/>
              </p:nvSpPr>
              <p:spPr>
                <a:xfrm rot="-2700000">
                  <a:off x="3054737" y="3223438"/>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48" name="Freeform: Shape 447">
                  <a:extLst>
                    <a:ext uri="{FF2B5EF4-FFF2-40B4-BE49-F238E27FC236}">
                      <a16:creationId xmlns:a16="http://schemas.microsoft.com/office/drawing/2014/main" id="{6AB68DE3-2FBD-514C-02CF-8F402A630149}"/>
                    </a:ext>
                  </a:extLst>
                </p:cNvPr>
                <p:cNvSpPr/>
                <p:nvPr/>
              </p:nvSpPr>
              <p:spPr>
                <a:xfrm rot="-2700000">
                  <a:off x="2907066" y="3223435"/>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49" name="Freeform: Shape 448">
                  <a:extLst>
                    <a:ext uri="{FF2B5EF4-FFF2-40B4-BE49-F238E27FC236}">
                      <a16:creationId xmlns:a16="http://schemas.microsoft.com/office/drawing/2014/main" id="{40F5E5A3-F169-2B5B-01D0-B91A10387A08}"/>
                    </a:ext>
                  </a:extLst>
                </p:cNvPr>
                <p:cNvSpPr/>
                <p:nvPr/>
              </p:nvSpPr>
              <p:spPr>
                <a:xfrm>
                  <a:off x="2759444"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50" name="Freeform: Shape 449">
                  <a:extLst>
                    <a:ext uri="{FF2B5EF4-FFF2-40B4-BE49-F238E27FC236}">
                      <a16:creationId xmlns:a16="http://schemas.microsoft.com/office/drawing/2014/main" id="{6FFA4AB4-4626-C1DB-7A49-16B859C1A9F1}"/>
                    </a:ext>
                  </a:extLst>
                </p:cNvPr>
                <p:cNvSpPr/>
                <p:nvPr/>
              </p:nvSpPr>
              <p:spPr>
                <a:xfrm>
                  <a:off x="2611769"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51" name="Freeform: Shape 450">
                  <a:extLst>
                    <a:ext uri="{FF2B5EF4-FFF2-40B4-BE49-F238E27FC236}">
                      <a16:creationId xmlns:a16="http://schemas.microsoft.com/office/drawing/2014/main" id="{F66D7D27-38D2-54ED-9E8E-3E79E7553968}"/>
                    </a:ext>
                  </a:extLst>
                </p:cNvPr>
                <p:cNvSpPr/>
                <p:nvPr/>
              </p:nvSpPr>
              <p:spPr>
                <a:xfrm rot="-2700000">
                  <a:off x="2464040" y="3223432"/>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52" name="Freeform: Shape 451">
                  <a:extLst>
                    <a:ext uri="{FF2B5EF4-FFF2-40B4-BE49-F238E27FC236}">
                      <a16:creationId xmlns:a16="http://schemas.microsoft.com/office/drawing/2014/main" id="{D33000F1-529E-C443-AF92-421560E777AD}"/>
                    </a:ext>
                  </a:extLst>
                </p:cNvPr>
                <p:cNvSpPr/>
                <p:nvPr/>
              </p:nvSpPr>
              <p:spPr>
                <a:xfrm>
                  <a:off x="1038446" y="3340749"/>
                  <a:ext cx="191326" cy="177091"/>
                </a:xfrm>
                <a:custGeom>
                  <a:avLst/>
                  <a:gdLst>
                    <a:gd name="connsiteX0" fmla="*/ 88546 w 191326"/>
                    <a:gd name="connsiteY0" fmla="*/ 0 h 177091"/>
                    <a:gd name="connsiteX1" fmla="*/ 113887 w 191326"/>
                    <a:gd name="connsiteY1" fmla="*/ 25341 h 177091"/>
                    <a:gd name="connsiteX2" fmla="*/ 71474 w 191326"/>
                    <a:gd name="connsiteY2" fmla="*/ 67694 h 177091"/>
                    <a:gd name="connsiteX3" fmla="*/ 191327 w 191326"/>
                    <a:gd name="connsiteY3" fmla="*/ 67694 h 177091"/>
                    <a:gd name="connsiteX4" fmla="*/ 191327 w 191326"/>
                    <a:gd name="connsiteY4" fmla="*/ 106916 h 177091"/>
                    <a:gd name="connsiteX5" fmla="*/ 68934 w 191326"/>
                    <a:gd name="connsiteY5" fmla="*/ 106916 h 177091"/>
                    <a:gd name="connsiteX6" fmla="*/ 113887 w 191326"/>
                    <a:gd name="connsiteY6" fmla="*/ 151809 h 177091"/>
                    <a:gd name="connsiteX7" fmla="*/ 88546 w 191326"/>
                    <a:gd name="connsiteY7" fmla="*/ 177091 h 177091"/>
                    <a:gd name="connsiteX8" fmla="*/ 0 w 191326"/>
                    <a:gd name="connsiteY8" fmla="*/ 88546 h 177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326" h="177091">
                      <a:moveTo>
                        <a:pt x="88546" y="0"/>
                      </a:moveTo>
                      <a:lnTo>
                        <a:pt x="113887" y="25341"/>
                      </a:lnTo>
                      <a:lnTo>
                        <a:pt x="71474" y="67694"/>
                      </a:lnTo>
                      <a:lnTo>
                        <a:pt x="191327" y="67694"/>
                      </a:lnTo>
                      <a:lnTo>
                        <a:pt x="191327" y="106916"/>
                      </a:lnTo>
                      <a:lnTo>
                        <a:pt x="68934" y="106916"/>
                      </a:lnTo>
                      <a:lnTo>
                        <a:pt x="113887" y="151809"/>
                      </a:lnTo>
                      <a:lnTo>
                        <a:pt x="88546" y="177091"/>
                      </a:lnTo>
                      <a:lnTo>
                        <a:pt x="0" y="8854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53" name="Freeform: Shape 452">
                  <a:extLst>
                    <a:ext uri="{FF2B5EF4-FFF2-40B4-BE49-F238E27FC236}">
                      <a16:creationId xmlns:a16="http://schemas.microsoft.com/office/drawing/2014/main" id="{4EAC13E5-84B0-8B33-EA49-204FB65ED0DF}"/>
                    </a:ext>
                  </a:extLst>
                </p:cNvPr>
                <p:cNvSpPr/>
                <p:nvPr/>
              </p:nvSpPr>
              <p:spPr>
                <a:xfrm>
                  <a:off x="5004626" y="1576512"/>
                  <a:ext cx="174374" cy="161437"/>
                </a:xfrm>
                <a:custGeom>
                  <a:avLst/>
                  <a:gdLst>
                    <a:gd name="connsiteX0" fmla="*/ 80690 w 174374"/>
                    <a:gd name="connsiteY0" fmla="*/ 0 h 161437"/>
                    <a:gd name="connsiteX1" fmla="*/ 103727 w 174374"/>
                    <a:gd name="connsiteY1" fmla="*/ 23037 h 161437"/>
                    <a:gd name="connsiteX2" fmla="*/ 65154 w 174374"/>
                    <a:gd name="connsiteY2" fmla="*/ 61669 h 161437"/>
                    <a:gd name="connsiteX3" fmla="*/ 174374 w 174374"/>
                    <a:gd name="connsiteY3" fmla="*/ 61669 h 161437"/>
                    <a:gd name="connsiteX4" fmla="*/ 174374 w 174374"/>
                    <a:gd name="connsiteY4" fmla="*/ 97406 h 161437"/>
                    <a:gd name="connsiteX5" fmla="*/ 62850 w 174374"/>
                    <a:gd name="connsiteY5" fmla="*/ 97406 h 161437"/>
                    <a:gd name="connsiteX6" fmla="*/ 103727 w 174374"/>
                    <a:gd name="connsiteY6" fmla="*/ 138341 h 161437"/>
                    <a:gd name="connsiteX7" fmla="*/ 80690 w 174374"/>
                    <a:gd name="connsiteY7" fmla="*/ 161438 h 161437"/>
                    <a:gd name="connsiteX8" fmla="*/ 0 w 174374"/>
                    <a:gd name="connsiteY8" fmla="*/ 80689 h 16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4374" h="161437">
                      <a:moveTo>
                        <a:pt x="80690" y="0"/>
                      </a:moveTo>
                      <a:lnTo>
                        <a:pt x="103727" y="23037"/>
                      </a:lnTo>
                      <a:lnTo>
                        <a:pt x="65154" y="61669"/>
                      </a:lnTo>
                      <a:lnTo>
                        <a:pt x="174374" y="61669"/>
                      </a:lnTo>
                      <a:lnTo>
                        <a:pt x="174374" y="97406"/>
                      </a:lnTo>
                      <a:lnTo>
                        <a:pt x="62850" y="97406"/>
                      </a:lnTo>
                      <a:lnTo>
                        <a:pt x="103727" y="138341"/>
                      </a:lnTo>
                      <a:lnTo>
                        <a:pt x="80690" y="161438"/>
                      </a:lnTo>
                      <a:lnTo>
                        <a:pt x="0" y="8068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454" name="Graphic 4773">
                  <a:extLst>
                    <a:ext uri="{FF2B5EF4-FFF2-40B4-BE49-F238E27FC236}">
                      <a16:creationId xmlns:a16="http://schemas.microsoft.com/office/drawing/2014/main" id="{F9627888-A7EC-612E-149F-A47B29CA78E4}"/>
                    </a:ext>
                  </a:extLst>
                </p:cNvPr>
                <p:cNvGrpSpPr/>
                <p:nvPr/>
              </p:nvGrpSpPr>
              <p:grpSpPr>
                <a:xfrm>
                  <a:off x="457259" y="2897903"/>
                  <a:ext cx="526784" cy="117726"/>
                  <a:chOff x="457259" y="2897903"/>
                  <a:chExt cx="526784" cy="117726"/>
                </a:xfrm>
                <a:grpFill/>
              </p:grpSpPr>
              <p:sp>
                <p:nvSpPr>
                  <p:cNvPr id="455" name="Freeform: Shape 454">
                    <a:extLst>
                      <a:ext uri="{FF2B5EF4-FFF2-40B4-BE49-F238E27FC236}">
                        <a16:creationId xmlns:a16="http://schemas.microsoft.com/office/drawing/2014/main" id="{0C45616C-273F-0555-A5E7-BDD454125DB9}"/>
                      </a:ext>
                    </a:extLst>
                  </p:cNvPr>
                  <p:cNvSpPr/>
                  <p:nvPr/>
                </p:nvSpPr>
                <p:spPr>
                  <a:xfrm>
                    <a:off x="882147" y="2924248"/>
                    <a:ext cx="8269" cy="9214"/>
                  </a:xfrm>
                  <a:custGeom>
                    <a:avLst/>
                    <a:gdLst>
                      <a:gd name="connsiteX0" fmla="*/ 0 w 8269"/>
                      <a:gd name="connsiteY0" fmla="*/ 3131 h 9214"/>
                      <a:gd name="connsiteX1" fmla="*/ 5316 w 8269"/>
                      <a:gd name="connsiteY1" fmla="*/ 0 h 9214"/>
                      <a:gd name="connsiteX2" fmla="*/ 8270 w 8269"/>
                      <a:gd name="connsiteY2" fmla="*/ 5139 h 9214"/>
                      <a:gd name="connsiteX3" fmla="*/ 5907 w 8269"/>
                      <a:gd name="connsiteY3" fmla="*/ 6498 h 9214"/>
                      <a:gd name="connsiteX4" fmla="*/ 5907 w 8269"/>
                      <a:gd name="connsiteY4" fmla="*/ 9215 h 9214"/>
                      <a:gd name="connsiteX5" fmla="*/ 0 w 8269"/>
                      <a:gd name="connsiteY5" fmla="*/ 9215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0" y="3131"/>
                        </a:moveTo>
                        <a:lnTo>
                          <a:pt x="5316" y="0"/>
                        </a:lnTo>
                        <a:lnTo>
                          <a:pt x="8270" y="5139"/>
                        </a:lnTo>
                        <a:lnTo>
                          <a:pt x="5907" y="6498"/>
                        </a:lnTo>
                        <a:lnTo>
                          <a:pt x="5907" y="9215"/>
                        </a:lnTo>
                        <a:lnTo>
                          <a:pt x="0" y="9215"/>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56" name="Freeform: Shape 455">
                    <a:extLst>
                      <a:ext uri="{FF2B5EF4-FFF2-40B4-BE49-F238E27FC236}">
                        <a16:creationId xmlns:a16="http://schemas.microsoft.com/office/drawing/2014/main" id="{165C1158-7846-F47C-1414-6E6468B45EC0}"/>
                      </a:ext>
                    </a:extLst>
                  </p:cNvPr>
                  <p:cNvSpPr/>
                  <p:nvPr/>
                </p:nvSpPr>
                <p:spPr>
                  <a:xfrm rot="-1800341">
                    <a:off x="896354" y="2917003"/>
                    <a:ext cx="9333" cy="5907"/>
                  </a:xfrm>
                  <a:custGeom>
                    <a:avLst/>
                    <a:gdLst>
                      <a:gd name="connsiteX0" fmla="*/ 0 w 9333"/>
                      <a:gd name="connsiteY0" fmla="*/ 0 h 5907"/>
                      <a:gd name="connsiteX1" fmla="*/ 9333 w 9333"/>
                      <a:gd name="connsiteY1" fmla="*/ 0 h 5907"/>
                      <a:gd name="connsiteX2" fmla="*/ 9333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3" y="0"/>
                        </a:lnTo>
                        <a:lnTo>
                          <a:pt x="9333"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57" name="Freeform: Shape 456">
                    <a:extLst>
                      <a:ext uri="{FF2B5EF4-FFF2-40B4-BE49-F238E27FC236}">
                        <a16:creationId xmlns:a16="http://schemas.microsoft.com/office/drawing/2014/main" id="{43ADA6F7-DA47-5746-1170-A6C2F2AAC1F6}"/>
                      </a:ext>
                    </a:extLst>
                  </p:cNvPr>
                  <p:cNvSpPr/>
                  <p:nvPr/>
                </p:nvSpPr>
                <p:spPr>
                  <a:xfrm>
                    <a:off x="911682" y="2905641"/>
                    <a:ext cx="10986" cy="9805"/>
                  </a:xfrm>
                  <a:custGeom>
                    <a:avLst/>
                    <a:gdLst>
                      <a:gd name="connsiteX0" fmla="*/ 8033 w 10986"/>
                      <a:gd name="connsiteY0" fmla="*/ 0 h 9805"/>
                      <a:gd name="connsiteX1" fmla="*/ 10987 w 10986"/>
                      <a:gd name="connsiteY1" fmla="*/ 5139 h 9805"/>
                      <a:gd name="connsiteX2" fmla="*/ 2953 w 10986"/>
                      <a:gd name="connsiteY2" fmla="*/ 9806 h 9805"/>
                      <a:gd name="connsiteX3" fmla="*/ 0 w 10986"/>
                      <a:gd name="connsiteY3" fmla="*/ 4667 h 9805"/>
                    </a:gdLst>
                    <a:ahLst/>
                    <a:cxnLst>
                      <a:cxn ang="0">
                        <a:pos x="connsiteX0" y="connsiteY0"/>
                      </a:cxn>
                      <a:cxn ang="0">
                        <a:pos x="connsiteX1" y="connsiteY1"/>
                      </a:cxn>
                      <a:cxn ang="0">
                        <a:pos x="connsiteX2" y="connsiteY2"/>
                      </a:cxn>
                      <a:cxn ang="0">
                        <a:pos x="connsiteX3" y="connsiteY3"/>
                      </a:cxn>
                    </a:cxnLst>
                    <a:rect l="l" t="t" r="r" b="b"/>
                    <a:pathLst>
                      <a:path w="10986" h="9805">
                        <a:moveTo>
                          <a:pt x="8033" y="0"/>
                        </a:moveTo>
                        <a:lnTo>
                          <a:pt x="10987" y="5139"/>
                        </a:lnTo>
                        <a:lnTo>
                          <a:pt x="2953" y="9806"/>
                        </a:lnTo>
                        <a:lnTo>
                          <a:pt x="0" y="466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58" name="Freeform: Shape 457">
                    <a:extLst>
                      <a:ext uri="{FF2B5EF4-FFF2-40B4-BE49-F238E27FC236}">
                        <a16:creationId xmlns:a16="http://schemas.microsoft.com/office/drawing/2014/main" id="{E7B1CD69-1D33-D258-1220-7C790B4AF389}"/>
                      </a:ext>
                    </a:extLst>
                  </p:cNvPr>
                  <p:cNvSpPr/>
                  <p:nvPr/>
                </p:nvSpPr>
                <p:spPr>
                  <a:xfrm>
                    <a:off x="927808" y="2897903"/>
                    <a:ext cx="10632" cy="8210"/>
                  </a:xfrm>
                  <a:custGeom>
                    <a:avLst/>
                    <a:gdLst>
                      <a:gd name="connsiteX0" fmla="*/ 5257 w 10632"/>
                      <a:gd name="connsiteY0" fmla="*/ 0 h 8210"/>
                      <a:gd name="connsiteX1" fmla="*/ 10632 w 10632"/>
                      <a:gd name="connsiteY1" fmla="*/ 3072 h 8210"/>
                      <a:gd name="connsiteX2" fmla="*/ 7679 w 10632"/>
                      <a:gd name="connsiteY2" fmla="*/ 8211 h 8210"/>
                      <a:gd name="connsiteX3" fmla="*/ 5257 w 10632"/>
                      <a:gd name="connsiteY3" fmla="*/ 6852 h 8210"/>
                      <a:gd name="connsiteX4" fmla="*/ 2953 w 10632"/>
                      <a:gd name="connsiteY4" fmla="*/ 8211 h 8210"/>
                      <a:gd name="connsiteX5" fmla="*/ 0 w 10632"/>
                      <a:gd name="connsiteY5" fmla="*/ 3072 h 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10">
                        <a:moveTo>
                          <a:pt x="5257" y="0"/>
                        </a:moveTo>
                        <a:lnTo>
                          <a:pt x="10632" y="3072"/>
                        </a:lnTo>
                        <a:lnTo>
                          <a:pt x="7679" y="8211"/>
                        </a:lnTo>
                        <a:lnTo>
                          <a:pt x="5257" y="6852"/>
                        </a:lnTo>
                        <a:lnTo>
                          <a:pt x="2953" y="8211"/>
                        </a:lnTo>
                        <a:lnTo>
                          <a:pt x="0" y="3072"/>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59" name="Freeform: Shape 458">
                    <a:extLst>
                      <a:ext uri="{FF2B5EF4-FFF2-40B4-BE49-F238E27FC236}">
                        <a16:creationId xmlns:a16="http://schemas.microsoft.com/office/drawing/2014/main" id="{0F4C0F4B-0D93-4732-628F-C7BF2D458A29}"/>
                      </a:ext>
                    </a:extLst>
                  </p:cNvPr>
                  <p:cNvSpPr/>
                  <p:nvPr/>
                </p:nvSpPr>
                <p:spPr>
                  <a:xfrm>
                    <a:off x="959647" y="2914915"/>
                    <a:ext cx="11046" cy="9805"/>
                  </a:xfrm>
                  <a:custGeom>
                    <a:avLst/>
                    <a:gdLst>
                      <a:gd name="connsiteX0" fmla="*/ 2953 w 11046"/>
                      <a:gd name="connsiteY0" fmla="*/ 0 h 9805"/>
                      <a:gd name="connsiteX1" fmla="*/ 11046 w 11046"/>
                      <a:gd name="connsiteY1" fmla="*/ 4726 h 9805"/>
                      <a:gd name="connsiteX2" fmla="*/ 8033 w 11046"/>
                      <a:gd name="connsiteY2" fmla="*/ 9806 h 9805"/>
                      <a:gd name="connsiteX3" fmla="*/ 0 w 11046"/>
                      <a:gd name="connsiteY3" fmla="*/ 5139 h 9805"/>
                    </a:gdLst>
                    <a:ahLst/>
                    <a:cxnLst>
                      <a:cxn ang="0">
                        <a:pos x="connsiteX0" y="connsiteY0"/>
                      </a:cxn>
                      <a:cxn ang="0">
                        <a:pos x="connsiteX1" y="connsiteY1"/>
                      </a:cxn>
                      <a:cxn ang="0">
                        <a:pos x="connsiteX2" y="connsiteY2"/>
                      </a:cxn>
                      <a:cxn ang="0">
                        <a:pos x="connsiteX3" y="connsiteY3"/>
                      </a:cxn>
                    </a:cxnLst>
                    <a:rect l="l" t="t" r="r" b="b"/>
                    <a:pathLst>
                      <a:path w="11046" h="9805">
                        <a:moveTo>
                          <a:pt x="2953" y="0"/>
                        </a:moveTo>
                        <a:lnTo>
                          <a:pt x="11046" y="4726"/>
                        </a:lnTo>
                        <a:lnTo>
                          <a:pt x="8033" y="9806"/>
                        </a:lnTo>
                        <a:lnTo>
                          <a:pt x="0" y="513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60" name="Freeform: Shape 459">
                    <a:extLst>
                      <a:ext uri="{FF2B5EF4-FFF2-40B4-BE49-F238E27FC236}">
                        <a16:creationId xmlns:a16="http://schemas.microsoft.com/office/drawing/2014/main" id="{14C6CD81-F1DC-76F5-C696-9CAA8ABA01AB}"/>
                      </a:ext>
                    </a:extLst>
                  </p:cNvPr>
                  <p:cNvSpPr/>
                  <p:nvPr/>
                </p:nvSpPr>
                <p:spPr>
                  <a:xfrm rot="-3600896">
                    <a:off x="946174" y="2906009"/>
                    <a:ext cx="5907" cy="9274"/>
                  </a:xfrm>
                  <a:custGeom>
                    <a:avLst/>
                    <a:gdLst>
                      <a:gd name="connsiteX0" fmla="*/ 0 w 5907"/>
                      <a:gd name="connsiteY0" fmla="*/ 0 h 9274"/>
                      <a:gd name="connsiteX1" fmla="*/ 5907 w 5907"/>
                      <a:gd name="connsiteY1" fmla="*/ 0 h 9274"/>
                      <a:gd name="connsiteX2" fmla="*/ 5907 w 5907"/>
                      <a:gd name="connsiteY2" fmla="*/ 9275 h 9274"/>
                      <a:gd name="connsiteX3" fmla="*/ 0 w 5907"/>
                      <a:gd name="connsiteY3" fmla="*/ 9275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5"/>
                        </a:lnTo>
                        <a:lnTo>
                          <a:pt x="0" y="9275"/>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61" name="Freeform: Shape 460">
                    <a:extLst>
                      <a:ext uri="{FF2B5EF4-FFF2-40B4-BE49-F238E27FC236}">
                        <a16:creationId xmlns:a16="http://schemas.microsoft.com/office/drawing/2014/main" id="{7BBE750C-99B3-4532-387D-7012A57EF634}"/>
                      </a:ext>
                    </a:extLst>
                  </p:cNvPr>
                  <p:cNvSpPr/>
                  <p:nvPr/>
                </p:nvSpPr>
                <p:spPr>
                  <a:xfrm>
                    <a:off x="975773" y="2924248"/>
                    <a:ext cx="8269" cy="9214"/>
                  </a:xfrm>
                  <a:custGeom>
                    <a:avLst/>
                    <a:gdLst>
                      <a:gd name="connsiteX0" fmla="*/ 2953 w 8269"/>
                      <a:gd name="connsiteY0" fmla="*/ 0 h 9214"/>
                      <a:gd name="connsiteX1" fmla="*/ 8270 w 8269"/>
                      <a:gd name="connsiteY1" fmla="*/ 3131 h 9214"/>
                      <a:gd name="connsiteX2" fmla="*/ 8270 w 8269"/>
                      <a:gd name="connsiteY2" fmla="*/ 9215 h 9214"/>
                      <a:gd name="connsiteX3" fmla="*/ 2304 w 8269"/>
                      <a:gd name="connsiteY3" fmla="*/ 9215 h 9214"/>
                      <a:gd name="connsiteX4" fmla="*/ 2304 w 8269"/>
                      <a:gd name="connsiteY4" fmla="*/ 6498 h 9214"/>
                      <a:gd name="connsiteX5" fmla="*/ 0 w 8269"/>
                      <a:gd name="connsiteY5" fmla="*/ 5139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2953" y="0"/>
                        </a:moveTo>
                        <a:lnTo>
                          <a:pt x="8270" y="3131"/>
                        </a:lnTo>
                        <a:lnTo>
                          <a:pt x="8270" y="9215"/>
                        </a:lnTo>
                        <a:lnTo>
                          <a:pt x="2304" y="9215"/>
                        </a:lnTo>
                        <a:lnTo>
                          <a:pt x="2304" y="6498"/>
                        </a:lnTo>
                        <a:lnTo>
                          <a:pt x="0" y="513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62" name="Freeform: Shape 461">
                    <a:extLst>
                      <a:ext uri="{FF2B5EF4-FFF2-40B4-BE49-F238E27FC236}">
                        <a16:creationId xmlns:a16="http://schemas.microsoft.com/office/drawing/2014/main" id="{22FD94E7-DC2B-74A0-A492-EB03F2FF4E94}"/>
                      </a:ext>
                    </a:extLst>
                  </p:cNvPr>
                  <p:cNvSpPr/>
                  <p:nvPr/>
                </p:nvSpPr>
                <p:spPr>
                  <a:xfrm>
                    <a:off x="978077" y="2961403"/>
                    <a:ext cx="5966" cy="9273"/>
                  </a:xfrm>
                  <a:custGeom>
                    <a:avLst/>
                    <a:gdLst>
                      <a:gd name="connsiteX0" fmla="*/ 0 w 5966"/>
                      <a:gd name="connsiteY0" fmla="*/ 0 h 9273"/>
                      <a:gd name="connsiteX1" fmla="*/ 5966 w 5966"/>
                      <a:gd name="connsiteY1" fmla="*/ 0 h 9273"/>
                      <a:gd name="connsiteX2" fmla="*/ 5966 w 5966"/>
                      <a:gd name="connsiteY2" fmla="*/ 9274 h 9273"/>
                      <a:gd name="connsiteX3" fmla="*/ 0 w 5966"/>
                      <a:gd name="connsiteY3" fmla="*/ 9274 h 9273"/>
                    </a:gdLst>
                    <a:ahLst/>
                    <a:cxnLst>
                      <a:cxn ang="0">
                        <a:pos x="connsiteX0" y="connsiteY0"/>
                      </a:cxn>
                      <a:cxn ang="0">
                        <a:pos x="connsiteX1" y="connsiteY1"/>
                      </a:cxn>
                      <a:cxn ang="0">
                        <a:pos x="connsiteX2" y="connsiteY2"/>
                      </a:cxn>
                      <a:cxn ang="0">
                        <a:pos x="connsiteX3" y="connsiteY3"/>
                      </a:cxn>
                    </a:cxnLst>
                    <a:rect l="l" t="t" r="r" b="b"/>
                    <a:pathLst>
                      <a:path w="5966" h="9273">
                        <a:moveTo>
                          <a:pt x="0" y="0"/>
                        </a:moveTo>
                        <a:lnTo>
                          <a:pt x="5966" y="0"/>
                        </a:lnTo>
                        <a:lnTo>
                          <a:pt x="5966"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63" name="Freeform: Shape 462">
                    <a:extLst>
                      <a:ext uri="{FF2B5EF4-FFF2-40B4-BE49-F238E27FC236}">
                        <a16:creationId xmlns:a16="http://schemas.microsoft.com/office/drawing/2014/main" id="{2D51E2AE-5559-51CF-C83A-7AAE6A5950C9}"/>
                      </a:ext>
                    </a:extLst>
                  </p:cNvPr>
                  <p:cNvSpPr/>
                  <p:nvPr/>
                </p:nvSpPr>
                <p:spPr>
                  <a:xfrm>
                    <a:off x="978077" y="2942796"/>
                    <a:ext cx="5966" cy="9333"/>
                  </a:xfrm>
                  <a:custGeom>
                    <a:avLst/>
                    <a:gdLst>
                      <a:gd name="connsiteX0" fmla="*/ 0 w 5966"/>
                      <a:gd name="connsiteY0" fmla="*/ 0 h 9333"/>
                      <a:gd name="connsiteX1" fmla="*/ 5966 w 5966"/>
                      <a:gd name="connsiteY1" fmla="*/ 0 h 9333"/>
                      <a:gd name="connsiteX2" fmla="*/ 5966 w 5966"/>
                      <a:gd name="connsiteY2" fmla="*/ 9333 h 9333"/>
                      <a:gd name="connsiteX3" fmla="*/ 0 w 5966"/>
                      <a:gd name="connsiteY3" fmla="*/ 9333 h 9333"/>
                    </a:gdLst>
                    <a:ahLst/>
                    <a:cxnLst>
                      <a:cxn ang="0">
                        <a:pos x="connsiteX0" y="connsiteY0"/>
                      </a:cxn>
                      <a:cxn ang="0">
                        <a:pos x="connsiteX1" y="connsiteY1"/>
                      </a:cxn>
                      <a:cxn ang="0">
                        <a:pos x="connsiteX2" y="connsiteY2"/>
                      </a:cxn>
                      <a:cxn ang="0">
                        <a:pos x="connsiteX3" y="connsiteY3"/>
                      </a:cxn>
                    </a:cxnLst>
                    <a:rect l="l" t="t" r="r" b="b"/>
                    <a:pathLst>
                      <a:path w="5966" h="9333">
                        <a:moveTo>
                          <a:pt x="0" y="0"/>
                        </a:moveTo>
                        <a:lnTo>
                          <a:pt x="5966" y="0"/>
                        </a:lnTo>
                        <a:lnTo>
                          <a:pt x="5966" y="9333"/>
                        </a:lnTo>
                        <a:lnTo>
                          <a:pt x="0" y="933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64" name="Freeform: Shape 463">
                    <a:extLst>
                      <a:ext uri="{FF2B5EF4-FFF2-40B4-BE49-F238E27FC236}">
                        <a16:creationId xmlns:a16="http://schemas.microsoft.com/office/drawing/2014/main" id="{72BC40CD-78F7-43FE-B6B5-1CDDE40B6154}"/>
                      </a:ext>
                    </a:extLst>
                  </p:cNvPr>
                  <p:cNvSpPr/>
                  <p:nvPr/>
                </p:nvSpPr>
                <p:spPr>
                  <a:xfrm>
                    <a:off x="975773" y="2980010"/>
                    <a:ext cx="8269" cy="9214"/>
                  </a:xfrm>
                  <a:custGeom>
                    <a:avLst/>
                    <a:gdLst>
                      <a:gd name="connsiteX0" fmla="*/ 8270 w 8269"/>
                      <a:gd name="connsiteY0" fmla="*/ 6143 h 9214"/>
                      <a:gd name="connsiteX1" fmla="*/ 2953 w 8269"/>
                      <a:gd name="connsiteY1" fmla="*/ 9215 h 9214"/>
                      <a:gd name="connsiteX2" fmla="*/ 0 w 8269"/>
                      <a:gd name="connsiteY2" fmla="*/ 4135 h 9214"/>
                      <a:gd name="connsiteX3" fmla="*/ 2304 w 8269"/>
                      <a:gd name="connsiteY3" fmla="*/ 2776 h 9214"/>
                      <a:gd name="connsiteX4" fmla="*/ 2304 w 8269"/>
                      <a:gd name="connsiteY4" fmla="*/ 0 h 9214"/>
                      <a:gd name="connsiteX5" fmla="*/ 8270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8270" y="6143"/>
                        </a:moveTo>
                        <a:lnTo>
                          <a:pt x="2953" y="9215"/>
                        </a:lnTo>
                        <a:lnTo>
                          <a:pt x="0" y="4135"/>
                        </a:lnTo>
                        <a:lnTo>
                          <a:pt x="2304" y="2776"/>
                        </a:lnTo>
                        <a:lnTo>
                          <a:pt x="2304" y="0"/>
                        </a:lnTo>
                        <a:lnTo>
                          <a:pt x="827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65" name="Freeform: Shape 464">
                    <a:extLst>
                      <a:ext uri="{FF2B5EF4-FFF2-40B4-BE49-F238E27FC236}">
                        <a16:creationId xmlns:a16="http://schemas.microsoft.com/office/drawing/2014/main" id="{A211AD1F-E7C3-A4C1-6429-B385D63015B3}"/>
                      </a:ext>
                    </a:extLst>
                  </p:cNvPr>
                  <p:cNvSpPr/>
                  <p:nvPr/>
                </p:nvSpPr>
                <p:spPr>
                  <a:xfrm rot="-1801109">
                    <a:off x="960619" y="2990764"/>
                    <a:ext cx="9274" cy="5907"/>
                  </a:xfrm>
                  <a:custGeom>
                    <a:avLst/>
                    <a:gdLst>
                      <a:gd name="connsiteX0" fmla="*/ 0 w 9274"/>
                      <a:gd name="connsiteY0" fmla="*/ 0 h 5907"/>
                      <a:gd name="connsiteX1" fmla="*/ 9274 w 9274"/>
                      <a:gd name="connsiteY1" fmla="*/ 0 h 5907"/>
                      <a:gd name="connsiteX2" fmla="*/ 9274 w 9274"/>
                      <a:gd name="connsiteY2" fmla="*/ 5907 h 5907"/>
                      <a:gd name="connsiteX3" fmla="*/ 0 w 9274"/>
                      <a:gd name="connsiteY3" fmla="*/ 5907 h 5907"/>
                    </a:gdLst>
                    <a:ahLst/>
                    <a:cxnLst>
                      <a:cxn ang="0">
                        <a:pos x="connsiteX0" y="connsiteY0"/>
                      </a:cxn>
                      <a:cxn ang="0">
                        <a:pos x="connsiteX1" y="connsiteY1"/>
                      </a:cxn>
                      <a:cxn ang="0">
                        <a:pos x="connsiteX2" y="connsiteY2"/>
                      </a:cxn>
                      <a:cxn ang="0">
                        <a:pos x="connsiteX3" y="connsiteY3"/>
                      </a:cxn>
                    </a:cxnLst>
                    <a:rect l="l" t="t" r="r" b="b"/>
                    <a:pathLst>
                      <a:path w="9274" h="5907">
                        <a:moveTo>
                          <a:pt x="0" y="0"/>
                        </a:moveTo>
                        <a:lnTo>
                          <a:pt x="9274" y="0"/>
                        </a:lnTo>
                        <a:lnTo>
                          <a:pt x="9274"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66" name="Freeform: Shape 465">
                    <a:extLst>
                      <a:ext uri="{FF2B5EF4-FFF2-40B4-BE49-F238E27FC236}">
                        <a16:creationId xmlns:a16="http://schemas.microsoft.com/office/drawing/2014/main" id="{D2224BD9-2D3A-5FF7-1E55-663D7AE9D9A8}"/>
                      </a:ext>
                    </a:extLst>
                  </p:cNvPr>
                  <p:cNvSpPr/>
                  <p:nvPr/>
                </p:nvSpPr>
                <p:spPr>
                  <a:xfrm rot="-1806651">
                    <a:off x="944560" y="3000057"/>
                    <a:ext cx="9333" cy="5907"/>
                  </a:xfrm>
                  <a:custGeom>
                    <a:avLst/>
                    <a:gdLst>
                      <a:gd name="connsiteX0" fmla="*/ 0 w 9333"/>
                      <a:gd name="connsiteY0" fmla="*/ 0 h 5907"/>
                      <a:gd name="connsiteX1" fmla="*/ 9334 w 9333"/>
                      <a:gd name="connsiteY1" fmla="*/ 0 h 5907"/>
                      <a:gd name="connsiteX2" fmla="*/ 9334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4" y="0"/>
                        </a:lnTo>
                        <a:lnTo>
                          <a:pt x="9334"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67" name="Freeform: Shape 466">
                    <a:extLst>
                      <a:ext uri="{FF2B5EF4-FFF2-40B4-BE49-F238E27FC236}">
                        <a16:creationId xmlns:a16="http://schemas.microsoft.com/office/drawing/2014/main" id="{BFD31B92-A0AD-47A0-1D07-874055781BFF}"/>
                      </a:ext>
                    </a:extLst>
                  </p:cNvPr>
                  <p:cNvSpPr/>
                  <p:nvPr/>
                </p:nvSpPr>
                <p:spPr>
                  <a:xfrm>
                    <a:off x="927808" y="3007359"/>
                    <a:ext cx="10632" cy="8269"/>
                  </a:xfrm>
                  <a:custGeom>
                    <a:avLst/>
                    <a:gdLst>
                      <a:gd name="connsiteX0" fmla="*/ 5257 w 10632"/>
                      <a:gd name="connsiteY0" fmla="*/ 1418 h 8269"/>
                      <a:gd name="connsiteX1" fmla="*/ 7679 w 10632"/>
                      <a:gd name="connsiteY1" fmla="*/ 0 h 8269"/>
                      <a:gd name="connsiteX2" fmla="*/ 10632 w 10632"/>
                      <a:gd name="connsiteY2" fmla="*/ 5139 h 8269"/>
                      <a:gd name="connsiteX3" fmla="*/ 5257 w 10632"/>
                      <a:gd name="connsiteY3" fmla="*/ 8270 h 8269"/>
                      <a:gd name="connsiteX4" fmla="*/ 0 w 10632"/>
                      <a:gd name="connsiteY4" fmla="*/ 5139 h 8269"/>
                      <a:gd name="connsiteX5" fmla="*/ 2953 w 10632"/>
                      <a:gd name="connsiteY5" fmla="*/ 0 h 8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69">
                        <a:moveTo>
                          <a:pt x="5257" y="1418"/>
                        </a:moveTo>
                        <a:lnTo>
                          <a:pt x="7679" y="0"/>
                        </a:lnTo>
                        <a:lnTo>
                          <a:pt x="10632" y="5139"/>
                        </a:lnTo>
                        <a:lnTo>
                          <a:pt x="5257" y="8270"/>
                        </a:lnTo>
                        <a:lnTo>
                          <a:pt x="0" y="5139"/>
                        </a:lnTo>
                        <a:lnTo>
                          <a:pt x="2953"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68" name="Freeform: Shape 467">
                    <a:extLst>
                      <a:ext uri="{FF2B5EF4-FFF2-40B4-BE49-F238E27FC236}">
                        <a16:creationId xmlns:a16="http://schemas.microsoft.com/office/drawing/2014/main" id="{C85E0506-38AD-F9A7-9917-875E75B6792D}"/>
                      </a:ext>
                    </a:extLst>
                  </p:cNvPr>
                  <p:cNvSpPr/>
                  <p:nvPr/>
                </p:nvSpPr>
                <p:spPr>
                  <a:xfrm rot="-3604434">
                    <a:off x="898141" y="2989017"/>
                    <a:ext cx="5966" cy="9274"/>
                  </a:xfrm>
                  <a:custGeom>
                    <a:avLst/>
                    <a:gdLst>
                      <a:gd name="connsiteX0" fmla="*/ 0 w 5966"/>
                      <a:gd name="connsiteY0" fmla="*/ 0 h 9274"/>
                      <a:gd name="connsiteX1" fmla="*/ 5966 w 5966"/>
                      <a:gd name="connsiteY1" fmla="*/ 0 h 9274"/>
                      <a:gd name="connsiteX2" fmla="*/ 5966 w 5966"/>
                      <a:gd name="connsiteY2" fmla="*/ 9274 h 9274"/>
                      <a:gd name="connsiteX3" fmla="*/ 0 w 5966"/>
                      <a:gd name="connsiteY3" fmla="*/ 9274 h 9274"/>
                    </a:gdLst>
                    <a:ahLst/>
                    <a:cxnLst>
                      <a:cxn ang="0">
                        <a:pos x="connsiteX0" y="connsiteY0"/>
                      </a:cxn>
                      <a:cxn ang="0">
                        <a:pos x="connsiteX1" y="connsiteY1"/>
                      </a:cxn>
                      <a:cxn ang="0">
                        <a:pos x="connsiteX2" y="connsiteY2"/>
                      </a:cxn>
                      <a:cxn ang="0">
                        <a:pos x="connsiteX3" y="connsiteY3"/>
                      </a:cxn>
                    </a:cxnLst>
                    <a:rect l="l" t="t" r="r" b="b"/>
                    <a:pathLst>
                      <a:path w="5966" h="9274">
                        <a:moveTo>
                          <a:pt x="0" y="0"/>
                        </a:moveTo>
                        <a:lnTo>
                          <a:pt x="5966" y="0"/>
                        </a:lnTo>
                        <a:lnTo>
                          <a:pt x="5966"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69" name="Freeform: Shape 468">
                    <a:extLst>
                      <a:ext uri="{FF2B5EF4-FFF2-40B4-BE49-F238E27FC236}">
                        <a16:creationId xmlns:a16="http://schemas.microsoft.com/office/drawing/2014/main" id="{366B303D-4013-441E-EF5F-CB920D915FC2}"/>
                      </a:ext>
                    </a:extLst>
                  </p:cNvPr>
                  <p:cNvSpPr/>
                  <p:nvPr/>
                </p:nvSpPr>
                <p:spPr>
                  <a:xfrm rot="-3587633">
                    <a:off x="914188" y="2998227"/>
                    <a:ext cx="5906" cy="9332"/>
                  </a:xfrm>
                  <a:custGeom>
                    <a:avLst/>
                    <a:gdLst>
                      <a:gd name="connsiteX0" fmla="*/ 0 w 5906"/>
                      <a:gd name="connsiteY0" fmla="*/ 0 h 9332"/>
                      <a:gd name="connsiteX1" fmla="*/ 5907 w 5906"/>
                      <a:gd name="connsiteY1" fmla="*/ 0 h 9332"/>
                      <a:gd name="connsiteX2" fmla="*/ 5907 w 5906"/>
                      <a:gd name="connsiteY2" fmla="*/ 9333 h 9332"/>
                      <a:gd name="connsiteX3" fmla="*/ 0 w 5906"/>
                      <a:gd name="connsiteY3" fmla="*/ 9333 h 9332"/>
                    </a:gdLst>
                    <a:ahLst/>
                    <a:cxnLst>
                      <a:cxn ang="0">
                        <a:pos x="connsiteX0" y="connsiteY0"/>
                      </a:cxn>
                      <a:cxn ang="0">
                        <a:pos x="connsiteX1" y="connsiteY1"/>
                      </a:cxn>
                      <a:cxn ang="0">
                        <a:pos x="connsiteX2" y="connsiteY2"/>
                      </a:cxn>
                      <a:cxn ang="0">
                        <a:pos x="connsiteX3" y="connsiteY3"/>
                      </a:cxn>
                    </a:cxnLst>
                    <a:rect l="l" t="t" r="r" b="b"/>
                    <a:pathLst>
                      <a:path w="5906" h="9332">
                        <a:moveTo>
                          <a:pt x="0" y="0"/>
                        </a:moveTo>
                        <a:lnTo>
                          <a:pt x="5907" y="0"/>
                        </a:lnTo>
                        <a:lnTo>
                          <a:pt x="5907" y="9333"/>
                        </a:lnTo>
                        <a:lnTo>
                          <a:pt x="0" y="933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70" name="Freeform: Shape 469">
                    <a:extLst>
                      <a:ext uri="{FF2B5EF4-FFF2-40B4-BE49-F238E27FC236}">
                        <a16:creationId xmlns:a16="http://schemas.microsoft.com/office/drawing/2014/main" id="{44ADD802-8B1C-FD0B-B569-63D04B2955B1}"/>
                      </a:ext>
                    </a:extLst>
                  </p:cNvPr>
                  <p:cNvSpPr/>
                  <p:nvPr/>
                </p:nvSpPr>
                <p:spPr>
                  <a:xfrm>
                    <a:off x="882147" y="2980010"/>
                    <a:ext cx="8269" cy="9214"/>
                  </a:xfrm>
                  <a:custGeom>
                    <a:avLst/>
                    <a:gdLst>
                      <a:gd name="connsiteX0" fmla="*/ 5907 w 8269"/>
                      <a:gd name="connsiteY0" fmla="*/ 2776 h 9214"/>
                      <a:gd name="connsiteX1" fmla="*/ 8270 w 8269"/>
                      <a:gd name="connsiteY1" fmla="*/ 4135 h 9214"/>
                      <a:gd name="connsiteX2" fmla="*/ 5316 w 8269"/>
                      <a:gd name="connsiteY2" fmla="*/ 9215 h 9214"/>
                      <a:gd name="connsiteX3" fmla="*/ 0 w 8269"/>
                      <a:gd name="connsiteY3" fmla="*/ 6143 h 9214"/>
                      <a:gd name="connsiteX4" fmla="*/ 0 w 8269"/>
                      <a:gd name="connsiteY4" fmla="*/ 0 h 9214"/>
                      <a:gd name="connsiteX5" fmla="*/ 5907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5907" y="2776"/>
                        </a:moveTo>
                        <a:lnTo>
                          <a:pt x="8270" y="4135"/>
                        </a:lnTo>
                        <a:lnTo>
                          <a:pt x="5316" y="9215"/>
                        </a:lnTo>
                        <a:lnTo>
                          <a:pt x="0" y="6143"/>
                        </a:lnTo>
                        <a:lnTo>
                          <a:pt x="0" y="0"/>
                        </a:lnTo>
                        <a:lnTo>
                          <a:pt x="5907"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71" name="Freeform: Shape 470">
                    <a:extLst>
                      <a:ext uri="{FF2B5EF4-FFF2-40B4-BE49-F238E27FC236}">
                        <a16:creationId xmlns:a16="http://schemas.microsoft.com/office/drawing/2014/main" id="{3B305FE7-7988-A046-8D0C-9985B8627749}"/>
                      </a:ext>
                    </a:extLst>
                  </p:cNvPr>
                  <p:cNvSpPr/>
                  <p:nvPr/>
                </p:nvSpPr>
                <p:spPr>
                  <a:xfrm rot="-23376">
                    <a:off x="882168" y="2961460"/>
                    <a:ext cx="5907" cy="9274"/>
                  </a:xfrm>
                  <a:custGeom>
                    <a:avLst/>
                    <a:gdLst>
                      <a:gd name="connsiteX0" fmla="*/ 0 w 5907"/>
                      <a:gd name="connsiteY0" fmla="*/ 0 h 9274"/>
                      <a:gd name="connsiteX1" fmla="*/ 5907 w 5907"/>
                      <a:gd name="connsiteY1" fmla="*/ 0 h 9274"/>
                      <a:gd name="connsiteX2" fmla="*/ 5907 w 5907"/>
                      <a:gd name="connsiteY2" fmla="*/ 9274 h 9274"/>
                      <a:gd name="connsiteX3" fmla="*/ 0 w 5907"/>
                      <a:gd name="connsiteY3" fmla="*/ 9274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72" name="Freeform: Shape 471">
                    <a:extLst>
                      <a:ext uri="{FF2B5EF4-FFF2-40B4-BE49-F238E27FC236}">
                        <a16:creationId xmlns:a16="http://schemas.microsoft.com/office/drawing/2014/main" id="{96B9719B-E6D3-4D98-1D67-364A7127AFC7}"/>
                      </a:ext>
                    </a:extLst>
                  </p:cNvPr>
                  <p:cNvSpPr/>
                  <p:nvPr/>
                </p:nvSpPr>
                <p:spPr>
                  <a:xfrm rot="-5391765">
                    <a:off x="880458" y="2944505"/>
                    <a:ext cx="9333" cy="5906"/>
                  </a:xfrm>
                  <a:custGeom>
                    <a:avLst/>
                    <a:gdLst>
                      <a:gd name="connsiteX0" fmla="*/ 0 w 9333"/>
                      <a:gd name="connsiteY0" fmla="*/ 0 h 5906"/>
                      <a:gd name="connsiteX1" fmla="*/ 9333 w 9333"/>
                      <a:gd name="connsiteY1" fmla="*/ 0 h 5906"/>
                      <a:gd name="connsiteX2" fmla="*/ 9333 w 9333"/>
                      <a:gd name="connsiteY2" fmla="*/ 5907 h 5906"/>
                      <a:gd name="connsiteX3" fmla="*/ 0 w 9333"/>
                      <a:gd name="connsiteY3" fmla="*/ 5907 h 5906"/>
                    </a:gdLst>
                    <a:ahLst/>
                    <a:cxnLst>
                      <a:cxn ang="0">
                        <a:pos x="connsiteX0" y="connsiteY0"/>
                      </a:cxn>
                      <a:cxn ang="0">
                        <a:pos x="connsiteX1" y="connsiteY1"/>
                      </a:cxn>
                      <a:cxn ang="0">
                        <a:pos x="connsiteX2" y="connsiteY2"/>
                      </a:cxn>
                      <a:cxn ang="0">
                        <a:pos x="connsiteX3" y="connsiteY3"/>
                      </a:cxn>
                    </a:cxnLst>
                    <a:rect l="l" t="t" r="r" b="b"/>
                    <a:pathLst>
                      <a:path w="9333" h="5906">
                        <a:moveTo>
                          <a:pt x="0" y="0"/>
                        </a:moveTo>
                        <a:lnTo>
                          <a:pt x="9333" y="0"/>
                        </a:lnTo>
                        <a:lnTo>
                          <a:pt x="9333"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73" name="Freeform: Shape 472">
                    <a:extLst>
                      <a:ext uri="{FF2B5EF4-FFF2-40B4-BE49-F238E27FC236}">
                        <a16:creationId xmlns:a16="http://schemas.microsoft.com/office/drawing/2014/main" id="{134595A5-04D3-DAAE-B486-6C8590EA1F08}"/>
                      </a:ext>
                    </a:extLst>
                  </p:cNvPr>
                  <p:cNvSpPr/>
                  <p:nvPr/>
                </p:nvSpPr>
                <p:spPr>
                  <a:xfrm>
                    <a:off x="564234" y="2900915"/>
                    <a:ext cx="96047" cy="110873"/>
                  </a:xfrm>
                  <a:custGeom>
                    <a:avLst/>
                    <a:gdLst>
                      <a:gd name="connsiteX0" fmla="*/ 96047 w 96047"/>
                      <a:gd name="connsiteY0" fmla="*/ 83111 h 110873"/>
                      <a:gd name="connsiteX1" fmla="*/ 48024 w 96047"/>
                      <a:gd name="connsiteY1" fmla="*/ 110874 h 110873"/>
                      <a:gd name="connsiteX2" fmla="*/ 0 w 96047"/>
                      <a:gd name="connsiteY2" fmla="*/ 83111 h 110873"/>
                      <a:gd name="connsiteX3" fmla="*/ 0 w 96047"/>
                      <a:gd name="connsiteY3" fmla="*/ 27763 h 110873"/>
                      <a:gd name="connsiteX4" fmla="*/ 48024 w 96047"/>
                      <a:gd name="connsiteY4" fmla="*/ 0 h 110873"/>
                      <a:gd name="connsiteX5" fmla="*/ 96047 w 96047"/>
                      <a:gd name="connsiteY5" fmla="*/ 27763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47" h="110873">
                        <a:moveTo>
                          <a:pt x="96047" y="83111"/>
                        </a:moveTo>
                        <a:lnTo>
                          <a:pt x="48024" y="110874"/>
                        </a:lnTo>
                        <a:lnTo>
                          <a:pt x="0" y="83111"/>
                        </a:lnTo>
                        <a:lnTo>
                          <a:pt x="0" y="27763"/>
                        </a:lnTo>
                        <a:lnTo>
                          <a:pt x="48024" y="0"/>
                        </a:lnTo>
                        <a:lnTo>
                          <a:pt x="96047" y="2776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74" name="Freeform: Shape 473">
                    <a:extLst>
                      <a:ext uri="{FF2B5EF4-FFF2-40B4-BE49-F238E27FC236}">
                        <a16:creationId xmlns:a16="http://schemas.microsoft.com/office/drawing/2014/main" id="{DF9703B9-A06F-978C-01D3-2914D60E85CD}"/>
                      </a:ext>
                    </a:extLst>
                  </p:cNvPr>
                  <p:cNvSpPr/>
                  <p:nvPr/>
                </p:nvSpPr>
                <p:spPr>
                  <a:xfrm>
                    <a:off x="669437" y="2901329"/>
                    <a:ext cx="95988" cy="110873"/>
                  </a:xfrm>
                  <a:custGeom>
                    <a:avLst/>
                    <a:gdLst>
                      <a:gd name="connsiteX0" fmla="*/ 47965 w 95988"/>
                      <a:gd name="connsiteY0" fmla="*/ 0 h 110873"/>
                      <a:gd name="connsiteX1" fmla="*/ 0 w 95988"/>
                      <a:gd name="connsiteY1" fmla="*/ 27763 h 110873"/>
                      <a:gd name="connsiteX2" fmla="*/ 0 w 95988"/>
                      <a:gd name="connsiteY2" fmla="*/ 83170 h 110873"/>
                      <a:gd name="connsiteX3" fmla="*/ 47965 w 95988"/>
                      <a:gd name="connsiteY3" fmla="*/ 110874 h 110873"/>
                      <a:gd name="connsiteX4" fmla="*/ 95988 w 95988"/>
                      <a:gd name="connsiteY4" fmla="*/ 83170 h 110873"/>
                      <a:gd name="connsiteX5" fmla="*/ 95988 w 95988"/>
                      <a:gd name="connsiteY5" fmla="*/ 27763 h 110873"/>
                      <a:gd name="connsiteX6" fmla="*/ 47965 w 95988"/>
                      <a:gd name="connsiteY6" fmla="*/ 0 h 110873"/>
                      <a:gd name="connsiteX7" fmla="*/ 70707 w 95988"/>
                      <a:gd name="connsiteY7" fmla="*/ 46074 h 110873"/>
                      <a:gd name="connsiteX8" fmla="*/ 60842 w 95988"/>
                      <a:gd name="connsiteY8" fmla="*/ 40404 h 110873"/>
                      <a:gd name="connsiteX9" fmla="*/ 60842 w 95988"/>
                      <a:gd name="connsiteY9" fmla="*/ 29003 h 110873"/>
                      <a:gd name="connsiteX10" fmla="*/ 70707 w 95988"/>
                      <a:gd name="connsiteY10" fmla="*/ 23332 h 110873"/>
                      <a:gd name="connsiteX11" fmla="*/ 80571 w 95988"/>
                      <a:gd name="connsiteY11" fmla="*/ 29003 h 110873"/>
                      <a:gd name="connsiteX12" fmla="*/ 80571 w 95988"/>
                      <a:gd name="connsiteY12" fmla="*/ 40404 h 110873"/>
                      <a:gd name="connsiteX13" fmla="*/ 70707 w 95988"/>
                      <a:gd name="connsiteY13" fmla="*/ 46074 h 110873"/>
                      <a:gd name="connsiteX14" fmla="*/ 47965 w 95988"/>
                      <a:gd name="connsiteY14" fmla="*/ 77086 h 110873"/>
                      <a:gd name="connsiteX15" fmla="*/ 57829 w 95988"/>
                      <a:gd name="connsiteY15" fmla="*/ 71415 h 110873"/>
                      <a:gd name="connsiteX16" fmla="*/ 67694 w 95988"/>
                      <a:gd name="connsiteY16" fmla="*/ 77086 h 110873"/>
                      <a:gd name="connsiteX17" fmla="*/ 67694 w 95988"/>
                      <a:gd name="connsiteY17" fmla="*/ 88427 h 110873"/>
                      <a:gd name="connsiteX18" fmla="*/ 57829 w 95988"/>
                      <a:gd name="connsiteY18" fmla="*/ 94098 h 110873"/>
                      <a:gd name="connsiteX19" fmla="*/ 47965 w 95988"/>
                      <a:gd name="connsiteY19" fmla="*/ 88427 h 110873"/>
                      <a:gd name="connsiteX20" fmla="*/ 47965 w 95988"/>
                      <a:gd name="connsiteY20" fmla="*/ 77086 h 110873"/>
                      <a:gd name="connsiteX21" fmla="*/ 35206 w 95988"/>
                      <a:gd name="connsiteY21" fmla="*/ 61137 h 110873"/>
                      <a:gd name="connsiteX22" fmla="*/ 25341 w 95988"/>
                      <a:gd name="connsiteY22" fmla="*/ 66808 h 110873"/>
                      <a:gd name="connsiteX23" fmla="*/ 15476 w 95988"/>
                      <a:gd name="connsiteY23" fmla="*/ 61137 h 110873"/>
                      <a:gd name="connsiteX24" fmla="*/ 15476 w 95988"/>
                      <a:gd name="connsiteY24" fmla="*/ 49737 h 110873"/>
                      <a:gd name="connsiteX25" fmla="*/ 25341 w 95988"/>
                      <a:gd name="connsiteY25" fmla="*/ 44066 h 110873"/>
                      <a:gd name="connsiteX26" fmla="*/ 35206 w 95988"/>
                      <a:gd name="connsiteY26" fmla="*/ 49737 h 110873"/>
                      <a:gd name="connsiteX27" fmla="*/ 35206 w 95988"/>
                      <a:gd name="connsiteY27" fmla="*/ 61137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5988" h="110873">
                        <a:moveTo>
                          <a:pt x="47965" y="0"/>
                        </a:moveTo>
                        <a:lnTo>
                          <a:pt x="0" y="27763"/>
                        </a:lnTo>
                        <a:lnTo>
                          <a:pt x="0" y="83170"/>
                        </a:lnTo>
                        <a:lnTo>
                          <a:pt x="47965" y="110874"/>
                        </a:lnTo>
                        <a:lnTo>
                          <a:pt x="95988" y="83170"/>
                        </a:lnTo>
                        <a:lnTo>
                          <a:pt x="95988" y="27763"/>
                        </a:lnTo>
                        <a:lnTo>
                          <a:pt x="47965" y="0"/>
                        </a:lnTo>
                        <a:close/>
                        <a:moveTo>
                          <a:pt x="70707" y="46074"/>
                        </a:moveTo>
                        <a:lnTo>
                          <a:pt x="60842" y="40404"/>
                        </a:lnTo>
                        <a:lnTo>
                          <a:pt x="60842" y="29003"/>
                        </a:lnTo>
                        <a:lnTo>
                          <a:pt x="70707" y="23332"/>
                        </a:lnTo>
                        <a:lnTo>
                          <a:pt x="80571" y="29003"/>
                        </a:lnTo>
                        <a:lnTo>
                          <a:pt x="80571" y="40404"/>
                        </a:lnTo>
                        <a:lnTo>
                          <a:pt x="70707" y="46074"/>
                        </a:lnTo>
                        <a:close/>
                        <a:moveTo>
                          <a:pt x="47965" y="77086"/>
                        </a:moveTo>
                        <a:lnTo>
                          <a:pt x="57829" y="71415"/>
                        </a:lnTo>
                        <a:lnTo>
                          <a:pt x="67694" y="77086"/>
                        </a:lnTo>
                        <a:lnTo>
                          <a:pt x="67694" y="88427"/>
                        </a:lnTo>
                        <a:lnTo>
                          <a:pt x="57829" y="94098"/>
                        </a:lnTo>
                        <a:lnTo>
                          <a:pt x="47965" y="88427"/>
                        </a:lnTo>
                        <a:lnTo>
                          <a:pt x="47965" y="77086"/>
                        </a:lnTo>
                        <a:close/>
                        <a:moveTo>
                          <a:pt x="35206" y="61137"/>
                        </a:moveTo>
                        <a:lnTo>
                          <a:pt x="25341" y="66808"/>
                        </a:lnTo>
                        <a:lnTo>
                          <a:pt x="15476" y="61137"/>
                        </a:lnTo>
                        <a:lnTo>
                          <a:pt x="15476" y="49737"/>
                        </a:lnTo>
                        <a:lnTo>
                          <a:pt x="25341" y="44066"/>
                        </a:lnTo>
                        <a:lnTo>
                          <a:pt x="35206" y="49737"/>
                        </a:lnTo>
                        <a:lnTo>
                          <a:pt x="35206" y="6113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75" name="Freeform: Shape 474">
                    <a:extLst>
                      <a:ext uri="{FF2B5EF4-FFF2-40B4-BE49-F238E27FC236}">
                        <a16:creationId xmlns:a16="http://schemas.microsoft.com/office/drawing/2014/main" id="{86E8D8C8-32C6-2B29-1B1B-801D9556D1D6}"/>
                      </a:ext>
                    </a:extLst>
                  </p:cNvPr>
                  <p:cNvSpPr/>
                  <p:nvPr/>
                </p:nvSpPr>
                <p:spPr>
                  <a:xfrm>
                    <a:off x="775172" y="2900974"/>
                    <a:ext cx="95988" cy="110874"/>
                  </a:xfrm>
                  <a:custGeom>
                    <a:avLst/>
                    <a:gdLst>
                      <a:gd name="connsiteX0" fmla="*/ 95988 w 95988"/>
                      <a:gd name="connsiteY0" fmla="*/ 27704 h 110874"/>
                      <a:gd name="connsiteX1" fmla="*/ 47965 w 95988"/>
                      <a:gd name="connsiteY1" fmla="*/ 0 h 110874"/>
                      <a:gd name="connsiteX2" fmla="*/ 0 w 95988"/>
                      <a:gd name="connsiteY2" fmla="*/ 27704 h 110874"/>
                      <a:gd name="connsiteX3" fmla="*/ 0 w 95988"/>
                      <a:gd name="connsiteY3" fmla="*/ 83111 h 110874"/>
                      <a:gd name="connsiteX4" fmla="*/ 47965 w 95988"/>
                      <a:gd name="connsiteY4" fmla="*/ 110874 h 110874"/>
                      <a:gd name="connsiteX5" fmla="*/ 95988 w 95988"/>
                      <a:gd name="connsiteY5" fmla="*/ 83111 h 110874"/>
                      <a:gd name="connsiteX6" fmla="*/ 95988 w 95988"/>
                      <a:gd name="connsiteY6" fmla="*/ 27704 h 110874"/>
                      <a:gd name="connsiteX7" fmla="*/ 65390 w 95988"/>
                      <a:gd name="connsiteY7" fmla="*/ 45307 h 110874"/>
                      <a:gd name="connsiteX8" fmla="*/ 65390 w 95988"/>
                      <a:gd name="connsiteY8" fmla="*/ 65449 h 110874"/>
                      <a:gd name="connsiteX9" fmla="*/ 48024 w 95988"/>
                      <a:gd name="connsiteY9" fmla="*/ 75491 h 110874"/>
                      <a:gd name="connsiteX10" fmla="*/ 30598 w 95988"/>
                      <a:gd name="connsiteY10" fmla="*/ 65449 h 110874"/>
                      <a:gd name="connsiteX11" fmla="*/ 30598 w 95988"/>
                      <a:gd name="connsiteY11" fmla="*/ 45307 h 110874"/>
                      <a:gd name="connsiteX12" fmla="*/ 48024 w 95988"/>
                      <a:gd name="connsiteY12" fmla="*/ 35265 h 110874"/>
                      <a:gd name="connsiteX13" fmla="*/ 65390 w 95988"/>
                      <a:gd name="connsiteY13" fmla="*/ 45307 h 11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88" h="110874">
                        <a:moveTo>
                          <a:pt x="95988" y="27704"/>
                        </a:moveTo>
                        <a:lnTo>
                          <a:pt x="47965" y="0"/>
                        </a:lnTo>
                        <a:lnTo>
                          <a:pt x="0" y="27704"/>
                        </a:lnTo>
                        <a:lnTo>
                          <a:pt x="0" y="83111"/>
                        </a:lnTo>
                        <a:lnTo>
                          <a:pt x="47965" y="110874"/>
                        </a:lnTo>
                        <a:lnTo>
                          <a:pt x="95988" y="83111"/>
                        </a:lnTo>
                        <a:lnTo>
                          <a:pt x="95988" y="27704"/>
                        </a:lnTo>
                        <a:close/>
                        <a:moveTo>
                          <a:pt x="65390" y="45307"/>
                        </a:moveTo>
                        <a:lnTo>
                          <a:pt x="65390" y="65449"/>
                        </a:lnTo>
                        <a:lnTo>
                          <a:pt x="48024" y="75491"/>
                        </a:lnTo>
                        <a:lnTo>
                          <a:pt x="30598" y="65449"/>
                        </a:lnTo>
                        <a:lnTo>
                          <a:pt x="30598" y="45307"/>
                        </a:lnTo>
                        <a:lnTo>
                          <a:pt x="48024" y="35265"/>
                        </a:lnTo>
                        <a:lnTo>
                          <a:pt x="65390" y="453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76" name="Freeform: Shape 475">
                    <a:extLst>
                      <a:ext uri="{FF2B5EF4-FFF2-40B4-BE49-F238E27FC236}">
                        <a16:creationId xmlns:a16="http://schemas.microsoft.com/office/drawing/2014/main" id="{5A2CCDBA-3EF0-F06E-D763-1496AB4E826B}"/>
                      </a:ext>
                    </a:extLst>
                  </p:cNvPr>
                  <p:cNvSpPr/>
                  <p:nvPr/>
                </p:nvSpPr>
                <p:spPr>
                  <a:xfrm>
                    <a:off x="457259" y="2900974"/>
                    <a:ext cx="95929" cy="110814"/>
                  </a:xfrm>
                  <a:custGeom>
                    <a:avLst/>
                    <a:gdLst>
                      <a:gd name="connsiteX0" fmla="*/ 47965 w 95929"/>
                      <a:gd name="connsiteY0" fmla="*/ 110815 h 110814"/>
                      <a:gd name="connsiteX1" fmla="*/ 95929 w 95929"/>
                      <a:gd name="connsiteY1" fmla="*/ 83052 h 110814"/>
                      <a:gd name="connsiteX2" fmla="*/ 95929 w 95929"/>
                      <a:gd name="connsiteY2" fmla="*/ 27704 h 110814"/>
                      <a:gd name="connsiteX3" fmla="*/ 47965 w 95929"/>
                      <a:gd name="connsiteY3" fmla="*/ 0 h 110814"/>
                      <a:gd name="connsiteX4" fmla="*/ 0 w 95929"/>
                      <a:gd name="connsiteY4" fmla="*/ 27704 h 110814"/>
                      <a:gd name="connsiteX5" fmla="*/ 0 w 95929"/>
                      <a:gd name="connsiteY5" fmla="*/ 83052 h 110814"/>
                      <a:gd name="connsiteX6" fmla="*/ 47965 w 95929"/>
                      <a:gd name="connsiteY6" fmla="*/ 110815 h 110814"/>
                      <a:gd name="connsiteX7" fmla="*/ 61373 w 95929"/>
                      <a:gd name="connsiteY7" fmla="*/ 78681 h 110814"/>
                      <a:gd name="connsiteX8" fmla="*/ 34497 w 95929"/>
                      <a:gd name="connsiteY8" fmla="*/ 78681 h 110814"/>
                      <a:gd name="connsiteX9" fmla="*/ 21029 w 95929"/>
                      <a:gd name="connsiteY9" fmla="*/ 55349 h 110814"/>
                      <a:gd name="connsiteX10" fmla="*/ 34497 w 95929"/>
                      <a:gd name="connsiteY10" fmla="*/ 32016 h 110814"/>
                      <a:gd name="connsiteX11" fmla="*/ 61373 w 95929"/>
                      <a:gd name="connsiteY11" fmla="*/ 32016 h 110814"/>
                      <a:gd name="connsiteX12" fmla="*/ 74841 w 95929"/>
                      <a:gd name="connsiteY12" fmla="*/ 55349 h 110814"/>
                      <a:gd name="connsiteX13" fmla="*/ 61373 w 95929"/>
                      <a:gd name="connsiteY13" fmla="*/ 78681 h 110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29" h="110814">
                        <a:moveTo>
                          <a:pt x="47965" y="110815"/>
                        </a:moveTo>
                        <a:lnTo>
                          <a:pt x="95929" y="83052"/>
                        </a:lnTo>
                        <a:lnTo>
                          <a:pt x="95929" y="27704"/>
                        </a:lnTo>
                        <a:lnTo>
                          <a:pt x="47965" y="0"/>
                        </a:lnTo>
                        <a:lnTo>
                          <a:pt x="0" y="27704"/>
                        </a:lnTo>
                        <a:lnTo>
                          <a:pt x="0" y="83052"/>
                        </a:lnTo>
                        <a:lnTo>
                          <a:pt x="47965" y="110815"/>
                        </a:lnTo>
                        <a:close/>
                        <a:moveTo>
                          <a:pt x="61373" y="78681"/>
                        </a:moveTo>
                        <a:lnTo>
                          <a:pt x="34497" y="78681"/>
                        </a:lnTo>
                        <a:lnTo>
                          <a:pt x="21029" y="55349"/>
                        </a:lnTo>
                        <a:lnTo>
                          <a:pt x="34497" y="32016"/>
                        </a:lnTo>
                        <a:lnTo>
                          <a:pt x="61373" y="32016"/>
                        </a:lnTo>
                        <a:lnTo>
                          <a:pt x="74841" y="55349"/>
                        </a:lnTo>
                        <a:lnTo>
                          <a:pt x="61373" y="7868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422" name="Graphic 4773">
                <a:extLst>
                  <a:ext uri="{FF2B5EF4-FFF2-40B4-BE49-F238E27FC236}">
                    <a16:creationId xmlns:a16="http://schemas.microsoft.com/office/drawing/2014/main" id="{DACCCC6E-7F1F-7C9A-83BC-68DDDD2448DA}"/>
                  </a:ext>
                </a:extLst>
              </p:cNvPr>
              <p:cNvGrpSpPr/>
              <p:nvPr/>
            </p:nvGrpSpPr>
            <p:grpSpPr>
              <a:xfrm>
                <a:off x="3924418" y="4634731"/>
                <a:ext cx="680365" cy="187664"/>
                <a:chOff x="3924418" y="4634731"/>
                <a:chExt cx="680365" cy="187664"/>
              </a:xfrm>
              <a:grpFill/>
            </p:grpSpPr>
            <p:sp>
              <p:nvSpPr>
                <p:cNvPr id="423" name="Freeform: Shape 422">
                  <a:extLst>
                    <a:ext uri="{FF2B5EF4-FFF2-40B4-BE49-F238E27FC236}">
                      <a16:creationId xmlns:a16="http://schemas.microsoft.com/office/drawing/2014/main" id="{7E716101-D0D0-7977-1F75-1363B6B210EB}"/>
                    </a:ext>
                  </a:extLst>
                </p:cNvPr>
                <p:cNvSpPr/>
                <p:nvPr/>
              </p:nvSpPr>
              <p:spPr>
                <a:xfrm>
                  <a:off x="3924418" y="4634731"/>
                  <a:ext cx="680365" cy="187664"/>
                </a:xfrm>
                <a:custGeom>
                  <a:avLst/>
                  <a:gdLst>
                    <a:gd name="connsiteX0" fmla="*/ 89491 w 680365"/>
                    <a:gd name="connsiteY0" fmla="*/ 122452 h 187664"/>
                    <a:gd name="connsiteX1" fmla="*/ 497545 w 680365"/>
                    <a:gd name="connsiteY1" fmla="*/ 122452 h 187664"/>
                    <a:gd name="connsiteX2" fmla="*/ 586445 w 680365"/>
                    <a:gd name="connsiteY2" fmla="*/ 187665 h 187664"/>
                    <a:gd name="connsiteX3" fmla="*/ 680366 w 680365"/>
                    <a:gd name="connsiteY3" fmla="*/ 93862 h 187664"/>
                    <a:gd name="connsiteX4" fmla="*/ 586445 w 680365"/>
                    <a:gd name="connsiteY4" fmla="*/ 0 h 187664"/>
                    <a:gd name="connsiteX5" fmla="*/ 497308 w 680365"/>
                    <a:gd name="connsiteY5" fmla="*/ 66099 h 187664"/>
                    <a:gd name="connsiteX6" fmla="*/ 89491 w 680365"/>
                    <a:gd name="connsiteY6" fmla="*/ 66099 h 187664"/>
                    <a:gd name="connsiteX7" fmla="*/ 89491 w 680365"/>
                    <a:gd name="connsiteY7" fmla="*/ 71711 h 187664"/>
                    <a:gd name="connsiteX8" fmla="*/ 495536 w 680365"/>
                    <a:gd name="connsiteY8" fmla="*/ 71711 h 187664"/>
                    <a:gd name="connsiteX9" fmla="*/ 492878 w 680365"/>
                    <a:gd name="connsiteY9" fmla="*/ 91085 h 187664"/>
                    <a:gd name="connsiteX10" fmla="*/ 0 w 680365"/>
                    <a:gd name="connsiteY10" fmla="*/ 91085 h 187664"/>
                    <a:gd name="connsiteX11" fmla="*/ 0 w 680365"/>
                    <a:gd name="connsiteY11" fmla="*/ 96638 h 187664"/>
                    <a:gd name="connsiteX12" fmla="*/ 492878 w 680365"/>
                    <a:gd name="connsiteY12" fmla="*/ 96638 h 187664"/>
                    <a:gd name="connsiteX13" fmla="*/ 495773 w 680365"/>
                    <a:gd name="connsiteY13" fmla="*/ 116899 h 187664"/>
                    <a:gd name="connsiteX14" fmla="*/ 89432 w 680365"/>
                    <a:gd name="connsiteY14" fmla="*/ 116840 h 187664"/>
                    <a:gd name="connsiteX15" fmla="*/ 89432 w 680365"/>
                    <a:gd name="connsiteY15" fmla="*/ 122452 h 187664"/>
                    <a:gd name="connsiteX16" fmla="*/ 586504 w 680365"/>
                    <a:gd name="connsiteY16" fmla="*/ 19729 h 187664"/>
                    <a:gd name="connsiteX17" fmla="*/ 660577 w 680365"/>
                    <a:gd name="connsiteY17" fmla="*/ 93803 h 187664"/>
                    <a:gd name="connsiteX18" fmla="*/ 586445 w 680365"/>
                    <a:gd name="connsiteY18" fmla="*/ 167876 h 187664"/>
                    <a:gd name="connsiteX19" fmla="*/ 512371 w 680365"/>
                    <a:gd name="connsiteY19" fmla="*/ 93803 h 187664"/>
                    <a:gd name="connsiteX20" fmla="*/ 586504 w 680365"/>
                    <a:gd name="connsiteY20" fmla="*/ 19729 h 187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80365" h="187664">
                      <a:moveTo>
                        <a:pt x="89491" y="122452"/>
                      </a:moveTo>
                      <a:lnTo>
                        <a:pt x="497545" y="122452"/>
                      </a:lnTo>
                      <a:cubicBezTo>
                        <a:pt x="509713" y="160197"/>
                        <a:pt x="544682" y="187665"/>
                        <a:pt x="586445" y="187665"/>
                      </a:cubicBezTo>
                      <a:cubicBezTo>
                        <a:pt x="638308" y="187665"/>
                        <a:pt x="680366" y="145666"/>
                        <a:pt x="680366" y="93862"/>
                      </a:cubicBezTo>
                      <a:cubicBezTo>
                        <a:pt x="680366" y="41999"/>
                        <a:pt x="638367" y="0"/>
                        <a:pt x="586445" y="0"/>
                      </a:cubicBezTo>
                      <a:cubicBezTo>
                        <a:pt x="544387" y="0"/>
                        <a:pt x="509181" y="27940"/>
                        <a:pt x="497308" y="66099"/>
                      </a:cubicBezTo>
                      <a:lnTo>
                        <a:pt x="89491" y="66099"/>
                      </a:lnTo>
                      <a:lnTo>
                        <a:pt x="89491" y="71711"/>
                      </a:lnTo>
                      <a:lnTo>
                        <a:pt x="495536" y="71711"/>
                      </a:lnTo>
                      <a:cubicBezTo>
                        <a:pt x="494060" y="77972"/>
                        <a:pt x="493114" y="84411"/>
                        <a:pt x="492878" y="91085"/>
                      </a:cubicBezTo>
                      <a:lnTo>
                        <a:pt x="0" y="91085"/>
                      </a:lnTo>
                      <a:lnTo>
                        <a:pt x="0" y="96638"/>
                      </a:lnTo>
                      <a:lnTo>
                        <a:pt x="492878" y="96638"/>
                      </a:lnTo>
                      <a:cubicBezTo>
                        <a:pt x="493056" y="103608"/>
                        <a:pt x="494119" y="110401"/>
                        <a:pt x="495773" y="116899"/>
                      </a:cubicBezTo>
                      <a:lnTo>
                        <a:pt x="89432" y="116840"/>
                      </a:lnTo>
                      <a:lnTo>
                        <a:pt x="89432" y="122452"/>
                      </a:lnTo>
                      <a:close/>
                      <a:moveTo>
                        <a:pt x="586504" y="19729"/>
                      </a:moveTo>
                      <a:cubicBezTo>
                        <a:pt x="627439" y="19729"/>
                        <a:pt x="660636" y="52927"/>
                        <a:pt x="660577" y="93803"/>
                      </a:cubicBezTo>
                      <a:cubicBezTo>
                        <a:pt x="660577" y="134738"/>
                        <a:pt x="627439" y="167876"/>
                        <a:pt x="586445" y="167876"/>
                      </a:cubicBezTo>
                      <a:cubicBezTo>
                        <a:pt x="545509" y="167876"/>
                        <a:pt x="512371" y="134679"/>
                        <a:pt x="512371" y="93803"/>
                      </a:cubicBezTo>
                      <a:cubicBezTo>
                        <a:pt x="512430" y="52868"/>
                        <a:pt x="545568" y="19729"/>
                        <a:pt x="586504" y="19729"/>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24" name="Freeform: Shape 423">
                  <a:extLst>
                    <a:ext uri="{FF2B5EF4-FFF2-40B4-BE49-F238E27FC236}">
                      <a16:creationId xmlns:a16="http://schemas.microsoft.com/office/drawing/2014/main" id="{7336885C-889B-C7C3-C926-19E13318F4C5}"/>
                    </a:ext>
                  </a:extLst>
                </p:cNvPr>
                <p:cNvSpPr/>
                <p:nvPr/>
              </p:nvSpPr>
              <p:spPr>
                <a:xfrm>
                  <a:off x="4453269" y="4670941"/>
                  <a:ext cx="115186" cy="115186"/>
                </a:xfrm>
                <a:custGeom>
                  <a:avLst/>
                  <a:gdLst>
                    <a:gd name="connsiteX0" fmla="*/ 57593 w 115186"/>
                    <a:gd name="connsiteY0" fmla="*/ 115186 h 115186"/>
                    <a:gd name="connsiteX1" fmla="*/ 115186 w 115186"/>
                    <a:gd name="connsiteY1" fmla="*/ 57593 h 115186"/>
                    <a:gd name="connsiteX2" fmla="*/ 57593 w 115186"/>
                    <a:gd name="connsiteY2" fmla="*/ 0 h 115186"/>
                    <a:gd name="connsiteX3" fmla="*/ 0 w 115186"/>
                    <a:gd name="connsiteY3" fmla="*/ 57593 h 115186"/>
                    <a:gd name="connsiteX4" fmla="*/ 57593 w 115186"/>
                    <a:gd name="connsiteY4" fmla="*/ 115186 h 115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86" h="115186">
                      <a:moveTo>
                        <a:pt x="57593" y="115186"/>
                      </a:moveTo>
                      <a:cubicBezTo>
                        <a:pt x="89490" y="115186"/>
                        <a:pt x="115186" y="89432"/>
                        <a:pt x="115186" y="57593"/>
                      </a:cubicBezTo>
                      <a:cubicBezTo>
                        <a:pt x="115186" y="25813"/>
                        <a:pt x="89490" y="0"/>
                        <a:pt x="57593" y="0"/>
                      </a:cubicBezTo>
                      <a:cubicBezTo>
                        <a:pt x="25813" y="0"/>
                        <a:pt x="0" y="25813"/>
                        <a:pt x="0" y="57593"/>
                      </a:cubicBezTo>
                      <a:cubicBezTo>
                        <a:pt x="59" y="89432"/>
                        <a:pt x="25813" y="115186"/>
                        <a:pt x="57593" y="11518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284" name="Graphic 4773">
              <a:extLst>
                <a:ext uri="{FF2B5EF4-FFF2-40B4-BE49-F238E27FC236}">
                  <a16:creationId xmlns:a16="http://schemas.microsoft.com/office/drawing/2014/main" id="{BE7E1DDC-11C5-4D30-6D4F-7BCC536C5A51}"/>
                </a:ext>
              </a:extLst>
            </p:cNvPr>
            <p:cNvGrpSpPr/>
            <p:nvPr userDrawn="1"/>
          </p:nvGrpSpPr>
          <p:grpSpPr>
            <a:xfrm>
              <a:off x="6760317" y="7216576"/>
              <a:ext cx="4296304" cy="3636623"/>
              <a:chOff x="8624" y="1576512"/>
              <a:chExt cx="5170376" cy="3982601"/>
            </a:xfrm>
            <a:solidFill>
              <a:schemeClr val="bg1">
                <a:lumMod val="95000"/>
                <a:alpha val="76000"/>
              </a:schemeClr>
            </a:solidFill>
          </p:grpSpPr>
          <p:grpSp>
            <p:nvGrpSpPr>
              <p:cNvPr id="285" name="Graphic 4773">
                <a:extLst>
                  <a:ext uri="{FF2B5EF4-FFF2-40B4-BE49-F238E27FC236}">
                    <a16:creationId xmlns:a16="http://schemas.microsoft.com/office/drawing/2014/main" id="{18921F96-992E-8DC9-330F-50128F80E23B}"/>
                  </a:ext>
                </a:extLst>
              </p:cNvPr>
              <p:cNvGrpSpPr/>
              <p:nvPr/>
            </p:nvGrpSpPr>
            <p:grpSpPr>
              <a:xfrm>
                <a:off x="8624" y="1576512"/>
                <a:ext cx="5170376" cy="3982601"/>
                <a:chOff x="8624" y="1576512"/>
                <a:chExt cx="5170376" cy="3982601"/>
              </a:xfrm>
              <a:grpFill/>
            </p:grpSpPr>
            <p:sp>
              <p:nvSpPr>
                <p:cNvPr id="289" name="Freeform: Shape 288">
                  <a:extLst>
                    <a:ext uri="{FF2B5EF4-FFF2-40B4-BE49-F238E27FC236}">
                      <a16:creationId xmlns:a16="http://schemas.microsoft.com/office/drawing/2014/main" id="{C6907261-F9F9-8B94-3F1B-5C598E8C0C88}"/>
                    </a:ext>
                  </a:extLst>
                </p:cNvPr>
                <p:cNvSpPr/>
                <p:nvPr/>
              </p:nvSpPr>
              <p:spPr>
                <a:xfrm>
                  <a:off x="1467647" y="2244945"/>
                  <a:ext cx="3526878" cy="437352"/>
                </a:xfrm>
                <a:custGeom>
                  <a:avLst/>
                  <a:gdLst>
                    <a:gd name="connsiteX0" fmla="*/ 2146182 w 3526878"/>
                    <a:gd name="connsiteY0" fmla="*/ 5907 h 437352"/>
                    <a:gd name="connsiteX1" fmla="*/ 1085407 w 3526878"/>
                    <a:gd name="connsiteY1" fmla="*/ 5907 h 437352"/>
                    <a:gd name="connsiteX2" fmla="*/ 967267 w 3526878"/>
                    <a:gd name="connsiteY2" fmla="*/ 124047 h 437352"/>
                    <a:gd name="connsiteX3" fmla="*/ 41467 w 3526878"/>
                    <a:gd name="connsiteY3" fmla="*/ 124047 h 437352"/>
                    <a:gd name="connsiteX4" fmla="*/ 20911 w 3526878"/>
                    <a:gd name="connsiteY4" fmla="*/ 142004 h 437352"/>
                    <a:gd name="connsiteX5" fmla="*/ 0 w 3526878"/>
                    <a:gd name="connsiteY5" fmla="*/ 121093 h 437352"/>
                    <a:gd name="connsiteX6" fmla="*/ 20911 w 3526878"/>
                    <a:gd name="connsiteY6" fmla="*/ 100182 h 437352"/>
                    <a:gd name="connsiteX7" fmla="*/ 41467 w 3526878"/>
                    <a:gd name="connsiteY7" fmla="*/ 118140 h 437352"/>
                    <a:gd name="connsiteX8" fmla="*/ 964787 w 3526878"/>
                    <a:gd name="connsiteY8" fmla="*/ 118140 h 437352"/>
                    <a:gd name="connsiteX9" fmla="*/ 1082926 w 3526878"/>
                    <a:gd name="connsiteY9" fmla="*/ 0 h 437352"/>
                    <a:gd name="connsiteX10" fmla="*/ 2148604 w 3526878"/>
                    <a:gd name="connsiteY10" fmla="*/ 0 h 437352"/>
                    <a:gd name="connsiteX11" fmla="*/ 2562092 w 3526878"/>
                    <a:gd name="connsiteY11" fmla="*/ 413488 h 437352"/>
                    <a:gd name="connsiteX12" fmla="*/ 3485412 w 3526878"/>
                    <a:gd name="connsiteY12" fmla="*/ 413488 h 437352"/>
                    <a:gd name="connsiteX13" fmla="*/ 3505968 w 3526878"/>
                    <a:gd name="connsiteY13" fmla="*/ 395531 h 437352"/>
                    <a:gd name="connsiteX14" fmla="*/ 3526879 w 3526878"/>
                    <a:gd name="connsiteY14" fmla="*/ 416442 h 437352"/>
                    <a:gd name="connsiteX15" fmla="*/ 3505968 w 3526878"/>
                    <a:gd name="connsiteY15" fmla="*/ 437353 h 437352"/>
                    <a:gd name="connsiteX16" fmla="*/ 3485412 w 3526878"/>
                    <a:gd name="connsiteY16" fmla="*/ 419395 h 437352"/>
                    <a:gd name="connsiteX17" fmla="*/ 2559670 w 3526878"/>
                    <a:gd name="connsiteY17" fmla="*/ 419395 h 437352"/>
                    <a:gd name="connsiteX18" fmla="*/ 2146182 w 3526878"/>
                    <a:gd name="connsiteY18" fmla="*/ 5907 h 437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526878" h="437352">
                      <a:moveTo>
                        <a:pt x="2146182" y="5907"/>
                      </a:moveTo>
                      <a:lnTo>
                        <a:pt x="1085407" y="5907"/>
                      </a:lnTo>
                      <a:lnTo>
                        <a:pt x="967267" y="124047"/>
                      </a:lnTo>
                      <a:lnTo>
                        <a:pt x="41467" y="124047"/>
                      </a:lnTo>
                      <a:cubicBezTo>
                        <a:pt x="40049" y="134148"/>
                        <a:pt x="31425" y="142004"/>
                        <a:pt x="20911" y="142004"/>
                      </a:cubicBezTo>
                      <a:cubicBezTo>
                        <a:pt x="9392" y="142004"/>
                        <a:pt x="0" y="132671"/>
                        <a:pt x="0" y="121093"/>
                      </a:cubicBezTo>
                      <a:cubicBezTo>
                        <a:pt x="0" y="109515"/>
                        <a:pt x="9333" y="100182"/>
                        <a:pt x="20911" y="100182"/>
                      </a:cubicBezTo>
                      <a:cubicBezTo>
                        <a:pt x="31425" y="100182"/>
                        <a:pt x="40049" y="107980"/>
                        <a:pt x="41467" y="118140"/>
                      </a:cubicBezTo>
                      <a:lnTo>
                        <a:pt x="964787" y="118140"/>
                      </a:lnTo>
                      <a:lnTo>
                        <a:pt x="1082926" y="0"/>
                      </a:lnTo>
                      <a:lnTo>
                        <a:pt x="2148604" y="0"/>
                      </a:lnTo>
                      <a:lnTo>
                        <a:pt x="2562092" y="413488"/>
                      </a:lnTo>
                      <a:lnTo>
                        <a:pt x="3485412" y="413488"/>
                      </a:lnTo>
                      <a:cubicBezTo>
                        <a:pt x="3486829" y="403388"/>
                        <a:pt x="3495454" y="395531"/>
                        <a:pt x="3505968" y="395531"/>
                      </a:cubicBezTo>
                      <a:cubicBezTo>
                        <a:pt x="3517487" y="395531"/>
                        <a:pt x="3526879" y="404864"/>
                        <a:pt x="3526879" y="416442"/>
                      </a:cubicBezTo>
                      <a:cubicBezTo>
                        <a:pt x="3526879" y="427961"/>
                        <a:pt x="3517546" y="437353"/>
                        <a:pt x="3505968" y="437353"/>
                      </a:cubicBezTo>
                      <a:cubicBezTo>
                        <a:pt x="3495454" y="437353"/>
                        <a:pt x="3486829" y="429555"/>
                        <a:pt x="3485412" y="419395"/>
                      </a:cubicBezTo>
                      <a:lnTo>
                        <a:pt x="2559670" y="419395"/>
                      </a:lnTo>
                      <a:lnTo>
                        <a:pt x="2146182"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90" name="Freeform: Shape 289">
                  <a:extLst>
                    <a:ext uri="{FF2B5EF4-FFF2-40B4-BE49-F238E27FC236}">
                      <a16:creationId xmlns:a16="http://schemas.microsoft.com/office/drawing/2014/main" id="{06F014C9-DFC4-5B93-2BE1-6F34FF810ED0}"/>
                    </a:ext>
                  </a:extLst>
                </p:cNvPr>
                <p:cNvSpPr/>
                <p:nvPr/>
              </p:nvSpPr>
              <p:spPr>
                <a:xfrm>
                  <a:off x="1762996" y="3880942"/>
                  <a:ext cx="2640891" cy="1678172"/>
                </a:xfrm>
                <a:custGeom>
                  <a:avLst/>
                  <a:gdLst>
                    <a:gd name="connsiteX0" fmla="*/ 0 w 2640891"/>
                    <a:gd name="connsiteY0" fmla="*/ 670678 h 1678172"/>
                    <a:gd name="connsiteX1" fmla="*/ 20911 w 2640891"/>
                    <a:gd name="connsiteY1" fmla="*/ 691589 h 1678172"/>
                    <a:gd name="connsiteX2" fmla="*/ 41467 w 2640891"/>
                    <a:gd name="connsiteY2" fmla="*/ 673632 h 1678172"/>
                    <a:gd name="connsiteX3" fmla="*/ 1260136 w 2640891"/>
                    <a:gd name="connsiteY3" fmla="*/ 673632 h 1678172"/>
                    <a:gd name="connsiteX4" fmla="*/ 1857921 w 2640891"/>
                    <a:gd name="connsiteY4" fmla="*/ 1271418 h 1678172"/>
                    <a:gd name="connsiteX5" fmla="*/ 1789696 w 2640891"/>
                    <a:gd name="connsiteY5" fmla="*/ 1438585 h 1678172"/>
                    <a:gd name="connsiteX6" fmla="*/ 2029283 w 2640891"/>
                    <a:gd name="connsiteY6" fmla="*/ 1678172 h 1678172"/>
                    <a:gd name="connsiteX7" fmla="*/ 2268870 w 2640891"/>
                    <a:gd name="connsiteY7" fmla="*/ 1438585 h 1678172"/>
                    <a:gd name="connsiteX8" fmla="*/ 2032236 w 2640891"/>
                    <a:gd name="connsiteY8" fmla="*/ 1199116 h 1678172"/>
                    <a:gd name="connsiteX9" fmla="*/ 2032236 w 2640891"/>
                    <a:gd name="connsiteY9" fmla="*/ 23864 h 1678172"/>
                    <a:gd name="connsiteX10" fmla="*/ 2599424 w 2640891"/>
                    <a:gd name="connsiteY10" fmla="*/ 23864 h 1678172"/>
                    <a:gd name="connsiteX11" fmla="*/ 2619981 w 2640891"/>
                    <a:gd name="connsiteY11" fmla="*/ 41822 h 1678172"/>
                    <a:gd name="connsiteX12" fmla="*/ 2640891 w 2640891"/>
                    <a:gd name="connsiteY12" fmla="*/ 20911 h 1678172"/>
                    <a:gd name="connsiteX13" fmla="*/ 2619981 w 2640891"/>
                    <a:gd name="connsiteY13" fmla="*/ 0 h 1678172"/>
                    <a:gd name="connsiteX14" fmla="*/ 2599424 w 2640891"/>
                    <a:gd name="connsiteY14" fmla="*/ 17957 h 1678172"/>
                    <a:gd name="connsiteX15" fmla="*/ 2026329 w 2640891"/>
                    <a:gd name="connsiteY15" fmla="*/ 17957 h 1678172"/>
                    <a:gd name="connsiteX16" fmla="*/ 2026329 w 2640891"/>
                    <a:gd name="connsiteY16" fmla="*/ 1199116 h 1678172"/>
                    <a:gd name="connsiteX17" fmla="*/ 1862116 w 2640891"/>
                    <a:gd name="connsiteY17" fmla="*/ 1267283 h 1678172"/>
                    <a:gd name="connsiteX18" fmla="*/ 1262617 w 2640891"/>
                    <a:gd name="connsiteY18" fmla="*/ 667725 h 1678172"/>
                    <a:gd name="connsiteX19" fmla="*/ 41467 w 2640891"/>
                    <a:gd name="connsiteY19" fmla="*/ 667725 h 1678172"/>
                    <a:gd name="connsiteX20" fmla="*/ 20911 w 2640891"/>
                    <a:gd name="connsiteY20" fmla="*/ 649768 h 1678172"/>
                    <a:gd name="connsiteX21" fmla="*/ 0 w 2640891"/>
                    <a:gd name="connsiteY21" fmla="*/ 670678 h 1678172"/>
                    <a:gd name="connsiteX22" fmla="*/ 2026329 w 2640891"/>
                    <a:gd name="connsiteY22" fmla="*/ 1379456 h 1678172"/>
                    <a:gd name="connsiteX23" fmla="*/ 1989529 w 2640891"/>
                    <a:gd name="connsiteY23" fmla="*/ 1394696 h 1678172"/>
                    <a:gd name="connsiteX24" fmla="*/ 1866250 w 2640891"/>
                    <a:gd name="connsiteY24" fmla="*/ 1271418 h 1678172"/>
                    <a:gd name="connsiteX25" fmla="*/ 2026329 w 2640891"/>
                    <a:gd name="connsiteY25" fmla="*/ 1205023 h 1678172"/>
                    <a:gd name="connsiteX26" fmla="*/ 2026329 w 2640891"/>
                    <a:gd name="connsiteY26" fmla="*/ 1379456 h 1678172"/>
                    <a:gd name="connsiteX27" fmla="*/ 1862116 w 2640891"/>
                    <a:gd name="connsiteY27" fmla="*/ 1275612 h 1678172"/>
                    <a:gd name="connsiteX28" fmla="*/ 1985394 w 2640891"/>
                    <a:gd name="connsiteY28" fmla="*/ 1398890 h 1678172"/>
                    <a:gd name="connsiteX29" fmla="*/ 1970036 w 2640891"/>
                    <a:gd name="connsiteY29" fmla="*/ 1438644 h 1678172"/>
                    <a:gd name="connsiteX30" fmla="*/ 2029283 w 2640891"/>
                    <a:gd name="connsiteY30" fmla="*/ 1497891 h 1678172"/>
                    <a:gd name="connsiteX31" fmla="*/ 2088530 w 2640891"/>
                    <a:gd name="connsiteY31" fmla="*/ 1438644 h 1678172"/>
                    <a:gd name="connsiteX32" fmla="*/ 2032236 w 2640891"/>
                    <a:gd name="connsiteY32" fmla="*/ 1379515 h 1678172"/>
                    <a:gd name="connsiteX33" fmla="*/ 2032236 w 2640891"/>
                    <a:gd name="connsiteY33" fmla="*/ 1205023 h 1678172"/>
                    <a:gd name="connsiteX34" fmla="*/ 2262963 w 2640891"/>
                    <a:gd name="connsiteY34" fmla="*/ 1438585 h 1678172"/>
                    <a:gd name="connsiteX35" fmla="*/ 2029283 w 2640891"/>
                    <a:gd name="connsiteY35" fmla="*/ 1672265 h 1678172"/>
                    <a:gd name="connsiteX36" fmla="*/ 1795603 w 2640891"/>
                    <a:gd name="connsiteY36" fmla="*/ 1438585 h 1678172"/>
                    <a:gd name="connsiteX37" fmla="*/ 1862116 w 2640891"/>
                    <a:gd name="connsiteY37" fmla="*/ 1275612 h 16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640891" h="1678172">
                      <a:moveTo>
                        <a:pt x="0" y="670678"/>
                      </a:moveTo>
                      <a:cubicBezTo>
                        <a:pt x="0" y="682197"/>
                        <a:pt x="9333" y="691589"/>
                        <a:pt x="20911" y="691589"/>
                      </a:cubicBezTo>
                      <a:cubicBezTo>
                        <a:pt x="31425" y="691589"/>
                        <a:pt x="40049" y="683792"/>
                        <a:pt x="41467" y="673632"/>
                      </a:cubicBezTo>
                      <a:lnTo>
                        <a:pt x="1260136" y="673632"/>
                      </a:lnTo>
                      <a:lnTo>
                        <a:pt x="1857921" y="1271418"/>
                      </a:lnTo>
                      <a:cubicBezTo>
                        <a:pt x="1815746" y="1314598"/>
                        <a:pt x="1789696" y="1373608"/>
                        <a:pt x="1789696" y="1438585"/>
                      </a:cubicBezTo>
                      <a:cubicBezTo>
                        <a:pt x="1789696" y="1570665"/>
                        <a:pt x="1897144" y="1678172"/>
                        <a:pt x="2029283" y="1678172"/>
                      </a:cubicBezTo>
                      <a:cubicBezTo>
                        <a:pt x="2161363" y="1678172"/>
                        <a:pt x="2268870" y="1570724"/>
                        <a:pt x="2268870" y="1438585"/>
                      </a:cubicBezTo>
                      <a:cubicBezTo>
                        <a:pt x="2268870" y="1307450"/>
                        <a:pt x="2163017" y="1200711"/>
                        <a:pt x="2032236" y="1199116"/>
                      </a:cubicBezTo>
                      <a:lnTo>
                        <a:pt x="2032236" y="23864"/>
                      </a:lnTo>
                      <a:lnTo>
                        <a:pt x="2599424" y="23864"/>
                      </a:lnTo>
                      <a:cubicBezTo>
                        <a:pt x="2600842" y="33965"/>
                        <a:pt x="2609466" y="41822"/>
                        <a:pt x="2619981" y="41822"/>
                      </a:cubicBezTo>
                      <a:cubicBezTo>
                        <a:pt x="2631499" y="41822"/>
                        <a:pt x="2640891" y="32488"/>
                        <a:pt x="2640891" y="20911"/>
                      </a:cubicBezTo>
                      <a:cubicBezTo>
                        <a:pt x="2640891" y="9392"/>
                        <a:pt x="2631558" y="0"/>
                        <a:pt x="2619981" y="0"/>
                      </a:cubicBezTo>
                      <a:cubicBezTo>
                        <a:pt x="2609466" y="0"/>
                        <a:pt x="2600842" y="7797"/>
                        <a:pt x="2599424" y="17957"/>
                      </a:cubicBezTo>
                      <a:lnTo>
                        <a:pt x="2026329" y="17957"/>
                      </a:lnTo>
                      <a:lnTo>
                        <a:pt x="2026329" y="1199116"/>
                      </a:lnTo>
                      <a:cubicBezTo>
                        <a:pt x="1962534" y="1199884"/>
                        <a:pt x="1904646" y="1225757"/>
                        <a:pt x="1862116" y="1267283"/>
                      </a:cubicBezTo>
                      <a:lnTo>
                        <a:pt x="1262617" y="667725"/>
                      </a:lnTo>
                      <a:lnTo>
                        <a:pt x="41467" y="667725"/>
                      </a:lnTo>
                      <a:cubicBezTo>
                        <a:pt x="40049" y="657624"/>
                        <a:pt x="31425" y="649768"/>
                        <a:pt x="20911" y="649768"/>
                      </a:cubicBezTo>
                      <a:cubicBezTo>
                        <a:pt x="9333" y="649827"/>
                        <a:pt x="0" y="659159"/>
                        <a:pt x="0" y="670678"/>
                      </a:cubicBezTo>
                      <a:close/>
                      <a:moveTo>
                        <a:pt x="2026329" y="1379456"/>
                      </a:moveTo>
                      <a:cubicBezTo>
                        <a:pt x="2012212" y="1380165"/>
                        <a:pt x="1999394" y="1385777"/>
                        <a:pt x="1989529" y="1394696"/>
                      </a:cubicBezTo>
                      <a:lnTo>
                        <a:pt x="1866250" y="1271418"/>
                      </a:lnTo>
                      <a:cubicBezTo>
                        <a:pt x="1907717" y="1230955"/>
                        <a:pt x="1964129" y="1205791"/>
                        <a:pt x="2026329" y="1205023"/>
                      </a:cubicBezTo>
                      <a:lnTo>
                        <a:pt x="2026329" y="1379456"/>
                      </a:lnTo>
                      <a:close/>
                      <a:moveTo>
                        <a:pt x="1862116" y="1275612"/>
                      </a:moveTo>
                      <a:lnTo>
                        <a:pt x="1985394" y="1398890"/>
                      </a:lnTo>
                      <a:cubicBezTo>
                        <a:pt x="1975884" y="1409405"/>
                        <a:pt x="1970036" y="1423286"/>
                        <a:pt x="1970036" y="1438644"/>
                      </a:cubicBezTo>
                      <a:cubicBezTo>
                        <a:pt x="1970036" y="1471369"/>
                        <a:pt x="1996558" y="1497891"/>
                        <a:pt x="2029283" y="1497891"/>
                      </a:cubicBezTo>
                      <a:cubicBezTo>
                        <a:pt x="2062007" y="1497891"/>
                        <a:pt x="2088530" y="1471369"/>
                        <a:pt x="2088530" y="1438644"/>
                      </a:cubicBezTo>
                      <a:cubicBezTo>
                        <a:pt x="2088530" y="1406865"/>
                        <a:pt x="2063602" y="1381051"/>
                        <a:pt x="2032236" y="1379515"/>
                      </a:cubicBezTo>
                      <a:lnTo>
                        <a:pt x="2032236" y="1205023"/>
                      </a:lnTo>
                      <a:cubicBezTo>
                        <a:pt x="2159709" y="1206618"/>
                        <a:pt x="2262963" y="1310758"/>
                        <a:pt x="2262963" y="1438585"/>
                      </a:cubicBezTo>
                      <a:cubicBezTo>
                        <a:pt x="2262963" y="1567416"/>
                        <a:pt x="2158114" y="1672265"/>
                        <a:pt x="2029283" y="1672265"/>
                      </a:cubicBezTo>
                      <a:cubicBezTo>
                        <a:pt x="1900452" y="1672265"/>
                        <a:pt x="1795603" y="1567416"/>
                        <a:pt x="1795603" y="1438585"/>
                      </a:cubicBezTo>
                      <a:cubicBezTo>
                        <a:pt x="1795603" y="1375262"/>
                        <a:pt x="1821003" y="1317729"/>
                        <a:pt x="1862116" y="1275612"/>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91" name="Freeform: Shape 290">
                  <a:extLst>
                    <a:ext uri="{FF2B5EF4-FFF2-40B4-BE49-F238E27FC236}">
                      <a16:creationId xmlns:a16="http://schemas.microsoft.com/office/drawing/2014/main" id="{6D427554-64AE-EF1D-7F16-7425E3B0EB57}"/>
                    </a:ext>
                  </a:extLst>
                </p:cNvPr>
                <p:cNvSpPr/>
                <p:nvPr/>
              </p:nvSpPr>
              <p:spPr>
                <a:xfrm>
                  <a:off x="345321" y="4176350"/>
                  <a:ext cx="2877111" cy="201073"/>
                </a:xfrm>
                <a:custGeom>
                  <a:avLst/>
                  <a:gdLst>
                    <a:gd name="connsiteX0" fmla="*/ 20911 w 2877111"/>
                    <a:gd name="connsiteY0" fmla="*/ 0 h 201073"/>
                    <a:gd name="connsiteX1" fmla="*/ 41467 w 2877111"/>
                    <a:gd name="connsiteY1" fmla="*/ 17957 h 201073"/>
                    <a:gd name="connsiteX2" fmla="*/ 849069 w 2877111"/>
                    <a:gd name="connsiteY2" fmla="*/ 17957 h 201073"/>
                    <a:gd name="connsiteX3" fmla="*/ 1026278 w 2877111"/>
                    <a:gd name="connsiteY3" fmla="*/ 195166 h 201073"/>
                    <a:gd name="connsiteX4" fmla="*/ 1438585 w 2877111"/>
                    <a:gd name="connsiteY4" fmla="*/ 195166 h 201073"/>
                    <a:gd name="connsiteX5" fmla="*/ 1850833 w 2877111"/>
                    <a:gd name="connsiteY5" fmla="*/ 195166 h 201073"/>
                    <a:gd name="connsiteX6" fmla="*/ 2028042 w 2877111"/>
                    <a:gd name="connsiteY6" fmla="*/ 17957 h 201073"/>
                    <a:gd name="connsiteX7" fmla="*/ 2835644 w 2877111"/>
                    <a:gd name="connsiteY7" fmla="*/ 17957 h 201073"/>
                    <a:gd name="connsiteX8" fmla="*/ 2856201 w 2877111"/>
                    <a:gd name="connsiteY8" fmla="*/ 0 h 201073"/>
                    <a:gd name="connsiteX9" fmla="*/ 2877111 w 2877111"/>
                    <a:gd name="connsiteY9" fmla="*/ 20911 h 201073"/>
                    <a:gd name="connsiteX10" fmla="*/ 2856201 w 2877111"/>
                    <a:gd name="connsiteY10" fmla="*/ 41821 h 201073"/>
                    <a:gd name="connsiteX11" fmla="*/ 2835644 w 2877111"/>
                    <a:gd name="connsiteY11" fmla="*/ 23864 h 201073"/>
                    <a:gd name="connsiteX12" fmla="*/ 2030523 w 2877111"/>
                    <a:gd name="connsiteY12" fmla="*/ 23864 h 201073"/>
                    <a:gd name="connsiteX13" fmla="*/ 1853314 w 2877111"/>
                    <a:gd name="connsiteY13" fmla="*/ 201073 h 201073"/>
                    <a:gd name="connsiteX14" fmla="*/ 1438585 w 2877111"/>
                    <a:gd name="connsiteY14" fmla="*/ 201073 h 201073"/>
                    <a:gd name="connsiteX15" fmla="*/ 1023856 w 2877111"/>
                    <a:gd name="connsiteY15" fmla="*/ 201073 h 201073"/>
                    <a:gd name="connsiteX16" fmla="*/ 846647 w 2877111"/>
                    <a:gd name="connsiteY16" fmla="*/ 23864 h 201073"/>
                    <a:gd name="connsiteX17" fmla="*/ 41467 w 2877111"/>
                    <a:gd name="connsiteY17" fmla="*/ 23864 h 201073"/>
                    <a:gd name="connsiteX18" fmla="*/ 20911 w 2877111"/>
                    <a:gd name="connsiteY18" fmla="*/ 41821 h 201073"/>
                    <a:gd name="connsiteX19" fmla="*/ 0 w 2877111"/>
                    <a:gd name="connsiteY19" fmla="*/ 20911 h 201073"/>
                    <a:gd name="connsiteX20" fmla="*/ 20911 w 2877111"/>
                    <a:gd name="connsiteY20" fmla="*/ 0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877111" h="201073">
                      <a:moveTo>
                        <a:pt x="20911" y="0"/>
                      </a:moveTo>
                      <a:cubicBezTo>
                        <a:pt x="31425" y="0"/>
                        <a:pt x="40049" y="7797"/>
                        <a:pt x="41467" y="17957"/>
                      </a:cubicBezTo>
                      <a:lnTo>
                        <a:pt x="849069" y="17957"/>
                      </a:lnTo>
                      <a:lnTo>
                        <a:pt x="1026278" y="195166"/>
                      </a:lnTo>
                      <a:lnTo>
                        <a:pt x="1438585" y="195166"/>
                      </a:lnTo>
                      <a:lnTo>
                        <a:pt x="1850833" y="195166"/>
                      </a:lnTo>
                      <a:lnTo>
                        <a:pt x="2028042" y="17957"/>
                      </a:lnTo>
                      <a:lnTo>
                        <a:pt x="2835644" y="17957"/>
                      </a:lnTo>
                      <a:cubicBezTo>
                        <a:pt x="2837062" y="7856"/>
                        <a:pt x="2845686" y="0"/>
                        <a:pt x="2856201" y="0"/>
                      </a:cubicBezTo>
                      <a:cubicBezTo>
                        <a:pt x="2867719" y="0"/>
                        <a:pt x="2877111" y="9333"/>
                        <a:pt x="2877111" y="20911"/>
                      </a:cubicBezTo>
                      <a:cubicBezTo>
                        <a:pt x="2877111" y="32429"/>
                        <a:pt x="2867778" y="41821"/>
                        <a:pt x="2856201" y="41821"/>
                      </a:cubicBezTo>
                      <a:cubicBezTo>
                        <a:pt x="2845686" y="41821"/>
                        <a:pt x="2837062" y="34024"/>
                        <a:pt x="2835644" y="23864"/>
                      </a:cubicBezTo>
                      <a:lnTo>
                        <a:pt x="2030523" y="23864"/>
                      </a:lnTo>
                      <a:lnTo>
                        <a:pt x="1853314" y="201073"/>
                      </a:lnTo>
                      <a:lnTo>
                        <a:pt x="1438585" y="201073"/>
                      </a:lnTo>
                      <a:lnTo>
                        <a:pt x="1023856" y="201073"/>
                      </a:lnTo>
                      <a:lnTo>
                        <a:pt x="846647" y="23864"/>
                      </a:lnTo>
                      <a:lnTo>
                        <a:pt x="41467" y="23864"/>
                      </a:lnTo>
                      <a:cubicBezTo>
                        <a:pt x="40049" y="33965"/>
                        <a:pt x="31425" y="41821"/>
                        <a:pt x="20911" y="41821"/>
                      </a:cubicBezTo>
                      <a:cubicBezTo>
                        <a:pt x="9392" y="41821"/>
                        <a:pt x="0" y="32488"/>
                        <a:pt x="0" y="20911"/>
                      </a:cubicBezTo>
                      <a:cubicBezTo>
                        <a:pt x="0" y="9333"/>
                        <a:pt x="9333" y="0"/>
                        <a:pt x="20911" y="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92" name="Freeform: Shape 291">
                  <a:extLst>
                    <a:ext uri="{FF2B5EF4-FFF2-40B4-BE49-F238E27FC236}">
                      <a16:creationId xmlns:a16="http://schemas.microsoft.com/office/drawing/2014/main" id="{93B35F56-FE7F-F019-D7DF-D4563E2429BF}"/>
                    </a:ext>
                  </a:extLst>
                </p:cNvPr>
                <p:cNvSpPr/>
                <p:nvPr/>
              </p:nvSpPr>
              <p:spPr>
                <a:xfrm>
                  <a:off x="8624" y="2522337"/>
                  <a:ext cx="4749622" cy="1737182"/>
                </a:xfrm>
                <a:custGeom>
                  <a:avLst/>
                  <a:gdLst>
                    <a:gd name="connsiteX0" fmla="*/ 0 w 4749622"/>
                    <a:gd name="connsiteY0" fmla="*/ 552539 h 1737182"/>
                    <a:gd name="connsiteX1" fmla="*/ 20911 w 4749622"/>
                    <a:gd name="connsiteY1" fmla="*/ 573449 h 1737182"/>
                    <a:gd name="connsiteX2" fmla="*/ 41467 w 4749622"/>
                    <a:gd name="connsiteY2" fmla="*/ 555492 h 1737182"/>
                    <a:gd name="connsiteX3" fmla="*/ 1185767 w 4749622"/>
                    <a:gd name="connsiteY3" fmla="*/ 555492 h 1737182"/>
                    <a:gd name="connsiteX4" fmla="*/ 1362976 w 4749622"/>
                    <a:gd name="connsiteY4" fmla="*/ 378283 h 1737182"/>
                    <a:gd name="connsiteX5" fmla="*/ 1716863 w 4749622"/>
                    <a:gd name="connsiteY5" fmla="*/ 378283 h 1737182"/>
                    <a:gd name="connsiteX6" fmla="*/ 1772270 w 4749622"/>
                    <a:gd name="connsiteY6" fmla="*/ 433690 h 1737182"/>
                    <a:gd name="connsiteX7" fmla="*/ 1772270 w 4749622"/>
                    <a:gd name="connsiteY7" fmla="*/ 1258127 h 1737182"/>
                    <a:gd name="connsiteX8" fmla="*/ 1535637 w 4749622"/>
                    <a:gd name="connsiteY8" fmla="*/ 1497596 h 1737182"/>
                    <a:gd name="connsiteX9" fmla="*/ 1775224 w 4749622"/>
                    <a:gd name="connsiteY9" fmla="*/ 1737183 h 1737182"/>
                    <a:gd name="connsiteX10" fmla="*/ 2014811 w 4749622"/>
                    <a:gd name="connsiteY10" fmla="*/ 1497596 h 1737182"/>
                    <a:gd name="connsiteX11" fmla="*/ 1946585 w 4749622"/>
                    <a:gd name="connsiteY11" fmla="*/ 1330428 h 1737182"/>
                    <a:gd name="connsiteX12" fmla="*/ 2367162 w 4749622"/>
                    <a:gd name="connsiteY12" fmla="*/ 909852 h 1737182"/>
                    <a:gd name="connsiteX13" fmla="*/ 3664275 w 4749622"/>
                    <a:gd name="connsiteY13" fmla="*/ 909852 h 1737182"/>
                    <a:gd name="connsiteX14" fmla="*/ 3959624 w 4749622"/>
                    <a:gd name="connsiteY14" fmla="*/ 1205200 h 1737182"/>
                    <a:gd name="connsiteX15" fmla="*/ 4708156 w 4749622"/>
                    <a:gd name="connsiteY15" fmla="*/ 1205200 h 1737182"/>
                    <a:gd name="connsiteX16" fmla="*/ 4728712 w 4749622"/>
                    <a:gd name="connsiteY16" fmla="*/ 1223158 h 1737182"/>
                    <a:gd name="connsiteX17" fmla="*/ 4749623 w 4749622"/>
                    <a:gd name="connsiteY17" fmla="*/ 1202247 h 1737182"/>
                    <a:gd name="connsiteX18" fmla="*/ 4728712 w 4749622"/>
                    <a:gd name="connsiteY18" fmla="*/ 1181336 h 1737182"/>
                    <a:gd name="connsiteX19" fmla="*/ 4708156 w 4749622"/>
                    <a:gd name="connsiteY19" fmla="*/ 1199293 h 1737182"/>
                    <a:gd name="connsiteX20" fmla="*/ 3962105 w 4749622"/>
                    <a:gd name="connsiteY20" fmla="*/ 1199293 h 1737182"/>
                    <a:gd name="connsiteX21" fmla="*/ 3666756 w 4749622"/>
                    <a:gd name="connsiteY21" fmla="*/ 903945 h 1737182"/>
                    <a:gd name="connsiteX22" fmla="*/ 2364740 w 4749622"/>
                    <a:gd name="connsiteY22" fmla="*/ 903945 h 1737182"/>
                    <a:gd name="connsiteX23" fmla="*/ 1942450 w 4749622"/>
                    <a:gd name="connsiteY23" fmla="*/ 1326235 h 1737182"/>
                    <a:gd name="connsiteX24" fmla="*/ 1778236 w 4749622"/>
                    <a:gd name="connsiteY24" fmla="*/ 1258068 h 1737182"/>
                    <a:gd name="connsiteX25" fmla="*/ 1778236 w 4749622"/>
                    <a:gd name="connsiteY25" fmla="*/ 433690 h 1737182"/>
                    <a:gd name="connsiteX26" fmla="*/ 1833644 w 4749622"/>
                    <a:gd name="connsiteY26" fmla="*/ 378283 h 1737182"/>
                    <a:gd name="connsiteX27" fmla="*/ 2719159 w 4749622"/>
                    <a:gd name="connsiteY27" fmla="*/ 378283 h 1737182"/>
                    <a:gd name="connsiteX28" fmla="*/ 2955438 w 4749622"/>
                    <a:gd name="connsiteY28" fmla="*/ 614562 h 1737182"/>
                    <a:gd name="connsiteX29" fmla="*/ 4058389 w 4749622"/>
                    <a:gd name="connsiteY29" fmla="*/ 614562 h 1737182"/>
                    <a:gd name="connsiteX30" fmla="*/ 4078945 w 4749622"/>
                    <a:gd name="connsiteY30" fmla="*/ 632519 h 1737182"/>
                    <a:gd name="connsiteX31" fmla="*/ 4099856 w 4749622"/>
                    <a:gd name="connsiteY31" fmla="*/ 611608 h 1737182"/>
                    <a:gd name="connsiteX32" fmla="*/ 4078945 w 4749622"/>
                    <a:gd name="connsiteY32" fmla="*/ 590698 h 1737182"/>
                    <a:gd name="connsiteX33" fmla="*/ 4058389 w 4749622"/>
                    <a:gd name="connsiteY33" fmla="*/ 608655 h 1737182"/>
                    <a:gd name="connsiteX34" fmla="*/ 2957919 w 4749622"/>
                    <a:gd name="connsiteY34" fmla="*/ 608655 h 1737182"/>
                    <a:gd name="connsiteX35" fmla="*/ 2721640 w 4749622"/>
                    <a:gd name="connsiteY35" fmla="*/ 372376 h 1737182"/>
                    <a:gd name="connsiteX36" fmla="*/ 1833644 w 4749622"/>
                    <a:gd name="connsiteY36" fmla="*/ 372376 h 1737182"/>
                    <a:gd name="connsiteX37" fmla="*/ 1778236 w 4749622"/>
                    <a:gd name="connsiteY37" fmla="*/ 316968 h 1737182"/>
                    <a:gd name="connsiteX38" fmla="*/ 1778236 w 4749622"/>
                    <a:gd name="connsiteY38" fmla="*/ 17957 h 1737182"/>
                    <a:gd name="connsiteX39" fmla="*/ 909793 w 4749622"/>
                    <a:gd name="connsiteY39" fmla="*/ 17957 h 1737182"/>
                    <a:gd name="connsiteX40" fmla="*/ 889236 w 4749622"/>
                    <a:gd name="connsiteY40" fmla="*/ 0 h 1737182"/>
                    <a:gd name="connsiteX41" fmla="*/ 868326 w 4749622"/>
                    <a:gd name="connsiteY41" fmla="*/ 20911 h 1737182"/>
                    <a:gd name="connsiteX42" fmla="*/ 889236 w 4749622"/>
                    <a:gd name="connsiteY42" fmla="*/ 41821 h 1737182"/>
                    <a:gd name="connsiteX43" fmla="*/ 909793 w 4749622"/>
                    <a:gd name="connsiteY43" fmla="*/ 23864 h 1737182"/>
                    <a:gd name="connsiteX44" fmla="*/ 1772329 w 4749622"/>
                    <a:gd name="connsiteY44" fmla="*/ 23864 h 1737182"/>
                    <a:gd name="connsiteX45" fmla="*/ 1772329 w 4749622"/>
                    <a:gd name="connsiteY45" fmla="*/ 316968 h 1737182"/>
                    <a:gd name="connsiteX46" fmla="*/ 1716922 w 4749622"/>
                    <a:gd name="connsiteY46" fmla="*/ 372376 h 1737182"/>
                    <a:gd name="connsiteX47" fmla="*/ 1360613 w 4749622"/>
                    <a:gd name="connsiteY47" fmla="*/ 372376 h 1737182"/>
                    <a:gd name="connsiteX48" fmla="*/ 1183404 w 4749622"/>
                    <a:gd name="connsiteY48" fmla="*/ 549585 h 1737182"/>
                    <a:gd name="connsiteX49" fmla="*/ 41467 w 4749622"/>
                    <a:gd name="connsiteY49" fmla="*/ 549585 h 1737182"/>
                    <a:gd name="connsiteX50" fmla="*/ 20911 w 4749622"/>
                    <a:gd name="connsiteY50" fmla="*/ 531628 h 1737182"/>
                    <a:gd name="connsiteX51" fmla="*/ 0 w 4749622"/>
                    <a:gd name="connsiteY51" fmla="*/ 552539 h 1737182"/>
                    <a:gd name="connsiteX52" fmla="*/ 1938256 w 4749622"/>
                    <a:gd name="connsiteY52" fmla="*/ 1330488 h 1737182"/>
                    <a:gd name="connsiteX53" fmla="*/ 1814623 w 4749622"/>
                    <a:gd name="connsiteY53" fmla="*/ 1454120 h 1737182"/>
                    <a:gd name="connsiteX54" fmla="*/ 1778177 w 4749622"/>
                    <a:gd name="connsiteY54" fmla="*/ 1439058 h 1737182"/>
                    <a:gd name="connsiteX55" fmla="*/ 1778177 w 4749622"/>
                    <a:gd name="connsiteY55" fmla="*/ 1264093 h 1737182"/>
                    <a:gd name="connsiteX56" fmla="*/ 1938256 w 4749622"/>
                    <a:gd name="connsiteY56" fmla="*/ 1330488 h 1737182"/>
                    <a:gd name="connsiteX57" fmla="*/ 1772329 w 4749622"/>
                    <a:gd name="connsiteY57" fmla="*/ 1264093 h 1737182"/>
                    <a:gd name="connsiteX58" fmla="*/ 1772329 w 4749622"/>
                    <a:gd name="connsiteY58" fmla="*/ 1439058 h 1737182"/>
                    <a:gd name="connsiteX59" fmla="*/ 1716508 w 4749622"/>
                    <a:gd name="connsiteY59" fmla="*/ 1497714 h 1737182"/>
                    <a:gd name="connsiteX60" fmla="*/ 1775283 w 4749622"/>
                    <a:gd name="connsiteY60" fmla="*/ 1556489 h 1737182"/>
                    <a:gd name="connsiteX61" fmla="*/ 1834057 w 4749622"/>
                    <a:gd name="connsiteY61" fmla="*/ 1497714 h 1737182"/>
                    <a:gd name="connsiteX62" fmla="*/ 1818817 w 4749622"/>
                    <a:gd name="connsiteY62" fmla="*/ 1458315 h 1737182"/>
                    <a:gd name="connsiteX63" fmla="*/ 1942450 w 4749622"/>
                    <a:gd name="connsiteY63" fmla="*/ 1334682 h 1737182"/>
                    <a:gd name="connsiteX64" fmla="*/ 2008904 w 4749622"/>
                    <a:gd name="connsiteY64" fmla="*/ 1497714 h 1737182"/>
                    <a:gd name="connsiteX65" fmla="*/ 1775224 w 4749622"/>
                    <a:gd name="connsiteY65" fmla="*/ 1731394 h 1737182"/>
                    <a:gd name="connsiteX66" fmla="*/ 1541544 w 4749622"/>
                    <a:gd name="connsiteY66" fmla="*/ 1497714 h 1737182"/>
                    <a:gd name="connsiteX67" fmla="*/ 1772329 w 4749622"/>
                    <a:gd name="connsiteY67" fmla="*/ 1264093 h 173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4749622" h="1737182">
                      <a:moveTo>
                        <a:pt x="0" y="552539"/>
                      </a:moveTo>
                      <a:cubicBezTo>
                        <a:pt x="0" y="564057"/>
                        <a:pt x="9333" y="573449"/>
                        <a:pt x="20911" y="573449"/>
                      </a:cubicBezTo>
                      <a:cubicBezTo>
                        <a:pt x="31425" y="573449"/>
                        <a:pt x="40049" y="565652"/>
                        <a:pt x="41467" y="555492"/>
                      </a:cubicBezTo>
                      <a:lnTo>
                        <a:pt x="1185767" y="555492"/>
                      </a:lnTo>
                      <a:lnTo>
                        <a:pt x="1362976" y="378283"/>
                      </a:lnTo>
                      <a:lnTo>
                        <a:pt x="1716863" y="378283"/>
                      </a:lnTo>
                      <a:cubicBezTo>
                        <a:pt x="1718340" y="408231"/>
                        <a:pt x="1742322" y="432213"/>
                        <a:pt x="1772270" y="433690"/>
                      </a:cubicBezTo>
                      <a:lnTo>
                        <a:pt x="1772270" y="1258127"/>
                      </a:lnTo>
                      <a:cubicBezTo>
                        <a:pt x="1641549" y="1259722"/>
                        <a:pt x="1535637" y="1366520"/>
                        <a:pt x="1535637" y="1497596"/>
                      </a:cubicBezTo>
                      <a:cubicBezTo>
                        <a:pt x="1535637" y="1629676"/>
                        <a:pt x="1643085" y="1737183"/>
                        <a:pt x="1775224" y="1737183"/>
                      </a:cubicBezTo>
                      <a:cubicBezTo>
                        <a:pt x="1907304" y="1737183"/>
                        <a:pt x="2014811" y="1629735"/>
                        <a:pt x="2014811" y="1497596"/>
                      </a:cubicBezTo>
                      <a:cubicBezTo>
                        <a:pt x="2014811" y="1432619"/>
                        <a:pt x="1988761" y="1373608"/>
                        <a:pt x="1946585" y="1330428"/>
                      </a:cubicBezTo>
                      <a:lnTo>
                        <a:pt x="2367162" y="909852"/>
                      </a:lnTo>
                      <a:lnTo>
                        <a:pt x="3664275" y="909852"/>
                      </a:lnTo>
                      <a:lnTo>
                        <a:pt x="3959624" y="1205200"/>
                      </a:lnTo>
                      <a:lnTo>
                        <a:pt x="4708156" y="1205200"/>
                      </a:lnTo>
                      <a:cubicBezTo>
                        <a:pt x="4709574" y="1215301"/>
                        <a:pt x="4718198" y="1223158"/>
                        <a:pt x="4728712" y="1223158"/>
                      </a:cubicBezTo>
                      <a:cubicBezTo>
                        <a:pt x="4740231" y="1223158"/>
                        <a:pt x="4749623" y="1213825"/>
                        <a:pt x="4749623" y="1202247"/>
                      </a:cubicBezTo>
                      <a:cubicBezTo>
                        <a:pt x="4749623" y="1190729"/>
                        <a:pt x="4740290" y="1181336"/>
                        <a:pt x="4728712" y="1181336"/>
                      </a:cubicBezTo>
                      <a:cubicBezTo>
                        <a:pt x="4718198" y="1181336"/>
                        <a:pt x="4709574" y="1189134"/>
                        <a:pt x="4708156" y="1199293"/>
                      </a:cubicBezTo>
                      <a:lnTo>
                        <a:pt x="3962105" y="1199293"/>
                      </a:lnTo>
                      <a:lnTo>
                        <a:pt x="3666756" y="903945"/>
                      </a:lnTo>
                      <a:lnTo>
                        <a:pt x="2364740" y="903945"/>
                      </a:lnTo>
                      <a:lnTo>
                        <a:pt x="1942450" y="1326235"/>
                      </a:lnTo>
                      <a:cubicBezTo>
                        <a:pt x="1899920" y="1284708"/>
                        <a:pt x="1842032" y="1258895"/>
                        <a:pt x="1778236" y="1258068"/>
                      </a:cubicBezTo>
                      <a:lnTo>
                        <a:pt x="1778236" y="433690"/>
                      </a:lnTo>
                      <a:cubicBezTo>
                        <a:pt x="1808185" y="432213"/>
                        <a:pt x="1832167" y="408231"/>
                        <a:pt x="1833644" y="378283"/>
                      </a:cubicBezTo>
                      <a:lnTo>
                        <a:pt x="2719159" y="378283"/>
                      </a:lnTo>
                      <a:lnTo>
                        <a:pt x="2955438" y="614562"/>
                      </a:lnTo>
                      <a:lnTo>
                        <a:pt x="4058389" y="614562"/>
                      </a:lnTo>
                      <a:cubicBezTo>
                        <a:pt x="4059806" y="624663"/>
                        <a:pt x="4068430" y="632519"/>
                        <a:pt x="4078945" y="632519"/>
                      </a:cubicBezTo>
                      <a:cubicBezTo>
                        <a:pt x="4090463" y="632519"/>
                        <a:pt x="4099856" y="623186"/>
                        <a:pt x="4099856" y="611608"/>
                      </a:cubicBezTo>
                      <a:cubicBezTo>
                        <a:pt x="4099856" y="600031"/>
                        <a:pt x="4090523" y="590698"/>
                        <a:pt x="4078945" y="590698"/>
                      </a:cubicBezTo>
                      <a:cubicBezTo>
                        <a:pt x="4068430" y="590698"/>
                        <a:pt x="4059806" y="598495"/>
                        <a:pt x="4058389" y="608655"/>
                      </a:cubicBezTo>
                      <a:lnTo>
                        <a:pt x="2957919" y="608655"/>
                      </a:lnTo>
                      <a:lnTo>
                        <a:pt x="2721640" y="372376"/>
                      </a:lnTo>
                      <a:lnTo>
                        <a:pt x="1833644" y="372376"/>
                      </a:lnTo>
                      <a:cubicBezTo>
                        <a:pt x="1832167" y="342427"/>
                        <a:pt x="1808185" y="318445"/>
                        <a:pt x="1778236" y="316968"/>
                      </a:cubicBezTo>
                      <a:lnTo>
                        <a:pt x="1778236" y="17957"/>
                      </a:lnTo>
                      <a:lnTo>
                        <a:pt x="909793" y="17957"/>
                      </a:lnTo>
                      <a:cubicBezTo>
                        <a:pt x="908375" y="7856"/>
                        <a:pt x="899751" y="0"/>
                        <a:pt x="889236" y="0"/>
                      </a:cubicBezTo>
                      <a:cubicBezTo>
                        <a:pt x="877718" y="0"/>
                        <a:pt x="868326" y="9333"/>
                        <a:pt x="868326" y="20911"/>
                      </a:cubicBezTo>
                      <a:cubicBezTo>
                        <a:pt x="868326" y="32488"/>
                        <a:pt x="877659" y="41821"/>
                        <a:pt x="889236" y="41821"/>
                      </a:cubicBezTo>
                      <a:cubicBezTo>
                        <a:pt x="899751" y="41821"/>
                        <a:pt x="908375" y="34024"/>
                        <a:pt x="909793" y="23864"/>
                      </a:cubicBezTo>
                      <a:lnTo>
                        <a:pt x="1772329" y="23864"/>
                      </a:lnTo>
                      <a:lnTo>
                        <a:pt x="1772329" y="316968"/>
                      </a:lnTo>
                      <a:cubicBezTo>
                        <a:pt x="1742381" y="318445"/>
                        <a:pt x="1718399" y="342427"/>
                        <a:pt x="1716922" y="372376"/>
                      </a:cubicBezTo>
                      <a:lnTo>
                        <a:pt x="1360613" y="372376"/>
                      </a:lnTo>
                      <a:lnTo>
                        <a:pt x="1183404" y="549585"/>
                      </a:lnTo>
                      <a:lnTo>
                        <a:pt x="41467" y="549585"/>
                      </a:lnTo>
                      <a:cubicBezTo>
                        <a:pt x="40049" y="539484"/>
                        <a:pt x="31425" y="531628"/>
                        <a:pt x="20911" y="531628"/>
                      </a:cubicBezTo>
                      <a:cubicBezTo>
                        <a:pt x="9333" y="531687"/>
                        <a:pt x="0" y="541020"/>
                        <a:pt x="0" y="552539"/>
                      </a:cubicBezTo>
                      <a:close/>
                      <a:moveTo>
                        <a:pt x="1938256" y="1330488"/>
                      </a:moveTo>
                      <a:lnTo>
                        <a:pt x="1814623" y="1454120"/>
                      </a:lnTo>
                      <a:cubicBezTo>
                        <a:pt x="1804877" y="1445319"/>
                        <a:pt x="1792177" y="1439767"/>
                        <a:pt x="1778177" y="1439058"/>
                      </a:cubicBezTo>
                      <a:lnTo>
                        <a:pt x="1778177" y="1264093"/>
                      </a:lnTo>
                      <a:cubicBezTo>
                        <a:pt x="1840437" y="1264861"/>
                        <a:pt x="1896789" y="1290025"/>
                        <a:pt x="1938256" y="1330488"/>
                      </a:cubicBezTo>
                      <a:close/>
                      <a:moveTo>
                        <a:pt x="1772329" y="1264093"/>
                      </a:moveTo>
                      <a:lnTo>
                        <a:pt x="1772329" y="1439058"/>
                      </a:lnTo>
                      <a:cubicBezTo>
                        <a:pt x="1741259" y="1440594"/>
                        <a:pt x="1716508" y="1466230"/>
                        <a:pt x="1716508" y="1497714"/>
                      </a:cubicBezTo>
                      <a:cubicBezTo>
                        <a:pt x="1716508" y="1530202"/>
                        <a:pt x="1742794" y="1556489"/>
                        <a:pt x="1775283" y="1556489"/>
                      </a:cubicBezTo>
                      <a:cubicBezTo>
                        <a:pt x="1807771" y="1556489"/>
                        <a:pt x="1834057" y="1530202"/>
                        <a:pt x="1834057" y="1497714"/>
                      </a:cubicBezTo>
                      <a:cubicBezTo>
                        <a:pt x="1834057" y="1482533"/>
                        <a:pt x="1828268" y="1468770"/>
                        <a:pt x="1818817" y="1458315"/>
                      </a:cubicBezTo>
                      <a:lnTo>
                        <a:pt x="1942450" y="1334682"/>
                      </a:lnTo>
                      <a:cubicBezTo>
                        <a:pt x="1983563" y="1376798"/>
                        <a:pt x="2008904" y="1434332"/>
                        <a:pt x="2008904" y="1497714"/>
                      </a:cubicBezTo>
                      <a:cubicBezTo>
                        <a:pt x="2008904" y="1626545"/>
                        <a:pt x="1904055" y="1731394"/>
                        <a:pt x="1775224" y="1731394"/>
                      </a:cubicBezTo>
                      <a:cubicBezTo>
                        <a:pt x="1646393" y="1731394"/>
                        <a:pt x="1541544" y="1626545"/>
                        <a:pt x="1541544" y="1497714"/>
                      </a:cubicBezTo>
                      <a:cubicBezTo>
                        <a:pt x="1541603" y="1369828"/>
                        <a:pt x="1644857" y="1265688"/>
                        <a:pt x="1772329" y="12640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93" name="Freeform: Shape 292">
                  <a:extLst>
                    <a:ext uri="{FF2B5EF4-FFF2-40B4-BE49-F238E27FC236}">
                      <a16:creationId xmlns:a16="http://schemas.microsoft.com/office/drawing/2014/main" id="{96AAE3F0-1BE8-EEB1-2714-13ADFCD40F3F}"/>
                    </a:ext>
                  </a:extLst>
                </p:cNvPr>
                <p:cNvSpPr/>
                <p:nvPr/>
              </p:nvSpPr>
              <p:spPr>
                <a:xfrm>
                  <a:off x="1113287" y="1831457"/>
                  <a:ext cx="2936180" cy="201073"/>
                </a:xfrm>
                <a:custGeom>
                  <a:avLst/>
                  <a:gdLst>
                    <a:gd name="connsiteX0" fmla="*/ 2915270 w 2936180"/>
                    <a:gd name="connsiteY0" fmla="*/ 201073 h 201073"/>
                    <a:gd name="connsiteX1" fmla="*/ 2894714 w 2936180"/>
                    <a:gd name="connsiteY1" fmla="*/ 183116 h 201073"/>
                    <a:gd name="connsiteX2" fmla="*/ 1791704 w 2936180"/>
                    <a:gd name="connsiteY2" fmla="*/ 183116 h 201073"/>
                    <a:gd name="connsiteX3" fmla="*/ 1614495 w 2936180"/>
                    <a:gd name="connsiteY3" fmla="*/ 5907 h 201073"/>
                    <a:gd name="connsiteX4" fmla="*/ 671860 w 2936180"/>
                    <a:gd name="connsiteY4" fmla="*/ 5907 h 201073"/>
                    <a:gd name="connsiteX5" fmla="*/ 553720 w 2936180"/>
                    <a:gd name="connsiteY5" fmla="*/ 124047 h 201073"/>
                    <a:gd name="connsiteX6" fmla="*/ 41467 w 2936180"/>
                    <a:gd name="connsiteY6" fmla="*/ 124047 h 201073"/>
                    <a:gd name="connsiteX7" fmla="*/ 20911 w 2936180"/>
                    <a:gd name="connsiteY7" fmla="*/ 142004 h 201073"/>
                    <a:gd name="connsiteX8" fmla="*/ 0 w 2936180"/>
                    <a:gd name="connsiteY8" fmla="*/ 121093 h 201073"/>
                    <a:gd name="connsiteX9" fmla="*/ 20911 w 2936180"/>
                    <a:gd name="connsiteY9" fmla="*/ 100182 h 201073"/>
                    <a:gd name="connsiteX10" fmla="*/ 41467 w 2936180"/>
                    <a:gd name="connsiteY10" fmla="*/ 118140 h 201073"/>
                    <a:gd name="connsiteX11" fmla="*/ 551298 w 2936180"/>
                    <a:gd name="connsiteY11" fmla="*/ 118140 h 201073"/>
                    <a:gd name="connsiteX12" fmla="*/ 669438 w 2936180"/>
                    <a:gd name="connsiteY12" fmla="*/ 0 h 201073"/>
                    <a:gd name="connsiteX13" fmla="*/ 1616976 w 2936180"/>
                    <a:gd name="connsiteY13" fmla="*/ 0 h 201073"/>
                    <a:gd name="connsiteX14" fmla="*/ 1794185 w 2936180"/>
                    <a:gd name="connsiteY14" fmla="*/ 177209 h 201073"/>
                    <a:gd name="connsiteX15" fmla="*/ 2894714 w 2936180"/>
                    <a:gd name="connsiteY15" fmla="*/ 177209 h 201073"/>
                    <a:gd name="connsiteX16" fmla="*/ 2915270 w 2936180"/>
                    <a:gd name="connsiteY16" fmla="*/ 159252 h 201073"/>
                    <a:gd name="connsiteX17" fmla="*/ 2936181 w 2936180"/>
                    <a:gd name="connsiteY17" fmla="*/ 180163 h 201073"/>
                    <a:gd name="connsiteX18" fmla="*/ 2915270 w 2936180"/>
                    <a:gd name="connsiteY18" fmla="*/ 201073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36180" h="201073">
                      <a:moveTo>
                        <a:pt x="2915270" y="201073"/>
                      </a:moveTo>
                      <a:cubicBezTo>
                        <a:pt x="2904756" y="201073"/>
                        <a:pt x="2896132" y="193276"/>
                        <a:pt x="2894714" y="183116"/>
                      </a:cubicBezTo>
                      <a:lnTo>
                        <a:pt x="1791704" y="183116"/>
                      </a:lnTo>
                      <a:lnTo>
                        <a:pt x="1614495" y="5907"/>
                      </a:lnTo>
                      <a:lnTo>
                        <a:pt x="671860" y="5907"/>
                      </a:lnTo>
                      <a:lnTo>
                        <a:pt x="553720" y="124047"/>
                      </a:lnTo>
                      <a:lnTo>
                        <a:pt x="41467" y="124047"/>
                      </a:lnTo>
                      <a:cubicBezTo>
                        <a:pt x="40049" y="134147"/>
                        <a:pt x="31425" y="142004"/>
                        <a:pt x="20911" y="142004"/>
                      </a:cubicBezTo>
                      <a:cubicBezTo>
                        <a:pt x="9392" y="142004"/>
                        <a:pt x="0" y="132671"/>
                        <a:pt x="0" y="121093"/>
                      </a:cubicBezTo>
                      <a:cubicBezTo>
                        <a:pt x="0" y="109574"/>
                        <a:pt x="9333" y="100182"/>
                        <a:pt x="20911" y="100182"/>
                      </a:cubicBezTo>
                      <a:cubicBezTo>
                        <a:pt x="31425" y="100182"/>
                        <a:pt x="40049" y="107980"/>
                        <a:pt x="41467" y="118140"/>
                      </a:cubicBezTo>
                      <a:lnTo>
                        <a:pt x="551298" y="118140"/>
                      </a:lnTo>
                      <a:lnTo>
                        <a:pt x="669438" y="0"/>
                      </a:lnTo>
                      <a:lnTo>
                        <a:pt x="1616976" y="0"/>
                      </a:lnTo>
                      <a:lnTo>
                        <a:pt x="1794185" y="177209"/>
                      </a:lnTo>
                      <a:lnTo>
                        <a:pt x="2894714" y="177209"/>
                      </a:lnTo>
                      <a:cubicBezTo>
                        <a:pt x="2896132" y="167108"/>
                        <a:pt x="2904756" y="159252"/>
                        <a:pt x="2915270" y="159252"/>
                      </a:cubicBezTo>
                      <a:cubicBezTo>
                        <a:pt x="2926789" y="159252"/>
                        <a:pt x="2936181" y="168585"/>
                        <a:pt x="2936181" y="180163"/>
                      </a:cubicBezTo>
                      <a:cubicBezTo>
                        <a:pt x="2936181" y="191741"/>
                        <a:pt x="2926789" y="201073"/>
                        <a:pt x="2915270" y="20107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94" name="Freeform: Shape 293">
                  <a:extLst>
                    <a:ext uri="{FF2B5EF4-FFF2-40B4-BE49-F238E27FC236}">
                      <a16:creationId xmlns:a16="http://schemas.microsoft.com/office/drawing/2014/main" id="{D8586984-C318-0DAD-A231-BEF79D07EA88}"/>
                    </a:ext>
                  </a:extLst>
                </p:cNvPr>
                <p:cNvSpPr/>
                <p:nvPr/>
              </p:nvSpPr>
              <p:spPr>
                <a:xfrm>
                  <a:off x="3939625" y="1922670"/>
                  <a:ext cx="177764" cy="177840"/>
                </a:xfrm>
                <a:custGeom>
                  <a:avLst/>
                  <a:gdLst>
                    <a:gd name="connsiteX0" fmla="*/ 19348 w 177764"/>
                    <a:gd name="connsiteY0" fmla="*/ 144416 h 177840"/>
                    <a:gd name="connsiteX1" fmla="*/ 19348 w 177764"/>
                    <a:gd name="connsiteY1" fmla="*/ 175369 h 177840"/>
                    <a:gd name="connsiteX2" fmla="*/ 27736 w 177764"/>
                    <a:gd name="connsiteY2" fmla="*/ 166922 h 177840"/>
                    <a:gd name="connsiteX3" fmla="*/ 27736 w 177764"/>
                    <a:gd name="connsiteY3" fmla="*/ 153513 h 177840"/>
                    <a:gd name="connsiteX4" fmla="*/ 144340 w 177764"/>
                    <a:gd name="connsiteY4" fmla="*/ 158475 h 177840"/>
                    <a:gd name="connsiteX5" fmla="*/ 175293 w 177764"/>
                    <a:gd name="connsiteY5" fmla="*/ 158475 h 177840"/>
                    <a:gd name="connsiteX6" fmla="*/ 166846 w 177764"/>
                    <a:gd name="connsiteY6" fmla="*/ 150028 h 177840"/>
                    <a:gd name="connsiteX7" fmla="*/ 153437 w 177764"/>
                    <a:gd name="connsiteY7" fmla="*/ 150028 h 177840"/>
                    <a:gd name="connsiteX8" fmla="*/ 158399 w 177764"/>
                    <a:gd name="connsiteY8" fmla="*/ 33424 h 177840"/>
                    <a:gd name="connsiteX9" fmla="*/ 158399 w 177764"/>
                    <a:gd name="connsiteY9" fmla="*/ 2472 h 177840"/>
                    <a:gd name="connsiteX10" fmla="*/ 149952 w 177764"/>
                    <a:gd name="connsiteY10" fmla="*/ 10919 h 177840"/>
                    <a:gd name="connsiteX11" fmla="*/ 149952 w 177764"/>
                    <a:gd name="connsiteY11" fmla="*/ 24327 h 177840"/>
                    <a:gd name="connsiteX12" fmla="*/ 33348 w 177764"/>
                    <a:gd name="connsiteY12" fmla="*/ 19366 h 177840"/>
                    <a:gd name="connsiteX13" fmla="*/ 2395 w 177764"/>
                    <a:gd name="connsiteY13" fmla="*/ 19366 h 177840"/>
                    <a:gd name="connsiteX14" fmla="*/ 10843 w 177764"/>
                    <a:gd name="connsiteY14" fmla="*/ 27813 h 177840"/>
                    <a:gd name="connsiteX15" fmla="*/ 24251 w 177764"/>
                    <a:gd name="connsiteY15" fmla="*/ 27813 h 177840"/>
                    <a:gd name="connsiteX16" fmla="*/ 19348 w 177764"/>
                    <a:gd name="connsiteY16" fmla="*/ 144416 h 177840"/>
                    <a:gd name="connsiteX17" fmla="*/ 27796 w 177764"/>
                    <a:gd name="connsiteY17" fmla="*/ 30530 h 177840"/>
                    <a:gd name="connsiteX18" fmla="*/ 27796 w 177764"/>
                    <a:gd name="connsiteY18" fmla="*/ 44707 h 177840"/>
                    <a:gd name="connsiteX19" fmla="*/ 36242 w 177764"/>
                    <a:gd name="connsiteY19" fmla="*/ 53154 h 177840"/>
                    <a:gd name="connsiteX20" fmla="*/ 36242 w 177764"/>
                    <a:gd name="connsiteY20" fmla="*/ 22792 h 177840"/>
                    <a:gd name="connsiteX21" fmla="*/ 147412 w 177764"/>
                    <a:gd name="connsiteY21" fmla="*/ 27872 h 177840"/>
                    <a:gd name="connsiteX22" fmla="*/ 133235 w 177764"/>
                    <a:gd name="connsiteY22" fmla="*/ 27872 h 177840"/>
                    <a:gd name="connsiteX23" fmla="*/ 124788 w 177764"/>
                    <a:gd name="connsiteY23" fmla="*/ 36319 h 177840"/>
                    <a:gd name="connsiteX24" fmla="*/ 155150 w 177764"/>
                    <a:gd name="connsiteY24" fmla="*/ 36319 h 177840"/>
                    <a:gd name="connsiteX25" fmla="*/ 150070 w 177764"/>
                    <a:gd name="connsiteY25" fmla="*/ 147488 h 177840"/>
                    <a:gd name="connsiteX26" fmla="*/ 150070 w 177764"/>
                    <a:gd name="connsiteY26" fmla="*/ 133311 h 177840"/>
                    <a:gd name="connsiteX27" fmla="*/ 141623 w 177764"/>
                    <a:gd name="connsiteY27" fmla="*/ 124864 h 177840"/>
                    <a:gd name="connsiteX28" fmla="*/ 141623 w 177764"/>
                    <a:gd name="connsiteY28" fmla="*/ 155226 h 177840"/>
                    <a:gd name="connsiteX29" fmla="*/ 30453 w 177764"/>
                    <a:gd name="connsiteY29" fmla="*/ 150146 h 177840"/>
                    <a:gd name="connsiteX30" fmla="*/ 44630 w 177764"/>
                    <a:gd name="connsiteY30" fmla="*/ 150146 h 177840"/>
                    <a:gd name="connsiteX31" fmla="*/ 53077 w 177764"/>
                    <a:gd name="connsiteY31" fmla="*/ 141699 h 177840"/>
                    <a:gd name="connsiteX32" fmla="*/ 22715 w 177764"/>
                    <a:gd name="connsiteY32" fmla="*/ 141699 h 177840"/>
                    <a:gd name="connsiteX33" fmla="*/ 27796 w 177764"/>
                    <a:gd name="connsiteY33" fmla="*/ 30530 h 177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840">
                      <a:moveTo>
                        <a:pt x="19348" y="144416"/>
                      </a:moveTo>
                      <a:lnTo>
                        <a:pt x="19348" y="175369"/>
                      </a:lnTo>
                      <a:lnTo>
                        <a:pt x="27736" y="166922"/>
                      </a:lnTo>
                      <a:lnTo>
                        <a:pt x="27736" y="153513"/>
                      </a:lnTo>
                      <a:cubicBezTo>
                        <a:pt x="60107" y="184170"/>
                        <a:pt x="110080" y="185883"/>
                        <a:pt x="144340" y="158475"/>
                      </a:cubicBezTo>
                      <a:lnTo>
                        <a:pt x="175293" y="158475"/>
                      </a:lnTo>
                      <a:lnTo>
                        <a:pt x="166846" y="150028"/>
                      </a:lnTo>
                      <a:lnTo>
                        <a:pt x="153437" y="150028"/>
                      </a:lnTo>
                      <a:cubicBezTo>
                        <a:pt x="184094" y="117599"/>
                        <a:pt x="185807" y="67685"/>
                        <a:pt x="158399" y="33424"/>
                      </a:cubicBezTo>
                      <a:lnTo>
                        <a:pt x="158399" y="2472"/>
                      </a:lnTo>
                      <a:lnTo>
                        <a:pt x="149952" y="10919"/>
                      </a:lnTo>
                      <a:lnTo>
                        <a:pt x="149952" y="24327"/>
                      </a:lnTo>
                      <a:cubicBezTo>
                        <a:pt x="117581" y="-6330"/>
                        <a:pt x="67609" y="-8043"/>
                        <a:pt x="33348" y="19366"/>
                      </a:cubicBezTo>
                      <a:lnTo>
                        <a:pt x="2395" y="19366"/>
                      </a:lnTo>
                      <a:lnTo>
                        <a:pt x="10843" y="27813"/>
                      </a:lnTo>
                      <a:lnTo>
                        <a:pt x="24251" y="27813"/>
                      </a:lnTo>
                      <a:cubicBezTo>
                        <a:pt x="-6347" y="60242"/>
                        <a:pt x="-8001" y="110156"/>
                        <a:pt x="19348" y="144416"/>
                      </a:cubicBezTo>
                      <a:close/>
                      <a:moveTo>
                        <a:pt x="27796" y="30530"/>
                      </a:moveTo>
                      <a:lnTo>
                        <a:pt x="27796" y="44707"/>
                      </a:lnTo>
                      <a:lnTo>
                        <a:pt x="36242" y="53154"/>
                      </a:lnTo>
                      <a:lnTo>
                        <a:pt x="36242" y="22792"/>
                      </a:lnTo>
                      <a:cubicBezTo>
                        <a:pt x="68967" y="-3317"/>
                        <a:pt x="116636" y="-1604"/>
                        <a:pt x="147412" y="27872"/>
                      </a:cubicBezTo>
                      <a:lnTo>
                        <a:pt x="133235" y="27872"/>
                      </a:lnTo>
                      <a:lnTo>
                        <a:pt x="124788" y="36319"/>
                      </a:lnTo>
                      <a:lnTo>
                        <a:pt x="155150" y="36319"/>
                      </a:lnTo>
                      <a:cubicBezTo>
                        <a:pt x="181259" y="69043"/>
                        <a:pt x="179546" y="116713"/>
                        <a:pt x="150070" y="147488"/>
                      </a:cubicBezTo>
                      <a:lnTo>
                        <a:pt x="150070" y="133311"/>
                      </a:lnTo>
                      <a:lnTo>
                        <a:pt x="141623" y="124864"/>
                      </a:lnTo>
                      <a:lnTo>
                        <a:pt x="141623" y="155226"/>
                      </a:lnTo>
                      <a:cubicBezTo>
                        <a:pt x="108898" y="181335"/>
                        <a:pt x="61229" y="179622"/>
                        <a:pt x="30453" y="150146"/>
                      </a:cubicBezTo>
                      <a:lnTo>
                        <a:pt x="44630" y="150146"/>
                      </a:lnTo>
                      <a:lnTo>
                        <a:pt x="53077" y="141699"/>
                      </a:lnTo>
                      <a:lnTo>
                        <a:pt x="22715" y="141699"/>
                      </a:lnTo>
                      <a:cubicBezTo>
                        <a:pt x="-3334" y="108974"/>
                        <a:pt x="-1681" y="61305"/>
                        <a:pt x="27796" y="305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95" name="Freeform: Shape 294">
                  <a:extLst>
                    <a:ext uri="{FF2B5EF4-FFF2-40B4-BE49-F238E27FC236}">
                      <a16:creationId xmlns:a16="http://schemas.microsoft.com/office/drawing/2014/main" id="{B51D2877-9298-96CF-762D-A4F08807A24A}"/>
                    </a:ext>
                  </a:extLst>
                </p:cNvPr>
                <p:cNvSpPr/>
                <p:nvPr/>
              </p:nvSpPr>
              <p:spPr>
                <a:xfrm>
                  <a:off x="3112330" y="4108370"/>
                  <a:ext cx="177787" cy="177790"/>
                </a:xfrm>
                <a:custGeom>
                  <a:avLst/>
                  <a:gdLst>
                    <a:gd name="connsiteX0" fmla="*/ 19372 w 177787"/>
                    <a:gd name="connsiteY0" fmla="*/ 144357 h 177790"/>
                    <a:gd name="connsiteX1" fmla="*/ 19372 w 177787"/>
                    <a:gd name="connsiteY1" fmla="*/ 175310 h 177790"/>
                    <a:gd name="connsiteX2" fmla="*/ 27760 w 177787"/>
                    <a:gd name="connsiteY2" fmla="*/ 166863 h 177790"/>
                    <a:gd name="connsiteX3" fmla="*/ 27760 w 177787"/>
                    <a:gd name="connsiteY3" fmla="*/ 153454 h 177790"/>
                    <a:gd name="connsiteX4" fmla="*/ 144363 w 177787"/>
                    <a:gd name="connsiteY4" fmla="*/ 158475 h 177790"/>
                    <a:gd name="connsiteX5" fmla="*/ 175316 w 177787"/>
                    <a:gd name="connsiteY5" fmla="*/ 158475 h 177790"/>
                    <a:gd name="connsiteX6" fmla="*/ 166869 w 177787"/>
                    <a:gd name="connsiteY6" fmla="*/ 150028 h 177790"/>
                    <a:gd name="connsiteX7" fmla="*/ 153460 w 177787"/>
                    <a:gd name="connsiteY7" fmla="*/ 150028 h 177790"/>
                    <a:gd name="connsiteX8" fmla="*/ 158422 w 177787"/>
                    <a:gd name="connsiteY8" fmla="*/ 33424 h 177790"/>
                    <a:gd name="connsiteX9" fmla="*/ 158422 w 177787"/>
                    <a:gd name="connsiteY9" fmla="*/ 2472 h 177790"/>
                    <a:gd name="connsiteX10" fmla="*/ 149975 w 177787"/>
                    <a:gd name="connsiteY10" fmla="*/ 10918 h 177790"/>
                    <a:gd name="connsiteX11" fmla="*/ 149975 w 177787"/>
                    <a:gd name="connsiteY11" fmla="*/ 24327 h 177790"/>
                    <a:gd name="connsiteX12" fmla="*/ 33371 w 177787"/>
                    <a:gd name="connsiteY12" fmla="*/ 19365 h 177790"/>
                    <a:gd name="connsiteX13" fmla="*/ 2419 w 177787"/>
                    <a:gd name="connsiteY13" fmla="*/ 19365 h 177790"/>
                    <a:gd name="connsiteX14" fmla="*/ 10866 w 177787"/>
                    <a:gd name="connsiteY14" fmla="*/ 27812 h 177790"/>
                    <a:gd name="connsiteX15" fmla="*/ 24275 w 177787"/>
                    <a:gd name="connsiteY15" fmla="*/ 27812 h 177790"/>
                    <a:gd name="connsiteX16" fmla="*/ 19372 w 177787"/>
                    <a:gd name="connsiteY16" fmla="*/ 144357 h 177790"/>
                    <a:gd name="connsiteX17" fmla="*/ 27760 w 177787"/>
                    <a:gd name="connsiteY17" fmla="*/ 30411 h 177790"/>
                    <a:gd name="connsiteX18" fmla="*/ 27760 w 177787"/>
                    <a:gd name="connsiteY18" fmla="*/ 44588 h 177790"/>
                    <a:gd name="connsiteX19" fmla="*/ 36207 w 177787"/>
                    <a:gd name="connsiteY19" fmla="*/ 53035 h 177790"/>
                    <a:gd name="connsiteX20" fmla="*/ 36207 w 177787"/>
                    <a:gd name="connsiteY20" fmla="*/ 22673 h 177790"/>
                    <a:gd name="connsiteX21" fmla="*/ 147376 w 177787"/>
                    <a:gd name="connsiteY21" fmla="*/ 27754 h 177790"/>
                    <a:gd name="connsiteX22" fmla="*/ 133199 w 177787"/>
                    <a:gd name="connsiteY22" fmla="*/ 27754 h 177790"/>
                    <a:gd name="connsiteX23" fmla="*/ 124752 w 177787"/>
                    <a:gd name="connsiteY23" fmla="*/ 36201 h 177790"/>
                    <a:gd name="connsiteX24" fmla="*/ 155114 w 177787"/>
                    <a:gd name="connsiteY24" fmla="*/ 36201 h 177790"/>
                    <a:gd name="connsiteX25" fmla="*/ 150034 w 177787"/>
                    <a:gd name="connsiteY25" fmla="*/ 147370 h 177790"/>
                    <a:gd name="connsiteX26" fmla="*/ 150034 w 177787"/>
                    <a:gd name="connsiteY26" fmla="*/ 133193 h 177790"/>
                    <a:gd name="connsiteX27" fmla="*/ 141587 w 177787"/>
                    <a:gd name="connsiteY27" fmla="*/ 124746 h 177790"/>
                    <a:gd name="connsiteX28" fmla="*/ 141587 w 177787"/>
                    <a:gd name="connsiteY28" fmla="*/ 155108 h 177790"/>
                    <a:gd name="connsiteX29" fmla="*/ 30418 w 177787"/>
                    <a:gd name="connsiteY29" fmla="*/ 150028 h 177790"/>
                    <a:gd name="connsiteX30" fmla="*/ 44595 w 177787"/>
                    <a:gd name="connsiteY30" fmla="*/ 150028 h 177790"/>
                    <a:gd name="connsiteX31" fmla="*/ 53041 w 177787"/>
                    <a:gd name="connsiteY31" fmla="*/ 141581 h 177790"/>
                    <a:gd name="connsiteX32" fmla="*/ 22680 w 177787"/>
                    <a:gd name="connsiteY32" fmla="*/ 141581 h 177790"/>
                    <a:gd name="connsiteX33" fmla="*/ 27760 w 177787"/>
                    <a:gd name="connsiteY33" fmla="*/ 30411 h 177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87" h="177790">
                      <a:moveTo>
                        <a:pt x="19372" y="144357"/>
                      </a:moveTo>
                      <a:lnTo>
                        <a:pt x="19372" y="175310"/>
                      </a:lnTo>
                      <a:lnTo>
                        <a:pt x="27760" y="166863"/>
                      </a:lnTo>
                      <a:lnTo>
                        <a:pt x="27760" y="153454"/>
                      </a:lnTo>
                      <a:cubicBezTo>
                        <a:pt x="60130" y="184111"/>
                        <a:pt x="110103" y="185824"/>
                        <a:pt x="144363" y="158475"/>
                      </a:cubicBezTo>
                      <a:lnTo>
                        <a:pt x="175316" y="158475"/>
                      </a:lnTo>
                      <a:lnTo>
                        <a:pt x="166869" y="150028"/>
                      </a:lnTo>
                      <a:lnTo>
                        <a:pt x="153460" y="150028"/>
                      </a:lnTo>
                      <a:cubicBezTo>
                        <a:pt x="184117" y="117598"/>
                        <a:pt x="185830" y="67684"/>
                        <a:pt x="158422" y="33424"/>
                      </a:cubicBezTo>
                      <a:lnTo>
                        <a:pt x="158422" y="2472"/>
                      </a:lnTo>
                      <a:lnTo>
                        <a:pt x="149975" y="10918"/>
                      </a:lnTo>
                      <a:lnTo>
                        <a:pt x="149975" y="24327"/>
                      </a:lnTo>
                      <a:cubicBezTo>
                        <a:pt x="117605" y="-6330"/>
                        <a:pt x="67632" y="-8043"/>
                        <a:pt x="33371" y="19365"/>
                      </a:cubicBezTo>
                      <a:lnTo>
                        <a:pt x="2419" y="19365"/>
                      </a:lnTo>
                      <a:lnTo>
                        <a:pt x="10866" y="27812"/>
                      </a:lnTo>
                      <a:lnTo>
                        <a:pt x="24275" y="27812"/>
                      </a:lnTo>
                      <a:cubicBezTo>
                        <a:pt x="-6324" y="60124"/>
                        <a:pt x="-8036" y="110038"/>
                        <a:pt x="19372" y="144357"/>
                      </a:cubicBezTo>
                      <a:close/>
                      <a:moveTo>
                        <a:pt x="27760" y="30411"/>
                      </a:moveTo>
                      <a:lnTo>
                        <a:pt x="27760" y="44588"/>
                      </a:lnTo>
                      <a:lnTo>
                        <a:pt x="36207" y="53035"/>
                      </a:lnTo>
                      <a:lnTo>
                        <a:pt x="36207" y="22673"/>
                      </a:lnTo>
                      <a:cubicBezTo>
                        <a:pt x="68931" y="-3435"/>
                        <a:pt x="116601" y="-1723"/>
                        <a:pt x="147376" y="27754"/>
                      </a:cubicBezTo>
                      <a:lnTo>
                        <a:pt x="133199" y="27754"/>
                      </a:lnTo>
                      <a:lnTo>
                        <a:pt x="124752" y="36201"/>
                      </a:lnTo>
                      <a:lnTo>
                        <a:pt x="155114" y="36201"/>
                      </a:lnTo>
                      <a:cubicBezTo>
                        <a:pt x="181223" y="68925"/>
                        <a:pt x="179510" y="116594"/>
                        <a:pt x="150034" y="147370"/>
                      </a:cubicBezTo>
                      <a:lnTo>
                        <a:pt x="150034" y="133193"/>
                      </a:lnTo>
                      <a:lnTo>
                        <a:pt x="141587" y="124746"/>
                      </a:lnTo>
                      <a:lnTo>
                        <a:pt x="141587" y="155108"/>
                      </a:lnTo>
                      <a:cubicBezTo>
                        <a:pt x="108862" y="181158"/>
                        <a:pt x="61193" y="179504"/>
                        <a:pt x="30418" y="150028"/>
                      </a:cubicBezTo>
                      <a:lnTo>
                        <a:pt x="44595" y="150028"/>
                      </a:lnTo>
                      <a:lnTo>
                        <a:pt x="53041" y="141581"/>
                      </a:lnTo>
                      <a:lnTo>
                        <a:pt x="22680" y="141581"/>
                      </a:lnTo>
                      <a:cubicBezTo>
                        <a:pt x="-3370" y="108856"/>
                        <a:pt x="-1657" y="61187"/>
                        <a:pt x="27760" y="30411"/>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96" name="Freeform: Shape 295">
                  <a:extLst>
                    <a:ext uri="{FF2B5EF4-FFF2-40B4-BE49-F238E27FC236}">
                      <a16:creationId xmlns:a16="http://schemas.microsoft.com/office/drawing/2014/main" id="{64366F74-CA7D-1EF5-1615-F1259185A793}"/>
                    </a:ext>
                  </a:extLst>
                </p:cNvPr>
                <p:cNvSpPr/>
                <p:nvPr/>
              </p:nvSpPr>
              <p:spPr>
                <a:xfrm>
                  <a:off x="808927" y="2454830"/>
                  <a:ext cx="177764" cy="177731"/>
                </a:xfrm>
                <a:custGeom>
                  <a:avLst/>
                  <a:gdLst>
                    <a:gd name="connsiteX0" fmla="*/ 19348 w 177764"/>
                    <a:gd name="connsiteY0" fmla="*/ 144239 h 177731"/>
                    <a:gd name="connsiteX1" fmla="*/ 19348 w 177764"/>
                    <a:gd name="connsiteY1" fmla="*/ 175192 h 177731"/>
                    <a:gd name="connsiteX2" fmla="*/ 27736 w 177764"/>
                    <a:gd name="connsiteY2" fmla="*/ 166804 h 177731"/>
                    <a:gd name="connsiteX3" fmla="*/ 27736 w 177764"/>
                    <a:gd name="connsiteY3" fmla="*/ 153395 h 177731"/>
                    <a:gd name="connsiteX4" fmla="*/ 144340 w 177764"/>
                    <a:gd name="connsiteY4" fmla="*/ 158416 h 177731"/>
                    <a:gd name="connsiteX5" fmla="*/ 175293 w 177764"/>
                    <a:gd name="connsiteY5" fmla="*/ 158416 h 177731"/>
                    <a:gd name="connsiteX6" fmla="*/ 166846 w 177764"/>
                    <a:gd name="connsiteY6" fmla="*/ 150028 h 177731"/>
                    <a:gd name="connsiteX7" fmla="*/ 153437 w 177764"/>
                    <a:gd name="connsiteY7" fmla="*/ 150028 h 177731"/>
                    <a:gd name="connsiteX8" fmla="*/ 158399 w 177764"/>
                    <a:gd name="connsiteY8" fmla="*/ 33424 h 177731"/>
                    <a:gd name="connsiteX9" fmla="*/ 158399 w 177764"/>
                    <a:gd name="connsiteY9" fmla="*/ 2472 h 177731"/>
                    <a:gd name="connsiteX10" fmla="*/ 149952 w 177764"/>
                    <a:gd name="connsiteY10" fmla="*/ 10919 h 177731"/>
                    <a:gd name="connsiteX11" fmla="*/ 149952 w 177764"/>
                    <a:gd name="connsiteY11" fmla="*/ 24328 h 177731"/>
                    <a:gd name="connsiteX12" fmla="*/ 33348 w 177764"/>
                    <a:gd name="connsiteY12" fmla="*/ 19365 h 177731"/>
                    <a:gd name="connsiteX13" fmla="*/ 2395 w 177764"/>
                    <a:gd name="connsiteY13" fmla="*/ 19365 h 177731"/>
                    <a:gd name="connsiteX14" fmla="*/ 10842 w 177764"/>
                    <a:gd name="connsiteY14" fmla="*/ 27813 h 177731"/>
                    <a:gd name="connsiteX15" fmla="*/ 24251 w 177764"/>
                    <a:gd name="connsiteY15" fmla="*/ 27813 h 177731"/>
                    <a:gd name="connsiteX16" fmla="*/ 19348 w 177764"/>
                    <a:gd name="connsiteY16" fmla="*/ 144239 h 177731"/>
                    <a:gd name="connsiteX17" fmla="*/ 27795 w 177764"/>
                    <a:gd name="connsiteY17" fmla="*/ 30293 h 177731"/>
                    <a:gd name="connsiteX18" fmla="*/ 27795 w 177764"/>
                    <a:gd name="connsiteY18" fmla="*/ 44470 h 177731"/>
                    <a:gd name="connsiteX19" fmla="*/ 36242 w 177764"/>
                    <a:gd name="connsiteY19" fmla="*/ 52917 h 177731"/>
                    <a:gd name="connsiteX20" fmla="*/ 36242 w 177764"/>
                    <a:gd name="connsiteY20" fmla="*/ 22555 h 177731"/>
                    <a:gd name="connsiteX21" fmla="*/ 147412 w 177764"/>
                    <a:gd name="connsiteY21" fmla="*/ 27635 h 177731"/>
                    <a:gd name="connsiteX22" fmla="*/ 133235 w 177764"/>
                    <a:gd name="connsiteY22" fmla="*/ 27635 h 177731"/>
                    <a:gd name="connsiteX23" fmla="*/ 124788 w 177764"/>
                    <a:gd name="connsiteY23" fmla="*/ 36082 h 177731"/>
                    <a:gd name="connsiteX24" fmla="*/ 155150 w 177764"/>
                    <a:gd name="connsiteY24" fmla="*/ 36082 h 177731"/>
                    <a:gd name="connsiteX25" fmla="*/ 150070 w 177764"/>
                    <a:gd name="connsiteY25" fmla="*/ 147252 h 177731"/>
                    <a:gd name="connsiteX26" fmla="*/ 150070 w 177764"/>
                    <a:gd name="connsiteY26" fmla="*/ 133075 h 177731"/>
                    <a:gd name="connsiteX27" fmla="*/ 141623 w 177764"/>
                    <a:gd name="connsiteY27" fmla="*/ 124628 h 177731"/>
                    <a:gd name="connsiteX28" fmla="*/ 141623 w 177764"/>
                    <a:gd name="connsiteY28" fmla="*/ 154990 h 177731"/>
                    <a:gd name="connsiteX29" fmla="*/ 30454 w 177764"/>
                    <a:gd name="connsiteY29" fmla="*/ 149910 h 177731"/>
                    <a:gd name="connsiteX30" fmla="*/ 44630 w 177764"/>
                    <a:gd name="connsiteY30" fmla="*/ 149910 h 177731"/>
                    <a:gd name="connsiteX31" fmla="*/ 53077 w 177764"/>
                    <a:gd name="connsiteY31" fmla="*/ 141463 h 177731"/>
                    <a:gd name="connsiteX32" fmla="*/ 22715 w 177764"/>
                    <a:gd name="connsiteY32" fmla="*/ 141463 h 177731"/>
                    <a:gd name="connsiteX33" fmla="*/ 27795 w 177764"/>
                    <a:gd name="connsiteY33" fmla="*/ 30293 h 177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731">
                      <a:moveTo>
                        <a:pt x="19348" y="144239"/>
                      </a:moveTo>
                      <a:lnTo>
                        <a:pt x="19348" y="175192"/>
                      </a:lnTo>
                      <a:lnTo>
                        <a:pt x="27736" y="166804"/>
                      </a:lnTo>
                      <a:lnTo>
                        <a:pt x="27736" y="153395"/>
                      </a:lnTo>
                      <a:cubicBezTo>
                        <a:pt x="60107" y="184052"/>
                        <a:pt x="110080" y="185765"/>
                        <a:pt x="144340" y="158416"/>
                      </a:cubicBezTo>
                      <a:lnTo>
                        <a:pt x="175293" y="158416"/>
                      </a:lnTo>
                      <a:lnTo>
                        <a:pt x="166846" y="150028"/>
                      </a:lnTo>
                      <a:lnTo>
                        <a:pt x="153437" y="150028"/>
                      </a:lnTo>
                      <a:cubicBezTo>
                        <a:pt x="184094" y="117599"/>
                        <a:pt x="185807" y="67685"/>
                        <a:pt x="158399" y="33424"/>
                      </a:cubicBezTo>
                      <a:lnTo>
                        <a:pt x="158399" y="2472"/>
                      </a:lnTo>
                      <a:lnTo>
                        <a:pt x="149952" y="10919"/>
                      </a:lnTo>
                      <a:lnTo>
                        <a:pt x="149952" y="24328"/>
                      </a:lnTo>
                      <a:cubicBezTo>
                        <a:pt x="117582" y="-6330"/>
                        <a:pt x="67608" y="-8043"/>
                        <a:pt x="33348" y="19365"/>
                      </a:cubicBezTo>
                      <a:lnTo>
                        <a:pt x="2395" y="19365"/>
                      </a:lnTo>
                      <a:lnTo>
                        <a:pt x="10842" y="27813"/>
                      </a:lnTo>
                      <a:lnTo>
                        <a:pt x="24251" y="27813"/>
                      </a:lnTo>
                      <a:cubicBezTo>
                        <a:pt x="-6347" y="60006"/>
                        <a:pt x="-8001" y="109920"/>
                        <a:pt x="19348" y="144239"/>
                      </a:cubicBezTo>
                      <a:close/>
                      <a:moveTo>
                        <a:pt x="27795" y="30293"/>
                      </a:moveTo>
                      <a:lnTo>
                        <a:pt x="27795" y="44470"/>
                      </a:lnTo>
                      <a:lnTo>
                        <a:pt x="36242" y="52917"/>
                      </a:lnTo>
                      <a:lnTo>
                        <a:pt x="36242" y="22555"/>
                      </a:lnTo>
                      <a:cubicBezTo>
                        <a:pt x="68967" y="-3553"/>
                        <a:pt x="116636" y="-1841"/>
                        <a:pt x="147412" y="27635"/>
                      </a:cubicBezTo>
                      <a:lnTo>
                        <a:pt x="133235" y="27635"/>
                      </a:lnTo>
                      <a:lnTo>
                        <a:pt x="124788" y="36082"/>
                      </a:lnTo>
                      <a:lnTo>
                        <a:pt x="155150" y="36082"/>
                      </a:lnTo>
                      <a:cubicBezTo>
                        <a:pt x="181259" y="68807"/>
                        <a:pt x="179546" y="116476"/>
                        <a:pt x="150070" y="147252"/>
                      </a:cubicBezTo>
                      <a:lnTo>
                        <a:pt x="150070" y="133075"/>
                      </a:lnTo>
                      <a:lnTo>
                        <a:pt x="141623" y="124628"/>
                      </a:lnTo>
                      <a:lnTo>
                        <a:pt x="141623" y="154990"/>
                      </a:lnTo>
                      <a:cubicBezTo>
                        <a:pt x="108898" y="181040"/>
                        <a:pt x="61229" y="179386"/>
                        <a:pt x="30454" y="149910"/>
                      </a:cubicBezTo>
                      <a:lnTo>
                        <a:pt x="44630" y="149910"/>
                      </a:lnTo>
                      <a:lnTo>
                        <a:pt x="53077" y="141463"/>
                      </a:lnTo>
                      <a:lnTo>
                        <a:pt x="22715" y="141463"/>
                      </a:lnTo>
                      <a:cubicBezTo>
                        <a:pt x="-3334" y="108738"/>
                        <a:pt x="-1680" y="61069"/>
                        <a:pt x="27795" y="302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297" name="Graphic 4773">
                  <a:extLst>
                    <a:ext uri="{FF2B5EF4-FFF2-40B4-BE49-F238E27FC236}">
                      <a16:creationId xmlns:a16="http://schemas.microsoft.com/office/drawing/2014/main" id="{CD14DE5E-30DC-22B0-5578-78DFD3971B40}"/>
                    </a:ext>
                  </a:extLst>
                </p:cNvPr>
                <p:cNvGrpSpPr/>
                <p:nvPr/>
              </p:nvGrpSpPr>
              <p:grpSpPr>
                <a:xfrm>
                  <a:off x="1739250" y="2188416"/>
                  <a:ext cx="502742" cy="119025"/>
                  <a:chOff x="1739250" y="2188416"/>
                  <a:chExt cx="502742" cy="119025"/>
                </a:xfrm>
                <a:grpFill/>
              </p:grpSpPr>
              <p:sp>
                <p:nvSpPr>
                  <p:cNvPr id="418" name="Freeform: Shape 417">
                    <a:extLst>
                      <a:ext uri="{FF2B5EF4-FFF2-40B4-BE49-F238E27FC236}">
                        <a16:creationId xmlns:a16="http://schemas.microsoft.com/office/drawing/2014/main" id="{E83E2301-D8ED-2B48-436F-3C2B1EE0CDC8}"/>
                      </a:ext>
                    </a:extLst>
                  </p:cNvPr>
                  <p:cNvSpPr/>
                  <p:nvPr/>
                </p:nvSpPr>
                <p:spPr>
                  <a:xfrm>
                    <a:off x="2096208" y="2188475"/>
                    <a:ext cx="145784" cy="118966"/>
                  </a:xfrm>
                  <a:custGeom>
                    <a:avLst/>
                    <a:gdLst>
                      <a:gd name="connsiteX0" fmla="*/ 0 w 145784"/>
                      <a:gd name="connsiteY0" fmla="*/ 35678 h 118966"/>
                      <a:gd name="connsiteX1" fmla="*/ 0 w 145784"/>
                      <a:gd name="connsiteY1" fmla="*/ 83289 h 118966"/>
                      <a:gd name="connsiteX2" fmla="*/ 35678 w 145784"/>
                      <a:gd name="connsiteY2" fmla="*/ 118967 h 118966"/>
                      <a:gd name="connsiteX3" fmla="*/ 83288 w 145784"/>
                      <a:gd name="connsiteY3" fmla="*/ 118967 h 118966"/>
                      <a:gd name="connsiteX4" fmla="*/ 118494 w 145784"/>
                      <a:gd name="connsiteY4" fmla="*/ 88959 h 118966"/>
                      <a:gd name="connsiteX5" fmla="*/ 145784 w 145784"/>
                      <a:gd name="connsiteY5" fmla="*/ 59483 h 118966"/>
                      <a:gd name="connsiteX6" fmla="*/ 118494 w 145784"/>
                      <a:gd name="connsiteY6" fmla="*/ 30008 h 118966"/>
                      <a:gd name="connsiteX7" fmla="*/ 83288 w 145784"/>
                      <a:gd name="connsiteY7" fmla="*/ 0 h 118966"/>
                      <a:gd name="connsiteX8" fmla="*/ 35678 w 145784"/>
                      <a:gd name="connsiteY8" fmla="*/ 0 h 118966"/>
                      <a:gd name="connsiteX9" fmla="*/ 0 w 145784"/>
                      <a:gd name="connsiteY9" fmla="*/ 35678 h 118966"/>
                      <a:gd name="connsiteX10" fmla="*/ 5966 w 145784"/>
                      <a:gd name="connsiteY10" fmla="*/ 35678 h 118966"/>
                      <a:gd name="connsiteX11" fmla="*/ 35678 w 145784"/>
                      <a:gd name="connsiteY11" fmla="*/ 5907 h 118966"/>
                      <a:gd name="connsiteX12" fmla="*/ 83288 w 145784"/>
                      <a:gd name="connsiteY12" fmla="*/ 5907 h 118966"/>
                      <a:gd name="connsiteX13" fmla="*/ 112469 w 145784"/>
                      <a:gd name="connsiteY13" fmla="*/ 30067 h 118966"/>
                      <a:gd name="connsiteX14" fmla="*/ 86242 w 145784"/>
                      <a:gd name="connsiteY14" fmla="*/ 59424 h 118966"/>
                      <a:gd name="connsiteX15" fmla="*/ 112469 w 145784"/>
                      <a:gd name="connsiteY15" fmla="*/ 88782 h 118966"/>
                      <a:gd name="connsiteX16" fmla="*/ 83288 w 145784"/>
                      <a:gd name="connsiteY16" fmla="*/ 112942 h 118966"/>
                      <a:gd name="connsiteX17" fmla="*/ 35678 w 145784"/>
                      <a:gd name="connsiteY17" fmla="*/ 112942 h 118966"/>
                      <a:gd name="connsiteX18" fmla="*/ 5966 w 145784"/>
                      <a:gd name="connsiteY18" fmla="*/ 83171 h 118966"/>
                      <a:gd name="connsiteX19" fmla="*/ 5966 w 145784"/>
                      <a:gd name="connsiteY19" fmla="*/ 3567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0" y="35678"/>
                        </a:moveTo>
                        <a:lnTo>
                          <a:pt x="0" y="83289"/>
                        </a:lnTo>
                        <a:cubicBezTo>
                          <a:pt x="0" y="103018"/>
                          <a:pt x="16008" y="118967"/>
                          <a:pt x="35678" y="118967"/>
                        </a:cubicBezTo>
                        <a:lnTo>
                          <a:pt x="83288" y="118967"/>
                        </a:lnTo>
                        <a:cubicBezTo>
                          <a:pt x="101068" y="118967"/>
                          <a:pt x="115777" y="105971"/>
                          <a:pt x="118494" y="88959"/>
                        </a:cubicBezTo>
                        <a:cubicBezTo>
                          <a:pt x="133734" y="87660"/>
                          <a:pt x="145784" y="75019"/>
                          <a:pt x="145784" y="59483"/>
                        </a:cubicBezTo>
                        <a:cubicBezTo>
                          <a:pt x="145784" y="43948"/>
                          <a:pt x="133734" y="31248"/>
                          <a:pt x="118494" y="30008"/>
                        </a:cubicBezTo>
                        <a:cubicBezTo>
                          <a:pt x="115777" y="12996"/>
                          <a:pt x="101068" y="0"/>
                          <a:pt x="83288" y="0"/>
                        </a:cubicBezTo>
                        <a:lnTo>
                          <a:pt x="35678" y="0"/>
                        </a:lnTo>
                        <a:cubicBezTo>
                          <a:pt x="16008" y="-59"/>
                          <a:pt x="0" y="15949"/>
                          <a:pt x="0" y="35678"/>
                        </a:cubicBezTo>
                        <a:close/>
                        <a:moveTo>
                          <a:pt x="5966" y="35678"/>
                        </a:moveTo>
                        <a:cubicBezTo>
                          <a:pt x="5966" y="19257"/>
                          <a:pt x="19316" y="5907"/>
                          <a:pt x="35678" y="5907"/>
                        </a:cubicBezTo>
                        <a:lnTo>
                          <a:pt x="83288" y="5907"/>
                        </a:lnTo>
                        <a:cubicBezTo>
                          <a:pt x="97761" y="5907"/>
                          <a:pt x="109870" y="16303"/>
                          <a:pt x="112469" y="30067"/>
                        </a:cubicBezTo>
                        <a:cubicBezTo>
                          <a:pt x="97761" y="31839"/>
                          <a:pt x="86242" y="44244"/>
                          <a:pt x="86242" y="59424"/>
                        </a:cubicBezTo>
                        <a:cubicBezTo>
                          <a:pt x="86242" y="74664"/>
                          <a:pt x="97701" y="87010"/>
                          <a:pt x="112469" y="88782"/>
                        </a:cubicBezTo>
                        <a:cubicBezTo>
                          <a:pt x="109870" y="102545"/>
                          <a:pt x="97761" y="112942"/>
                          <a:pt x="83288" y="112942"/>
                        </a:cubicBezTo>
                        <a:lnTo>
                          <a:pt x="35678" y="112942"/>
                        </a:lnTo>
                        <a:cubicBezTo>
                          <a:pt x="19257" y="112942"/>
                          <a:pt x="5966" y="99592"/>
                          <a:pt x="5966" y="83171"/>
                        </a:cubicBezTo>
                        <a:lnTo>
                          <a:pt x="5966" y="35678"/>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19" name="Freeform: Shape 418">
                    <a:extLst>
                      <a:ext uri="{FF2B5EF4-FFF2-40B4-BE49-F238E27FC236}">
                        <a16:creationId xmlns:a16="http://schemas.microsoft.com/office/drawing/2014/main" id="{2722A490-A518-44B9-C8F1-A0A315993E84}"/>
                      </a:ext>
                    </a:extLst>
                  </p:cNvPr>
                  <p:cNvSpPr/>
                  <p:nvPr/>
                </p:nvSpPr>
                <p:spPr>
                  <a:xfrm>
                    <a:off x="1739250" y="2188416"/>
                    <a:ext cx="145784" cy="118966"/>
                  </a:xfrm>
                  <a:custGeom>
                    <a:avLst/>
                    <a:gdLst>
                      <a:gd name="connsiteX0" fmla="*/ 145784 w 145784"/>
                      <a:gd name="connsiteY0" fmla="*/ 83288 h 118966"/>
                      <a:gd name="connsiteX1" fmla="*/ 145784 w 145784"/>
                      <a:gd name="connsiteY1" fmla="*/ 35678 h 118966"/>
                      <a:gd name="connsiteX2" fmla="*/ 110106 w 145784"/>
                      <a:gd name="connsiteY2" fmla="*/ 0 h 118966"/>
                      <a:gd name="connsiteX3" fmla="*/ 62496 w 145784"/>
                      <a:gd name="connsiteY3" fmla="*/ 0 h 118966"/>
                      <a:gd name="connsiteX4" fmla="*/ 27290 w 145784"/>
                      <a:gd name="connsiteY4" fmla="*/ 30007 h 118966"/>
                      <a:gd name="connsiteX5" fmla="*/ 0 w 145784"/>
                      <a:gd name="connsiteY5" fmla="*/ 59483 h 118966"/>
                      <a:gd name="connsiteX6" fmla="*/ 27290 w 145784"/>
                      <a:gd name="connsiteY6" fmla="*/ 88959 h 118966"/>
                      <a:gd name="connsiteX7" fmla="*/ 62496 w 145784"/>
                      <a:gd name="connsiteY7" fmla="*/ 118966 h 118966"/>
                      <a:gd name="connsiteX8" fmla="*/ 110106 w 145784"/>
                      <a:gd name="connsiteY8" fmla="*/ 118966 h 118966"/>
                      <a:gd name="connsiteX9" fmla="*/ 145784 w 145784"/>
                      <a:gd name="connsiteY9" fmla="*/ 83288 h 118966"/>
                      <a:gd name="connsiteX10" fmla="*/ 139877 w 145784"/>
                      <a:gd name="connsiteY10" fmla="*/ 83288 h 118966"/>
                      <a:gd name="connsiteX11" fmla="*/ 110106 w 145784"/>
                      <a:gd name="connsiteY11" fmla="*/ 113059 h 118966"/>
                      <a:gd name="connsiteX12" fmla="*/ 62496 w 145784"/>
                      <a:gd name="connsiteY12" fmla="*/ 113059 h 118966"/>
                      <a:gd name="connsiteX13" fmla="*/ 33315 w 145784"/>
                      <a:gd name="connsiteY13" fmla="*/ 88900 h 118966"/>
                      <a:gd name="connsiteX14" fmla="*/ 59542 w 145784"/>
                      <a:gd name="connsiteY14" fmla="*/ 59542 h 118966"/>
                      <a:gd name="connsiteX15" fmla="*/ 33315 w 145784"/>
                      <a:gd name="connsiteY15" fmla="*/ 30185 h 118966"/>
                      <a:gd name="connsiteX16" fmla="*/ 62496 w 145784"/>
                      <a:gd name="connsiteY16" fmla="*/ 6025 h 118966"/>
                      <a:gd name="connsiteX17" fmla="*/ 110106 w 145784"/>
                      <a:gd name="connsiteY17" fmla="*/ 6025 h 118966"/>
                      <a:gd name="connsiteX18" fmla="*/ 139877 w 145784"/>
                      <a:gd name="connsiteY18" fmla="*/ 35796 h 118966"/>
                      <a:gd name="connsiteX19" fmla="*/ 139877 w 145784"/>
                      <a:gd name="connsiteY19" fmla="*/ 8328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145784" y="83288"/>
                        </a:moveTo>
                        <a:lnTo>
                          <a:pt x="145784" y="35678"/>
                        </a:lnTo>
                        <a:cubicBezTo>
                          <a:pt x="145784" y="15949"/>
                          <a:pt x="129776" y="0"/>
                          <a:pt x="110106" y="0"/>
                        </a:cubicBezTo>
                        <a:lnTo>
                          <a:pt x="62496" y="0"/>
                        </a:lnTo>
                        <a:cubicBezTo>
                          <a:pt x="44716" y="0"/>
                          <a:pt x="30007" y="12995"/>
                          <a:pt x="27290" y="30007"/>
                        </a:cubicBezTo>
                        <a:cubicBezTo>
                          <a:pt x="12050" y="31307"/>
                          <a:pt x="0" y="43889"/>
                          <a:pt x="0" y="59483"/>
                        </a:cubicBezTo>
                        <a:cubicBezTo>
                          <a:pt x="0" y="75078"/>
                          <a:pt x="12050" y="87718"/>
                          <a:pt x="27290" y="88959"/>
                        </a:cubicBezTo>
                        <a:cubicBezTo>
                          <a:pt x="30007" y="105971"/>
                          <a:pt x="44716" y="118966"/>
                          <a:pt x="62496" y="118966"/>
                        </a:cubicBezTo>
                        <a:lnTo>
                          <a:pt x="110106" y="118966"/>
                        </a:lnTo>
                        <a:cubicBezTo>
                          <a:pt x="129835" y="118966"/>
                          <a:pt x="145784" y="103018"/>
                          <a:pt x="145784" y="83288"/>
                        </a:cubicBezTo>
                        <a:close/>
                        <a:moveTo>
                          <a:pt x="139877" y="83288"/>
                        </a:moveTo>
                        <a:cubicBezTo>
                          <a:pt x="139877" y="99710"/>
                          <a:pt x="126527" y="113059"/>
                          <a:pt x="110106" y="113059"/>
                        </a:cubicBezTo>
                        <a:lnTo>
                          <a:pt x="62496" y="113059"/>
                        </a:lnTo>
                        <a:cubicBezTo>
                          <a:pt x="48024" y="113059"/>
                          <a:pt x="35914" y="102663"/>
                          <a:pt x="33315" y="88900"/>
                        </a:cubicBezTo>
                        <a:cubicBezTo>
                          <a:pt x="48083" y="87128"/>
                          <a:pt x="59542" y="74723"/>
                          <a:pt x="59542" y="59542"/>
                        </a:cubicBezTo>
                        <a:cubicBezTo>
                          <a:pt x="59542" y="44361"/>
                          <a:pt x="48083" y="31957"/>
                          <a:pt x="33315" y="30185"/>
                        </a:cubicBezTo>
                        <a:cubicBezTo>
                          <a:pt x="35914" y="16421"/>
                          <a:pt x="48024" y="6025"/>
                          <a:pt x="62496" y="6025"/>
                        </a:cubicBezTo>
                        <a:lnTo>
                          <a:pt x="110106" y="6025"/>
                        </a:lnTo>
                        <a:cubicBezTo>
                          <a:pt x="126527" y="6025"/>
                          <a:pt x="139877" y="19375"/>
                          <a:pt x="139877" y="35796"/>
                        </a:cubicBezTo>
                        <a:lnTo>
                          <a:pt x="139877" y="83288"/>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20" name="Freeform: Shape 419">
                    <a:extLst>
                      <a:ext uri="{FF2B5EF4-FFF2-40B4-BE49-F238E27FC236}">
                        <a16:creationId xmlns:a16="http://schemas.microsoft.com/office/drawing/2014/main" id="{C44D051E-F5D4-E55A-C45A-D6F6B3773A7A}"/>
                      </a:ext>
                    </a:extLst>
                  </p:cNvPr>
                  <p:cNvSpPr/>
                  <p:nvPr/>
                </p:nvSpPr>
                <p:spPr>
                  <a:xfrm>
                    <a:off x="1900510" y="2188475"/>
                    <a:ext cx="176559" cy="118907"/>
                  </a:xfrm>
                  <a:custGeom>
                    <a:avLst/>
                    <a:gdLst>
                      <a:gd name="connsiteX0" fmla="*/ 28354 w 176559"/>
                      <a:gd name="connsiteY0" fmla="*/ 89018 h 118907"/>
                      <a:gd name="connsiteX1" fmla="*/ 63559 w 176559"/>
                      <a:gd name="connsiteY1" fmla="*/ 118907 h 118907"/>
                      <a:gd name="connsiteX2" fmla="*/ 111170 w 176559"/>
                      <a:gd name="connsiteY2" fmla="*/ 118907 h 118907"/>
                      <a:gd name="connsiteX3" fmla="*/ 146316 w 176559"/>
                      <a:gd name="connsiteY3" fmla="*/ 89136 h 118907"/>
                      <a:gd name="connsiteX4" fmla="*/ 146848 w 176559"/>
                      <a:gd name="connsiteY4" fmla="*/ 89195 h 118907"/>
                      <a:gd name="connsiteX5" fmla="*/ 176560 w 176559"/>
                      <a:gd name="connsiteY5" fmla="*/ 59483 h 118907"/>
                      <a:gd name="connsiteX6" fmla="*/ 146848 w 176559"/>
                      <a:gd name="connsiteY6" fmla="*/ 29712 h 118907"/>
                      <a:gd name="connsiteX7" fmla="*/ 146316 w 176559"/>
                      <a:gd name="connsiteY7" fmla="*/ 29771 h 118907"/>
                      <a:gd name="connsiteX8" fmla="*/ 111170 w 176559"/>
                      <a:gd name="connsiteY8" fmla="*/ 0 h 118907"/>
                      <a:gd name="connsiteX9" fmla="*/ 63559 w 176559"/>
                      <a:gd name="connsiteY9" fmla="*/ 0 h 118907"/>
                      <a:gd name="connsiteX10" fmla="*/ 28354 w 176559"/>
                      <a:gd name="connsiteY10" fmla="*/ 29889 h 118907"/>
                      <a:gd name="connsiteX11" fmla="*/ 0 w 176559"/>
                      <a:gd name="connsiteY11" fmla="*/ 59483 h 118907"/>
                      <a:gd name="connsiteX12" fmla="*/ 28354 w 176559"/>
                      <a:gd name="connsiteY12" fmla="*/ 89018 h 118907"/>
                      <a:gd name="connsiteX13" fmla="*/ 34320 w 176559"/>
                      <a:gd name="connsiteY13" fmla="*/ 88723 h 118907"/>
                      <a:gd name="connsiteX14" fmla="*/ 59424 w 176559"/>
                      <a:gd name="connsiteY14" fmla="*/ 59424 h 118907"/>
                      <a:gd name="connsiteX15" fmla="*/ 34320 w 176559"/>
                      <a:gd name="connsiteY15" fmla="*/ 30126 h 118907"/>
                      <a:gd name="connsiteX16" fmla="*/ 63500 w 176559"/>
                      <a:gd name="connsiteY16" fmla="*/ 5848 h 118907"/>
                      <a:gd name="connsiteX17" fmla="*/ 111110 w 176559"/>
                      <a:gd name="connsiteY17" fmla="*/ 5848 h 118907"/>
                      <a:gd name="connsiteX18" fmla="*/ 140350 w 176559"/>
                      <a:gd name="connsiteY18" fmla="*/ 30421 h 118907"/>
                      <a:gd name="connsiteX19" fmla="*/ 117077 w 176559"/>
                      <a:gd name="connsiteY19" fmla="*/ 59424 h 118907"/>
                      <a:gd name="connsiteX20" fmla="*/ 140350 w 176559"/>
                      <a:gd name="connsiteY20" fmla="*/ 88427 h 118907"/>
                      <a:gd name="connsiteX21" fmla="*/ 111110 w 176559"/>
                      <a:gd name="connsiteY21" fmla="*/ 113001 h 118907"/>
                      <a:gd name="connsiteX22" fmla="*/ 63500 w 176559"/>
                      <a:gd name="connsiteY22" fmla="*/ 113001 h 118907"/>
                      <a:gd name="connsiteX23" fmla="*/ 34320 w 176559"/>
                      <a:gd name="connsiteY23" fmla="*/ 88723 h 118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559" h="118907">
                        <a:moveTo>
                          <a:pt x="28354" y="89018"/>
                        </a:moveTo>
                        <a:cubicBezTo>
                          <a:pt x="31130" y="105971"/>
                          <a:pt x="45779" y="118907"/>
                          <a:pt x="63559" y="118907"/>
                        </a:cubicBezTo>
                        <a:lnTo>
                          <a:pt x="111170" y="118907"/>
                        </a:lnTo>
                        <a:cubicBezTo>
                          <a:pt x="128890" y="118907"/>
                          <a:pt x="143540" y="106030"/>
                          <a:pt x="146316" y="89136"/>
                        </a:cubicBezTo>
                        <a:cubicBezTo>
                          <a:pt x="146493" y="89136"/>
                          <a:pt x="146671" y="89195"/>
                          <a:pt x="146848" y="89195"/>
                        </a:cubicBezTo>
                        <a:cubicBezTo>
                          <a:pt x="163269" y="89195"/>
                          <a:pt x="176560" y="75905"/>
                          <a:pt x="176560" y="59483"/>
                        </a:cubicBezTo>
                        <a:cubicBezTo>
                          <a:pt x="176560" y="43062"/>
                          <a:pt x="163269" y="29712"/>
                          <a:pt x="146848" y="29712"/>
                        </a:cubicBezTo>
                        <a:cubicBezTo>
                          <a:pt x="146671" y="29712"/>
                          <a:pt x="146493" y="29771"/>
                          <a:pt x="146316" y="29771"/>
                        </a:cubicBezTo>
                        <a:cubicBezTo>
                          <a:pt x="143481" y="12877"/>
                          <a:pt x="128831" y="0"/>
                          <a:pt x="111170" y="0"/>
                        </a:cubicBezTo>
                        <a:lnTo>
                          <a:pt x="63559" y="0"/>
                        </a:lnTo>
                        <a:cubicBezTo>
                          <a:pt x="45838" y="0"/>
                          <a:pt x="31189" y="12936"/>
                          <a:pt x="28354" y="29889"/>
                        </a:cubicBezTo>
                        <a:cubicBezTo>
                          <a:pt x="12582" y="30598"/>
                          <a:pt x="0" y="43534"/>
                          <a:pt x="0" y="59483"/>
                        </a:cubicBezTo>
                        <a:cubicBezTo>
                          <a:pt x="-59" y="75432"/>
                          <a:pt x="12582" y="88309"/>
                          <a:pt x="28354" y="89018"/>
                        </a:cubicBezTo>
                        <a:close/>
                        <a:moveTo>
                          <a:pt x="34320" y="88723"/>
                        </a:moveTo>
                        <a:cubicBezTo>
                          <a:pt x="48556" y="86478"/>
                          <a:pt x="59424" y="74310"/>
                          <a:pt x="59424" y="59424"/>
                        </a:cubicBezTo>
                        <a:cubicBezTo>
                          <a:pt x="59424" y="44598"/>
                          <a:pt x="48497" y="32370"/>
                          <a:pt x="34320" y="30126"/>
                        </a:cubicBezTo>
                        <a:cubicBezTo>
                          <a:pt x="36919" y="16362"/>
                          <a:pt x="48969" y="5848"/>
                          <a:pt x="63500" y="5848"/>
                        </a:cubicBezTo>
                        <a:lnTo>
                          <a:pt x="111110" y="5848"/>
                        </a:lnTo>
                        <a:cubicBezTo>
                          <a:pt x="125760" y="5848"/>
                          <a:pt x="137869" y="16481"/>
                          <a:pt x="140350" y="30421"/>
                        </a:cubicBezTo>
                        <a:cubicBezTo>
                          <a:pt x="127059" y="33375"/>
                          <a:pt x="117077" y="45189"/>
                          <a:pt x="117077" y="59424"/>
                        </a:cubicBezTo>
                        <a:cubicBezTo>
                          <a:pt x="117077" y="73601"/>
                          <a:pt x="127059" y="85474"/>
                          <a:pt x="140350" y="88427"/>
                        </a:cubicBezTo>
                        <a:cubicBezTo>
                          <a:pt x="137869" y="102368"/>
                          <a:pt x="125760" y="113001"/>
                          <a:pt x="111110" y="113001"/>
                        </a:cubicBezTo>
                        <a:lnTo>
                          <a:pt x="63500" y="113001"/>
                        </a:lnTo>
                        <a:cubicBezTo>
                          <a:pt x="48969" y="113001"/>
                          <a:pt x="36919" y="102486"/>
                          <a:pt x="34320" y="8872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298" name="Graphic 4773">
                  <a:extLst>
                    <a:ext uri="{FF2B5EF4-FFF2-40B4-BE49-F238E27FC236}">
                      <a16:creationId xmlns:a16="http://schemas.microsoft.com/office/drawing/2014/main" id="{505C809D-FC2F-9050-CD3A-AD6F36D82A68}"/>
                    </a:ext>
                  </a:extLst>
                </p:cNvPr>
                <p:cNvGrpSpPr/>
                <p:nvPr/>
              </p:nvGrpSpPr>
              <p:grpSpPr>
                <a:xfrm>
                  <a:off x="2558193" y="4022355"/>
                  <a:ext cx="400670" cy="114063"/>
                  <a:chOff x="2558193" y="4022355"/>
                  <a:chExt cx="400670" cy="114063"/>
                </a:xfrm>
                <a:grpFill/>
              </p:grpSpPr>
              <p:grpSp>
                <p:nvGrpSpPr>
                  <p:cNvPr id="408" name="Graphic 4773">
                    <a:extLst>
                      <a:ext uri="{FF2B5EF4-FFF2-40B4-BE49-F238E27FC236}">
                        <a16:creationId xmlns:a16="http://schemas.microsoft.com/office/drawing/2014/main" id="{9B335B29-8800-6BB4-0D48-2573CA54648F}"/>
                      </a:ext>
                    </a:extLst>
                  </p:cNvPr>
                  <p:cNvGrpSpPr/>
                  <p:nvPr/>
                </p:nvGrpSpPr>
                <p:grpSpPr>
                  <a:xfrm>
                    <a:off x="2558193" y="4022355"/>
                    <a:ext cx="114004" cy="114004"/>
                    <a:chOff x="2558193" y="4022355"/>
                    <a:chExt cx="114004" cy="114004"/>
                  </a:xfrm>
                  <a:grpFill/>
                </p:grpSpPr>
                <p:sp>
                  <p:nvSpPr>
                    <p:cNvPr id="416" name="Freeform: Shape 415">
                      <a:extLst>
                        <a:ext uri="{FF2B5EF4-FFF2-40B4-BE49-F238E27FC236}">
                          <a16:creationId xmlns:a16="http://schemas.microsoft.com/office/drawing/2014/main" id="{FCB230D0-5AAD-3509-B984-A778F79AAA0C}"/>
                        </a:ext>
                      </a:extLst>
                    </p:cNvPr>
                    <p:cNvSpPr/>
                    <p:nvPr/>
                  </p:nvSpPr>
                  <p:spPr>
                    <a:xfrm>
                      <a:off x="2558193" y="4022355"/>
                      <a:ext cx="114004" cy="114004"/>
                    </a:xfrm>
                    <a:custGeom>
                      <a:avLst/>
                      <a:gdLst>
                        <a:gd name="connsiteX0" fmla="*/ 34201 w 114004"/>
                        <a:gd name="connsiteY0" fmla="*/ 114005 h 114004"/>
                        <a:gd name="connsiteX1" fmla="*/ 79803 w 114004"/>
                        <a:gd name="connsiteY1" fmla="*/ 114005 h 114004"/>
                        <a:gd name="connsiteX2" fmla="*/ 114005 w 114004"/>
                        <a:gd name="connsiteY2" fmla="*/ 79803 h 114004"/>
                        <a:gd name="connsiteX3" fmla="*/ 114005 w 114004"/>
                        <a:gd name="connsiteY3" fmla="*/ 34201 h 114004"/>
                        <a:gd name="connsiteX4" fmla="*/ 79803 w 114004"/>
                        <a:gd name="connsiteY4" fmla="*/ 0 h 114004"/>
                        <a:gd name="connsiteX5" fmla="*/ 34201 w 114004"/>
                        <a:gd name="connsiteY5" fmla="*/ 0 h 114004"/>
                        <a:gd name="connsiteX6" fmla="*/ 0 w 114004"/>
                        <a:gd name="connsiteY6" fmla="*/ 34201 h 114004"/>
                        <a:gd name="connsiteX7" fmla="*/ 0 w 114004"/>
                        <a:gd name="connsiteY7" fmla="*/ 79803 h 114004"/>
                        <a:gd name="connsiteX8" fmla="*/ 34201 w 114004"/>
                        <a:gd name="connsiteY8" fmla="*/ 114005 h 114004"/>
                        <a:gd name="connsiteX9" fmla="*/ 34201 w 114004"/>
                        <a:gd name="connsiteY9" fmla="*/ 108334 h 114004"/>
                        <a:gd name="connsiteX10" fmla="*/ 5730 w 114004"/>
                        <a:gd name="connsiteY10" fmla="*/ 79862 h 114004"/>
                        <a:gd name="connsiteX11" fmla="*/ 5730 w 114004"/>
                        <a:gd name="connsiteY11" fmla="*/ 34260 h 114004"/>
                        <a:gd name="connsiteX12" fmla="*/ 34201 w 114004"/>
                        <a:gd name="connsiteY12" fmla="*/ 5789 h 114004"/>
                        <a:gd name="connsiteX13" fmla="*/ 79803 w 114004"/>
                        <a:gd name="connsiteY13" fmla="*/ 5789 h 114004"/>
                        <a:gd name="connsiteX14" fmla="*/ 108275 w 114004"/>
                        <a:gd name="connsiteY14" fmla="*/ 34260 h 114004"/>
                        <a:gd name="connsiteX15" fmla="*/ 108275 w 114004"/>
                        <a:gd name="connsiteY15" fmla="*/ 79862 h 114004"/>
                        <a:gd name="connsiteX16" fmla="*/ 79803 w 114004"/>
                        <a:gd name="connsiteY16" fmla="*/ 108334 h 114004"/>
                        <a:gd name="connsiteX17" fmla="*/ 34201 w 114004"/>
                        <a:gd name="connsiteY17" fmla="*/ 108334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34201" y="114005"/>
                          </a:moveTo>
                          <a:lnTo>
                            <a:pt x="79803" y="114005"/>
                          </a:lnTo>
                          <a:cubicBezTo>
                            <a:pt x="98706" y="114005"/>
                            <a:pt x="114005" y="98705"/>
                            <a:pt x="114005" y="79803"/>
                          </a:cubicBezTo>
                          <a:lnTo>
                            <a:pt x="114005" y="34201"/>
                          </a:lnTo>
                          <a:cubicBezTo>
                            <a:pt x="114005" y="15299"/>
                            <a:pt x="98706" y="0"/>
                            <a:pt x="79803" y="0"/>
                          </a:cubicBezTo>
                          <a:lnTo>
                            <a:pt x="34201" y="0"/>
                          </a:lnTo>
                          <a:cubicBezTo>
                            <a:pt x="15299" y="0"/>
                            <a:pt x="0" y="15299"/>
                            <a:pt x="0" y="34201"/>
                          </a:cubicBezTo>
                          <a:lnTo>
                            <a:pt x="0" y="79803"/>
                          </a:lnTo>
                          <a:cubicBezTo>
                            <a:pt x="0" y="98705"/>
                            <a:pt x="15358" y="114005"/>
                            <a:pt x="34201" y="114005"/>
                          </a:cubicBezTo>
                          <a:close/>
                          <a:moveTo>
                            <a:pt x="34201" y="108334"/>
                          </a:moveTo>
                          <a:cubicBezTo>
                            <a:pt x="18489" y="108334"/>
                            <a:pt x="5730" y="95575"/>
                            <a:pt x="5730" y="79862"/>
                          </a:cubicBezTo>
                          <a:lnTo>
                            <a:pt x="5730" y="34260"/>
                          </a:lnTo>
                          <a:cubicBezTo>
                            <a:pt x="5730" y="18548"/>
                            <a:pt x="18489" y="5789"/>
                            <a:pt x="34201" y="5789"/>
                          </a:cubicBezTo>
                          <a:lnTo>
                            <a:pt x="79803" y="5789"/>
                          </a:lnTo>
                          <a:cubicBezTo>
                            <a:pt x="95516" y="5789"/>
                            <a:pt x="108275" y="18548"/>
                            <a:pt x="108275" y="34260"/>
                          </a:cubicBezTo>
                          <a:lnTo>
                            <a:pt x="108275" y="79862"/>
                          </a:lnTo>
                          <a:cubicBezTo>
                            <a:pt x="108275" y="95575"/>
                            <a:pt x="95516" y="108334"/>
                            <a:pt x="79803" y="108334"/>
                          </a:cubicBezTo>
                          <a:lnTo>
                            <a:pt x="34201" y="10833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17" name="Freeform: Shape 416">
                      <a:extLst>
                        <a:ext uri="{FF2B5EF4-FFF2-40B4-BE49-F238E27FC236}">
                          <a16:creationId xmlns:a16="http://schemas.microsoft.com/office/drawing/2014/main" id="{06DC5C87-142D-E93E-7746-DFD0A341AF05}"/>
                        </a:ext>
                      </a:extLst>
                    </p:cNvPr>
                    <p:cNvSpPr/>
                    <p:nvPr/>
                  </p:nvSpPr>
                  <p:spPr>
                    <a:xfrm>
                      <a:off x="2593812" y="4054725"/>
                      <a:ext cx="42766" cy="49323"/>
                    </a:xfrm>
                    <a:custGeom>
                      <a:avLst/>
                      <a:gdLst>
                        <a:gd name="connsiteX0" fmla="*/ 42767 w 42766"/>
                        <a:gd name="connsiteY0" fmla="*/ 0 h 49323"/>
                        <a:gd name="connsiteX1" fmla="*/ 42767 w 42766"/>
                        <a:gd name="connsiteY1" fmla="*/ 49323 h 49323"/>
                        <a:gd name="connsiteX2" fmla="*/ 0 w 42766"/>
                        <a:gd name="connsiteY2" fmla="*/ 24691 h 49323"/>
                      </a:gdLst>
                      <a:ahLst/>
                      <a:cxnLst>
                        <a:cxn ang="0">
                          <a:pos x="connsiteX0" y="connsiteY0"/>
                        </a:cxn>
                        <a:cxn ang="0">
                          <a:pos x="connsiteX1" y="connsiteY1"/>
                        </a:cxn>
                        <a:cxn ang="0">
                          <a:pos x="connsiteX2" y="connsiteY2"/>
                        </a:cxn>
                      </a:cxnLst>
                      <a:rect l="l" t="t" r="r" b="b"/>
                      <a:pathLst>
                        <a:path w="42766" h="49323">
                          <a:moveTo>
                            <a:pt x="42767" y="0"/>
                          </a:moveTo>
                          <a:lnTo>
                            <a:pt x="42767" y="49323"/>
                          </a:lnTo>
                          <a:lnTo>
                            <a:pt x="0" y="2469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409" name="Graphic 4773">
                    <a:extLst>
                      <a:ext uri="{FF2B5EF4-FFF2-40B4-BE49-F238E27FC236}">
                        <a16:creationId xmlns:a16="http://schemas.microsoft.com/office/drawing/2014/main" id="{F9C36B77-841E-8734-191F-EFA3CC344072}"/>
                      </a:ext>
                    </a:extLst>
                  </p:cNvPr>
                  <p:cNvGrpSpPr/>
                  <p:nvPr/>
                </p:nvGrpSpPr>
                <p:grpSpPr>
                  <a:xfrm>
                    <a:off x="2844858" y="4022414"/>
                    <a:ext cx="114004" cy="114004"/>
                    <a:chOff x="2844858" y="4022414"/>
                    <a:chExt cx="114004" cy="114004"/>
                  </a:xfrm>
                  <a:grpFill/>
                </p:grpSpPr>
                <p:sp>
                  <p:nvSpPr>
                    <p:cNvPr id="414" name="Freeform: Shape 413">
                      <a:extLst>
                        <a:ext uri="{FF2B5EF4-FFF2-40B4-BE49-F238E27FC236}">
                          <a16:creationId xmlns:a16="http://schemas.microsoft.com/office/drawing/2014/main" id="{4B7C74DD-3801-93F2-FF22-BFE5E77E5DD6}"/>
                        </a:ext>
                      </a:extLst>
                    </p:cNvPr>
                    <p:cNvSpPr/>
                    <p:nvPr/>
                  </p:nvSpPr>
                  <p:spPr>
                    <a:xfrm>
                      <a:off x="2844858" y="4022414"/>
                      <a:ext cx="114004" cy="114004"/>
                    </a:xfrm>
                    <a:custGeom>
                      <a:avLst/>
                      <a:gdLst>
                        <a:gd name="connsiteX0" fmla="*/ 79803 w 114004"/>
                        <a:gd name="connsiteY0" fmla="*/ 0 h 114004"/>
                        <a:gd name="connsiteX1" fmla="*/ 34201 w 114004"/>
                        <a:gd name="connsiteY1" fmla="*/ 0 h 114004"/>
                        <a:gd name="connsiteX2" fmla="*/ 0 w 114004"/>
                        <a:gd name="connsiteY2" fmla="*/ 34201 h 114004"/>
                        <a:gd name="connsiteX3" fmla="*/ 0 w 114004"/>
                        <a:gd name="connsiteY3" fmla="*/ 79803 h 114004"/>
                        <a:gd name="connsiteX4" fmla="*/ 34201 w 114004"/>
                        <a:gd name="connsiteY4" fmla="*/ 114005 h 114004"/>
                        <a:gd name="connsiteX5" fmla="*/ 79803 w 114004"/>
                        <a:gd name="connsiteY5" fmla="*/ 114005 h 114004"/>
                        <a:gd name="connsiteX6" fmla="*/ 114005 w 114004"/>
                        <a:gd name="connsiteY6" fmla="*/ 79803 h 114004"/>
                        <a:gd name="connsiteX7" fmla="*/ 114005 w 114004"/>
                        <a:gd name="connsiteY7" fmla="*/ 34201 h 114004"/>
                        <a:gd name="connsiteX8" fmla="*/ 79803 w 114004"/>
                        <a:gd name="connsiteY8" fmla="*/ 0 h 114004"/>
                        <a:gd name="connsiteX9" fmla="*/ 79803 w 114004"/>
                        <a:gd name="connsiteY9" fmla="*/ 5670 h 114004"/>
                        <a:gd name="connsiteX10" fmla="*/ 108275 w 114004"/>
                        <a:gd name="connsiteY10" fmla="*/ 34142 h 114004"/>
                        <a:gd name="connsiteX11" fmla="*/ 108275 w 114004"/>
                        <a:gd name="connsiteY11" fmla="*/ 79744 h 114004"/>
                        <a:gd name="connsiteX12" fmla="*/ 79803 w 114004"/>
                        <a:gd name="connsiteY12" fmla="*/ 108216 h 114004"/>
                        <a:gd name="connsiteX13" fmla="*/ 34201 w 114004"/>
                        <a:gd name="connsiteY13" fmla="*/ 108216 h 114004"/>
                        <a:gd name="connsiteX14" fmla="*/ 5730 w 114004"/>
                        <a:gd name="connsiteY14" fmla="*/ 79744 h 114004"/>
                        <a:gd name="connsiteX15" fmla="*/ 5730 w 114004"/>
                        <a:gd name="connsiteY15" fmla="*/ 34142 h 114004"/>
                        <a:gd name="connsiteX16" fmla="*/ 34201 w 114004"/>
                        <a:gd name="connsiteY16" fmla="*/ 5670 h 114004"/>
                        <a:gd name="connsiteX17" fmla="*/ 79803 w 114004"/>
                        <a:gd name="connsiteY17" fmla="*/ 5670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79803" y="0"/>
                          </a:moveTo>
                          <a:lnTo>
                            <a:pt x="34201" y="0"/>
                          </a:lnTo>
                          <a:cubicBezTo>
                            <a:pt x="15299" y="0"/>
                            <a:pt x="0" y="15299"/>
                            <a:pt x="0" y="34201"/>
                          </a:cubicBez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close/>
                          <a:moveTo>
                            <a:pt x="79803" y="5670"/>
                          </a:moveTo>
                          <a:cubicBezTo>
                            <a:pt x="95516" y="5670"/>
                            <a:pt x="108275" y="18489"/>
                            <a:pt x="108275" y="34142"/>
                          </a:cubicBezTo>
                          <a:lnTo>
                            <a:pt x="108275" y="79744"/>
                          </a:lnTo>
                          <a:cubicBezTo>
                            <a:pt x="108275" y="95457"/>
                            <a:pt x="95516" y="108216"/>
                            <a:pt x="79803" y="108216"/>
                          </a:cubicBezTo>
                          <a:lnTo>
                            <a:pt x="34201" y="108216"/>
                          </a:lnTo>
                          <a:cubicBezTo>
                            <a:pt x="18489" y="108216"/>
                            <a:pt x="5730" y="95457"/>
                            <a:pt x="5730" y="79744"/>
                          </a:cubicBezTo>
                          <a:lnTo>
                            <a:pt x="5730" y="34142"/>
                          </a:lnTo>
                          <a:cubicBezTo>
                            <a:pt x="5730" y="18430"/>
                            <a:pt x="18489" y="5670"/>
                            <a:pt x="34201" y="5670"/>
                          </a:cubicBezTo>
                          <a:lnTo>
                            <a:pt x="79803" y="56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15" name="Freeform: Shape 414">
                      <a:extLst>
                        <a:ext uri="{FF2B5EF4-FFF2-40B4-BE49-F238E27FC236}">
                          <a16:creationId xmlns:a16="http://schemas.microsoft.com/office/drawing/2014/main" id="{960EEDD5-8DBF-8C8F-82B3-EBC177B88841}"/>
                        </a:ext>
                      </a:extLst>
                    </p:cNvPr>
                    <p:cNvSpPr/>
                    <p:nvPr/>
                  </p:nvSpPr>
                  <p:spPr>
                    <a:xfrm>
                      <a:off x="2880537" y="4054725"/>
                      <a:ext cx="42707" cy="49323"/>
                    </a:xfrm>
                    <a:custGeom>
                      <a:avLst/>
                      <a:gdLst>
                        <a:gd name="connsiteX0" fmla="*/ 0 w 42707"/>
                        <a:gd name="connsiteY0" fmla="*/ 49323 h 49323"/>
                        <a:gd name="connsiteX1" fmla="*/ 0 w 42707"/>
                        <a:gd name="connsiteY1" fmla="*/ 0 h 49323"/>
                        <a:gd name="connsiteX2" fmla="*/ 42708 w 42707"/>
                        <a:gd name="connsiteY2" fmla="*/ 24691 h 49323"/>
                      </a:gdLst>
                      <a:ahLst/>
                      <a:cxnLst>
                        <a:cxn ang="0">
                          <a:pos x="connsiteX0" y="connsiteY0"/>
                        </a:cxn>
                        <a:cxn ang="0">
                          <a:pos x="connsiteX1" y="connsiteY1"/>
                        </a:cxn>
                        <a:cxn ang="0">
                          <a:pos x="connsiteX2" y="connsiteY2"/>
                        </a:cxn>
                      </a:cxnLst>
                      <a:rect l="l" t="t" r="r" b="b"/>
                      <a:pathLst>
                        <a:path w="42707" h="49323">
                          <a:moveTo>
                            <a:pt x="0" y="49323"/>
                          </a:moveTo>
                          <a:lnTo>
                            <a:pt x="0" y="0"/>
                          </a:lnTo>
                          <a:lnTo>
                            <a:pt x="42708" y="2469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410" name="Graphic 4773">
                    <a:extLst>
                      <a:ext uri="{FF2B5EF4-FFF2-40B4-BE49-F238E27FC236}">
                        <a16:creationId xmlns:a16="http://schemas.microsoft.com/office/drawing/2014/main" id="{67EF354A-231D-84D2-7C2B-6AB974879F5F}"/>
                      </a:ext>
                    </a:extLst>
                  </p:cNvPr>
                  <p:cNvGrpSpPr/>
                  <p:nvPr/>
                </p:nvGrpSpPr>
                <p:grpSpPr>
                  <a:xfrm>
                    <a:off x="2702441" y="4022414"/>
                    <a:ext cx="114004" cy="114004"/>
                    <a:chOff x="2702441" y="4022414"/>
                    <a:chExt cx="114004" cy="114004"/>
                  </a:xfrm>
                  <a:grpFill/>
                </p:grpSpPr>
                <p:sp>
                  <p:nvSpPr>
                    <p:cNvPr id="411" name="Freeform: Shape 410">
                      <a:extLst>
                        <a:ext uri="{FF2B5EF4-FFF2-40B4-BE49-F238E27FC236}">
                          <a16:creationId xmlns:a16="http://schemas.microsoft.com/office/drawing/2014/main" id="{F6EDF61E-4D80-B658-C746-1D221FD176E0}"/>
                        </a:ext>
                      </a:extLst>
                    </p:cNvPr>
                    <p:cNvSpPr/>
                    <p:nvPr/>
                  </p:nvSpPr>
                  <p:spPr>
                    <a:xfrm>
                      <a:off x="2702441" y="4022414"/>
                      <a:ext cx="114004" cy="114004"/>
                    </a:xfrm>
                    <a:custGeom>
                      <a:avLst/>
                      <a:gdLst>
                        <a:gd name="connsiteX0" fmla="*/ 0 w 114004"/>
                        <a:gd name="connsiteY0" fmla="*/ 34201 h 114004"/>
                        <a:gd name="connsiteX1" fmla="*/ 0 w 114004"/>
                        <a:gd name="connsiteY1" fmla="*/ 79803 h 114004"/>
                        <a:gd name="connsiteX2" fmla="*/ 34201 w 114004"/>
                        <a:gd name="connsiteY2" fmla="*/ 114005 h 114004"/>
                        <a:gd name="connsiteX3" fmla="*/ 79803 w 114004"/>
                        <a:gd name="connsiteY3" fmla="*/ 114005 h 114004"/>
                        <a:gd name="connsiteX4" fmla="*/ 114005 w 114004"/>
                        <a:gd name="connsiteY4" fmla="*/ 79803 h 114004"/>
                        <a:gd name="connsiteX5" fmla="*/ 114005 w 114004"/>
                        <a:gd name="connsiteY5" fmla="*/ 34201 h 114004"/>
                        <a:gd name="connsiteX6" fmla="*/ 79803 w 114004"/>
                        <a:gd name="connsiteY6" fmla="*/ 0 h 114004"/>
                        <a:gd name="connsiteX7" fmla="*/ 34201 w 114004"/>
                        <a:gd name="connsiteY7" fmla="*/ 0 h 114004"/>
                        <a:gd name="connsiteX8" fmla="*/ 0 w 114004"/>
                        <a:gd name="connsiteY8" fmla="*/ 34201 h 114004"/>
                        <a:gd name="connsiteX9" fmla="*/ 5730 w 114004"/>
                        <a:gd name="connsiteY9" fmla="*/ 34201 h 114004"/>
                        <a:gd name="connsiteX10" fmla="*/ 34201 w 114004"/>
                        <a:gd name="connsiteY10" fmla="*/ 5730 h 114004"/>
                        <a:gd name="connsiteX11" fmla="*/ 79803 w 114004"/>
                        <a:gd name="connsiteY11" fmla="*/ 5730 h 114004"/>
                        <a:gd name="connsiteX12" fmla="*/ 108275 w 114004"/>
                        <a:gd name="connsiteY12" fmla="*/ 34201 h 114004"/>
                        <a:gd name="connsiteX13" fmla="*/ 108275 w 114004"/>
                        <a:gd name="connsiteY13" fmla="*/ 79803 h 114004"/>
                        <a:gd name="connsiteX14" fmla="*/ 79803 w 114004"/>
                        <a:gd name="connsiteY14" fmla="*/ 108275 h 114004"/>
                        <a:gd name="connsiteX15" fmla="*/ 34201 w 114004"/>
                        <a:gd name="connsiteY15" fmla="*/ 108275 h 114004"/>
                        <a:gd name="connsiteX16" fmla="*/ 5730 w 114004"/>
                        <a:gd name="connsiteY16" fmla="*/ 79803 h 114004"/>
                        <a:gd name="connsiteX17" fmla="*/ 5730 w 114004"/>
                        <a:gd name="connsiteY17" fmla="*/ 34201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0" y="34201"/>
                          </a:move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lnTo>
                            <a:pt x="34201" y="0"/>
                          </a:lnTo>
                          <a:cubicBezTo>
                            <a:pt x="15358" y="0"/>
                            <a:pt x="0" y="15299"/>
                            <a:pt x="0" y="34201"/>
                          </a:cubicBezTo>
                          <a:close/>
                          <a:moveTo>
                            <a:pt x="5730" y="34201"/>
                          </a:moveTo>
                          <a:cubicBezTo>
                            <a:pt x="5730" y="18489"/>
                            <a:pt x="18489" y="5730"/>
                            <a:pt x="34201" y="5730"/>
                          </a:cubicBezTo>
                          <a:lnTo>
                            <a:pt x="79803" y="5730"/>
                          </a:lnTo>
                          <a:cubicBezTo>
                            <a:pt x="95516" y="5730"/>
                            <a:pt x="108275" y="18489"/>
                            <a:pt x="108275" y="34201"/>
                          </a:cubicBezTo>
                          <a:lnTo>
                            <a:pt x="108275" y="79803"/>
                          </a:lnTo>
                          <a:cubicBezTo>
                            <a:pt x="108275" y="95516"/>
                            <a:pt x="95516" y="108275"/>
                            <a:pt x="79803" y="108275"/>
                          </a:cubicBezTo>
                          <a:lnTo>
                            <a:pt x="34201" y="108275"/>
                          </a:lnTo>
                          <a:cubicBezTo>
                            <a:pt x="18489" y="108275"/>
                            <a:pt x="5730" y="95516"/>
                            <a:pt x="5730" y="79803"/>
                          </a:cubicBezTo>
                          <a:lnTo>
                            <a:pt x="5730" y="3420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12" name="Freeform: Shape 411">
                      <a:extLst>
                        <a:ext uri="{FF2B5EF4-FFF2-40B4-BE49-F238E27FC236}">
                          <a16:creationId xmlns:a16="http://schemas.microsoft.com/office/drawing/2014/main" id="{469B028F-13B7-494A-5BCC-1C35B1BBDEEE}"/>
                        </a:ext>
                      </a:extLst>
                    </p:cNvPr>
                    <p:cNvSpPr/>
                    <p:nvPr/>
                  </p:nvSpPr>
                  <p:spPr>
                    <a:xfrm>
                      <a:off x="2765114"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13" name="Freeform: Shape 412">
                      <a:extLst>
                        <a:ext uri="{FF2B5EF4-FFF2-40B4-BE49-F238E27FC236}">
                          <a16:creationId xmlns:a16="http://schemas.microsoft.com/office/drawing/2014/main" id="{FF877FB7-FC45-A300-3538-1795685D0818}"/>
                        </a:ext>
                      </a:extLst>
                    </p:cNvPr>
                    <p:cNvSpPr/>
                    <p:nvPr/>
                  </p:nvSpPr>
                  <p:spPr>
                    <a:xfrm>
                      <a:off x="2738533"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299" name="Graphic 4773">
                  <a:extLst>
                    <a:ext uri="{FF2B5EF4-FFF2-40B4-BE49-F238E27FC236}">
                      <a16:creationId xmlns:a16="http://schemas.microsoft.com/office/drawing/2014/main" id="{C0CAAE2C-61DC-DA31-3C3E-7A4478C54DA2}"/>
                    </a:ext>
                  </a:extLst>
                </p:cNvPr>
                <p:cNvGrpSpPr/>
                <p:nvPr/>
              </p:nvGrpSpPr>
              <p:grpSpPr>
                <a:xfrm>
                  <a:off x="4176882" y="1893185"/>
                  <a:ext cx="116840" cy="236869"/>
                  <a:chOff x="4176882" y="1893185"/>
                  <a:chExt cx="116840" cy="236869"/>
                </a:xfrm>
                <a:grpFill/>
              </p:grpSpPr>
              <p:sp>
                <p:nvSpPr>
                  <p:cNvPr id="406" name="Freeform: Shape 405">
                    <a:extLst>
                      <a:ext uri="{FF2B5EF4-FFF2-40B4-BE49-F238E27FC236}">
                        <a16:creationId xmlns:a16="http://schemas.microsoft.com/office/drawing/2014/main" id="{4C7A9FBC-056E-E1FC-0EF9-EECA2761D20F}"/>
                      </a:ext>
                    </a:extLst>
                  </p:cNvPr>
                  <p:cNvSpPr/>
                  <p:nvPr/>
                </p:nvSpPr>
                <p:spPr>
                  <a:xfrm>
                    <a:off x="4176941" y="2013274"/>
                    <a:ext cx="116781" cy="116781"/>
                  </a:xfrm>
                  <a:custGeom>
                    <a:avLst/>
                    <a:gdLst>
                      <a:gd name="connsiteX0" fmla="*/ 116781 w 116781"/>
                      <a:gd name="connsiteY0" fmla="*/ 97524 h 116781"/>
                      <a:gd name="connsiteX1" fmla="*/ 39813 w 116781"/>
                      <a:gd name="connsiteY1" fmla="*/ 20556 h 116781"/>
                      <a:gd name="connsiteX2" fmla="*/ 102782 w 116781"/>
                      <a:gd name="connsiteY2" fmla="*/ 20556 h 116781"/>
                      <a:gd name="connsiteX3" fmla="*/ 82225 w 116781"/>
                      <a:gd name="connsiteY3" fmla="*/ 0 h 116781"/>
                      <a:gd name="connsiteX4" fmla="*/ 0 w 116781"/>
                      <a:gd name="connsiteY4" fmla="*/ 0 h 116781"/>
                      <a:gd name="connsiteX5" fmla="*/ 0 w 116781"/>
                      <a:gd name="connsiteY5" fmla="*/ 82225 h 116781"/>
                      <a:gd name="connsiteX6" fmla="*/ 20556 w 116781"/>
                      <a:gd name="connsiteY6" fmla="*/ 102782 h 116781"/>
                      <a:gd name="connsiteX7" fmla="*/ 20556 w 116781"/>
                      <a:gd name="connsiteY7" fmla="*/ 39813 h 116781"/>
                      <a:gd name="connsiteX8" fmla="*/ 97524 w 116781"/>
                      <a:gd name="connsiteY8" fmla="*/ 116781 h 116781"/>
                      <a:gd name="connsiteX9" fmla="*/ 116781 w 116781"/>
                      <a:gd name="connsiteY9" fmla="*/ 97524 h 116781"/>
                      <a:gd name="connsiteX10" fmla="*/ 37746 w 116781"/>
                      <a:gd name="connsiteY10" fmla="*/ 22624 h 116781"/>
                      <a:gd name="connsiteX11" fmla="*/ 112646 w 116781"/>
                      <a:gd name="connsiteY11" fmla="*/ 97524 h 116781"/>
                      <a:gd name="connsiteX12" fmla="*/ 97465 w 116781"/>
                      <a:gd name="connsiteY12" fmla="*/ 112705 h 116781"/>
                      <a:gd name="connsiteX13" fmla="*/ 22565 w 116781"/>
                      <a:gd name="connsiteY13" fmla="*/ 37805 h 116781"/>
                      <a:gd name="connsiteX14" fmla="*/ 17603 w 116781"/>
                      <a:gd name="connsiteY14" fmla="*/ 32843 h 116781"/>
                      <a:gd name="connsiteX15" fmla="*/ 17603 w 116781"/>
                      <a:gd name="connsiteY15" fmla="*/ 39872 h 116781"/>
                      <a:gd name="connsiteX16" fmla="*/ 17603 w 116781"/>
                      <a:gd name="connsiteY16" fmla="*/ 95870 h 116781"/>
                      <a:gd name="connsiteX17" fmla="*/ 2835 w 116781"/>
                      <a:gd name="connsiteY17" fmla="*/ 81103 h 116781"/>
                      <a:gd name="connsiteX18" fmla="*/ 2835 w 116781"/>
                      <a:gd name="connsiteY18" fmla="*/ 2953 h 116781"/>
                      <a:gd name="connsiteX19" fmla="*/ 80985 w 116781"/>
                      <a:gd name="connsiteY19" fmla="*/ 2953 h 116781"/>
                      <a:gd name="connsiteX20" fmla="*/ 95752 w 116781"/>
                      <a:gd name="connsiteY20" fmla="*/ 17721 h 116781"/>
                      <a:gd name="connsiteX21" fmla="*/ 39813 w 116781"/>
                      <a:gd name="connsiteY21" fmla="*/ 17721 h 116781"/>
                      <a:gd name="connsiteX22" fmla="*/ 32784 w 116781"/>
                      <a:gd name="connsiteY22" fmla="*/ 17721 h 116781"/>
                      <a:gd name="connsiteX23" fmla="*/ 37746 w 116781"/>
                      <a:gd name="connsiteY23" fmla="*/ 2262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1">
                        <a:moveTo>
                          <a:pt x="116781" y="97524"/>
                        </a:moveTo>
                        <a:lnTo>
                          <a:pt x="39813" y="20556"/>
                        </a:lnTo>
                        <a:lnTo>
                          <a:pt x="102782" y="20556"/>
                        </a:lnTo>
                        <a:lnTo>
                          <a:pt x="82225" y="0"/>
                        </a:lnTo>
                        <a:lnTo>
                          <a:pt x="0" y="0"/>
                        </a:lnTo>
                        <a:lnTo>
                          <a:pt x="0" y="82225"/>
                        </a:lnTo>
                        <a:lnTo>
                          <a:pt x="20556" y="102782"/>
                        </a:lnTo>
                        <a:lnTo>
                          <a:pt x="20556" y="39813"/>
                        </a:lnTo>
                        <a:lnTo>
                          <a:pt x="97524" y="116781"/>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07" name="Freeform: Shape 406">
                    <a:extLst>
                      <a:ext uri="{FF2B5EF4-FFF2-40B4-BE49-F238E27FC236}">
                        <a16:creationId xmlns:a16="http://schemas.microsoft.com/office/drawing/2014/main" id="{2E5B268D-B632-D675-A400-EC3A4DC57C37}"/>
                      </a:ext>
                    </a:extLst>
                  </p:cNvPr>
                  <p:cNvSpPr/>
                  <p:nvPr/>
                </p:nvSpPr>
                <p:spPr>
                  <a:xfrm>
                    <a:off x="4176882" y="1893185"/>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7 w 116781"/>
                      <a:gd name="connsiteY5" fmla="*/ 76968 h 116780"/>
                      <a:gd name="connsiteX6" fmla="*/ 20557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7 h 116780"/>
                      <a:gd name="connsiteX11" fmla="*/ 2894 w 116781"/>
                      <a:gd name="connsiteY11" fmla="*/ 113887 h 116780"/>
                      <a:gd name="connsiteX12" fmla="*/ 2894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76 h 116780"/>
                      <a:gd name="connsiteX18" fmla="*/ 112705 w 116781"/>
                      <a:gd name="connsiteY18" fmla="*/ 19257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7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7" y="76968"/>
                        </a:lnTo>
                        <a:lnTo>
                          <a:pt x="20557" y="14000"/>
                        </a:lnTo>
                        <a:lnTo>
                          <a:pt x="0" y="34556"/>
                        </a:lnTo>
                        <a:lnTo>
                          <a:pt x="0" y="116781"/>
                        </a:lnTo>
                        <a:lnTo>
                          <a:pt x="82225" y="116781"/>
                        </a:lnTo>
                        <a:close/>
                        <a:moveTo>
                          <a:pt x="81044" y="113887"/>
                        </a:moveTo>
                        <a:lnTo>
                          <a:pt x="2894" y="113887"/>
                        </a:lnTo>
                        <a:lnTo>
                          <a:pt x="2894" y="35737"/>
                        </a:lnTo>
                        <a:lnTo>
                          <a:pt x="17662" y="20970"/>
                        </a:lnTo>
                        <a:lnTo>
                          <a:pt x="17662" y="76909"/>
                        </a:lnTo>
                        <a:lnTo>
                          <a:pt x="17662" y="83938"/>
                        </a:lnTo>
                        <a:lnTo>
                          <a:pt x="22624" y="78976"/>
                        </a:lnTo>
                        <a:lnTo>
                          <a:pt x="97524" y="4076"/>
                        </a:lnTo>
                        <a:lnTo>
                          <a:pt x="112705" y="19257"/>
                        </a:lnTo>
                        <a:lnTo>
                          <a:pt x="37805" y="94157"/>
                        </a:lnTo>
                        <a:lnTo>
                          <a:pt x="32843" y="99119"/>
                        </a:lnTo>
                        <a:lnTo>
                          <a:pt x="39872" y="99119"/>
                        </a:lnTo>
                        <a:lnTo>
                          <a:pt x="95811" y="99119"/>
                        </a:lnTo>
                        <a:lnTo>
                          <a:pt x="81044" y="11388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300" name="Graphic 4773">
                  <a:extLst>
                    <a:ext uri="{FF2B5EF4-FFF2-40B4-BE49-F238E27FC236}">
                      <a16:creationId xmlns:a16="http://schemas.microsoft.com/office/drawing/2014/main" id="{55E38242-4A2D-1202-EB38-4D94DCA8DD45}"/>
                    </a:ext>
                  </a:extLst>
                </p:cNvPr>
                <p:cNvGrpSpPr/>
                <p:nvPr/>
              </p:nvGrpSpPr>
              <p:grpSpPr>
                <a:xfrm>
                  <a:off x="632696" y="2425108"/>
                  <a:ext cx="116780" cy="236869"/>
                  <a:chOff x="632696" y="2425108"/>
                  <a:chExt cx="116780" cy="236869"/>
                </a:xfrm>
                <a:grpFill/>
              </p:grpSpPr>
              <p:sp>
                <p:nvSpPr>
                  <p:cNvPr id="404" name="Freeform: Shape 403">
                    <a:extLst>
                      <a:ext uri="{FF2B5EF4-FFF2-40B4-BE49-F238E27FC236}">
                        <a16:creationId xmlns:a16="http://schemas.microsoft.com/office/drawing/2014/main" id="{07C75F1A-23CA-9435-C987-402910C3C76E}"/>
                      </a:ext>
                    </a:extLst>
                  </p:cNvPr>
                  <p:cNvSpPr/>
                  <p:nvPr/>
                </p:nvSpPr>
                <p:spPr>
                  <a:xfrm>
                    <a:off x="632696" y="2425108"/>
                    <a:ext cx="116780" cy="116781"/>
                  </a:xfrm>
                  <a:custGeom>
                    <a:avLst/>
                    <a:gdLst>
                      <a:gd name="connsiteX0" fmla="*/ 0 w 116780"/>
                      <a:gd name="connsiteY0" fmla="*/ 19257 h 116781"/>
                      <a:gd name="connsiteX1" fmla="*/ 76968 w 116780"/>
                      <a:gd name="connsiteY1" fmla="*/ 96225 h 116781"/>
                      <a:gd name="connsiteX2" fmla="*/ 14000 w 116780"/>
                      <a:gd name="connsiteY2" fmla="*/ 96225 h 116781"/>
                      <a:gd name="connsiteX3" fmla="*/ 34556 w 116780"/>
                      <a:gd name="connsiteY3" fmla="*/ 116781 h 116781"/>
                      <a:gd name="connsiteX4" fmla="*/ 116781 w 116780"/>
                      <a:gd name="connsiteY4" fmla="*/ 116781 h 116781"/>
                      <a:gd name="connsiteX5" fmla="*/ 116781 w 116780"/>
                      <a:gd name="connsiteY5" fmla="*/ 34556 h 116781"/>
                      <a:gd name="connsiteX6" fmla="*/ 96225 w 116780"/>
                      <a:gd name="connsiteY6" fmla="*/ 14000 h 116781"/>
                      <a:gd name="connsiteX7" fmla="*/ 96225 w 116780"/>
                      <a:gd name="connsiteY7" fmla="*/ 76968 h 116781"/>
                      <a:gd name="connsiteX8" fmla="*/ 19257 w 116780"/>
                      <a:gd name="connsiteY8" fmla="*/ 0 h 116781"/>
                      <a:gd name="connsiteX9" fmla="*/ 0 w 116780"/>
                      <a:gd name="connsiteY9" fmla="*/ 19257 h 116781"/>
                      <a:gd name="connsiteX10" fmla="*/ 79035 w 116780"/>
                      <a:gd name="connsiteY10" fmla="*/ 94216 h 116781"/>
                      <a:gd name="connsiteX11" fmla="*/ 4135 w 116780"/>
                      <a:gd name="connsiteY11" fmla="*/ 19316 h 116781"/>
                      <a:gd name="connsiteX12" fmla="*/ 19316 w 116780"/>
                      <a:gd name="connsiteY12" fmla="*/ 4135 h 116781"/>
                      <a:gd name="connsiteX13" fmla="*/ 94216 w 116780"/>
                      <a:gd name="connsiteY13" fmla="*/ 79035 h 116781"/>
                      <a:gd name="connsiteX14" fmla="*/ 99178 w 116780"/>
                      <a:gd name="connsiteY14" fmla="*/ 83997 h 116781"/>
                      <a:gd name="connsiteX15" fmla="*/ 99178 w 116780"/>
                      <a:gd name="connsiteY15" fmla="*/ 76968 h 116781"/>
                      <a:gd name="connsiteX16" fmla="*/ 99178 w 116780"/>
                      <a:gd name="connsiteY16" fmla="*/ 20970 h 116781"/>
                      <a:gd name="connsiteX17" fmla="*/ 113946 w 116780"/>
                      <a:gd name="connsiteY17" fmla="*/ 35737 h 116781"/>
                      <a:gd name="connsiteX18" fmla="*/ 113946 w 116780"/>
                      <a:gd name="connsiteY18" fmla="*/ 113887 h 116781"/>
                      <a:gd name="connsiteX19" fmla="*/ 35796 w 116780"/>
                      <a:gd name="connsiteY19" fmla="*/ 113887 h 116781"/>
                      <a:gd name="connsiteX20" fmla="*/ 21029 w 116780"/>
                      <a:gd name="connsiteY20" fmla="*/ 99119 h 116781"/>
                      <a:gd name="connsiteX21" fmla="*/ 76968 w 116780"/>
                      <a:gd name="connsiteY21" fmla="*/ 99119 h 116781"/>
                      <a:gd name="connsiteX22" fmla="*/ 83997 w 116780"/>
                      <a:gd name="connsiteY22" fmla="*/ 99119 h 116781"/>
                      <a:gd name="connsiteX23" fmla="*/ 79035 w 116780"/>
                      <a:gd name="connsiteY23" fmla="*/ 94216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0" y="19257"/>
                        </a:moveTo>
                        <a:lnTo>
                          <a:pt x="76968" y="96225"/>
                        </a:lnTo>
                        <a:lnTo>
                          <a:pt x="14000" y="96225"/>
                        </a:lnTo>
                        <a:lnTo>
                          <a:pt x="34556" y="116781"/>
                        </a:lnTo>
                        <a:lnTo>
                          <a:pt x="116781" y="116781"/>
                        </a:lnTo>
                        <a:lnTo>
                          <a:pt x="116781" y="34556"/>
                        </a:lnTo>
                        <a:lnTo>
                          <a:pt x="96225" y="14000"/>
                        </a:lnTo>
                        <a:lnTo>
                          <a:pt x="96225" y="76968"/>
                        </a:lnTo>
                        <a:lnTo>
                          <a:pt x="19257" y="0"/>
                        </a:lnTo>
                        <a:lnTo>
                          <a:pt x="0" y="19257"/>
                        </a:lnTo>
                        <a:close/>
                        <a:moveTo>
                          <a:pt x="79035" y="94216"/>
                        </a:moveTo>
                        <a:lnTo>
                          <a:pt x="4135" y="19316"/>
                        </a:lnTo>
                        <a:lnTo>
                          <a:pt x="19316" y="4135"/>
                        </a:lnTo>
                        <a:lnTo>
                          <a:pt x="94216" y="79035"/>
                        </a:lnTo>
                        <a:lnTo>
                          <a:pt x="99178" y="83997"/>
                        </a:lnTo>
                        <a:lnTo>
                          <a:pt x="99178" y="76968"/>
                        </a:lnTo>
                        <a:lnTo>
                          <a:pt x="99178" y="20970"/>
                        </a:lnTo>
                        <a:lnTo>
                          <a:pt x="113946" y="35737"/>
                        </a:lnTo>
                        <a:lnTo>
                          <a:pt x="113946" y="113887"/>
                        </a:lnTo>
                        <a:lnTo>
                          <a:pt x="35796" y="113887"/>
                        </a:lnTo>
                        <a:lnTo>
                          <a:pt x="21029" y="99119"/>
                        </a:lnTo>
                        <a:lnTo>
                          <a:pt x="76968" y="99119"/>
                        </a:lnTo>
                        <a:lnTo>
                          <a:pt x="83997" y="99119"/>
                        </a:lnTo>
                        <a:lnTo>
                          <a:pt x="79035" y="9421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05" name="Freeform: Shape 404">
                    <a:extLst>
                      <a:ext uri="{FF2B5EF4-FFF2-40B4-BE49-F238E27FC236}">
                        <a16:creationId xmlns:a16="http://schemas.microsoft.com/office/drawing/2014/main" id="{253BF3B7-2C29-F992-B867-98353A373125}"/>
                      </a:ext>
                    </a:extLst>
                  </p:cNvPr>
                  <p:cNvSpPr/>
                  <p:nvPr/>
                </p:nvSpPr>
                <p:spPr>
                  <a:xfrm>
                    <a:off x="632696" y="2545197"/>
                    <a:ext cx="116780" cy="116780"/>
                  </a:xfrm>
                  <a:custGeom>
                    <a:avLst/>
                    <a:gdLst>
                      <a:gd name="connsiteX0" fmla="*/ 34556 w 116780"/>
                      <a:gd name="connsiteY0" fmla="*/ 0 h 116780"/>
                      <a:gd name="connsiteX1" fmla="*/ 14000 w 116780"/>
                      <a:gd name="connsiteY1" fmla="*/ 20556 h 116780"/>
                      <a:gd name="connsiteX2" fmla="*/ 76968 w 116780"/>
                      <a:gd name="connsiteY2" fmla="*/ 20556 h 116780"/>
                      <a:gd name="connsiteX3" fmla="*/ 0 w 116780"/>
                      <a:gd name="connsiteY3" fmla="*/ 97524 h 116780"/>
                      <a:gd name="connsiteX4" fmla="*/ 19257 w 116780"/>
                      <a:gd name="connsiteY4" fmla="*/ 116781 h 116780"/>
                      <a:gd name="connsiteX5" fmla="*/ 96225 w 116780"/>
                      <a:gd name="connsiteY5" fmla="*/ 39813 h 116780"/>
                      <a:gd name="connsiteX6" fmla="*/ 96225 w 116780"/>
                      <a:gd name="connsiteY6" fmla="*/ 102781 h 116780"/>
                      <a:gd name="connsiteX7" fmla="*/ 116781 w 116780"/>
                      <a:gd name="connsiteY7" fmla="*/ 82225 h 116780"/>
                      <a:gd name="connsiteX8" fmla="*/ 116781 w 116780"/>
                      <a:gd name="connsiteY8" fmla="*/ 0 h 116780"/>
                      <a:gd name="connsiteX9" fmla="*/ 34556 w 116780"/>
                      <a:gd name="connsiteY9" fmla="*/ 0 h 116780"/>
                      <a:gd name="connsiteX10" fmla="*/ 35796 w 116780"/>
                      <a:gd name="connsiteY10" fmla="*/ 2894 h 116780"/>
                      <a:gd name="connsiteX11" fmla="*/ 113946 w 116780"/>
                      <a:gd name="connsiteY11" fmla="*/ 2894 h 116780"/>
                      <a:gd name="connsiteX12" fmla="*/ 113946 w 116780"/>
                      <a:gd name="connsiteY12" fmla="*/ 81044 h 116780"/>
                      <a:gd name="connsiteX13" fmla="*/ 99178 w 116780"/>
                      <a:gd name="connsiteY13" fmla="*/ 95811 h 116780"/>
                      <a:gd name="connsiteX14" fmla="*/ 99178 w 116780"/>
                      <a:gd name="connsiteY14" fmla="*/ 39872 h 116780"/>
                      <a:gd name="connsiteX15" fmla="*/ 99178 w 116780"/>
                      <a:gd name="connsiteY15" fmla="*/ 32843 h 116780"/>
                      <a:gd name="connsiteX16" fmla="*/ 94216 w 116780"/>
                      <a:gd name="connsiteY16" fmla="*/ 37805 h 116780"/>
                      <a:gd name="connsiteX17" fmla="*/ 19316 w 116780"/>
                      <a:gd name="connsiteY17" fmla="*/ 112705 h 116780"/>
                      <a:gd name="connsiteX18" fmla="*/ 4135 w 116780"/>
                      <a:gd name="connsiteY18" fmla="*/ 97524 h 116780"/>
                      <a:gd name="connsiteX19" fmla="*/ 79035 w 116780"/>
                      <a:gd name="connsiteY19" fmla="*/ 22624 h 116780"/>
                      <a:gd name="connsiteX20" fmla="*/ 83997 w 116780"/>
                      <a:gd name="connsiteY20" fmla="*/ 17662 h 116780"/>
                      <a:gd name="connsiteX21" fmla="*/ 76968 w 116780"/>
                      <a:gd name="connsiteY21" fmla="*/ 17662 h 116780"/>
                      <a:gd name="connsiteX22" fmla="*/ 21029 w 116780"/>
                      <a:gd name="connsiteY22" fmla="*/ 17662 h 116780"/>
                      <a:gd name="connsiteX23" fmla="*/ 35796 w 116780"/>
                      <a:gd name="connsiteY23" fmla="*/ 2894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0">
                        <a:moveTo>
                          <a:pt x="34556" y="0"/>
                        </a:moveTo>
                        <a:lnTo>
                          <a:pt x="14000" y="20556"/>
                        </a:lnTo>
                        <a:lnTo>
                          <a:pt x="76968" y="20556"/>
                        </a:lnTo>
                        <a:lnTo>
                          <a:pt x="0" y="97524"/>
                        </a:lnTo>
                        <a:lnTo>
                          <a:pt x="19257" y="116781"/>
                        </a:lnTo>
                        <a:lnTo>
                          <a:pt x="96225" y="39813"/>
                        </a:lnTo>
                        <a:lnTo>
                          <a:pt x="96225" y="102781"/>
                        </a:lnTo>
                        <a:lnTo>
                          <a:pt x="116781" y="82225"/>
                        </a:lnTo>
                        <a:lnTo>
                          <a:pt x="116781" y="0"/>
                        </a:lnTo>
                        <a:lnTo>
                          <a:pt x="34556" y="0"/>
                        </a:lnTo>
                        <a:close/>
                        <a:moveTo>
                          <a:pt x="35796" y="2894"/>
                        </a:moveTo>
                        <a:lnTo>
                          <a:pt x="113946" y="2894"/>
                        </a:lnTo>
                        <a:lnTo>
                          <a:pt x="113946" y="81044"/>
                        </a:lnTo>
                        <a:lnTo>
                          <a:pt x="99178" y="95811"/>
                        </a:lnTo>
                        <a:lnTo>
                          <a:pt x="99178" y="39872"/>
                        </a:lnTo>
                        <a:lnTo>
                          <a:pt x="99178" y="32843"/>
                        </a:lnTo>
                        <a:lnTo>
                          <a:pt x="94216" y="37805"/>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301" name="Graphic 4773">
                  <a:extLst>
                    <a:ext uri="{FF2B5EF4-FFF2-40B4-BE49-F238E27FC236}">
                      <a16:creationId xmlns:a16="http://schemas.microsoft.com/office/drawing/2014/main" id="{941850EE-FAFC-4A84-9851-BA3745F429A3}"/>
                    </a:ext>
                  </a:extLst>
                </p:cNvPr>
                <p:cNvGrpSpPr/>
                <p:nvPr/>
              </p:nvGrpSpPr>
              <p:grpSpPr>
                <a:xfrm>
                  <a:off x="1371068" y="3902502"/>
                  <a:ext cx="116780" cy="236929"/>
                  <a:chOff x="1371068" y="3902502"/>
                  <a:chExt cx="116780" cy="236929"/>
                </a:xfrm>
                <a:grpFill/>
              </p:grpSpPr>
              <p:sp>
                <p:nvSpPr>
                  <p:cNvPr id="402" name="Freeform: Shape 401">
                    <a:extLst>
                      <a:ext uri="{FF2B5EF4-FFF2-40B4-BE49-F238E27FC236}">
                        <a16:creationId xmlns:a16="http://schemas.microsoft.com/office/drawing/2014/main" id="{964091CE-4E3F-290E-D2F1-C8F644E91018}"/>
                      </a:ext>
                    </a:extLst>
                  </p:cNvPr>
                  <p:cNvSpPr/>
                  <p:nvPr/>
                </p:nvSpPr>
                <p:spPr>
                  <a:xfrm>
                    <a:off x="1371068" y="3902502"/>
                    <a:ext cx="116780" cy="116840"/>
                  </a:xfrm>
                  <a:custGeom>
                    <a:avLst/>
                    <a:gdLst>
                      <a:gd name="connsiteX0" fmla="*/ 0 w 116780"/>
                      <a:gd name="connsiteY0" fmla="*/ 19316 h 116840"/>
                      <a:gd name="connsiteX1" fmla="*/ 76968 w 116780"/>
                      <a:gd name="connsiteY1" fmla="*/ 96284 h 116840"/>
                      <a:gd name="connsiteX2" fmla="*/ 14000 w 116780"/>
                      <a:gd name="connsiteY2" fmla="*/ 96284 h 116840"/>
                      <a:gd name="connsiteX3" fmla="*/ 34556 w 116780"/>
                      <a:gd name="connsiteY3" fmla="*/ 116840 h 116840"/>
                      <a:gd name="connsiteX4" fmla="*/ 116781 w 116780"/>
                      <a:gd name="connsiteY4" fmla="*/ 116840 h 116840"/>
                      <a:gd name="connsiteX5" fmla="*/ 116781 w 116780"/>
                      <a:gd name="connsiteY5" fmla="*/ 34556 h 116840"/>
                      <a:gd name="connsiteX6" fmla="*/ 96225 w 116780"/>
                      <a:gd name="connsiteY6" fmla="*/ 14000 h 116840"/>
                      <a:gd name="connsiteX7" fmla="*/ 96225 w 116780"/>
                      <a:gd name="connsiteY7" fmla="*/ 76968 h 116840"/>
                      <a:gd name="connsiteX8" fmla="*/ 19257 w 116780"/>
                      <a:gd name="connsiteY8" fmla="*/ 0 h 116840"/>
                      <a:gd name="connsiteX9" fmla="*/ 0 w 116780"/>
                      <a:gd name="connsiteY9" fmla="*/ 19316 h 116840"/>
                      <a:gd name="connsiteX10" fmla="*/ 79035 w 116780"/>
                      <a:gd name="connsiteY10" fmla="*/ 94216 h 116840"/>
                      <a:gd name="connsiteX11" fmla="*/ 4135 w 116780"/>
                      <a:gd name="connsiteY11" fmla="*/ 19316 h 116840"/>
                      <a:gd name="connsiteX12" fmla="*/ 19316 w 116780"/>
                      <a:gd name="connsiteY12" fmla="*/ 4135 h 116840"/>
                      <a:gd name="connsiteX13" fmla="*/ 94216 w 116780"/>
                      <a:gd name="connsiteY13" fmla="*/ 79035 h 116840"/>
                      <a:gd name="connsiteX14" fmla="*/ 99178 w 116780"/>
                      <a:gd name="connsiteY14" fmla="*/ 83997 h 116840"/>
                      <a:gd name="connsiteX15" fmla="*/ 99178 w 116780"/>
                      <a:gd name="connsiteY15" fmla="*/ 76968 h 116840"/>
                      <a:gd name="connsiteX16" fmla="*/ 99178 w 116780"/>
                      <a:gd name="connsiteY16" fmla="*/ 21029 h 116840"/>
                      <a:gd name="connsiteX17" fmla="*/ 113946 w 116780"/>
                      <a:gd name="connsiteY17" fmla="*/ 35796 h 116840"/>
                      <a:gd name="connsiteX18" fmla="*/ 113946 w 116780"/>
                      <a:gd name="connsiteY18" fmla="*/ 113946 h 116840"/>
                      <a:gd name="connsiteX19" fmla="*/ 35796 w 116780"/>
                      <a:gd name="connsiteY19" fmla="*/ 113946 h 116840"/>
                      <a:gd name="connsiteX20" fmla="*/ 21029 w 116780"/>
                      <a:gd name="connsiteY20" fmla="*/ 99178 h 116840"/>
                      <a:gd name="connsiteX21" fmla="*/ 76968 w 116780"/>
                      <a:gd name="connsiteY21" fmla="*/ 99178 h 116840"/>
                      <a:gd name="connsiteX22" fmla="*/ 83997 w 116780"/>
                      <a:gd name="connsiteY22" fmla="*/ 99178 h 116840"/>
                      <a:gd name="connsiteX23" fmla="*/ 79035 w 116780"/>
                      <a:gd name="connsiteY23" fmla="*/ 94216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840">
                        <a:moveTo>
                          <a:pt x="0" y="19316"/>
                        </a:moveTo>
                        <a:lnTo>
                          <a:pt x="76968" y="96284"/>
                        </a:lnTo>
                        <a:lnTo>
                          <a:pt x="14000" y="96284"/>
                        </a:lnTo>
                        <a:lnTo>
                          <a:pt x="34556" y="116840"/>
                        </a:lnTo>
                        <a:lnTo>
                          <a:pt x="116781" y="116840"/>
                        </a:lnTo>
                        <a:lnTo>
                          <a:pt x="116781" y="34556"/>
                        </a:lnTo>
                        <a:lnTo>
                          <a:pt x="96225" y="14000"/>
                        </a:lnTo>
                        <a:lnTo>
                          <a:pt x="96225" y="76968"/>
                        </a:lnTo>
                        <a:lnTo>
                          <a:pt x="19257" y="0"/>
                        </a:lnTo>
                        <a:lnTo>
                          <a:pt x="0" y="19316"/>
                        </a:lnTo>
                        <a:close/>
                        <a:moveTo>
                          <a:pt x="79035" y="94216"/>
                        </a:moveTo>
                        <a:lnTo>
                          <a:pt x="4135" y="19316"/>
                        </a:lnTo>
                        <a:lnTo>
                          <a:pt x="19316" y="4135"/>
                        </a:lnTo>
                        <a:lnTo>
                          <a:pt x="94216" y="79035"/>
                        </a:lnTo>
                        <a:lnTo>
                          <a:pt x="99178" y="83997"/>
                        </a:lnTo>
                        <a:lnTo>
                          <a:pt x="99178" y="76968"/>
                        </a:lnTo>
                        <a:lnTo>
                          <a:pt x="99178" y="21029"/>
                        </a:lnTo>
                        <a:lnTo>
                          <a:pt x="113946" y="35796"/>
                        </a:lnTo>
                        <a:lnTo>
                          <a:pt x="113946" y="113946"/>
                        </a:lnTo>
                        <a:lnTo>
                          <a:pt x="35796" y="113946"/>
                        </a:lnTo>
                        <a:lnTo>
                          <a:pt x="21029" y="99178"/>
                        </a:lnTo>
                        <a:lnTo>
                          <a:pt x="76968" y="99178"/>
                        </a:lnTo>
                        <a:lnTo>
                          <a:pt x="83997" y="99178"/>
                        </a:lnTo>
                        <a:lnTo>
                          <a:pt x="79035" y="9421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03" name="Freeform: Shape 402">
                    <a:extLst>
                      <a:ext uri="{FF2B5EF4-FFF2-40B4-BE49-F238E27FC236}">
                        <a16:creationId xmlns:a16="http://schemas.microsoft.com/office/drawing/2014/main" id="{7C91A046-E49F-8854-BD9B-CBAC5FA15165}"/>
                      </a:ext>
                    </a:extLst>
                  </p:cNvPr>
                  <p:cNvSpPr/>
                  <p:nvPr/>
                </p:nvSpPr>
                <p:spPr>
                  <a:xfrm>
                    <a:off x="1371068" y="4022650"/>
                    <a:ext cx="116780" cy="116781"/>
                  </a:xfrm>
                  <a:custGeom>
                    <a:avLst/>
                    <a:gdLst>
                      <a:gd name="connsiteX0" fmla="*/ 34556 w 116780"/>
                      <a:gd name="connsiteY0" fmla="*/ 0 h 116781"/>
                      <a:gd name="connsiteX1" fmla="*/ 14000 w 116780"/>
                      <a:gd name="connsiteY1" fmla="*/ 20556 h 116781"/>
                      <a:gd name="connsiteX2" fmla="*/ 76968 w 116780"/>
                      <a:gd name="connsiteY2" fmla="*/ 20556 h 116781"/>
                      <a:gd name="connsiteX3" fmla="*/ 0 w 116780"/>
                      <a:gd name="connsiteY3" fmla="*/ 97524 h 116781"/>
                      <a:gd name="connsiteX4" fmla="*/ 19257 w 116780"/>
                      <a:gd name="connsiteY4" fmla="*/ 116781 h 116781"/>
                      <a:gd name="connsiteX5" fmla="*/ 96225 w 116780"/>
                      <a:gd name="connsiteY5" fmla="*/ 39813 h 116781"/>
                      <a:gd name="connsiteX6" fmla="*/ 96225 w 116780"/>
                      <a:gd name="connsiteY6" fmla="*/ 102782 h 116781"/>
                      <a:gd name="connsiteX7" fmla="*/ 116781 w 116780"/>
                      <a:gd name="connsiteY7" fmla="*/ 82225 h 116781"/>
                      <a:gd name="connsiteX8" fmla="*/ 116781 w 116780"/>
                      <a:gd name="connsiteY8" fmla="*/ 0 h 116781"/>
                      <a:gd name="connsiteX9" fmla="*/ 34556 w 116780"/>
                      <a:gd name="connsiteY9" fmla="*/ 0 h 116781"/>
                      <a:gd name="connsiteX10" fmla="*/ 35796 w 116780"/>
                      <a:gd name="connsiteY10" fmla="*/ 2894 h 116781"/>
                      <a:gd name="connsiteX11" fmla="*/ 113946 w 116780"/>
                      <a:gd name="connsiteY11" fmla="*/ 2894 h 116781"/>
                      <a:gd name="connsiteX12" fmla="*/ 113946 w 116780"/>
                      <a:gd name="connsiteY12" fmla="*/ 80985 h 116781"/>
                      <a:gd name="connsiteX13" fmla="*/ 99178 w 116780"/>
                      <a:gd name="connsiteY13" fmla="*/ 95752 h 116781"/>
                      <a:gd name="connsiteX14" fmla="*/ 99178 w 116780"/>
                      <a:gd name="connsiteY14" fmla="*/ 39813 h 116781"/>
                      <a:gd name="connsiteX15" fmla="*/ 99178 w 116780"/>
                      <a:gd name="connsiteY15" fmla="*/ 32784 h 116781"/>
                      <a:gd name="connsiteX16" fmla="*/ 94216 w 116780"/>
                      <a:gd name="connsiteY16" fmla="*/ 37746 h 116781"/>
                      <a:gd name="connsiteX17" fmla="*/ 19316 w 116780"/>
                      <a:gd name="connsiteY17" fmla="*/ 112705 h 116781"/>
                      <a:gd name="connsiteX18" fmla="*/ 4135 w 116780"/>
                      <a:gd name="connsiteY18" fmla="*/ 97524 h 116781"/>
                      <a:gd name="connsiteX19" fmla="*/ 79035 w 116780"/>
                      <a:gd name="connsiteY19" fmla="*/ 22624 h 116781"/>
                      <a:gd name="connsiteX20" fmla="*/ 83997 w 116780"/>
                      <a:gd name="connsiteY20" fmla="*/ 17662 h 116781"/>
                      <a:gd name="connsiteX21" fmla="*/ 76968 w 116780"/>
                      <a:gd name="connsiteY21" fmla="*/ 17662 h 116781"/>
                      <a:gd name="connsiteX22" fmla="*/ 21029 w 116780"/>
                      <a:gd name="connsiteY22" fmla="*/ 17662 h 116781"/>
                      <a:gd name="connsiteX23" fmla="*/ 35796 w 116780"/>
                      <a:gd name="connsiteY23" fmla="*/ 289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34556" y="0"/>
                        </a:moveTo>
                        <a:lnTo>
                          <a:pt x="14000" y="20556"/>
                        </a:lnTo>
                        <a:lnTo>
                          <a:pt x="76968" y="20556"/>
                        </a:lnTo>
                        <a:lnTo>
                          <a:pt x="0" y="97524"/>
                        </a:lnTo>
                        <a:lnTo>
                          <a:pt x="19257" y="116781"/>
                        </a:lnTo>
                        <a:lnTo>
                          <a:pt x="96225" y="39813"/>
                        </a:lnTo>
                        <a:lnTo>
                          <a:pt x="96225" y="102782"/>
                        </a:lnTo>
                        <a:lnTo>
                          <a:pt x="116781" y="82225"/>
                        </a:lnTo>
                        <a:lnTo>
                          <a:pt x="116781" y="0"/>
                        </a:lnTo>
                        <a:lnTo>
                          <a:pt x="34556" y="0"/>
                        </a:lnTo>
                        <a:close/>
                        <a:moveTo>
                          <a:pt x="35796" y="2894"/>
                        </a:moveTo>
                        <a:lnTo>
                          <a:pt x="113946" y="2894"/>
                        </a:lnTo>
                        <a:lnTo>
                          <a:pt x="113946" y="80985"/>
                        </a:lnTo>
                        <a:lnTo>
                          <a:pt x="99178" y="95752"/>
                        </a:lnTo>
                        <a:lnTo>
                          <a:pt x="99178" y="39813"/>
                        </a:lnTo>
                        <a:lnTo>
                          <a:pt x="99178" y="32784"/>
                        </a:lnTo>
                        <a:lnTo>
                          <a:pt x="94216" y="37746"/>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302" name="Graphic 4773">
                  <a:extLst>
                    <a:ext uri="{FF2B5EF4-FFF2-40B4-BE49-F238E27FC236}">
                      <a16:creationId xmlns:a16="http://schemas.microsoft.com/office/drawing/2014/main" id="{614E46B8-A1C0-0908-D704-FE543FC728FC}"/>
                    </a:ext>
                  </a:extLst>
                </p:cNvPr>
                <p:cNvGrpSpPr/>
                <p:nvPr/>
              </p:nvGrpSpPr>
              <p:grpSpPr>
                <a:xfrm>
                  <a:off x="2079905" y="3900907"/>
                  <a:ext cx="116840" cy="236928"/>
                  <a:chOff x="2079905" y="3900907"/>
                  <a:chExt cx="116840" cy="236928"/>
                </a:xfrm>
                <a:grpFill/>
              </p:grpSpPr>
              <p:sp>
                <p:nvSpPr>
                  <p:cNvPr id="400" name="Freeform: Shape 399">
                    <a:extLst>
                      <a:ext uri="{FF2B5EF4-FFF2-40B4-BE49-F238E27FC236}">
                        <a16:creationId xmlns:a16="http://schemas.microsoft.com/office/drawing/2014/main" id="{6DF3F06C-E26A-D54E-CCEA-9D92EEF37C19}"/>
                      </a:ext>
                    </a:extLst>
                  </p:cNvPr>
                  <p:cNvSpPr/>
                  <p:nvPr/>
                </p:nvSpPr>
                <p:spPr>
                  <a:xfrm>
                    <a:off x="2079964" y="4020996"/>
                    <a:ext cx="116781" cy="116840"/>
                  </a:xfrm>
                  <a:custGeom>
                    <a:avLst/>
                    <a:gdLst>
                      <a:gd name="connsiteX0" fmla="*/ 116781 w 116781"/>
                      <a:gd name="connsiteY0" fmla="*/ 97524 h 116840"/>
                      <a:gd name="connsiteX1" fmla="*/ 39813 w 116781"/>
                      <a:gd name="connsiteY1" fmla="*/ 20557 h 116840"/>
                      <a:gd name="connsiteX2" fmla="*/ 102781 w 116781"/>
                      <a:gd name="connsiteY2" fmla="*/ 20557 h 116840"/>
                      <a:gd name="connsiteX3" fmla="*/ 82225 w 116781"/>
                      <a:gd name="connsiteY3" fmla="*/ 0 h 116840"/>
                      <a:gd name="connsiteX4" fmla="*/ 0 w 116781"/>
                      <a:gd name="connsiteY4" fmla="*/ 0 h 116840"/>
                      <a:gd name="connsiteX5" fmla="*/ 0 w 116781"/>
                      <a:gd name="connsiteY5" fmla="*/ 82225 h 116840"/>
                      <a:gd name="connsiteX6" fmla="*/ 20556 w 116781"/>
                      <a:gd name="connsiteY6" fmla="*/ 102782 h 116840"/>
                      <a:gd name="connsiteX7" fmla="*/ 20556 w 116781"/>
                      <a:gd name="connsiteY7" fmla="*/ 39813 h 116840"/>
                      <a:gd name="connsiteX8" fmla="*/ 97465 w 116781"/>
                      <a:gd name="connsiteY8" fmla="*/ 116840 h 116840"/>
                      <a:gd name="connsiteX9" fmla="*/ 116781 w 116781"/>
                      <a:gd name="connsiteY9" fmla="*/ 97524 h 116840"/>
                      <a:gd name="connsiteX10" fmla="*/ 37746 w 116781"/>
                      <a:gd name="connsiteY10" fmla="*/ 22624 h 116840"/>
                      <a:gd name="connsiteX11" fmla="*/ 112646 w 116781"/>
                      <a:gd name="connsiteY11" fmla="*/ 97524 h 116840"/>
                      <a:gd name="connsiteX12" fmla="*/ 97465 w 116781"/>
                      <a:gd name="connsiteY12" fmla="*/ 112705 h 116840"/>
                      <a:gd name="connsiteX13" fmla="*/ 22565 w 116781"/>
                      <a:gd name="connsiteY13" fmla="*/ 37805 h 116840"/>
                      <a:gd name="connsiteX14" fmla="*/ 17603 w 116781"/>
                      <a:gd name="connsiteY14" fmla="*/ 32843 h 116840"/>
                      <a:gd name="connsiteX15" fmla="*/ 17603 w 116781"/>
                      <a:gd name="connsiteY15" fmla="*/ 39872 h 116840"/>
                      <a:gd name="connsiteX16" fmla="*/ 17603 w 116781"/>
                      <a:gd name="connsiteY16" fmla="*/ 95870 h 116840"/>
                      <a:gd name="connsiteX17" fmla="*/ 2835 w 116781"/>
                      <a:gd name="connsiteY17" fmla="*/ 81103 h 116840"/>
                      <a:gd name="connsiteX18" fmla="*/ 2835 w 116781"/>
                      <a:gd name="connsiteY18" fmla="*/ 2953 h 116840"/>
                      <a:gd name="connsiteX19" fmla="*/ 80985 w 116781"/>
                      <a:gd name="connsiteY19" fmla="*/ 2953 h 116840"/>
                      <a:gd name="connsiteX20" fmla="*/ 95752 w 116781"/>
                      <a:gd name="connsiteY20" fmla="*/ 17721 h 116840"/>
                      <a:gd name="connsiteX21" fmla="*/ 39813 w 116781"/>
                      <a:gd name="connsiteY21" fmla="*/ 17721 h 116840"/>
                      <a:gd name="connsiteX22" fmla="*/ 32784 w 116781"/>
                      <a:gd name="connsiteY22" fmla="*/ 17721 h 116840"/>
                      <a:gd name="connsiteX23" fmla="*/ 37746 w 116781"/>
                      <a:gd name="connsiteY23" fmla="*/ 22624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840">
                        <a:moveTo>
                          <a:pt x="116781" y="97524"/>
                        </a:moveTo>
                        <a:lnTo>
                          <a:pt x="39813" y="20557"/>
                        </a:lnTo>
                        <a:lnTo>
                          <a:pt x="102781" y="20557"/>
                        </a:lnTo>
                        <a:lnTo>
                          <a:pt x="82225" y="0"/>
                        </a:lnTo>
                        <a:lnTo>
                          <a:pt x="0" y="0"/>
                        </a:lnTo>
                        <a:lnTo>
                          <a:pt x="0" y="82225"/>
                        </a:lnTo>
                        <a:lnTo>
                          <a:pt x="20556" y="102782"/>
                        </a:lnTo>
                        <a:lnTo>
                          <a:pt x="20556" y="39813"/>
                        </a:lnTo>
                        <a:lnTo>
                          <a:pt x="97465" y="116840"/>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401" name="Freeform: Shape 400">
                    <a:extLst>
                      <a:ext uri="{FF2B5EF4-FFF2-40B4-BE49-F238E27FC236}">
                        <a16:creationId xmlns:a16="http://schemas.microsoft.com/office/drawing/2014/main" id="{F8F8CF56-6F9E-A7EE-39E3-C8FCF54634B9}"/>
                      </a:ext>
                    </a:extLst>
                  </p:cNvPr>
                  <p:cNvSpPr/>
                  <p:nvPr/>
                </p:nvSpPr>
                <p:spPr>
                  <a:xfrm>
                    <a:off x="2079905" y="3900907"/>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6 w 116781"/>
                      <a:gd name="connsiteY5" fmla="*/ 76968 h 116780"/>
                      <a:gd name="connsiteX6" fmla="*/ 20556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6 h 116780"/>
                      <a:gd name="connsiteX11" fmla="*/ 2895 w 116781"/>
                      <a:gd name="connsiteY11" fmla="*/ 113886 h 116780"/>
                      <a:gd name="connsiteX12" fmla="*/ 2895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17 h 116780"/>
                      <a:gd name="connsiteX18" fmla="*/ 112705 w 116781"/>
                      <a:gd name="connsiteY18" fmla="*/ 19198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6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6" y="76968"/>
                        </a:lnTo>
                        <a:lnTo>
                          <a:pt x="20556" y="14000"/>
                        </a:lnTo>
                        <a:lnTo>
                          <a:pt x="0" y="34556"/>
                        </a:lnTo>
                        <a:lnTo>
                          <a:pt x="0" y="116781"/>
                        </a:lnTo>
                        <a:lnTo>
                          <a:pt x="82225" y="116781"/>
                        </a:lnTo>
                        <a:close/>
                        <a:moveTo>
                          <a:pt x="81044" y="113886"/>
                        </a:moveTo>
                        <a:lnTo>
                          <a:pt x="2895" y="113886"/>
                        </a:lnTo>
                        <a:lnTo>
                          <a:pt x="2895" y="35737"/>
                        </a:lnTo>
                        <a:lnTo>
                          <a:pt x="17662" y="20970"/>
                        </a:lnTo>
                        <a:lnTo>
                          <a:pt x="17662" y="76909"/>
                        </a:lnTo>
                        <a:lnTo>
                          <a:pt x="17662" y="83938"/>
                        </a:lnTo>
                        <a:lnTo>
                          <a:pt x="22624" y="78976"/>
                        </a:lnTo>
                        <a:lnTo>
                          <a:pt x="97524" y="4017"/>
                        </a:lnTo>
                        <a:lnTo>
                          <a:pt x="112705" y="19198"/>
                        </a:lnTo>
                        <a:lnTo>
                          <a:pt x="37805" y="94157"/>
                        </a:lnTo>
                        <a:lnTo>
                          <a:pt x="32843" y="99119"/>
                        </a:lnTo>
                        <a:lnTo>
                          <a:pt x="39872" y="99119"/>
                        </a:lnTo>
                        <a:lnTo>
                          <a:pt x="95811" y="99119"/>
                        </a:lnTo>
                        <a:lnTo>
                          <a:pt x="81044" y="11388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303" name="Graphic 4773">
                  <a:extLst>
                    <a:ext uri="{FF2B5EF4-FFF2-40B4-BE49-F238E27FC236}">
                      <a16:creationId xmlns:a16="http://schemas.microsoft.com/office/drawing/2014/main" id="{D2757188-D8B3-CB1B-5D6A-6D3573189F6D}"/>
                    </a:ext>
                  </a:extLst>
                </p:cNvPr>
                <p:cNvGrpSpPr/>
                <p:nvPr/>
              </p:nvGrpSpPr>
              <p:grpSpPr>
                <a:xfrm>
                  <a:off x="1932349" y="1658589"/>
                  <a:ext cx="648231" cy="115451"/>
                  <a:chOff x="1932349" y="1658589"/>
                  <a:chExt cx="648231" cy="115451"/>
                </a:xfrm>
                <a:grpFill/>
              </p:grpSpPr>
              <p:sp>
                <p:nvSpPr>
                  <p:cNvPr id="384" name="Freeform: Shape 383">
                    <a:extLst>
                      <a:ext uri="{FF2B5EF4-FFF2-40B4-BE49-F238E27FC236}">
                        <a16:creationId xmlns:a16="http://schemas.microsoft.com/office/drawing/2014/main" id="{3D30C7A6-06D9-89BB-3850-9A89F57DAAAB}"/>
                      </a:ext>
                    </a:extLst>
                  </p:cNvPr>
                  <p:cNvSpPr/>
                  <p:nvPr/>
                </p:nvSpPr>
                <p:spPr>
                  <a:xfrm>
                    <a:off x="2171286" y="170398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70" y="22210"/>
                          <a:pt x="2540" y="17839"/>
                          <a:pt x="2540" y="12405"/>
                        </a:cubicBezTo>
                        <a:cubicBezTo>
                          <a:pt x="2540" y="6970"/>
                          <a:pt x="6911" y="2599"/>
                          <a:pt x="12346" y="2599"/>
                        </a:cubicBezTo>
                        <a:lnTo>
                          <a:pt x="12346" y="2599"/>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85" name="Freeform: Shape 384">
                    <a:extLst>
                      <a:ext uri="{FF2B5EF4-FFF2-40B4-BE49-F238E27FC236}">
                        <a16:creationId xmlns:a16="http://schemas.microsoft.com/office/drawing/2014/main" id="{C32DC7E5-AB01-5CDF-4FA8-33C3FF96C423}"/>
                      </a:ext>
                    </a:extLst>
                  </p:cNvPr>
                  <p:cNvSpPr/>
                  <p:nvPr/>
                </p:nvSpPr>
                <p:spPr>
                  <a:xfrm>
                    <a:off x="222255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86" name="Freeform: Shape 385">
                    <a:extLst>
                      <a:ext uri="{FF2B5EF4-FFF2-40B4-BE49-F238E27FC236}">
                        <a16:creationId xmlns:a16="http://schemas.microsoft.com/office/drawing/2014/main" id="{3489319B-8861-9C60-B483-ACCB03B83030}"/>
                      </a:ext>
                    </a:extLst>
                  </p:cNvPr>
                  <p:cNvSpPr/>
                  <p:nvPr/>
                </p:nvSpPr>
                <p:spPr>
                  <a:xfrm>
                    <a:off x="2248254"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87" name="Freeform: Shape 386">
                    <a:extLst>
                      <a:ext uri="{FF2B5EF4-FFF2-40B4-BE49-F238E27FC236}">
                        <a16:creationId xmlns:a16="http://schemas.microsoft.com/office/drawing/2014/main" id="{A86EF851-5901-91FB-79FE-1EA402EAB866}"/>
                      </a:ext>
                    </a:extLst>
                  </p:cNvPr>
                  <p:cNvSpPr/>
                  <p:nvPr/>
                </p:nvSpPr>
                <p:spPr>
                  <a:xfrm>
                    <a:off x="2299467"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750"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88" name="Freeform: Shape 387">
                    <a:extLst>
                      <a:ext uri="{FF2B5EF4-FFF2-40B4-BE49-F238E27FC236}">
                        <a16:creationId xmlns:a16="http://schemas.microsoft.com/office/drawing/2014/main" id="{CBC04728-9F37-0CCB-9B78-BAD0D2C33D2E}"/>
                      </a:ext>
                    </a:extLst>
                  </p:cNvPr>
                  <p:cNvSpPr/>
                  <p:nvPr/>
                </p:nvSpPr>
                <p:spPr>
                  <a:xfrm>
                    <a:off x="235079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89" name="Freeform: Shape 388">
                    <a:extLst>
                      <a:ext uri="{FF2B5EF4-FFF2-40B4-BE49-F238E27FC236}">
                        <a16:creationId xmlns:a16="http://schemas.microsoft.com/office/drawing/2014/main" id="{14ADDF9F-DBE2-E29C-DE48-50847DFC8A4D}"/>
                      </a:ext>
                    </a:extLst>
                  </p:cNvPr>
                  <p:cNvSpPr/>
                  <p:nvPr/>
                </p:nvSpPr>
                <p:spPr>
                  <a:xfrm>
                    <a:off x="2376435"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80"/>
                          <a:pt x="17780" y="22151"/>
                          <a:pt x="12346" y="22151"/>
                        </a:cubicBezTo>
                        <a:cubicBezTo>
                          <a:pt x="6970" y="22151"/>
                          <a:pt x="2540" y="17721"/>
                          <a:pt x="2540" y="12346"/>
                        </a:cubicBezTo>
                        <a:cubicBezTo>
                          <a:pt x="2540" y="6970"/>
                          <a:pt x="6911"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90" name="Freeform: Shape 389">
                    <a:extLst>
                      <a:ext uri="{FF2B5EF4-FFF2-40B4-BE49-F238E27FC236}">
                        <a16:creationId xmlns:a16="http://schemas.microsoft.com/office/drawing/2014/main" id="{487B02BB-7E7F-3B69-685E-DB0A069E9709}"/>
                      </a:ext>
                    </a:extLst>
                  </p:cNvPr>
                  <p:cNvSpPr/>
                  <p:nvPr/>
                </p:nvSpPr>
                <p:spPr>
                  <a:xfrm>
                    <a:off x="2402072"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91" name="Freeform: Shape 390">
                    <a:extLst>
                      <a:ext uri="{FF2B5EF4-FFF2-40B4-BE49-F238E27FC236}">
                        <a16:creationId xmlns:a16="http://schemas.microsoft.com/office/drawing/2014/main" id="{839D586C-C67C-1251-EB14-D016041555F0}"/>
                      </a:ext>
                    </a:extLst>
                  </p:cNvPr>
                  <p:cNvSpPr/>
                  <p:nvPr/>
                </p:nvSpPr>
                <p:spPr>
                  <a:xfrm>
                    <a:off x="2453344"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21"/>
                          <a:pt x="2540" y="12346"/>
                        </a:cubicBezTo>
                        <a:cubicBezTo>
                          <a:pt x="2540" y="6970"/>
                          <a:pt x="6911" y="2540"/>
                          <a:pt x="12346" y="2540"/>
                        </a:cubicBezTo>
                        <a:lnTo>
                          <a:pt x="12346" y="2540"/>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49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92" name="Freeform: Shape 391">
                    <a:extLst>
                      <a:ext uri="{FF2B5EF4-FFF2-40B4-BE49-F238E27FC236}">
                        <a16:creationId xmlns:a16="http://schemas.microsoft.com/office/drawing/2014/main" id="{05D21396-7404-A4FA-D276-39C41FA2A461}"/>
                      </a:ext>
                    </a:extLst>
                  </p:cNvPr>
                  <p:cNvSpPr/>
                  <p:nvPr/>
                </p:nvSpPr>
                <p:spPr>
                  <a:xfrm>
                    <a:off x="2504617"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93" name="Freeform: Shape 392">
                    <a:extLst>
                      <a:ext uri="{FF2B5EF4-FFF2-40B4-BE49-F238E27FC236}">
                        <a16:creationId xmlns:a16="http://schemas.microsoft.com/office/drawing/2014/main" id="{1E0A4066-E729-9762-CC85-CC9C48CDD86F}"/>
                      </a:ext>
                    </a:extLst>
                  </p:cNvPr>
                  <p:cNvSpPr/>
                  <p:nvPr/>
                </p:nvSpPr>
                <p:spPr>
                  <a:xfrm>
                    <a:off x="2530253"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94" name="Freeform: Shape 393">
                    <a:extLst>
                      <a:ext uri="{FF2B5EF4-FFF2-40B4-BE49-F238E27FC236}">
                        <a16:creationId xmlns:a16="http://schemas.microsoft.com/office/drawing/2014/main" id="{BCFEA706-46BD-F4D5-9F71-B9D0B2A5D33B}"/>
                      </a:ext>
                    </a:extLst>
                  </p:cNvPr>
                  <p:cNvSpPr/>
                  <p:nvPr/>
                </p:nvSpPr>
                <p:spPr>
                  <a:xfrm>
                    <a:off x="2555889"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70"/>
                          <a:pt x="22151" y="12346"/>
                        </a:cubicBezTo>
                        <a:cubicBezTo>
                          <a:pt x="22151" y="17780"/>
                          <a:pt x="17780" y="22151"/>
                          <a:pt x="12346" y="22151"/>
                        </a:cubicBezTo>
                        <a:cubicBezTo>
                          <a:pt x="6911" y="22151"/>
                          <a:pt x="2540" y="17721"/>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49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95" name="Freeform: Shape 394">
                    <a:extLst>
                      <a:ext uri="{FF2B5EF4-FFF2-40B4-BE49-F238E27FC236}">
                        <a16:creationId xmlns:a16="http://schemas.microsoft.com/office/drawing/2014/main" id="{29012C90-8420-85CD-BE60-40961837CE39}"/>
                      </a:ext>
                    </a:extLst>
                  </p:cNvPr>
                  <p:cNvSpPr/>
                  <p:nvPr/>
                </p:nvSpPr>
                <p:spPr>
                  <a:xfrm>
                    <a:off x="2137498" y="1658767"/>
                    <a:ext cx="66719" cy="115274"/>
                  </a:xfrm>
                  <a:custGeom>
                    <a:avLst/>
                    <a:gdLst>
                      <a:gd name="connsiteX0" fmla="*/ 60310 w 66719"/>
                      <a:gd name="connsiteY0" fmla="*/ 115275 h 115274"/>
                      <a:gd name="connsiteX1" fmla="*/ 64859 w 66719"/>
                      <a:gd name="connsiteY1" fmla="*/ 113384 h 115274"/>
                      <a:gd name="connsiteX2" fmla="*/ 64859 w 66719"/>
                      <a:gd name="connsiteY2" fmla="*/ 104347 h 115274"/>
                      <a:gd name="connsiteX3" fmla="*/ 18134 w 66719"/>
                      <a:gd name="connsiteY3" fmla="*/ 57623 h 115274"/>
                      <a:gd name="connsiteX4" fmla="*/ 64859 w 66719"/>
                      <a:gd name="connsiteY4" fmla="*/ 10898 h 115274"/>
                      <a:gd name="connsiteX5" fmla="*/ 64859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9" y="113384"/>
                        </a:cubicBezTo>
                        <a:cubicBezTo>
                          <a:pt x="67340" y="110903"/>
                          <a:pt x="67340" y="106828"/>
                          <a:pt x="64859" y="104347"/>
                        </a:cubicBezTo>
                        <a:lnTo>
                          <a:pt x="18134" y="57623"/>
                        </a:lnTo>
                        <a:lnTo>
                          <a:pt x="64859" y="10898"/>
                        </a:lnTo>
                        <a:cubicBezTo>
                          <a:pt x="67340" y="8417"/>
                          <a:pt x="67340" y="4342"/>
                          <a:pt x="64859" y="1861"/>
                        </a:cubicBezTo>
                        <a:cubicBezTo>
                          <a:pt x="62378" y="-620"/>
                          <a:pt x="58302" y="-620"/>
                          <a:pt x="55821" y="1861"/>
                        </a:cubicBezTo>
                        <a:lnTo>
                          <a:pt x="0" y="57682"/>
                        </a:lnTo>
                        <a:lnTo>
                          <a:pt x="55821" y="113503"/>
                        </a:lnTo>
                        <a:cubicBezTo>
                          <a:pt x="57002" y="114684"/>
                          <a:pt x="58656" y="115275"/>
                          <a:pt x="60310" y="115275"/>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96" name="Freeform: Shape 395">
                    <a:extLst>
                      <a:ext uri="{FF2B5EF4-FFF2-40B4-BE49-F238E27FC236}">
                        <a16:creationId xmlns:a16="http://schemas.microsoft.com/office/drawing/2014/main" id="{6C9EC13C-8782-E963-2710-AB4B834875B7}"/>
                      </a:ext>
                    </a:extLst>
                  </p:cNvPr>
                  <p:cNvSpPr/>
                  <p:nvPr/>
                </p:nvSpPr>
                <p:spPr>
                  <a:xfrm>
                    <a:off x="2086107" y="1658708"/>
                    <a:ext cx="66778" cy="115333"/>
                  </a:xfrm>
                  <a:custGeom>
                    <a:avLst/>
                    <a:gdLst>
                      <a:gd name="connsiteX0" fmla="*/ 60369 w 66778"/>
                      <a:gd name="connsiteY0" fmla="*/ 115334 h 115333"/>
                      <a:gd name="connsiteX1" fmla="*/ 64918 w 66778"/>
                      <a:gd name="connsiteY1" fmla="*/ 113443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3"/>
                        </a:cubicBezTo>
                        <a:cubicBezTo>
                          <a:pt x="67399" y="110963"/>
                          <a:pt x="67399" y="106887"/>
                          <a:pt x="64918" y="104347"/>
                        </a:cubicBezTo>
                        <a:lnTo>
                          <a:pt x="18134" y="57623"/>
                        </a:lnTo>
                        <a:lnTo>
                          <a:pt x="64918" y="10898"/>
                        </a:lnTo>
                        <a:cubicBezTo>
                          <a:pt x="67399" y="8417"/>
                          <a:pt x="67399" y="4342"/>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97" name="Freeform: Shape 396">
                    <a:extLst>
                      <a:ext uri="{FF2B5EF4-FFF2-40B4-BE49-F238E27FC236}">
                        <a16:creationId xmlns:a16="http://schemas.microsoft.com/office/drawing/2014/main" id="{F04B5C93-53A5-813C-3BEC-83E8ABD9311B}"/>
                      </a:ext>
                    </a:extLst>
                  </p:cNvPr>
                  <p:cNvSpPr/>
                  <p:nvPr/>
                </p:nvSpPr>
                <p:spPr>
                  <a:xfrm>
                    <a:off x="2034894" y="165858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7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98" name="Freeform: Shape 397">
                    <a:extLst>
                      <a:ext uri="{FF2B5EF4-FFF2-40B4-BE49-F238E27FC236}">
                        <a16:creationId xmlns:a16="http://schemas.microsoft.com/office/drawing/2014/main" id="{B802B6B6-71C3-60D3-8BB3-209CE328BAEC}"/>
                      </a:ext>
                    </a:extLst>
                  </p:cNvPr>
                  <p:cNvSpPr/>
                  <p:nvPr/>
                </p:nvSpPr>
                <p:spPr>
                  <a:xfrm>
                    <a:off x="1983621" y="165858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618" y="114684"/>
                          <a:pt x="64859" y="113444"/>
                        </a:cubicBezTo>
                        <a:cubicBezTo>
                          <a:pt x="67340" y="110963"/>
                          <a:pt x="67340" y="106887"/>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99" name="Freeform: Shape 398">
                    <a:extLst>
                      <a:ext uri="{FF2B5EF4-FFF2-40B4-BE49-F238E27FC236}">
                        <a16:creationId xmlns:a16="http://schemas.microsoft.com/office/drawing/2014/main" id="{8C9B006D-09CE-B007-59B7-35FB4DF713A2}"/>
                      </a:ext>
                    </a:extLst>
                  </p:cNvPr>
                  <p:cNvSpPr/>
                  <p:nvPr/>
                </p:nvSpPr>
                <p:spPr>
                  <a:xfrm>
                    <a:off x="1932349" y="1658648"/>
                    <a:ext cx="66719" cy="115274"/>
                  </a:xfrm>
                  <a:custGeom>
                    <a:avLst/>
                    <a:gdLst>
                      <a:gd name="connsiteX0" fmla="*/ 60310 w 66719"/>
                      <a:gd name="connsiteY0" fmla="*/ 115275 h 115274"/>
                      <a:gd name="connsiteX1" fmla="*/ 64858 w 66719"/>
                      <a:gd name="connsiteY1" fmla="*/ 113384 h 115274"/>
                      <a:gd name="connsiteX2" fmla="*/ 64858 w 66719"/>
                      <a:gd name="connsiteY2" fmla="*/ 104347 h 115274"/>
                      <a:gd name="connsiteX3" fmla="*/ 18134 w 66719"/>
                      <a:gd name="connsiteY3" fmla="*/ 57623 h 115274"/>
                      <a:gd name="connsiteX4" fmla="*/ 64858 w 66719"/>
                      <a:gd name="connsiteY4" fmla="*/ 10898 h 115274"/>
                      <a:gd name="connsiteX5" fmla="*/ 64858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8" y="113384"/>
                        </a:cubicBezTo>
                        <a:cubicBezTo>
                          <a:pt x="67340" y="110904"/>
                          <a:pt x="67340" y="106828"/>
                          <a:pt x="64858" y="104347"/>
                        </a:cubicBezTo>
                        <a:lnTo>
                          <a:pt x="18134" y="57623"/>
                        </a:lnTo>
                        <a:lnTo>
                          <a:pt x="64858" y="10898"/>
                        </a:lnTo>
                        <a:cubicBezTo>
                          <a:pt x="67340" y="8417"/>
                          <a:pt x="67340" y="4342"/>
                          <a:pt x="64858" y="1861"/>
                        </a:cubicBezTo>
                        <a:cubicBezTo>
                          <a:pt x="62378" y="-620"/>
                          <a:pt x="58302" y="-620"/>
                          <a:pt x="55821" y="1861"/>
                        </a:cubicBezTo>
                        <a:lnTo>
                          <a:pt x="0" y="57682"/>
                        </a:lnTo>
                        <a:lnTo>
                          <a:pt x="55821" y="113503"/>
                        </a:lnTo>
                        <a:cubicBezTo>
                          <a:pt x="57002" y="114625"/>
                          <a:pt x="58656" y="115275"/>
                          <a:pt x="60310" y="115275"/>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304" name="Graphic 4773">
                  <a:extLst>
                    <a:ext uri="{FF2B5EF4-FFF2-40B4-BE49-F238E27FC236}">
                      <a16:creationId xmlns:a16="http://schemas.microsoft.com/office/drawing/2014/main" id="{55ADCAA5-4CC5-0FDE-E018-23821DB33879}"/>
                    </a:ext>
                  </a:extLst>
                </p:cNvPr>
                <p:cNvGrpSpPr/>
                <p:nvPr/>
              </p:nvGrpSpPr>
              <p:grpSpPr>
                <a:xfrm>
                  <a:off x="455605" y="4257600"/>
                  <a:ext cx="648231" cy="115511"/>
                  <a:chOff x="455605" y="4257600"/>
                  <a:chExt cx="648231" cy="115511"/>
                </a:xfrm>
                <a:grpFill/>
              </p:grpSpPr>
              <p:sp>
                <p:nvSpPr>
                  <p:cNvPr id="368" name="Freeform: Shape 367">
                    <a:extLst>
                      <a:ext uri="{FF2B5EF4-FFF2-40B4-BE49-F238E27FC236}">
                        <a16:creationId xmlns:a16="http://schemas.microsoft.com/office/drawing/2014/main" id="{6766B010-073C-4BB4-ACE0-8F7F05BBFB4F}"/>
                      </a:ext>
                    </a:extLst>
                  </p:cNvPr>
                  <p:cNvSpPr/>
                  <p:nvPr/>
                </p:nvSpPr>
                <p:spPr>
                  <a:xfrm>
                    <a:off x="694542" y="4303054"/>
                    <a:ext cx="24691" cy="24750"/>
                  </a:xfrm>
                  <a:custGeom>
                    <a:avLst/>
                    <a:gdLst>
                      <a:gd name="connsiteX0" fmla="*/ 12346 w 24691"/>
                      <a:gd name="connsiteY0" fmla="*/ 2599 h 24750"/>
                      <a:gd name="connsiteX1" fmla="*/ 22151 w 24691"/>
                      <a:gd name="connsiteY1" fmla="*/ 12405 h 24750"/>
                      <a:gd name="connsiteX2" fmla="*/ 12346 w 24691"/>
                      <a:gd name="connsiteY2" fmla="*/ 22210 h 24750"/>
                      <a:gd name="connsiteX3" fmla="*/ 2540 w 24691"/>
                      <a:gd name="connsiteY3" fmla="*/ 12405 h 24750"/>
                      <a:gd name="connsiteX4" fmla="*/ 12346 w 24691"/>
                      <a:gd name="connsiteY4" fmla="*/ 2599 h 24750"/>
                      <a:gd name="connsiteX5" fmla="*/ 12346 w 24691"/>
                      <a:gd name="connsiteY5" fmla="*/ 2599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99"/>
                        </a:moveTo>
                        <a:cubicBezTo>
                          <a:pt x="17780" y="2599"/>
                          <a:pt x="22151" y="6971"/>
                          <a:pt x="22151" y="12405"/>
                        </a:cubicBezTo>
                        <a:cubicBezTo>
                          <a:pt x="22151" y="17839"/>
                          <a:pt x="17780" y="22210"/>
                          <a:pt x="12346" y="22210"/>
                        </a:cubicBezTo>
                        <a:cubicBezTo>
                          <a:pt x="6911" y="22210"/>
                          <a:pt x="2540" y="17839"/>
                          <a:pt x="2540" y="12405"/>
                        </a:cubicBezTo>
                        <a:cubicBezTo>
                          <a:pt x="2540" y="6971"/>
                          <a:pt x="6911" y="2599"/>
                          <a:pt x="12346" y="2599"/>
                        </a:cubicBezTo>
                        <a:lnTo>
                          <a:pt x="12346" y="2599"/>
                        </a:lnTo>
                        <a:close/>
                        <a:moveTo>
                          <a:pt x="12346" y="0"/>
                        </a:moveTo>
                        <a:cubicBezTo>
                          <a:pt x="5493" y="0"/>
                          <a:pt x="0" y="5553"/>
                          <a:pt x="0" y="12346"/>
                        </a:cubicBezTo>
                        <a:cubicBezTo>
                          <a:pt x="0" y="19198"/>
                          <a:pt x="5553" y="24750"/>
                          <a:pt x="12346" y="24750"/>
                        </a:cubicBezTo>
                        <a:cubicBezTo>
                          <a:pt x="19198" y="24750"/>
                          <a:pt x="24691" y="19198"/>
                          <a:pt x="24691" y="12346"/>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69" name="Freeform: Shape 368">
                    <a:extLst>
                      <a:ext uri="{FF2B5EF4-FFF2-40B4-BE49-F238E27FC236}">
                        <a16:creationId xmlns:a16="http://schemas.microsoft.com/office/drawing/2014/main" id="{CA992596-420B-7A0B-BD52-E7E47DC0E419}"/>
                      </a:ext>
                    </a:extLst>
                  </p:cNvPr>
                  <p:cNvSpPr/>
                  <p:nvPr/>
                </p:nvSpPr>
                <p:spPr>
                  <a:xfrm>
                    <a:off x="745814"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98"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70" name="Freeform: Shape 369">
                    <a:extLst>
                      <a:ext uri="{FF2B5EF4-FFF2-40B4-BE49-F238E27FC236}">
                        <a16:creationId xmlns:a16="http://schemas.microsoft.com/office/drawing/2014/main" id="{8D101AB9-3023-B25C-85D3-9FD2ADC96709}"/>
                      </a:ext>
                    </a:extLst>
                  </p:cNvPr>
                  <p:cNvSpPr/>
                  <p:nvPr/>
                </p:nvSpPr>
                <p:spPr>
                  <a:xfrm>
                    <a:off x="771510"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71" name="Freeform: Shape 370">
                    <a:extLst>
                      <a:ext uri="{FF2B5EF4-FFF2-40B4-BE49-F238E27FC236}">
                        <a16:creationId xmlns:a16="http://schemas.microsoft.com/office/drawing/2014/main" id="{8CEC540B-4F5D-B003-A8D4-1D03CBBC9469}"/>
                      </a:ext>
                    </a:extLst>
                  </p:cNvPr>
                  <p:cNvSpPr/>
                  <p:nvPr/>
                </p:nvSpPr>
                <p:spPr>
                  <a:xfrm>
                    <a:off x="822723" y="4303054"/>
                    <a:ext cx="24691" cy="24750"/>
                  </a:xfrm>
                  <a:custGeom>
                    <a:avLst/>
                    <a:gdLst>
                      <a:gd name="connsiteX0" fmla="*/ 12346 w 24691"/>
                      <a:gd name="connsiteY0" fmla="*/ 2540 h 24750"/>
                      <a:gd name="connsiteX1" fmla="*/ 22151 w 24691"/>
                      <a:gd name="connsiteY1" fmla="*/ 12346 h 24750"/>
                      <a:gd name="connsiteX2" fmla="*/ 12346 w 24691"/>
                      <a:gd name="connsiteY2" fmla="*/ 22151 h 24750"/>
                      <a:gd name="connsiteX3" fmla="*/ 2540 w 24691"/>
                      <a:gd name="connsiteY3" fmla="*/ 12346 h 24750"/>
                      <a:gd name="connsiteX4" fmla="*/ 12346 w 24691"/>
                      <a:gd name="connsiteY4" fmla="*/ 2540 h 24750"/>
                      <a:gd name="connsiteX5" fmla="*/ 12346 w 24691"/>
                      <a:gd name="connsiteY5" fmla="*/ 2540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1"/>
                          <a:pt x="6970" y="2540"/>
                          <a:pt x="12346" y="2540"/>
                        </a:cubicBezTo>
                        <a:lnTo>
                          <a:pt x="12346" y="2540"/>
                        </a:lnTo>
                        <a:close/>
                        <a:moveTo>
                          <a:pt x="12346" y="0"/>
                        </a:moveTo>
                        <a:cubicBezTo>
                          <a:pt x="5494" y="0"/>
                          <a:pt x="0" y="5553"/>
                          <a:pt x="0" y="12346"/>
                        </a:cubicBezTo>
                        <a:cubicBezTo>
                          <a:pt x="0" y="19198"/>
                          <a:pt x="5553" y="24750"/>
                          <a:pt x="12346" y="24750"/>
                        </a:cubicBezTo>
                        <a:cubicBezTo>
                          <a:pt x="19198" y="24750"/>
                          <a:pt x="24691" y="19198"/>
                          <a:pt x="24691" y="12346"/>
                        </a:cubicBezTo>
                        <a:cubicBezTo>
                          <a:pt x="24750"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72" name="Freeform: Shape 371">
                    <a:extLst>
                      <a:ext uri="{FF2B5EF4-FFF2-40B4-BE49-F238E27FC236}">
                        <a16:creationId xmlns:a16="http://schemas.microsoft.com/office/drawing/2014/main" id="{CF4577E1-3F39-F9C8-FC98-53DF1E3D0EC7}"/>
                      </a:ext>
                    </a:extLst>
                  </p:cNvPr>
                  <p:cNvSpPr/>
                  <p:nvPr/>
                </p:nvSpPr>
                <p:spPr>
                  <a:xfrm>
                    <a:off x="874055"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73" name="Freeform: Shape 372">
                    <a:extLst>
                      <a:ext uri="{FF2B5EF4-FFF2-40B4-BE49-F238E27FC236}">
                        <a16:creationId xmlns:a16="http://schemas.microsoft.com/office/drawing/2014/main" id="{08D72C85-0FF1-618E-DFF1-CFC9B1FAD445}"/>
                      </a:ext>
                    </a:extLst>
                  </p:cNvPr>
                  <p:cNvSpPr/>
                  <p:nvPr/>
                </p:nvSpPr>
                <p:spPr>
                  <a:xfrm>
                    <a:off x="899691"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21"/>
                          <a:pt x="17780" y="22151"/>
                          <a:pt x="12346" y="22151"/>
                        </a:cubicBezTo>
                        <a:cubicBezTo>
                          <a:pt x="6970" y="22151"/>
                          <a:pt x="2540" y="17721"/>
                          <a:pt x="2540" y="12346"/>
                        </a:cubicBezTo>
                        <a:cubicBezTo>
                          <a:pt x="2540" y="6971"/>
                          <a:pt x="6911" y="2540"/>
                          <a:pt x="12346" y="2540"/>
                        </a:cubicBezTo>
                        <a:lnTo>
                          <a:pt x="12346" y="2540"/>
                        </a:lnTo>
                        <a:close/>
                        <a:moveTo>
                          <a:pt x="12346" y="0"/>
                        </a:moveTo>
                        <a:cubicBezTo>
                          <a:pt x="5494"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74" name="Freeform: Shape 373">
                    <a:extLst>
                      <a:ext uri="{FF2B5EF4-FFF2-40B4-BE49-F238E27FC236}">
                        <a16:creationId xmlns:a16="http://schemas.microsoft.com/office/drawing/2014/main" id="{978B8E6D-D3A9-1648-6832-F4ABE2871DC8}"/>
                      </a:ext>
                    </a:extLst>
                  </p:cNvPr>
                  <p:cNvSpPr/>
                  <p:nvPr/>
                </p:nvSpPr>
                <p:spPr>
                  <a:xfrm>
                    <a:off x="925327"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4" y="24750"/>
                          <a:pt x="0" y="19198"/>
                          <a:pt x="0" y="12346"/>
                        </a:cubicBezTo>
                        <a:cubicBezTo>
                          <a:pt x="0" y="5494"/>
                          <a:pt x="5553" y="0"/>
                          <a:pt x="12346" y="0"/>
                        </a:cubicBezTo>
                        <a:cubicBezTo>
                          <a:pt x="19139"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75" name="Freeform: Shape 374">
                    <a:extLst>
                      <a:ext uri="{FF2B5EF4-FFF2-40B4-BE49-F238E27FC236}">
                        <a16:creationId xmlns:a16="http://schemas.microsoft.com/office/drawing/2014/main" id="{5D4D13A2-2C5C-0A0A-964E-3E192F4BBF16}"/>
                      </a:ext>
                    </a:extLst>
                  </p:cNvPr>
                  <p:cNvSpPr/>
                  <p:nvPr/>
                </p:nvSpPr>
                <p:spPr>
                  <a:xfrm>
                    <a:off x="976600"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80"/>
                          <a:pt x="2540" y="12346"/>
                        </a:cubicBezTo>
                        <a:cubicBezTo>
                          <a:pt x="2540" y="6971"/>
                          <a:pt x="6911" y="2540"/>
                          <a:pt x="12346" y="2540"/>
                        </a:cubicBezTo>
                        <a:lnTo>
                          <a:pt x="12346" y="2540"/>
                        </a:lnTo>
                        <a:close/>
                        <a:moveTo>
                          <a:pt x="12346" y="0"/>
                        </a:moveTo>
                        <a:cubicBezTo>
                          <a:pt x="5493"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76" name="Freeform: Shape 375">
                    <a:extLst>
                      <a:ext uri="{FF2B5EF4-FFF2-40B4-BE49-F238E27FC236}">
                        <a16:creationId xmlns:a16="http://schemas.microsoft.com/office/drawing/2014/main" id="{34230274-01C3-065D-01E3-0D7865EC30DC}"/>
                      </a:ext>
                    </a:extLst>
                  </p:cNvPr>
                  <p:cNvSpPr/>
                  <p:nvPr/>
                </p:nvSpPr>
                <p:spPr>
                  <a:xfrm>
                    <a:off x="1027872"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553"/>
                          <a:pt x="5553" y="0"/>
                          <a:pt x="12346" y="0"/>
                        </a:cubicBezTo>
                        <a:cubicBezTo>
                          <a:pt x="19198"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77" name="Freeform: Shape 376">
                    <a:extLst>
                      <a:ext uri="{FF2B5EF4-FFF2-40B4-BE49-F238E27FC236}">
                        <a16:creationId xmlns:a16="http://schemas.microsoft.com/office/drawing/2014/main" id="{64AB416B-4431-FB56-3486-EE0FED0AE0A5}"/>
                      </a:ext>
                    </a:extLst>
                  </p:cNvPr>
                  <p:cNvSpPr/>
                  <p:nvPr/>
                </p:nvSpPr>
                <p:spPr>
                  <a:xfrm>
                    <a:off x="1053509"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3" y="24750"/>
                          <a:pt x="0" y="19198"/>
                          <a:pt x="0" y="12346"/>
                        </a:cubicBezTo>
                        <a:cubicBezTo>
                          <a:pt x="0" y="5494"/>
                          <a:pt x="5552" y="0"/>
                          <a:pt x="12346" y="0"/>
                        </a:cubicBezTo>
                        <a:cubicBezTo>
                          <a:pt x="19198"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78" name="Freeform: Shape 377">
                    <a:extLst>
                      <a:ext uri="{FF2B5EF4-FFF2-40B4-BE49-F238E27FC236}">
                        <a16:creationId xmlns:a16="http://schemas.microsoft.com/office/drawing/2014/main" id="{534E83BE-D5D4-2377-BA1A-8523A263388E}"/>
                      </a:ext>
                    </a:extLst>
                  </p:cNvPr>
                  <p:cNvSpPr/>
                  <p:nvPr/>
                </p:nvSpPr>
                <p:spPr>
                  <a:xfrm>
                    <a:off x="1079145" y="430299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5 h 24691"/>
                      <a:gd name="connsiteX8" fmla="*/ 12346 w 24691"/>
                      <a:gd name="connsiteY8" fmla="*/ 24691 h 24691"/>
                      <a:gd name="connsiteX9" fmla="*/ 24691 w 24691"/>
                      <a:gd name="connsiteY9" fmla="*/ 12345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11" y="22210"/>
                          <a:pt x="2540" y="17839"/>
                          <a:pt x="2540" y="12405"/>
                        </a:cubicBezTo>
                        <a:cubicBezTo>
                          <a:pt x="2540" y="6970"/>
                          <a:pt x="6970" y="2599"/>
                          <a:pt x="12346" y="2599"/>
                        </a:cubicBezTo>
                        <a:lnTo>
                          <a:pt x="12346" y="2599"/>
                        </a:lnTo>
                        <a:close/>
                        <a:moveTo>
                          <a:pt x="12346" y="0"/>
                        </a:moveTo>
                        <a:cubicBezTo>
                          <a:pt x="5493" y="0"/>
                          <a:pt x="0" y="5553"/>
                          <a:pt x="0" y="12345"/>
                        </a:cubicBezTo>
                        <a:cubicBezTo>
                          <a:pt x="0" y="19198"/>
                          <a:pt x="5553" y="24691"/>
                          <a:pt x="12346" y="24691"/>
                        </a:cubicBezTo>
                        <a:cubicBezTo>
                          <a:pt x="19198" y="24691"/>
                          <a:pt x="24691" y="19139"/>
                          <a:pt x="24691" y="12345"/>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79" name="Freeform: Shape 378">
                    <a:extLst>
                      <a:ext uri="{FF2B5EF4-FFF2-40B4-BE49-F238E27FC236}">
                        <a16:creationId xmlns:a16="http://schemas.microsoft.com/office/drawing/2014/main" id="{4BC26C52-9882-07FC-363F-0749274CE49F}"/>
                      </a:ext>
                    </a:extLst>
                  </p:cNvPr>
                  <p:cNvSpPr/>
                  <p:nvPr/>
                </p:nvSpPr>
                <p:spPr>
                  <a:xfrm>
                    <a:off x="660754" y="4257777"/>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7"/>
                        </a:lnTo>
                        <a:cubicBezTo>
                          <a:pt x="67340" y="8476"/>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80" name="Freeform: Shape 379">
                    <a:extLst>
                      <a:ext uri="{FF2B5EF4-FFF2-40B4-BE49-F238E27FC236}">
                        <a16:creationId xmlns:a16="http://schemas.microsoft.com/office/drawing/2014/main" id="{F9B50DCC-766D-DF73-534D-96367042578E}"/>
                      </a:ext>
                    </a:extLst>
                  </p:cNvPr>
                  <p:cNvSpPr/>
                  <p:nvPr/>
                </p:nvSpPr>
                <p:spPr>
                  <a:xfrm>
                    <a:off x="609363" y="4257777"/>
                    <a:ext cx="66778" cy="115333"/>
                  </a:xfrm>
                  <a:custGeom>
                    <a:avLst/>
                    <a:gdLst>
                      <a:gd name="connsiteX0" fmla="*/ 60369 w 66778"/>
                      <a:gd name="connsiteY0" fmla="*/ 115334 h 115333"/>
                      <a:gd name="connsiteX1" fmla="*/ 64918 w 66778"/>
                      <a:gd name="connsiteY1" fmla="*/ 113444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4"/>
                        </a:cubicBezTo>
                        <a:cubicBezTo>
                          <a:pt x="67399" y="110963"/>
                          <a:pt x="67399" y="106887"/>
                          <a:pt x="64918" y="104347"/>
                        </a:cubicBezTo>
                        <a:lnTo>
                          <a:pt x="18134" y="57623"/>
                        </a:lnTo>
                        <a:lnTo>
                          <a:pt x="64918" y="10898"/>
                        </a:lnTo>
                        <a:cubicBezTo>
                          <a:pt x="67399" y="8417"/>
                          <a:pt x="67399" y="4341"/>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81" name="Freeform: Shape 380">
                    <a:extLst>
                      <a:ext uri="{FF2B5EF4-FFF2-40B4-BE49-F238E27FC236}">
                        <a16:creationId xmlns:a16="http://schemas.microsoft.com/office/drawing/2014/main" id="{96A53468-FBDC-95DD-D218-EAD7F89D0393}"/>
                      </a:ext>
                    </a:extLst>
                  </p:cNvPr>
                  <p:cNvSpPr/>
                  <p:nvPr/>
                </p:nvSpPr>
                <p:spPr>
                  <a:xfrm>
                    <a:off x="558150" y="425765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82" name="Freeform: Shape 381">
                    <a:extLst>
                      <a:ext uri="{FF2B5EF4-FFF2-40B4-BE49-F238E27FC236}">
                        <a16:creationId xmlns:a16="http://schemas.microsoft.com/office/drawing/2014/main" id="{B585D955-E999-C5AE-2B66-295BBF3566D8}"/>
                      </a:ext>
                    </a:extLst>
                  </p:cNvPr>
                  <p:cNvSpPr/>
                  <p:nvPr/>
                </p:nvSpPr>
                <p:spPr>
                  <a:xfrm>
                    <a:off x="506877" y="4257600"/>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7"/>
                          <a:pt x="67340" y="4401"/>
                          <a:pt x="64859" y="1861"/>
                        </a:cubicBezTo>
                        <a:cubicBezTo>
                          <a:pt x="62378" y="-620"/>
                          <a:pt x="58302" y="-620"/>
                          <a:pt x="55821" y="1861"/>
                        </a:cubicBezTo>
                        <a:lnTo>
                          <a:pt x="0" y="57682"/>
                        </a:lnTo>
                        <a:lnTo>
                          <a:pt x="55821" y="113503"/>
                        </a:lnTo>
                        <a:cubicBezTo>
                          <a:pt x="57002" y="114802"/>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83" name="Freeform: Shape 382">
                    <a:extLst>
                      <a:ext uri="{FF2B5EF4-FFF2-40B4-BE49-F238E27FC236}">
                        <a16:creationId xmlns:a16="http://schemas.microsoft.com/office/drawing/2014/main" id="{DC124100-213B-AC3F-C0F2-42B3BF0F5CAF}"/>
                      </a:ext>
                    </a:extLst>
                  </p:cNvPr>
                  <p:cNvSpPr/>
                  <p:nvPr/>
                </p:nvSpPr>
                <p:spPr>
                  <a:xfrm>
                    <a:off x="455605" y="425765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8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02" y="114684"/>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305" name="Graphic 4773">
                  <a:extLst>
                    <a:ext uri="{FF2B5EF4-FFF2-40B4-BE49-F238E27FC236}">
                      <a16:creationId xmlns:a16="http://schemas.microsoft.com/office/drawing/2014/main" id="{ED0EB556-A662-C0E5-C3E9-24D5E7DEDE57}"/>
                    </a:ext>
                  </a:extLst>
                </p:cNvPr>
                <p:cNvGrpSpPr/>
                <p:nvPr/>
              </p:nvGrpSpPr>
              <p:grpSpPr>
                <a:xfrm>
                  <a:off x="3234542" y="2956736"/>
                  <a:ext cx="583845" cy="119557"/>
                  <a:chOff x="3234542" y="2956736"/>
                  <a:chExt cx="583845" cy="119557"/>
                </a:xfrm>
                <a:grpFill/>
              </p:grpSpPr>
              <p:grpSp>
                <p:nvGrpSpPr>
                  <p:cNvPr id="357" name="Graphic 4773">
                    <a:extLst>
                      <a:ext uri="{FF2B5EF4-FFF2-40B4-BE49-F238E27FC236}">
                        <a16:creationId xmlns:a16="http://schemas.microsoft.com/office/drawing/2014/main" id="{33879AA4-59A0-0435-BC99-33FA61C70354}"/>
                      </a:ext>
                    </a:extLst>
                  </p:cNvPr>
                  <p:cNvGrpSpPr/>
                  <p:nvPr/>
                </p:nvGrpSpPr>
                <p:grpSpPr>
                  <a:xfrm>
                    <a:off x="3234542" y="2956736"/>
                    <a:ext cx="119557" cy="119557"/>
                    <a:chOff x="3234542" y="2956736"/>
                    <a:chExt cx="119557" cy="119557"/>
                  </a:xfrm>
                  <a:grpFill/>
                </p:grpSpPr>
                <p:sp>
                  <p:nvSpPr>
                    <p:cNvPr id="366" name="Freeform: Shape 365">
                      <a:extLst>
                        <a:ext uri="{FF2B5EF4-FFF2-40B4-BE49-F238E27FC236}">
                          <a16:creationId xmlns:a16="http://schemas.microsoft.com/office/drawing/2014/main" id="{9CE96DB7-CFA6-64ED-AE09-8F10A1984EC3}"/>
                        </a:ext>
                      </a:extLst>
                    </p:cNvPr>
                    <p:cNvSpPr/>
                    <p:nvPr/>
                  </p:nvSpPr>
                  <p:spPr>
                    <a:xfrm>
                      <a:off x="3273941" y="2978474"/>
                      <a:ext cx="40698" cy="76199"/>
                    </a:xfrm>
                    <a:custGeom>
                      <a:avLst/>
                      <a:gdLst>
                        <a:gd name="connsiteX0" fmla="*/ 38868 w 40698"/>
                        <a:gd name="connsiteY0" fmla="*/ 76200 h 76199"/>
                        <a:gd name="connsiteX1" fmla="*/ 40167 w 40698"/>
                        <a:gd name="connsiteY1" fmla="*/ 75668 h 76199"/>
                        <a:gd name="connsiteX2" fmla="*/ 40167 w 40698"/>
                        <a:gd name="connsiteY2" fmla="*/ 73128 h 76199"/>
                        <a:gd name="connsiteX3" fmla="*/ 5139 w 40698"/>
                        <a:gd name="connsiteY3" fmla="*/ 38100 h 76199"/>
                        <a:gd name="connsiteX4" fmla="*/ 40167 w 40698"/>
                        <a:gd name="connsiteY4" fmla="*/ 3072 h 76199"/>
                        <a:gd name="connsiteX5" fmla="*/ 40167 w 40698"/>
                        <a:gd name="connsiteY5" fmla="*/ 532 h 76199"/>
                        <a:gd name="connsiteX6" fmla="*/ 37627 w 40698"/>
                        <a:gd name="connsiteY6" fmla="*/ 532 h 76199"/>
                        <a:gd name="connsiteX7" fmla="*/ 0 w 40698"/>
                        <a:gd name="connsiteY7" fmla="*/ 38159 h 76199"/>
                        <a:gd name="connsiteX8" fmla="*/ 37627 w 40698"/>
                        <a:gd name="connsiteY8" fmla="*/ 75786 h 76199"/>
                        <a:gd name="connsiteX9" fmla="*/ 38868 w 40698"/>
                        <a:gd name="connsiteY9" fmla="*/ 76200 h 76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8" h="76199">
                          <a:moveTo>
                            <a:pt x="38868" y="76200"/>
                          </a:moveTo>
                          <a:cubicBezTo>
                            <a:pt x="39340" y="76200"/>
                            <a:pt x="39813" y="76023"/>
                            <a:pt x="40167" y="75668"/>
                          </a:cubicBezTo>
                          <a:cubicBezTo>
                            <a:pt x="40876" y="74960"/>
                            <a:pt x="40876" y="73837"/>
                            <a:pt x="40167" y="73128"/>
                          </a:cubicBezTo>
                          <a:lnTo>
                            <a:pt x="5139" y="38100"/>
                          </a:lnTo>
                          <a:lnTo>
                            <a:pt x="40167" y="3072"/>
                          </a:lnTo>
                          <a:cubicBezTo>
                            <a:pt x="40876" y="2363"/>
                            <a:pt x="40876" y="1240"/>
                            <a:pt x="40167" y="532"/>
                          </a:cubicBezTo>
                          <a:cubicBezTo>
                            <a:pt x="39459" y="-177"/>
                            <a:pt x="38336" y="-177"/>
                            <a:pt x="37627" y="532"/>
                          </a:cubicBezTo>
                          <a:lnTo>
                            <a:pt x="0" y="38159"/>
                          </a:lnTo>
                          <a:lnTo>
                            <a:pt x="37627" y="75786"/>
                          </a:lnTo>
                          <a:cubicBezTo>
                            <a:pt x="37982" y="76023"/>
                            <a:pt x="38454" y="76200"/>
                            <a:pt x="38868" y="7620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67" name="Freeform: Shape 366">
                      <a:extLst>
                        <a:ext uri="{FF2B5EF4-FFF2-40B4-BE49-F238E27FC236}">
                          <a16:creationId xmlns:a16="http://schemas.microsoft.com/office/drawing/2014/main" id="{DD5E9FB5-06CE-1B0F-2EAF-6CEE3A076885}"/>
                        </a:ext>
                      </a:extLst>
                    </p:cNvPr>
                    <p:cNvSpPr/>
                    <p:nvPr/>
                  </p:nvSpPr>
                  <p:spPr>
                    <a:xfrm>
                      <a:off x="3234542" y="2956736"/>
                      <a:ext cx="119557" cy="119557"/>
                    </a:xfrm>
                    <a:custGeom>
                      <a:avLst/>
                      <a:gdLst>
                        <a:gd name="connsiteX0" fmla="*/ 59779 w 119557"/>
                        <a:gd name="connsiteY0" fmla="*/ 6025 h 119557"/>
                        <a:gd name="connsiteX1" fmla="*/ 113532 w 119557"/>
                        <a:gd name="connsiteY1" fmla="*/ 59779 h 119557"/>
                        <a:gd name="connsiteX2" fmla="*/ 59779 w 119557"/>
                        <a:gd name="connsiteY2" fmla="*/ 113532 h 119557"/>
                        <a:gd name="connsiteX3" fmla="*/ 6025 w 119557"/>
                        <a:gd name="connsiteY3" fmla="*/ 59779 h 119557"/>
                        <a:gd name="connsiteX4" fmla="*/ 59779 w 119557"/>
                        <a:gd name="connsiteY4" fmla="*/ 6025 h 119557"/>
                        <a:gd name="connsiteX5" fmla="*/ 59779 w 119557"/>
                        <a:gd name="connsiteY5" fmla="*/ 6025 h 119557"/>
                        <a:gd name="connsiteX6" fmla="*/ 59779 w 119557"/>
                        <a:gd name="connsiteY6" fmla="*/ 0 h 119557"/>
                        <a:gd name="connsiteX7" fmla="*/ 0 w 119557"/>
                        <a:gd name="connsiteY7" fmla="*/ 59779 h 119557"/>
                        <a:gd name="connsiteX8" fmla="*/ 59779 w 119557"/>
                        <a:gd name="connsiteY8" fmla="*/ 119557 h 119557"/>
                        <a:gd name="connsiteX9" fmla="*/ 119557 w 119557"/>
                        <a:gd name="connsiteY9" fmla="*/ 59779 h 119557"/>
                        <a:gd name="connsiteX10" fmla="*/ 59779 w 119557"/>
                        <a:gd name="connsiteY10" fmla="*/ 0 h 119557"/>
                        <a:gd name="connsiteX11" fmla="*/ 59779 w 119557"/>
                        <a:gd name="connsiteY11" fmla="*/ 0 h 119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9557" h="119557">
                          <a:moveTo>
                            <a:pt x="59779" y="6025"/>
                          </a:moveTo>
                          <a:cubicBezTo>
                            <a:pt x="89431" y="6025"/>
                            <a:pt x="113532" y="30126"/>
                            <a:pt x="113532" y="59779"/>
                          </a:cubicBezTo>
                          <a:cubicBezTo>
                            <a:pt x="113532" y="89432"/>
                            <a:pt x="89431" y="113532"/>
                            <a:pt x="59779" y="113532"/>
                          </a:cubicBezTo>
                          <a:cubicBezTo>
                            <a:pt x="30125" y="113532"/>
                            <a:pt x="6025" y="89432"/>
                            <a:pt x="6025" y="59779"/>
                          </a:cubicBezTo>
                          <a:cubicBezTo>
                            <a:pt x="6025" y="30126"/>
                            <a:pt x="30125" y="6025"/>
                            <a:pt x="59779" y="6025"/>
                          </a:cubicBezTo>
                          <a:lnTo>
                            <a:pt x="59779" y="6025"/>
                          </a:lnTo>
                          <a:close/>
                          <a:moveTo>
                            <a:pt x="59779" y="0"/>
                          </a:moveTo>
                          <a:cubicBezTo>
                            <a:pt x="26758" y="0"/>
                            <a:pt x="0" y="26759"/>
                            <a:pt x="0" y="59779"/>
                          </a:cubicBezTo>
                          <a:cubicBezTo>
                            <a:pt x="0" y="92799"/>
                            <a:pt x="26758" y="119557"/>
                            <a:pt x="59779" y="119557"/>
                          </a:cubicBezTo>
                          <a:cubicBezTo>
                            <a:pt x="92798" y="119557"/>
                            <a:pt x="119557" y="92799"/>
                            <a:pt x="119557" y="59779"/>
                          </a:cubicBezTo>
                          <a:cubicBezTo>
                            <a:pt x="119498" y="26759"/>
                            <a:pt x="92740" y="0"/>
                            <a:pt x="59779" y="0"/>
                          </a:cubicBezTo>
                          <a:lnTo>
                            <a:pt x="59779"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358" name="Freeform: Shape 357">
                    <a:extLst>
                      <a:ext uri="{FF2B5EF4-FFF2-40B4-BE49-F238E27FC236}">
                        <a16:creationId xmlns:a16="http://schemas.microsoft.com/office/drawing/2014/main" id="{8E9AEA15-BAFB-662B-C436-8449B9B0EF27}"/>
                      </a:ext>
                    </a:extLst>
                  </p:cNvPr>
                  <p:cNvSpPr/>
                  <p:nvPr/>
                </p:nvSpPr>
                <p:spPr>
                  <a:xfrm>
                    <a:off x="3376250"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59" name="Freeform: Shape 358">
                    <a:extLst>
                      <a:ext uri="{FF2B5EF4-FFF2-40B4-BE49-F238E27FC236}">
                        <a16:creationId xmlns:a16="http://schemas.microsoft.com/office/drawing/2014/main" id="{0DE78E17-EFC4-BECE-6EF5-ABA1035896AB}"/>
                      </a:ext>
                    </a:extLst>
                  </p:cNvPr>
                  <p:cNvSpPr/>
                  <p:nvPr/>
                </p:nvSpPr>
                <p:spPr>
                  <a:xfrm>
                    <a:off x="345729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51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60" name="Freeform: Shape 359">
                    <a:extLst>
                      <a:ext uri="{FF2B5EF4-FFF2-40B4-BE49-F238E27FC236}">
                        <a16:creationId xmlns:a16="http://schemas.microsoft.com/office/drawing/2014/main" id="{4D4D3D32-D685-95DC-80B3-69D7570A8DF1}"/>
                      </a:ext>
                    </a:extLst>
                  </p:cNvPr>
                  <p:cNvSpPr/>
                  <p:nvPr/>
                </p:nvSpPr>
                <p:spPr>
                  <a:xfrm>
                    <a:off x="3497816"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514"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649"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61" name="Freeform: Shape 360">
                    <a:extLst>
                      <a:ext uri="{FF2B5EF4-FFF2-40B4-BE49-F238E27FC236}">
                        <a16:creationId xmlns:a16="http://schemas.microsoft.com/office/drawing/2014/main" id="{A40CE58B-5068-8680-C691-9EF650D0429A}"/>
                      </a:ext>
                    </a:extLst>
                  </p:cNvPr>
                  <p:cNvSpPr/>
                  <p:nvPr/>
                </p:nvSpPr>
                <p:spPr>
                  <a:xfrm>
                    <a:off x="353833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62" name="Freeform: Shape 361">
                    <a:extLst>
                      <a:ext uri="{FF2B5EF4-FFF2-40B4-BE49-F238E27FC236}">
                        <a16:creationId xmlns:a16="http://schemas.microsoft.com/office/drawing/2014/main" id="{A044D327-8ADC-6320-05A5-FAEF35A34E50}"/>
                      </a:ext>
                    </a:extLst>
                  </p:cNvPr>
                  <p:cNvSpPr/>
                  <p:nvPr/>
                </p:nvSpPr>
                <p:spPr>
                  <a:xfrm>
                    <a:off x="3619381"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649"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63" name="Freeform: Shape 362">
                    <a:extLst>
                      <a:ext uri="{FF2B5EF4-FFF2-40B4-BE49-F238E27FC236}">
                        <a16:creationId xmlns:a16="http://schemas.microsoft.com/office/drawing/2014/main" id="{F4E10317-753C-209F-1C6A-0A8189F483AC}"/>
                      </a:ext>
                    </a:extLst>
                  </p:cNvPr>
                  <p:cNvSpPr/>
                  <p:nvPr/>
                </p:nvSpPr>
                <p:spPr>
                  <a:xfrm>
                    <a:off x="3659962"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64" name="Freeform: Shape 363">
                    <a:extLst>
                      <a:ext uri="{FF2B5EF4-FFF2-40B4-BE49-F238E27FC236}">
                        <a16:creationId xmlns:a16="http://schemas.microsoft.com/office/drawing/2014/main" id="{5DFA6317-64FB-8938-63DD-AEC77532EF40}"/>
                      </a:ext>
                    </a:extLst>
                  </p:cNvPr>
                  <p:cNvSpPr/>
                  <p:nvPr/>
                </p:nvSpPr>
                <p:spPr>
                  <a:xfrm>
                    <a:off x="370048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65" name="Freeform: Shape 364">
                    <a:extLst>
                      <a:ext uri="{FF2B5EF4-FFF2-40B4-BE49-F238E27FC236}">
                        <a16:creationId xmlns:a16="http://schemas.microsoft.com/office/drawing/2014/main" id="{496E5483-CAD1-4962-B3D8-D1D1AB3F5BEB}"/>
                      </a:ext>
                    </a:extLst>
                  </p:cNvPr>
                  <p:cNvSpPr/>
                  <p:nvPr/>
                </p:nvSpPr>
                <p:spPr>
                  <a:xfrm>
                    <a:off x="378152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306" name="Graphic 4773">
                  <a:extLst>
                    <a:ext uri="{FF2B5EF4-FFF2-40B4-BE49-F238E27FC236}">
                      <a16:creationId xmlns:a16="http://schemas.microsoft.com/office/drawing/2014/main" id="{8BDE59D5-D784-6433-6194-1459B95103D4}"/>
                    </a:ext>
                  </a:extLst>
                </p:cNvPr>
                <p:cNvGrpSpPr/>
                <p:nvPr/>
              </p:nvGrpSpPr>
              <p:grpSpPr>
                <a:xfrm>
                  <a:off x="2640418" y="2129759"/>
                  <a:ext cx="886046" cy="59069"/>
                  <a:chOff x="2640418" y="2129759"/>
                  <a:chExt cx="886046" cy="59069"/>
                </a:xfrm>
                <a:grpFill/>
              </p:grpSpPr>
              <p:sp>
                <p:nvSpPr>
                  <p:cNvPr id="349" name="Freeform: Shape 348">
                    <a:extLst>
                      <a:ext uri="{FF2B5EF4-FFF2-40B4-BE49-F238E27FC236}">
                        <a16:creationId xmlns:a16="http://schemas.microsoft.com/office/drawing/2014/main" id="{8611161A-7E1E-94F1-3C49-D4AB270CD070}"/>
                      </a:ext>
                    </a:extLst>
                  </p:cNvPr>
                  <p:cNvSpPr/>
                  <p:nvPr/>
                </p:nvSpPr>
                <p:spPr>
                  <a:xfrm>
                    <a:off x="3467395"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50" name="Freeform: Shape 349">
                    <a:extLst>
                      <a:ext uri="{FF2B5EF4-FFF2-40B4-BE49-F238E27FC236}">
                        <a16:creationId xmlns:a16="http://schemas.microsoft.com/office/drawing/2014/main" id="{C1BCE3B0-A90E-8C32-E369-918A47670D90}"/>
                      </a:ext>
                    </a:extLst>
                  </p:cNvPr>
                  <p:cNvSpPr/>
                  <p:nvPr/>
                </p:nvSpPr>
                <p:spPr>
                  <a:xfrm>
                    <a:off x="3349255"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51" name="Freeform: Shape 350">
                    <a:extLst>
                      <a:ext uri="{FF2B5EF4-FFF2-40B4-BE49-F238E27FC236}">
                        <a16:creationId xmlns:a16="http://schemas.microsoft.com/office/drawing/2014/main" id="{33EA5F68-42A0-26D3-053E-90F10DFF1D9F}"/>
                      </a:ext>
                    </a:extLst>
                  </p:cNvPr>
                  <p:cNvSpPr/>
                  <p:nvPr/>
                </p:nvSpPr>
                <p:spPr>
                  <a:xfrm>
                    <a:off x="3231116"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52" name="Freeform: Shape 351">
                    <a:extLst>
                      <a:ext uri="{FF2B5EF4-FFF2-40B4-BE49-F238E27FC236}">
                        <a16:creationId xmlns:a16="http://schemas.microsoft.com/office/drawing/2014/main" id="{54C92CDA-A034-1D23-E971-AB18D1373A28}"/>
                      </a:ext>
                    </a:extLst>
                  </p:cNvPr>
                  <p:cNvSpPr/>
                  <p:nvPr/>
                </p:nvSpPr>
                <p:spPr>
                  <a:xfrm>
                    <a:off x="3112976"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53" name="Freeform: Shape 352">
                    <a:extLst>
                      <a:ext uri="{FF2B5EF4-FFF2-40B4-BE49-F238E27FC236}">
                        <a16:creationId xmlns:a16="http://schemas.microsoft.com/office/drawing/2014/main" id="{C2104F3F-0F58-BCEF-EDE0-E76EDB592BF0}"/>
                      </a:ext>
                    </a:extLst>
                  </p:cNvPr>
                  <p:cNvSpPr/>
                  <p:nvPr/>
                </p:nvSpPr>
                <p:spPr>
                  <a:xfrm>
                    <a:off x="2994837"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54" name="Freeform: Shape 353">
                    <a:extLst>
                      <a:ext uri="{FF2B5EF4-FFF2-40B4-BE49-F238E27FC236}">
                        <a16:creationId xmlns:a16="http://schemas.microsoft.com/office/drawing/2014/main" id="{0EB1FB61-6072-60B3-B122-C18D1A5126C5}"/>
                      </a:ext>
                    </a:extLst>
                  </p:cNvPr>
                  <p:cNvSpPr/>
                  <p:nvPr/>
                </p:nvSpPr>
                <p:spPr>
                  <a:xfrm>
                    <a:off x="2876697"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55" name="Freeform: Shape 354">
                    <a:extLst>
                      <a:ext uri="{FF2B5EF4-FFF2-40B4-BE49-F238E27FC236}">
                        <a16:creationId xmlns:a16="http://schemas.microsoft.com/office/drawing/2014/main" id="{E15AEABD-867B-7E1D-2A35-DE024557FD1F}"/>
                      </a:ext>
                    </a:extLst>
                  </p:cNvPr>
                  <p:cNvSpPr/>
                  <p:nvPr/>
                </p:nvSpPr>
                <p:spPr>
                  <a:xfrm>
                    <a:off x="2758558"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56" name="Freeform: Shape 355">
                    <a:extLst>
                      <a:ext uri="{FF2B5EF4-FFF2-40B4-BE49-F238E27FC236}">
                        <a16:creationId xmlns:a16="http://schemas.microsoft.com/office/drawing/2014/main" id="{2E5E4707-1BCF-1071-825D-9C99D1EECEC4}"/>
                      </a:ext>
                    </a:extLst>
                  </p:cNvPr>
                  <p:cNvSpPr/>
                  <p:nvPr/>
                </p:nvSpPr>
                <p:spPr>
                  <a:xfrm>
                    <a:off x="2640418"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307" name="Graphic 4773">
                  <a:extLst>
                    <a:ext uri="{FF2B5EF4-FFF2-40B4-BE49-F238E27FC236}">
                      <a16:creationId xmlns:a16="http://schemas.microsoft.com/office/drawing/2014/main" id="{C503819F-0411-8D0A-C935-DF06E32CB235}"/>
                    </a:ext>
                  </a:extLst>
                </p:cNvPr>
                <p:cNvGrpSpPr/>
                <p:nvPr/>
              </p:nvGrpSpPr>
              <p:grpSpPr>
                <a:xfrm>
                  <a:off x="1990651" y="4610690"/>
                  <a:ext cx="886046" cy="59069"/>
                  <a:chOff x="1990651" y="4610690"/>
                  <a:chExt cx="886046" cy="59069"/>
                </a:xfrm>
                <a:grpFill/>
              </p:grpSpPr>
              <p:sp>
                <p:nvSpPr>
                  <p:cNvPr id="341" name="Freeform: Shape 340">
                    <a:extLst>
                      <a:ext uri="{FF2B5EF4-FFF2-40B4-BE49-F238E27FC236}">
                        <a16:creationId xmlns:a16="http://schemas.microsoft.com/office/drawing/2014/main" id="{B2F50F4A-0605-F680-819D-C6BBBBC0DCAC}"/>
                      </a:ext>
                    </a:extLst>
                  </p:cNvPr>
                  <p:cNvSpPr/>
                  <p:nvPr/>
                </p:nvSpPr>
                <p:spPr>
                  <a:xfrm>
                    <a:off x="2817627"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42" name="Freeform: Shape 341">
                    <a:extLst>
                      <a:ext uri="{FF2B5EF4-FFF2-40B4-BE49-F238E27FC236}">
                        <a16:creationId xmlns:a16="http://schemas.microsoft.com/office/drawing/2014/main" id="{557DC116-0DA9-C728-B556-2E984D3585F5}"/>
                      </a:ext>
                    </a:extLst>
                  </p:cNvPr>
                  <p:cNvSpPr/>
                  <p:nvPr/>
                </p:nvSpPr>
                <p:spPr>
                  <a:xfrm>
                    <a:off x="2699488"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43" name="Freeform: Shape 342">
                    <a:extLst>
                      <a:ext uri="{FF2B5EF4-FFF2-40B4-BE49-F238E27FC236}">
                        <a16:creationId xmlns:a16="http://schemas.microsoft.com/office/drawing/2014/main" id="{AAAFE75C-43F0-E1EA-8DFB-2605D3F5148C}"/>
                      </a:ext>
                    </a:extLst>
                  </p:cNvPr>
                  <p:cNvSpPr/>
                  <p:nvPr/>
                </p:nvSpPr>
                <p:spPr>
                  <a:xfrm>
                    <a:off x="2581348"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44" name="Freeform: Shape 343">
                    <a:extLst>
                      <a:ext uri="{FF2B5EF4-FFF2-40B4-BE49-F238E27FC236}">
                        <a16:creationId xmlns:a16="http://schemas.microsoft.com/office/drawing/2014/main" id="{E7AD4F1B-5EF1-8DA8-DAB1-A03534C94F83}"/>
                      </a:ext>
                    </a:extLst>
                  </p:cNvPr>
                  <p:cNvSpPr/>
                  <p:nvPr/>
                </p:nvSpPr>
                <p:spPr>
                  <a:xfrm>
                    <a:off x="246320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45" name="Freeform: Shape 344">
                    <a:extLst>
                      <a:ext uri="{FF2B5EF4-FFF2-40B4-BE49-F238E27FC236}">
                        <a16:creationId xmlns:a16="http://schemas.microsoft.com/office/drawing/2014/main" id="{250A76E5-0565-7CE3-4459-D05D150689EE}"/>
                      </a:ext>
                    </a:extLst>
                  </p:cNvPr>
                  <p:cNvSpPr/>
                  <p:nvPr/>
                </p:nvSpPr>
                <p:spPr>
                  <a:xfrm>
                    <a:off x="234506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46" name="Freeform: Shape 345">
                    <a:extLst>
                      <a:ext uri="{FF2B5EF4-FFF2-40B4-BE49-F238E27FC236}">
                        <a16:creationId xmlns:a16="http://schemas.microsoft.com/office/drawing/2014/main" id="{47981FDF-FEEA-92E3-5A5E-81EDB3C317AB}"/>
                      </a:ext>
                    </a:extLst>
                  </p:cNvPr>
                  <p:cNvSpPr/>
                  <p:nvPr/>
                </p:nvSpPr>
                <p:spPr>
                  <a:xfrm>
                    <a:off x="2226930"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47" name="Freeform: Shape 346">
                    <a:extLst>
                      <a:ext uri="{FF2B5EF4-FFF2-40B4-BE49-F238E27FC236}">
                        <a16:creationId xmlns:a16="http://schemas.microsoft.com/office/drawing/2014/main" id="{1F4FE2B4-E8F7-06C4-195D-BD5469418C80}"/>
                      </a:ext>
                    </a:extLst>
                  </p:cNvPr>
                  <p:cNvSpPr/>
                  <p:nvPr/>
                </p:nvSpPr>
                <p:spPr>
                  <a:xfrm>
                    <a:off x="2108790"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48" name="Freeform: Shape 347">
                    <a:extLst>
                      <a:ext uri="{FF2B5EF4-FFF2-40B4-BE49-F238E27FC236}">
                        <a16:creationId xmlns:a16="http://schemas.microsoft.com/office/drawing/2014/main" id="{A52FCED4-A9CD-1B55-CF15-4B06BA16E45F}"/>
                      </a:ext>
                    </a:extLst>
                  </p:cNvPr>
                  <p:cNvSpPr/>
                  <p:nvPr/>
                </p:nvSpPr>
                <p:spPr>
                  <a:xfrm>
                    <a:off x="1990651"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308" name="Freeform: Shape 307">
                  <a:extLst>
                    <a:ext uri="{FF2B5EF4-FFF2-40B4-BE49-F238E27FC236}">
                      <a16:creationId xmlns:a16="http://schemas.microsoft.com/office/drawing/2014/main" id="{08C7D670-9B7C-5C9A-B6E3-442EBAAE9823}"/>
                    </a:ext>
                  </a:extLst>
                </p:cNvPr>
                <p:cNvSpPr/>
                <p:nvPr/>
              </p:nvSpPr>
              <p:spPr>
                <a:xfrm rot="-2700000">
                  <a:off x="3497758" y="3223441"/>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09" name="Freeform: Shape 308">
                  <a:extLst>
                    <a:ext uri="{FF2B5EF4-FFF2-40B4-BE49-F238E27FC236}">
                      <a16:creationId xmlns:a16="http://schemas.microsoft.com/office/drawing/2014/main" id="{003BB132-2BC7-08E9-D666-46017C6B4725}"/>
                    </a:ext>
                  </a:extLst>
                </p:cNvPr>
                <p:cNvSpPr/>
                <p:nvPr/>
              </p:nvSpPr>
              <p:spPr>
                <a:xfrm>
                  <a:off x="3350142"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10" name="Freeform: Shape 309">
                  <a:extLst>
                    <a:ext uri="{FF2B5EF4-FFF2-40B4-BE49-F238E27FC236}">
                      <a16:creationId xmlns:a16="http://schemas.microsoft.com/office/drawing/2014/main" id="{95D83C4B-738D-B822-963F-5E7031E75CFD}"/>
                    </a:ext>
                  </a:extLst>
                </p:cNvPr>
                <p:cNvSpPr/>
                <p:nvPr/>
              </p:nvSpPr>
              <p:spPr>
                <a:xfrm>
                  <a:off x="3202467"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11" name="Freeform: Shape 310">
                  <a:extLst>
                    <a:ext uri="{FF2B5EF4-FFF2-40B4-BE49-F238E27FC236}">
                      <a16:creationId xmlns:a16="http://schemas.microsoft.com/office/drawing/2014/main" id="{29909F99-0697-646B-6BC2-9EBBE1AC84DD}"/>
                    </a:ext>
                  </a:extLst>
                </p:cNvPr>
                <p:cNvSpPr/>
                <p:nvPr/>
              </p:nvSpPr>
              <p:spPr>
                <a:xfrm rot="-2700000">
                  <a:off x="3054737" y="3223438"/>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12" name="Freeform: Shape 311">
                  <a:extLst>
                    <a:ext uri="{FF2B5EF4-FFF2-40B4-BE49-F238E27FC236}">
                      <a16:creationId xmlns:a16="http://schemas.microsoft.com/office/drawing/2014/main" id="{E53AF373-F727-FB7F-2615-72EDCF37C991}"/>
                    </a:ext>
                  </a:extLst>
                </p:cNvPr>
                <p:cNvSpPr/>
                <p:nvPr/>
              </p:nvSpPr>
              <p:spPr>
                <a:xfrm rot="-2700000">
                  <a:off x="2907066" y="3223435"/>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13" name="Freeform: Shape 312">
                  <a:extLst>
                    <a:ext uri="{FF2B5EF4-FFF2-40B4-BE49-F238E27FC236}">
                      <a16:creationId xmlns:a16="http://schemas.microsoft.com/office/drawing/2014/main" id="{92883E35-00F6-F3D5-6DB1-8DABBB13D04B}"/>
                    </a:ext>
                  </a:extLst>
                </p:cNvPr>
                <p:cNvSpPr/>
                <p:nvPr/>
              </p:nvSpPr>
              <p:spPr>
                <a:xfrm>
                  <a:off x="2759444"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14" name="Freeform: Shape 313">
                  <a:extLst>
                    <a:ext uri="{FF2B5EF4-FFF2-40B4-BE49-F238E27FC236}">
                      <a16:creationId xmlns:a16="http://schemas.microsoft.com/office/drawing/2014/main" id="{24EB6FF8-9FE3-6F0B-7150-EAF62C92F018}"/>
                    </a:ext>
                  </a:extLst>
                </p:cNvPr>
                <p:cNvSpPr/>
                <p:nvPr/>
              </p:nvSpPr>
              <p:spPr>
                <a:xfrm>
                  <a:off x="2611769"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15" name="Freeform: Shape 314">
                  <a:extLst>
                    <a:ext uri="{FF2B5EF4-FFF2-40B4-BE49-F238E27FC236}">
                      <a16:creationId xmlns:a16="http://schemas.microsoft.com/office/drawing/2014/main" id="{03C98B78-6F58-ACF2-91FF-CB86AEA9959B}"/>
                    </a:ext>
                  </a:extLst>
                </p:cNvPr>
                <p:cNvSpPr/>
                <p:nvPr/>
              </p:nvSpPr>
              <p:spPr>
                <a:xfrm rot="-2700000">
                  <a:off x="2464040" y="3223432"/>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16" name="Freeform: Shape 315">
                  <a:extLst>
                    <a:ext uri="{FF2B5EF4-FFF2-40B4-BE49-F238E27FC236}">
                      <a16:creationId xmlns:a16="http://schemas.microsoft.com/office/drawing/2014/main" id="{685491FB-8D16-B7D7-7A42-01063FACE066}"/>
                    </a:ext>
                  </a:extLst>
                </p:cNvPr>
                <p:cNvSpPr/>
                <p:nvPr/>
              </p:nvSpPr>
              <p:spPr>
                <a:xfrm>
                  <a:off x="1038446" y="3340749"/>
                  <a:ext cx="191326" cy="177091"/>
                </a:xfrm>
                <a:custGeom>
                  <a:avLst/>
                  <a:gdLst>
                    <a:gd name="connsiteX0" fmla="*/ 88546 w 191326"/>
                    <a:gd name="connsiteY0" fmla="*/ 0 h 177091"/>
                    <a:gd name="connsiteX1" fmla="*/ 113887 w 191326"/>
                    <a:gd name="connsiteY1" fmla="*/ 25341 h 177091"/>
                    <a:gd name="connsiteX2" fmla="*/ 71474 w 191326"/>
                    <a:gd name="connsiteY2" fmla="*/ 67694 h 177091"/>
                    <a:gd name="connsiteX3" fmla="*/ 191327 w 191326"/>
                    <a:gd name="connsiteY3" fmla="*/ 67694 h 177091"/>
                    <a:gd name="connsiteX4" fmla="*/ 191327 w 191326"/>
                    <a:gd name="connsiteY4" fmla="*/ 106916 h 177091"/>
                    <a:gd name="connsiteX5" fmla="*/ 68934 w 191326"/>
                    <a:gd name="connsiteY5" fmla="*/ 106916 h 177091"/>
                    <a:gd name="connsiteX6" fmla="*/ 113887 w 191326"/>
                    <a:gd name="connsiteY6" fmla="*/ 151809 h 177091"/>
                    <a:gd name="connsiteX7" fmla="*/ 88546 w 191326"/>
                    <a:gd name="connsiteY7" fmla="*/ 177091 h 177091"/>
                    <a:gd name="connsiteX8" fmla="*/ 0 w 191326"/>
                    <a:gd name="connsiteY8" fmla="*/ 88546 h 177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326" h="177091">
                      <a:moveTo>
                        <a:pt x="88546" y="0"/>
                      </a:moveTo>
                      <a:lnTo>
                        <a:pt x="113887" y="25341"/>
                      </a:lnTo>
                      <a:lnTo>
                        <a:pt x="71474" y="67694"/>
                      </a:lnTo>
                      <a:lnTo>
                        <a:pt x="191327" y="67694"/>
                      </a:lnTo>
                      <a:lnTo>
                        <a:pt x="191327" y="106916"/>
                      </a:lnTo>
                      <a:lnTo>
                        <a:pt x="68934" y="106916"/>
                      </a:lnTo>
                      <a:lnTo>
                        <a:pt x="113887" y="151809"/>
                      </a:lnTo>
                      <a:lnTo>
                        <a:pt x="88546" y="177091"/>
                      </a:lnTo>
                      <a:lnTo>
                        <a:pt x="0" y="8854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17" name="Freeform: Shape 316">
                  <a:extLst>
                    <a:ext uri="{FF2B5EF4-FFF2-40B4-BE49-F238E27FC236}">
                      <a16:creationId xmlns:a16="http://schemas.microsoft.com/office/drawing/2014/main" id="{BA8A278C-B5EE-F4F5-0EDA-53A4256D0B76}"/>
                    </a:ext>
                  </a:extLst>
                </p:cNvPr>
                <p:cNvSpPr/>
                <p:nvPr/>
              </p:nvSpPr>
              <p:spPr>
                <a:xfrm>
                  <a:off x="5004626" y="1576512"/>
                  <a:ext cx="174374" cy="161437"/>
                </a:xfrm>
                <a:custGeom>
                  <a:avLst/>
                  <a:gdLst>
                    <a:gd name="connsiteX0" fmla="*/ 80690 w 174374"/>
                    <a:gd name="connsiteY0" fmla="*/ 0 h 161437"/>
                    <a:gd name="connsiteX1" fmla="*/ 103727 w 174374"/>
                    <a:gd name="connsiteY1" fmla="*/ 23037 h 161437"/>
                    <a:gd name="connsiteX2" fmla="*/ 65154 w 174374"/>
                    <a:gd name="connsiteY2" fmla="*/ 61669 h 161437"/>
                    <a:gd name="connsiteX3" fmla="*/ 174374 w 174374"/>
                    <a:gd name="connsiteY3" fmla="*/ 61669 h 161437"/>
                    <a:gd name="connsiteX4" fmla="*/ 174374 w 174374"/>
                    <a:gd name="connsiteY4" fmla="*/ 97406 h 161437"/>
                    <a:gd name="connsiteX5" fmla="*/ 62850 w 174374"/>
                    <a:gd name="connsiteY5" fmla="*/ 97406 h 161437"/>
                    <a:gd name="connsiteX6" fmla="*/ 103727 w 174374"/>
                    <a:gd name="connsiteY6" fmla="*/ 138341 h 161437"/>
                    <a:gd name="connsiteX7" fmla="*/ 80690 w 174374"/>
                    <a:gd name="connsiteY7" fmla="*/ 161438 h 161437"/>
                    <a:gd name="connsiteX8" fmla="*/ 0 w 174374"/>
                    <a:gd name="connsiteY8" fmla="*/ 80689 h 16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4374" h="161437">
                      <a:moveTo>
                        <a:pt x="80690" y="0"/>
                      </a:moveTo>
                      <a:lnTo>
                        <a:pt x="103727" y="23037"/>
                      </a:lnTo>
                      <a:lnTo>
                        <a:pt x="65154" y="61669"/>
                      </a:lnTo>
                      <a:lnTo>
                        <a:pt x="174374" y="61669"/>
                      </a:lnTo>
                      <a:lnTo>
                        <a:pt x="174374" y="97406"/>
                      </a:lnTo>
                      <a:lnTo>
                        <a:pt x="62850" y="97406"/>
                      </a:lnTo>
                      <a:lnTo>
                        <a:pt x="103727" y="138341"/>
                      </a:lnTo>
                      <a:lnTo>
                        <a:pt x="80690" y="161438"/>
                      </a:lnTo>
                      <a:lnTo>
                        <a:pt x="0" y="8068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318" name="Graphic 4773">
                  <a:extLst>
                    <a:ext uri="{FF2B5EF4-FFF2-40B4-BE49-F238E27FC236}">
                      <a16:creationId xmlns:a16="http://schemas.microsoft.com/office/drawing/2014/main" id="{41DC7FA3-FB1F-CE67-CAF6-C7FC6783216D}"/>
                    </a:ext>
                  </a:extLst>
                </p:cNvPr>
                <p:cNvGrpSpPr/>
                <p:nvPr/>
              </p:nvGrpSpPr>
              <p:grpSpPr>
                <a:xfrm>
                  <a:off x="457259" y="2897903"/>
                  <a:ext cx="526784" cy="117726"/>
                  <a:chOff x="457259" y="2897903"/>
                  <a:chExt cx="526784" cy="117726"/>
                </a:xfrm>
                <a:grpFill/>
              </p:grpSpPr>
              <p:sp>
                <p:nvSpPr>
                  <p:cNvPr id="319" name="Freeform: Shape 318">
                    <a:extLst>
                      <a:ext uri="{FF2B5EF4-FFF2-40B4-BE49-F238E27FC236}">
                        <a16:creationId xmlns:a16="http://schemas.microsoft.com/office/drawing/2014/main" id="{F69FFCEC-59E7-7F4B-95AE-6E665E33A497}"/>
                      </a:ext>
                    </a:extLst>
                  </p:cNvPr>
                  <p:cNvSpPr/>
                  <p:nvPr/>
                </p:nvSpPr>
                <p:spPr>
                  <a:xfrm>
                    <a:off x="882147" y="2924248"/>
                    <a:ext cx="8269" cy="9214"/>
                  </a:xfrm>
                  <a:custGeom>
                    <a:avLst/>
                    <a:gdLst>
                      <a:gd name="connsiteX0" fmla="*/ 0 w 8269"/>
                      <a:gd name="connsiteY0" fmla="*/ 3131 h 9214"/>
                      <a:gd name="connsiteX1" fmla="*/ 5316 w 8269"/>
                      <a:gd name="connsiteY1" fmla="*/ 0 h 9214"/>
                      <a:gd name="connsiteX2" fmla="*/ 8270 w 8269"/>
                      <a:gd name="connsiteY2" fmla="*/ 5139 h 9214"/>
                      <a:gd name="connsiteX3" fmla="*/ 5907 w 8269"/>
                      <a:gd name="connsiteY3" fmla="*/ 6498 h 9214"/>
                      <a:gd name="connsiteX4" fmla="*/ 5907 w 8269"/>
                      <a:gd name="connsiteY4" fmla="*/ 9215 h 9214"/>
                      <a:gd name="connsiteX5" fmla="*/ 0 w 8269"/>
                      <a:gd name="connsiteY5" fmla="*/ 9215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0" y="3131"/>
                        </a:moveTo>
                        <a:lnTo>
                          <a:pt x="5316" y="0"/>
                        </a:lnTo>
                        <a:lnTo>
                          <a:pt x="8270" y="5139"/>
                        </a:lnTo>
                        <a:lnTo>
                          <a:pt x="5907" y="6498"/>
                        </a:lnTo>
                        <a:lnTo>
                          <a:pt x="5907" y="9215"/>
                        </a:lnTo>
                        <a:lnTo>
                          <a:pt x="0" y="9215"/>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20" name="Freeform: Shape 319">
                    <a:extLst>
                      <a:ext uri="{FF2B5EF4-FFF2-40B4-BE49-F238E27FC236}">
                        <a16:creationId xmlns:a16="http://schemas.microsoft.com/office/drawing/2014/main" id="{390FEE7D-C13A-A874-36DB-01192E906820}"/>
                      </a:ext>
                    </a:extLst>
                  </p:cNvPr>
                  <p:cNvSpPr/>
                  <p:nvPr/>
                </p:nvSpPr>
                <p:spPr>
                  <a:xfrm rot="-1800341">
                    <a:off x="896354" y="2917003"/>
                    <a:ext cx="9333" cy="5907"/>
                  </a:xfrm>
                  <a:custGeom>
                    <a:avLst/>
                    <a:gdLst>
                      <a:gd name="connsiteX0" fmla="*/ 0 w 9333"/>
                      <a:gd name="connsiteY0" fmla="*/ 0 h 5907"/>
                      <a:gd name="connsiteX1" fmla="*/ 9333 w 9333"/>
                      <a:gd name="connsiteY1" fmla="*/ 0 h 5907"/>
                      <a:gd name="connsiteX2" fmla="*/ 9333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3" y="0"/>
                        </a:lnTo>
                        <a:lnTo>
                          <a:pt x="9333"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21" name="Freeform: Shape 320">
                    <a:extLst>
                      <a:ext uri="{FF2B5EF4-FFF2-40B4-BE49-F238E27FC236}">
                        <a16:creationId xmlns:a16="http://schemas.microsoft.com/office/drawing/2014/main" id="{DF861085-B4D4-28E8-165B-8CD9B8708280}"/>
                      </a:ext>
                    </a:extLst>
                  </p:cNvPr>
                  <p:cNvSpPr/>
                  <p:nvPr/>
                </p:nvSpPr>
                <p:spPr>
                  <a:xfrm>
                    <a:off x="911682" y="2905641"/>
                    <a:ext cx="10986" cy="9805"/>
                  </a:xfrm>
                  <a:custGeom>
                    <a:avLst/>
                    <a:gdLst>
                      <a:gd name="connsiteX0" fmla="*/ 8033 w 10986"/>
                      <a:gd name="connsiteY0" fmla="*/ 0 h 9805"/>
                      <a:gd name="connsiteX1" fmla="*/ 10987 w 10986"/>
                      <a:gd name="connsiteY1" fmla="*/ 5139 h 9805"/>
                      <a:gd name="connsiteX2" fmla="*/ 2953 w 10986"/>
                      <a:gd name="connsiteY2" fmla="*/ 9806 h 9805"/>
                      <a:gd name="connsiteX3" fmla="*/ 0 w 10986"/>
                      <a:gd name="connsiteY3" fmla="*/ 4667 h 9805"/>
                    </a:gdLst>
                    <a:ahLst/>
                    <a:cxnLst>
                      <a:cxn ang="0">
                        <a:pos x="connsiteX0" y="connsiteY0"/>
                      </a:cxn>
                      <a:cxn ang="0">
                        <a:pos x="connsiteX1" y="connsiteY1"/>
                      </a:cxn>
                      <a:cxn ang="0">
                        <a:pos x="connsiteX2" y="connsiteY2"/>
                      </a:cxn>
                      <a:cxn ang="0">
                        <a:pos x="connsiteX3" y="connsiteY3"/>
                      </a:cxn>
                    </a:cxnLst>
                    <a:rect l="l" t="t" r="r" b="b"/>
                    <a:pathLst>
                      <a:path w="10986" h="9805">
                        <a:moveTo>
                          <a:pt x="8033" y="0"/>
                        </a:moveTo>
                        <a:lnTo>
                          <a:pt x="10987" y="5139"/>
                        </a:lnTo>
                        <a:lnTo>
                          <a:pt x="2953" y="9806"/>
                        </a:lnTo>
                        <a:lnTo>
                          <a:pt x="0" y="466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22" name="Freeform: Shape 321">
                    <a:extLst>
                      <a:ext uri="{FF2B5EF4-FFF2-40B4-BE49-F238E27FC236}">
                        <a16:creationId xmlns:a16="http://schemas.microsoft.com/office/drawing/2014/main" id="{11507ABA-CFC8-B514-01B1-0B1F3D34888E}"/>
                      </a:ext>
                    </a:extLst>
                  </p:cNvPr>
                  <p:cNvSpPr/>
                  <p:nvPr/>
                </p:nvSpPr>
                <p:spPr>
                  <a:xfrm>
                    <a:off x="927808" y="2897903"/>
                    <a:ext cx="10632" cy="8210"/>
                  </a:xfrm>
                  <a:custGeom>
                    <a:avLst/>
                    <a:gdLst>
                      <a:gd name="connsiteX0" fmla="*/ 5257 w 10632"/>
                      <a:gd name="connsiteY0" fmla="*/ 0 h 8210"/>
                      <a:gd name="connsiteX1" fmla="*/ 10632 w 10632"/>
                      <a:gd name="connsiteY1" fmla="*/ 3072 h 8210"/>
                      <a:gd name="connsiteX2" fmla="*/ 7679 w 10632"/>
                      <a:gd name="connsiteY2" fmla="*/ 8211 h 8210"/>
                      <a:gd name="connsiteX3" fmla="*/ 5257 w 10632"/>
                      <a:gd name="connsiteY3" fmla="*/ 6852 h 8210"/>
                      <a:gd name="connsiteX4" fmla="*/ 2953 w 10632"/>
                      <a:gd name="connsiteY4" fmla="*/ 8211 h 8210"/>
                      <a:gd name="connsiteX5" fmla="*/ 0 w 10632"/>
                      <a:gd name="connsiteY5" fmla="*/ 3072 h 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10">
                        <a:moveTo>
                          <a:pt x="5257" y="0"/>
                        </a:moveTo>
                        <a:lnTo>
                          <a:pt x="10632" y="3072"/>
                        </a:lnTo>
                        <a:lnTo>
                          <a:pt x="7679" y="8211"/>
                        </a:lnTo>
                        <a:lnTo>
                          <a:pt x="5257" y="6852"/>
                        </a:lnTo>
                        <a:lnTo>
                          <a:pt x="2953" y="8211"/>
                        </a:lnTo>
                        <a:lnTo>
                          <a:pt x="0" y="3072"/>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23" name="Freeform: Shape 322">
                    <a:extLst>
                      <a:ext uri="{FF2B5EF4-FFF2-40B4-BE49-F238E27FC236}">
                        <a16:creationId xmlns:a16="http://schemas.microsoft.com/office/drawing/2014/main" id="{FA419E70-48DB-703B-93BA-401C0E9CE58C}"/>
                      </a:ext>
                    </a:extLst>
                  </p:cNvPr>
                  <p:cNvSpPr/>
                  <p:nvPr/>
                </p:nvSpPr>
                <p:spPr>
                  <a:xfrm>
                    <a:off x="959647" y="2914915"/>
                    <a:ext cx="11046" cy="9805"/>
                  </a:xfrm>
                  <a:custGeom>
                    <a:avLst/>
                    <a:gdLst>
                      <a:gd name="connsiteX0" fmla="*/ 2953 w 11046"/>
                      <a:gd name="connsiteY0" fmla="*/ 0 h 9805"/>
                      <a:gd name="connsiteX1" fmla="*/ 11046 w 11046"/>
                      <a:gd name="connsiteY1" fmla="*/ 4726 h 9805"/>
                      <a:gd name="connsiteX2" fmla="*/ 8033 w 11046"/>
                      <a:gd name="connsiteY2" fmla="*/ 9806 h 9805"/>
                      <a:gd name="connsiteX3" fmla="*/ 0 w 11046"/>
                      <a:gd name="connsiteY3" fmla="*/ 5139 h 9805"/>
                    </a:gdLst>
                    <a:ahLst/>
                    <a:cxnLst>
                      <a:cxn ang="0">
                        <a:pos x="connsiteX0" y="connsiteY0"/>
                      </a:cxn>
                      <a:cxn ang="0">
                        <a:pos x="connsiteX1" y="connsiteY1"/>
                      </a:cxn>
                      <a:cxn ang="0">
                        <a:pos x="connsiteX2" y="connsiteY2"/>
                      </a:cxn>
                      <a:cxn ang="0">
                        <a:pos x="connsiteX3" y="connsiteY3"/>
                      </a:cxn>
                    </a:cxnLst>
                    <a:rect l="l" t="t" r="r" b="b"/>
                    <a:pathLst>
                      <a:path w="11046" h="9805">
                        <a:moveTo>
                          <a:pt x="2953" y="0"/>
                        </a:moveTo>
                        <a:lnTo>
                          <a:pt x="11046" y="4726"/>
                        </a:lnTo>
                        <a:lnTo>
                          <a:pt x="8033" y="9806"/>
                        </a:lnTo>
                        <a:lnTo>
                          <a:pt x="0" y="513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24" name="Freeform: Shape 323">
                    <a:extLst>
                      <a:ext uri="{FF2B5EF4-FFF2-40B4-BE49-F238E27FC236}">
                        <a16:creationId xmlns:a16="http://schemas.microsoft.com/office/drawing/2014/main" id="{463F437D-3A86-9DBD-8D92-A36662DC2C92}"/>
                      </a:ext>
                    </a:extLst>
                  </p:cNvPr>
                  <p:cNvSpPr/>
                  <p:nvPr/>
                </p:nvSpPr>
                <p:spPr>
                  <a:xfrm rot="-3600896">
                    <a:off x="946174" y="2906009"/>
                    <a:ext cx="5907" cy="9274"/>
                  </a:xfrm>
                  <a:custGeom>
                    <a:avLst/>
                    <a:gdLst>
                      <a:gd name="connsiteX0" fmla="*/ 0 w 5907"/>
                      <a:gd name="connsiteY0" fmla="*/ 0 h 9274"/>
                      <a:gd name="connsiteX1" fmla="*/ 5907 w 5907"/>
                      <a:gd name="connsiteY1" fmla="*/ 0 h 9274"/>
                      <a:gd name="connsiteX2" fmla="*/ 5907 w 5907"/>
                      <a:gd name="connsiteY2" fmla="*/ 9275 h 9274"/>
                      <a:gd name="connsiteX3" fmla="*/ 0 w 5907"/>
                      <a:gd name="connsiteY3" fmla="*/ 9275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5"/>
                        </a:lnTo>
                        <a:lnTo>
                          <a:pt x="0" y="9275"/>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25" name="Freeform: Shape 324">
                    <a:extLst>
                      <a:ext uri="{FF2B5EF4-FFF2-40B4-BE49-F238E27FC236}">
                        <a16:creationId xmlns:a16="http://schemas.microsoft.com/office/drawing/2014/main" id="{CD1B33FB-1860-901E-12D5-C54DB1FD1462}"/>
                      </a:ext>
                    </a:extLst>
                  </p:cNvPr>
                  <p:cNvSpPr/>
                  <p:nvPr/>
                </p:nvSpPr>
                <p:spPr>
                  <a:xfrm>
                    <a:off x="975773" y="2924248"/>
                    <a:ext cx="8269" cy="9214"/>
                  </a:xfrm>
                  <a:custGeom>
                    <a:avLst/>
                    <a:gdLst>
                      <a:gd name="connsiteX0" fmla="*/ 2953 w 8269"/>
                      <a:gd name="connsiteY0" fmla="*/ 0 h 9214"/>
                      <a:gd name="connsiteX1" fmla="*/ 8270 w 8269"/>
                      <a:gd name="connsiteY1" fmla="*/ 3131 h 9214"/>
                      <a:gd name="connsiteX2" fmla="*/ 8270 w 8269"/>
                      <a:gd name="connsiteY2" fmla="*/ 9215 h 9214"/>
                      <a:gd name="connsiteX3" fmla="*/ 2304 w 8269"/>
                      <a:gd name="connsiteY3" fmla="*/ 9215 h 9214"/>
                      <a:gd name="connsiteX4" fmla="*/ 2304 w 8269"/>
                      <a:gd name="connsiteY4" fmla="*/ 6498 h 9214"/>
                      <a:gd name="connsiteX5" fmla="*/ 0 w 8269"/>
                      <a:gd name="connsiteY5" fmla="*/ 5139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2953" y="0"/>
                        </a:moveTo>
                        <a:lnTo>
                          <a:pt x="8270" y="3131"/>
                        </a:lnTo>
                        <a:lnTo>
                          <a:pt x="8270" y="9215"/>
                        </a:lnTo>
                        <a:lnTo>
                          <a:pt x="2304" y="9215"/>
                        </a:lnTo>
                        <a:lnTo>
                          <a:pt x="2304" y="6498"/>
                        </a:lnTo>
                        <a:lnTo>
                          <a:pt x="0" y="513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26" name="Freeform: Shape 325">
                    <a:extLst>
                      <a:ext uri="{FF2B5EF4-FFF2-40B4-BE49-F238E27FC236}">
                        <a16:creationId xmlns:a16="http://schemas.microsoft.com/office/drawing/2014/main" id="{525A06FA-A3D8-600A-CFCD-8DFC088EF8D5}"/>
                      </a:ext>
                    </a:extLst>
                  </p:cNvPr>
                  <p:cNvSpPr/>
                  <p:nvPr/>
                </p:nvSpPr>
                <p:spPr>
                  <a:xfrm>
                    <a:off x="978077" y="2961403"/>
                    <a:ext cx="5966" cy="9273"/>
                  </a:xfrm>
                  <a:custGeom>
                    <a:avLst/>
                    <a:gdLst>
                      <a:gd name="connsiteX0" fmla="*/ 0 w 5966"/>
                      <a:gd name="connsiteY0" fmla="*/ 0 h 9273"/>
                      <a:gd name="connsiteX1" fmla="*/ 5966 w 5966"/>
                      <a:gd name="connsiteY1" fmla="*/ 0 h 9273"/>
                      <a:gd name="connsiteX2" fmla="*/ 5966 w 5966"/>
                      <a:gd name="connsiteY2" fmla="*/ 9274 h 9273"/>
                      <a:gd name="connsiteX3" fmla="*/ 0 w 5966"/>
                      <a:gd name="connsiteY3" fmla="*/ 9274 h 9273"/>
                    </a:gdLst>
                    <a:ahLst/>
                    <a:cxnLst>
                      <a:cxn ang="0">
                        <a:pos x="connsiteX0" y="connsiteY0"/>
                      </a:cxn>
                      <a:cxn ang="0">
                        <a:pos x="connsiteX1" y="connsiteY1"/>
                      </a:cxn>
                      <a:cxn ang="0">
                        <a:pos x="connsiteX2" y="connsiteY2"/>
                      </a:cxn>
                      <a:cxn ang="0">
                        <a:pos x="connsiteX3" y="connsiteY3"/>
                      </a:cxn>
                    </a:cxnLst>
                    <a:rect l="l" t="t" r="r" b="b"/>
                    <a:pathLst>
                      <a:path w="5966" h="9273">
                        <a:moveTo>
                          <a:pt x="0" y="0"/>
                        </a:moveTo>
                        <a:lnTo>
                          <a:pt x="5966" y="0"/>
                        </a:lnTo>
                        <a:lnTo>
                          <a:pt x="5966"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27" name="Freeform: Shape 326">
                    <a:extLst>
                      <a:ext uri="{FF2B5EF4-FFF2-40B4-BE49-F238E27FC236}">
                        <a16:creationId xmlns:a16="http://schemas.microsoft.com/office/drawing/2014/main" id="{E3BE52D3-787D-BBC7-02E5-493831EDDBBF}"/>
                      </a:ext>
                    </a:extLst>
                  </p:cNvPr>
                  <p:cNvSpPr/>
                  <p:nvPr/>
                </p:nvSpPr>
                <p:spPr>
                  <a:xfrm>
                    <a:off x="978077" y="2942796"/>
                    <a:ext cx="5966" cy="9333"/>
                  </a:xfrm>
                  <a:custGeom>
                    <a:avLst/>
                    <a:gdLst>
                      <a:gd name="connsiteX0" fmla="*/ 0 w 5966"/>
                      <a:gd name="connsiteY0" fmla="*/ 0 h 9333"/>
                      <a:gd name="connsiteX1" fmla="*/ 5966 w 5966"/>
                      <a:gd name="connsiteY1" fmla="*/ 0 h 9333"/>
                      <a:gd name="connsiteX2" fmla="*/ 5966 w 5966"/>
                      <a:gd name="connsiteY2" fmla="*/ 9333 h 9333"/>
                      <a:gd name="connsiteX3" fmla="*/ 0 w 5966"/>
                      <a:gd name="connsiteY3" fmla="*/ 9333 h 9333"/>
                    </a:gdLst>
                    <a:ahLst/>
                    <a:cxnLst>
                      <a:cxn ang="0">
                        <a:pos x="connsiteX0" y="connsiteY0"/>
                      </a:cxn>
                      <a:cxn ang="0">
                        <a:pos x="connsiteX1" y="connsiteY1"/>
                      </a:cxn>
                      <a:cxn ang="0">
                        <a:pos x="connsiteX2" y="connsiteY2"/>
                      </a:cxn>
                      <a:cxn ang="0">
                        <a:pos x="connsiteX3" y="connsiteY3"/>
                      </a:cxn>
                    </a:cxnLst>
                    <a:rect l="l" t="t" r="r" b="b"/>
                    <a:pathLst>
                      <a:path w="5966" h="9333">
                        <a:moveTo>
                          <a:pt x="0" y="0"/>
                        </a:moveTo>
                        <a:lnTo>
                          <a:pt x="5966" y="0"/>
                        </a:lnTo>
                        <a:lnTo>
                          <a:pt x="5966" y="9333"/>
                        </a:lnTo>
                        <a:lnTo>
                          <a:pt x="0" y="933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28" name="Freeform: Shape 327">
                    <a:extLst>
                      <a:ext uri="{FF2B5EF4-FFF2-40B4-BE49-F238E27FC236}">
                        <a16:creationId xmlns:a16="http://schemas.microsoft.com/office/drawing/2014/main" id="{72B35532-FFC4-421B-7EF5-C8B79EFC60BB}"/>
                      </a:ext>
                    </a:extLst>
                  </p:cNvPr>
                  <p:cNvSpPr/>
                  <p:nvPr/>
                </p:nvSpPr>
                <p:spPr>
                  <a:xfrm>
                    <a:off x="975773" y="2980010"/>
                    <a:ext cx="8269" cy="9214"/>
                  </a:xfrm>
                  <a:custGeom>
                    <a:avLst/>
                    <a:gdLst>
                      <a:gd name="connsiteX0" fmla="*/ 8270 w 8269"/>
                      <a:gd name="connsiteY0" fmla="*/ 6143 h 9214"/>
                      <a:gd name="connsiteX1" fmla="*/ 2953 w 8269"/>
                      <a:gd name="connsiteY1" fmla="*/ 9215 h 9214"/>
                      <a:gd name="connsiteX2" fmla="*/ 0 w 8269"/>
                      <a:gd name="connsiteY2" fmla="*/ 4135 h 9214"/>
                      <a:gd name="connsiteX3" fmla="*/ 2304 w 8269"/>
                      <a:gd name="connsiteY3" fmla="*/ 2776 h 9214"/>
                      <a:gd name="connsiteX4" fmla="*/ 2304 w 8269"/>
                      <a:gd name="connsiteY4" fmla="*/ 0 h 9214"/>
                      <a:gd name="connsiteX5" fmla="*/ 8270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8270" y="6143"/>
                        </a:moveTo>
                        <a:lnTo>
                          <a:pt x="2953" y="9215"/>
                        </a:lnTo>
                        <a:lnTo>
                          <a:pt x="0" y="4135"/>
                        </a:lnTo>
                        <a:lnTo>
                          <a:pt x="2304" y="2776"/>
                        </a:lnTo>
                        <a:lnTo>
                          <a:pt x="2304" y="0"/>
                        </a:lnTo>
                        <a:lnTo>
                          <a:pt x="827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29" name="Freeform: Shape 328">
                    <a:extLst>
                      <a:ext uri="{FF2B5EF4-FFF2-40B4-BE49-F238E27FC236}">
                        <a16:creationId xmlns:a16="http://schemas.microsoft.com/office/drawing/2014/main" id="{E4643B6B-1B61-2651-59C6-D8F1BFB7B608}"/>
                      </a:ext>
                    </a:extLst>
                  </p:cNvPr>
                  <p:cNvSpPr/>
                  <p:nvPr/>
                </p:nvSpPr>
                <p:spPr>
                  <a:xfrm rot="-1801109">
                    <a:off x="960619" y="2990764"/>
                    <a:ext cx="9274" cy="5907"/>
                  </a:xfrm>
                  <a:custGeom>
                    <a:avLst/>
                    <a:gdLst>
                      <a:gd name="connsiteX0" fmla="*/ 0 w 9274"/>
                      <a:gd name="connsiteY0" fmla="*/ 0 h 5907"/>
                      <a:gd name="connsiteX1" fmla="*/ 9274 w 9274"/>
                      <a:gd name="connsiteY1" fmla="*/ 0 h 5907"/>
                      <a:gd name="connsiteX2" fmla="*/ 9274 w 9274"/>
                      <a:gd name="connsiteY2" fmla="*/ 5907 h 5907"/>
                      <a:gd name="connsiteX3" fmla="*/ 0 w 9274"/>
                      <a:gd name="connsiteY3" fmla="*/ 5907 h 5907"/>
                    </a:gdLst>
                    <a:ahLst/>
                    <a:cxnLst>
                      <a:cxn ang="0">
                        <a:pos x="connsiteX0" y="connsiteY0"/>
                      </a:cxn>
                      <a:cxn ang="0">
                        <a:pos x="connsiteX1" y="connsiteY1"/>
                      </a:cxn>
                      <a:cxn ang="0">
                        <a:pos x="connsiteX2" y="connsiteY2"/>
                      </a:cxn>
                      <a:cxn ang="0">
                        <a:pos x="connsiteX3" y="connsiteY3"/>
                      </a:cxn>
                    </a:cxnLst>
                    <a:rect l="l" t="t" r="r" b="b"/>
                    <a:pathLst>
                      <a:path w="9274" h="5907">
                        <a:moveTo>
                          <a:pt x="0" y="0"/>
                        </a:moveTo>
                        <a:lnTo>
                          <a:pt x="9274" y="0"/>
                        </a:lnTo>
                        <a:lnTo>
                          <a:pt x="9274"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30" name="Freeform: Shape 329">
                    <a:extLst>
                      <a:ext uri="{FF2B5EF4-FFF2-40B4-BE49-F238E27FC236}">
                        <a16:creationId xmlns:a16="http://schemas.microsoft.com/office/drawing/2014/main" id="{35AA7A95-F309-9766-E0C3-00DDCB55FC65}"/>
                      </a:ext>
                    </a:extLst>
                  </p:cNvPr>
                  <p:cNvSpPr/>
                  <p:nvPr/>
                </p:nvSpPr>
                <p:spPr>
                  <a:xfrm rot="-1806651">
                    <a:off x="944560" y="3000057"/>
                    <a:ext cx="9333" cy="5907"/>
                  </a:xfrm>
                  <a:custGeom>
                    <a:avLst/>
                    <a:gdLst>
                      <a:gd name="connsiteX0" fmla="*/ 0 w 9333"/>
                      <a:gd name="connsiteY0" fmla="*/ 0 h 5907"/>
                      <a:gd name="connsiteX1" fmla="*/ 9334 w 9333"/>
                      <a:gd name="connsiteY1" fmla="*/ 0 h 5907"/>
                      <a:gd name="connsiteX2" fmla="*/ 9334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4" y="0"/>
                        </a:lnTo>
                        <a:lnTo>
                          <a:pt x="9334"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31" name="Freeform: Shape 330">
                    <a:extLst>
                      <a:ext uri="{FF2B5EF4-FFF2-40B4-BE49-F238E27FC236}">
                        <a16:creationId xmlns:a16="http://schemas.microsoft.com/office/drawing/2014/main" id="{E91D7076-E1E0-6DCC-4F70-5F6056EF0AE0}"/>
                      </a:ext>
                    </a:extLst>
                  </p:cNvPr>
                  <p:cNvSpPr/>
                  <p:nvPr/>
                </p:nvSpPr>
                <p:spPr>
                  <a:xfrm>
                    <a:off x="927808" y="3007359"/>
                    <a:ext cx="10632" cy="8269"/>
                  </a:xfrm>
                  <a:custGeom>
                    <a:avLst/>
                    <a:gdLst>
                      <a:gd name="connsiteX0" fmla="*/ 5257 w 10632"/>
                      <a:gd name="connsiteY0" fmla="*/ 1418 h 8269"/>
                      <a:gd name="connsiteX1" fmla="*/ 7679 w 10632"/>
                      <a:gd name="connsiteY1" fmla="*/ 0 h 8269"/>
                      <a:gd name="connsiteX2" fmla="*/ 10632 w 10632"/>
                      <a:gd name="connsiteY2" fmla="*/ 5139 h 8269"/>
                      <a:gd name="connsiteX3" fmla="*/ 5257 w 10632"/>
                      <a:gd name="connsiteY3" fmla="*/ 8270 h 8269"/>
                      <a:gd name="connsiteX4" fmla="*/ 0 w 10632"/>
                      <a:gd name="connsiteY4" fmla="*/ 5139 h 8269"/>
                      <a:gd name="connsiteX5" fmla="*/ 2953 w 10632"/>
                      <a:gd name="connsiteY5" fmla="*/ 0 h 8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69">
                        <a:moveTo>
                          <a:pt x="5257" y="1418"/>
                        </a:moveTo>
                        <a:lnTo>
                          <a:pt x="7679" y="0"/>
                        </a:lnTo>
                        <a:lnTo>
                          <a:pt x="10632" y="5139"/>
                        </a:lnTo>
                        <a:lnTo>
                          <a:pt x="5257" y="8270"/>
                        </a:lnTo>
                        <a:lnTo>
                          <a:pt x="0" y="5139"/>
                        </a:lnTo>
                        <a:lnTo>
                          <a:pt x="2953"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32" name="Freeform: Shape 331">
                    <a:extLst>
                      <a:ext uri="{FF2B5EF4-FFF2-40B4-BE49-F238E27FC236}">
                        <a16:creationId xmlns:a16="http://schemas.microsoft.com/office/drawing/2014/main" id="{B24637C2-2757-848C-9A73-43E4E66CD8F0}"/>
                      </a:ext>
                    </a:extLst>
                  </p:cNvPr>
                  <p:cNvSpPr/>
                  <p:nvPr/>
                </p:nvSpPr>
                <p:spPr>
                  <a:xfrm rot="-3604434">
                    <a:off x="898141" y="2989017"/>
                    <a:ext cx="5966" cy="9274"/>
                  </a:xfrm>
                  <a:custGeom>
                    <a:avLst/>
                    <a:gdLst>
                      <a:gd name="connsiteX0" fmla="*/ 0 w 5966"/>
                      <a:gd name="connsiteY0" fmla="*/ 0 h 9274"/>
                      <a:gd name="connsiteX1" fmla="*/ 5966 w 5966"/>
                      <a:gd name="connsiteY1" fmla="*/ 0 h 9274"/>
                      <a:gd name="connsiteX2" fmla="*/ 5966 w 5966"/>
                      <a:gd name="connsiteY2" fmla="*/ 9274 h 9274"/>
                      <a:gd name="connsiteX3" fmla="*/ 0 w 5966"/>
                      <a:gd name="connsiteY3" fmla="*/ 9274 h 9274"/>
                    </a:gdLst>
                    <a:ahLst/>
                    <a:cxnLst>
                      <a:cxn ang="0">
                        <a:pos x="connsiteX0" y="connsiteY0"/>
                      </a:cxn>
                      <a:cxn ang="0">
                        <a:pos x="connsiteX1" y="connsiteY1"/>
                      </a:cxn>
                      <a:cxn ang="0">
                        <a:pos x="connsiteX2" y="connsiteY2"/>
                      </a:cxn>
                      <a:cxn ang="0">
                        <a:pos x="connsiteX3" y="connsiteY3"/>
                      </a:cxn>
                    </a:cxnLst>
                    <a:rect l="l" t="t" r="r" b="b"/>
                    <a:pathLst>
                      <a:path w="5966" h="9274">
                        <a:moveTo>
                          <a:pt x="0" y="0"/>
                        </a:moveTo>
                        <a:lnTo>
                          <a:pt x="5966" y="0"/>
                        </a:lnTo>
                        <a:lnTo>
                          <a:pt x="5966"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33" name="Freeform: Shape 332">
                    <a:extLst>
                      <a:ext uri="{FF2B5EF4-FFF2-40B4-BE49-F238E27FC236}">
                        <a16:creationId xmlns:a16="http://schemas.microsoft.com/office/drawing/2014/main" id="{503DB980-DBDF-9019-4F29-00067705C3CC}"/>
                      </a:ext>
                    </a:extLst>
                  </p:cNvPr>
                  <p:cNvSpPr/>
                  <p:nvPr/>
                </p:nvSpPr>
                <p:spPr>
                  <a:xfrm rot="-3587633">
                    <a:off x="914188" y="2998227"/>
                    <a:ext cx="5906" cy="9332"/>
                  </a:xfrm>
                  <a:custGeom>
                    <a:avLst/>
                    <a:gdLst>
                      <a:gd name="connsiteX0" fmla="*/ 0 w 5906"/>
                      <a:gd name="connsiteY0" fmla="*/ 0 h 9332"/>
                      <a:gd name="connsiteX1" fmla="*/ 5907 w 5906"/>
                      <a:gd name="connsiteY1" fmla="*/ 0 h 9332"/>
                      <a:gd name="connsiteX2" fmla="*/ 5907 w 5906"/>
                      <a:gd name="connsiteY2" fmla="*/ 9333 h 9332"/>
                      <a:gd name="connsiteX3" fmla="*/ 0 w 5906"/>
                      <a:gd name="connsiteY3" fmla="*/ 9333 h 9332"/>
                    </a:gdLst>
                    <a:ahLst/>
                    <a:cxnLst>
                      <a:cxn ang="0">
                        <a:pos x="connsiteX0" y="connsiteY0"/>
                      </a:cxn>
                      <a:cxn ang="0">
                        <a:pos x="connsiteX1" y="connsiteY1"/>
                      </a:cxn>
                      <a:cxn ang="0">
                        <a:pos x="connsiteX2" y="connsiteY2"/>
                      </a:cxn>
                      <a:cxn ang="0">
                        <a:pos x="connsiteX3" y="connsiteY3"/>
                      </a:cxn>
                    </a:cxnLst>
                    <a:rect l="l" t="t" r="r" b="b"/>
                    <a:pathLst>
                      <a:path w="5906" h="9332">
                        <a:moveTo>
                          <a:pt x="0" y="0"/>
                        </a:moveTo>
                        <a:lnTo>
                          <a:pt x="5907" y="0"/>
                        </a:lnTo>
                        <a:lnTo>
                          <a:pt x="5907" y="9333"/>
                        </a:lnTo>
                        <a:lnTo>
                          <a:pt x="0" y="933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34" name="Freeform: Shape 333">
                    <a:extLst>
                      <a:ext uri="{FF2B5EF4-FFF2-40B4-BE49-F238E27FC236}">
                        <a16:creationId xmlns:a16="http://schemas.microsoft.com/office/drawing/2014/main" id="{62391742-16CC-B895-A325-272E8457E75C}"/>
                      </a:ext>
                    </a:extLst>
                  </p:cNvPr>
                  <p:cNvSpPr/>
                  <p:nvPr/>
                </p:nvSpPr>
                <p:spPr>
                  <a:xfrm>
                    <a:off x="882147" y="2980010"/>
                    <a:ext cx="8269" cy="9214"/>
                  </a:xfrm>
                  <a:custGeom>
                    <a:avLst/>
                    <a:gdLst>
                      <a:gd name="connsiteX0" fmla="*/ 5907 w 8269"/>
                      <a:gd name="connsiteY0" fmla="*/ 2776 h 9214"/>
                      <a:gd name="connsiteX1" fmla="*/ 8270 w 8269"/>
                      <a:gd name="connsiteY1" fmla="*/ 4135 h 9214"/>
                      <a:gd name="connsiteX2" fmla="*/ 5316 w 8269"/>
                      <a:gd name="connsiteY2" fmla="*/ 9215 h 9214"/>
                      <a:gd name="connsiteX3" fmla="*/ 0 w 8269"/>
                      <a:gd name="connsiteY3" fmla="*/ 6143 h 9214"/>
                      <a:gd name="connsiteX4" fmla="*/ 0 w 8269"/>
                      <a:gd name="connsiteY4" fmla="*/ 0 h 9214"/>
                      <a:gd name="connsiteX5" fmla="*/ 5907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5907" y="2776"/>
                        </a:moveTo>
                        <a:lnTo>
                          <a:pt x="8270" y="4135"/>
                        </a:lnTo>
                        <a:lnTo>
                          <a:pt x="5316" y="9215"/>
                        </a:lnTo>
                        <a:lnTo>
                          <a:pt x="0" y="6143"/>
                        </a:lnTo>
                        <a:lnTo>
                          <a:pt x="0" y="0"/>
                        </a:lnTo>
                        <a:lnTo>
                          <a:pt x="5907"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35" name="Freeform: Shape 334">
                    <a:extLst>
                      <a:ext uri="{FF2B5EF4-FFF2-40B4-BE49-F238E27FC236}">
                        <a16:creationId xmlns:a16="http://schemas.microsoft.com/office/drawing/2014/main" id="{789363EF-6015-AAEA-D7A5-655DDA76FAE7}"/>
                      </a:ext>
                    </a:extLst>
                  </p:cNvPr>
                  <p:cNvSpPr/>
                  <p:nvPr/>
                </p:nvSpPr>
                <p:spPr>
                  <a:xfrm rot="-23376">
                    <a:off x="882168" y="2961460"/>
                    <a:ext cx="5907" cy="9274"/>
                  </a:xfrm>
                  <a:custGeom>
                    <a:avLst/>
                    <a:gdLst>
                      <a:gd name="connsiteX0" fmla="*/ 0 w 5907"/>
                      <a:gd name="connsiteY0" fmla="*/ 0 h 9274"/>
                      <a:gd name="connsiteX1" fmla="*/ 5907 w 5907"/>
                      <a:gd name="connsiteY1" fmla="*/ 0 h 9274"/>
                      <a:gd name="connsiteX2" fmla="*/ 5907 w 5907"/>
                      <a:gd name="connsiteY2" fmla="*/ 9274 h 9274"/>
                      <a:gd name="connsiteX3" fmla="*/ 0 w 5907"/>
                      <a:gd name="connsiteY3" fmla="*/ 9274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36" name="Freeform: Shape 335">
                    <a:extLst>
                      <a:ext uri="{FF2B5EF4-FFF2-40B4-BE49-F238E27FC236}">
                        <a16:creationId xmlns:a16="http://schemas.microsoft.com/office/drawing/2014/main" id="{6E459372-40CB-2509-2053-D7E19635F3CF}"/>
                      </a:ext>
                    </a:extLst>
                  </p:cNvPr>
                  <p:cNvSpPr/>
                  <p:nvPr/>
                </p:nvSpPr>
                <p:spPr>
                  <a:xfrm rot="-5391765">
                    <a:off x="880458" y="2944505"/>
                    <a:ext cx="9333" cy="5906"/>
                  </a:xfrm>
                  <a:custGeom>
                    <a:avLst/>
                    <a:gdLst>
                      <a:gd name="connsiteX0" fmla="*/ 0 w 9333"/>
                      <a:gd name="connsiteY0" fmla="*/ 0 h 5906"/>
                      <a:gd name="connsiteX1" fmla="*/ 9333 w 9333"/>
                      <a:gd name="connsiteY1" fmla="*/ 0 h 5906"/>
                      <a:gd name="connsiteX2" fmla="*/ 9333 w 9333"/>
                      <a:gd name="connsiteY2" fmla="*/ 5907 h 5906"/>
                      <a:gd name="connsiteX3" fmla="*/ 0 w 9333"/>
                      <a:gd name="connsiteY3" fmla="*/ 5907 h 5906"/>
                    </a:gdLst>
                    <a:ahLst/>
                    <a:cxnLst>
                      <a:cxn ang="0">
                        <a:pos x="connsiteX0" y="connsiteY0"/>
                      </a:cxn>
                      <a:cxn ang="0">
                        <a:pos x="connsiteX1" y="connsiteY1"/>
                      </a:cxn>
                      <a:cxn ang="0">
                        <a:pos x="connsiteX2" y="connsiteY2"/>
                      </a:cxn>
                      <a:cxn ang="0">
                        <a:pos x="connsiteX3" y="connsiteY3"/>
                      </a:cxn>
                    </a:cxnLst>
                    <a:rect l="l" t="t" r="r" b="b"/>
                    <a:pathLst>
                      <a:path w="9333" h="5906">
                        <a:moveTo>
                          <a:pt x="0" y="0"/>
                        </a:moveTo>
                        <a:lnTo>
                          <a:pt x="9333" y="0"/>
                        </a:lnTo>
                        <a:lnTo>
                          <a:pt x="9333"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37" name="Freeform: Shape 336">
                    <a:extLst>
                      <a:ext uri="{FF2B5EF4-FFF2-40B4-BE49-F238E27FC236}">
                        <a16:creationId xmlns:a16="http://schemas.microsoft.com/office/drawing/2014/main" id="{1CD83F15-3515-A365-BE1D-9FCAA6768D5F}"/>
                      </a:ext>
                    </a:extLst>
                  </p:cNvPr>
                  <p:cNvSpPr/>
                  <p:nvPr/>
                </p:nvSpPr>
                <p:spPr>
                  <a:xfrm>
                    <a:off x="564234" y="2900915"/>
                    <a:ext cx="96047" cy="110873"/>
                  </a:xfrm>
                  <a:custGeom>
                    <a:avLst/>
                    <a:gdLst>
                      <a:gd name="connsiteX0" fmla="*/ 96047 w 96047"/>
                      <a:gd name="connsiteY0" fmla="*/ 83111 h 110873"/>
                      <a:gd name="connsiteX1" fmla="*/ 48024 w 96047"/>
                      <a:gd name="connsiteY1" fmla="*/ 110874 h 110873"/>
                      <a:gd name="connsiteX2" fmla="*/ 0 w 96047"/>
                      <a:gd name="connsiteY2" fmla="*/ 83111 h 110873"/>
                      <a:gd name="connsiteX3" fmla="*/ 0 w 96047"/>
                      <a:gd name="connsiteY3" fmla="*/ 27763 h 110873"/>
                      <a:gd name="connsiteX4" fmla="*/ 48024 w 96047"/>
                      <a:gd name="connsiteY4" fmla="*/ 0 h 110873"/>
                      <a:gd name="connsiteX5" fmla="*/ 96047 w 96047"/>
                      <a:gd name="connsiteY5" fmla="*/ 27763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47" h="110873">
                        <a:moveTo>
                          <a:pt x="96047" y="83111"/>
                        </a:moveTo>
                        <a:lnTo>
                          <a:pt x="48024" y="110874"/>
                        </a:lnTo>
                        <a:lnTo>
                          <a:pt x="0" y="83111"/>
                        </a:lnTo>
                        <a:lnTo>
                          <a:pt x="0" y="27763"/>
                        </a:lnTo>
                        <a:lnTo>
                          <a:pt x="48024" y="0"/>
                        </a:lnTo>
                        <a:lnTo>
                          <a:pt x="96047" y="2776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38" name="Freeform: Shape 337">
                    <a:extLst>
                      <a:ext uri="{FF2B5EF4-FFF2-40B4-BE49-F238E27FC236}">
                        <a16:creationId xmlns:a16="http://schemas.microsoft.com/office/drawing/2014/main" id="{845252F5-CC6F-3AA2-80E5-814E01816A2C}"/>
                      </a:ext>
                    </a:extLst>
                  </p:cNvPr>
                  <p:cNvSpPr/>
                  <p:nvPr/>
                </p:nvSpPr>
                <p:spPr>
                  <a:xfrm>
                    <a:off x="669437" y="2901329"/>
                    <a:ext cx="95988" cy="110873"/>
                  </a:xfrm>
                  <a:custGeom>
                    <a:avLst/>
                    <a:gdLst>
                      <a:gd name="connsiteX0" fmla="*/ 47965 w 95988"/>
                      <a:gd name="connsiteY0" fmla="*/ 0 h 110873"/>
                      <a:gd name="connsiteX1" fmla="*/ 0 w 95988"/>
                      <a:gd name="connsiteY1" fmla="*/ 27763 h 110873"/>
                      <a:gd name="connsiteX2" fmla="*/ 0 w 95988"/>
                      <a:gd name="connsiteY2" fmla="*/ 83170 h 110873"/>
                      <a:gd name="connsiteX3" fmla="*/ 47965 w 95988"/>
                      <a:gd name="connsiteY3" fmla="*/ 110874 h 110873"/>
                      <a:gd name="connsiteX4" fmla="*/ 95988 w 95988"/>
                      <a:gd name="connsiteY4" fmla="*/ 83170 h 110873"/>
                      <a:gd name="connsiteX5" fmla="*/ 95988 w 95988"/>
                      <a:gd name="connsiteY5" fmla="*/ 27763 h 110873"/>
                      <a:gd name="connsiteX6" fmla="*/ 47965 w 95988"/>
                      <a:gd name="connsiteY6" fmla="*/ 0 h 110873"/>
                      <a:gd name="connsiteX7" fmla="*/ 70707 w 95988"/>
                      <a:gd name="connsiteY7" fmla="*/ 46074 h 110873"/>
                      <a:gd name="connsiteX8" fmla="*/ 60842 w 95988"/>
                      <a:gd name="connsiteY8" fmla="*/ 40404 h 110873"/>
                      <a:gd name="connsiteX9" fmla="*/ 60842 w 95988"/>
                      <a:gd name="connsiteY9" fmla="*/ 29003 h 110873"/>
                      <a:gd name="connsiteX10" fmla="*/ 70707 w 95988"/>
                      <a:gd name="connsiteY10" fmla="*/ 23332 h 110873"/>
                      <a:gd name="connsiteX11" fmla="*/ 80571 w 95988"/>
                      <a:gd name="connsiteY11" fmla="*/ 29003 h 110873"/>
                      <a:gd name="connsiteX12" fmla="*/ 80571 w 95988"/>
                      <a:gd name="connsiteY12" fmla="*/ 40404 h 110873"/>
                      <a:gd name="connsiteX13" fmla="*/ 70707 w 95988"/>
                      <a:gd name="connsiteY13" fmla="*/ 46074 h 110873"/>
                      <a:gd name="connsiteX14" fmla="*/ 47965 w 95988"/>
                      <a:gd name="connsiteY14" fmla="*/ 77086 h 110873"/>
                      <a:gd name="connsiteX15" fmla="*/ 57829 w 95988"/>
                      <a:gd name="connsiteY15" fmla="*/ 71415 h 110873"/>
                      <a:gd name="connsiteX16" fmla="*/ 67694 w 95988"/>
                      <a:gd name="connsiteY16" fmla="*/ 77086 h 110873"/>
                      <a:gd name="connsiteX17" fmla="*/ 67694 w 95988"/>
                      <a:gd name="connsiteY17" fmla="*/ 88427 h 110873"/>
                      <a:gd name="connsiteX18" fmla="*/ 57829 w 95988"/>
                      <a:gd name="connsiteY18" fmla="*/ 94098 h 110873"/>
                      <a:gd name="connsiteX19" fmla="*/ 47965 w 95988"/>
                      <a:gd name="connsiteY19" fmla="*/ 88427 h 110873"/>
                      <a:gd name="connsiteX20" fmla="*/ 47965 w 95988"/>
                      <a:gd name="connsiteY20" fmla="*/ 77086 h 110873"/>
                      <a:gd name="connsiteX21" fmla="*/ 35206 w 95988"/>
                      <a:gd name="connsiteY21" fmla="*/ 61137 h 110873"/>
                      <a:gd name="connsiteX22" fmla="*/ 25341 w 95988"/>
                      <a:gd name="connsiteY22" fmla="*/ 66808 h 110873"/>
                      <a:gd name="connsiteX23" fmla="*/ 15476 w 95988"/>
                      <a:gd name="connsiteY23" fmla="*/ 61137 h 110873"/>
                      <a:gd name="connsiteX24" fmla="*/ 15476 w 95988"/>
                      <a:gd name="connsiteY24" fmla="*/ 49737 h 110873"/>
                      <a:gd name="connsiteX25" fmla="*/ 25341 w 95988"/>
                      <a:gd name="connsiteY25" fmla="*/ 44066 h 110873"/>
                      <a:gd name="connsiteX26" fmla="*/ 35206 w 95988"/>
                      <a:gd name="connsiteY26" fmla="*/ 49737 h 110873"/>
                      <a:gd name="connsiteX27" fmla="*/ 35206 w 95988"/>
                      <a:gd name="connsiteY27" fmla="*/ 61137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5988" h="110873">
                        <a:moveTo>
                          <a:pt x="47965" y="0"/>
                        </a:moveTo>
                        <a:lnTo>
                          <a:pt x="0" y="27763"/>
                        </a:lnTo>
                        <a:lnTo>
                          <a:pt x="0" y="83170"/>
                        </a:lnTo>
                        <a:lnTo>
                          <a:pt x="47965" y="110874"/>
                        </a:lnTo>
                        <a:lnTo>
                          <a:pt x="95988" y="83170"/>
                        </a:lnTo>
                        <a:lnTo>
                          <a:pt x="95988" y="27763"/>
                        </a:lnTo>
                        <a:lnTo>
                          <a:pt x="47965" y="0"/>
                        </a:lnTo>
                        <a:close/>
                        <a:moveTo>
                          <a:pt x="70707" y="46074"/>
                        </a:moveTo>
                        <a:lnTo>
                          <a:pt x="60842" y="40404"/>
                        </a:lnTo>
                        <a:lnTo>
                          <a:pt x="60842" y="29003"/>
                        </a:lnTo>
                        <a:lnTo>
                          <a:pt x="70707" y="23332"/>
                        </a:lnTo>
                        <a:lnTo>
                          <a:pt x="80571" y="29003"/>
                        </a:lnTo>
                        <a:lnTo>
                          <a:pt x="80571" y="40404"/>
                        </a:lnTo>
                        <a:lnTo>
                          <a:pt x="70707" y="46074"/>
                        </a:lnTo>
                        <a:close/>
                        <a:moveTo>
                          <a:pt x="47965" y="77086"/>
                        </a:moveTo>
                        <a:lnTo>
                          <a:pt x="57829" y="71415"/>
                        </a:lnTo>
                        <a:lnTo>
                          <a:pt x="67694" y="77086"/>
                        </a:lnTo>
                        <a:lnTo>
                          <a:pt x="67694" y="88427"/>
                        </a:lnTo>
                        <a:lnTo>
                          <a:pt x="57829" y="94098"/>
                        </a:lnTo>
                        <a:lnTo>
                          <a:pt x="47965" y="88427"/>
                        </a:lnTo>
                        <a:lnTo>
                          <a:pt x="47965" y="77086"/>
                        </a:lnTo>
                        <a:close/>
                        <a:moveTo>
                          <a:pt x="35206" y="61137"/>
                        </a:moveTo>
                        <a:lnTo>
                          <a:pt x="25341" y="66808"/>
                        </a:lnTo>
                        <a:lnTo>
                          <a:pt x="15476" y="61137"/>
                        </a:lnTo>
                        <a:lnTo>
                          <a:pt x="15476" y="49737"/>
                        </a:lnTo>
                        <a:lnTo>
                          <a:pt x="25341" y="44066"/>
                        </a:lnTo>
                        <a:lnTo>
                          <a:pt x="35206" y="49737"/>
                        </a:lnTo>
                        <a:lnTo>
                          <a:pt x="35206" y="6113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39" name="Freeform: Shape 338">
                    <a:extLst>
                      <a:ext uri="{FF2B5EF4-FFF2-40B4-BE49-F238E27FC236}">
                        <a16:creationId xmlns:a16="http://schemas.microsoft.com/office/drawing/2014/main" id="{30DAB551-8C48-249C-ACAA-B3A82EED6BFD}"/>
                      </a:ext>
                    </a:extLst>
                  </p:cNvPr>
                  <p:cNvSpPr/>
                  <p:nvPr/>
                </p:nvSpPr>
                <p:spPr>
                  <a:xfrm>
                    <a:off x="775172" y="2900974"/>
                    <a:ext cx="95988" cy="110874"/>
                  </a:xfrm>
                  <a:custGeom>
                    <a:avLst/>
                    <a:gdLst>
                      <a:gd name="connsiteX0" fmla="*/ 95988 w 95988"/>
                      <a:gd name="connsiteY0" fmla="*/ 27704 h 110874"/>
                      <a:gd name="connsiteX1" fmla="*/ 47965 w 95988"/>
                      <a:gd name="connsiteY1" fmla="*/ 0 h 110874"/>
                      <a:gd name="connsiteX2" fmla="*/ 0 w 95988"/>
                      <a:gd name="connsiteY2" fmla="*/ 27704 h 110874"/>
                      <a:gd name="connsiteX3" fmla="*/ 0 w 95988"/>
                      <a:gd name="connsiteY3" fmla="*/ 83111 h 110874"/>
                      <a:gd name="connsiteX4" fmla="*/ 47965 w 95988"/>
                      <a:gd name="connsiteY4" fmla="*/ 110874 h 110874"/>
                      <a:gd name="connsiteX5" fmla="*/ 95988 w 95988"/>
                      <a:gd name="connsiteY5" fmla="*/ 83111 h 110874"/>
                      <a:gd name="connsiteX6" fmla="*/ 95988 w 95988"/>
                      <a:gd name="connsiteY6" fmla="*/ 27704 h 110874"/>
                      <a:gd name="connsiteX7" fmla="*/ 65390 w 95988"/>
                      <a:gd name="connsiteY7" fmla="*/ 45307 h 110874"/>
                      <a:gd name="connsiteX8" fmla="*/ 65390 w 95988"/>
                      <a:gd name="connsiteY8" fmla="*/ 65449 h 110874"/>
                      <a:gd name="connsiteX9" fmla="*/ 48024 w 95988"/>
                      <a:gd name="connsiteY9" fmla="*/ 75491 h 110874"/>
                      <a:gd name="connsiteX10" fmla="*/ 30598 w 95988"/>
                      <a:gd name="connsiteY10" fmla="*/ 65449 h 110874"/>
                      <a:gd name="connsiteX11" fmla="*/ 30598 w 95988"/>
                      <a:gd name="connsiteY11" fmla="*/ 45307 h 110874"/>
                      <a:gd name="connsiteX12" fmla="*/ 48024 w 95988"/>
                      <a:gd name="connsiteY12" fmla="*/ 35265 h 110874"/>
                      <a:gd name="connsiteX13" fmla="*/ 65390 w 95988"/>
                      <a:gd name="connsiteY13" fmla="*/ 45307 h 11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88" h="110874">
                        <a:moveTo>
                          <a:pt x="95988" y="27704"/>
                        </a:moveTo>
                        <a:lnTo>
                          <a:pt x="47965" y="0"/>
                        </a:lnTo>
                        <a:lnTo>
                          <a:pt x="0" y="27704"/>
                        </a:lnTo>
                        <a:lnTo>
                          <a:pt x="0" y="83111"/>
                        </a:lnTo>
                        <a:lnTo>
                          <a:pt x="47965" y="110874"/>
                        </a:lnTo>
                        <a:lnTo>
                          <a:pt x="95988" y="83111"/>
                        </a:lnTo>
                        <a:lnTo>
                          <a:pt x="95988" y="27704"/>
                        </a:lnTo>
                        <a:close/>
                        <a:moveTo>
                          <a:pt x="65390" y="45307"/>
                        </a:moveTo>
                        <a:lnTo>
                          <a:pt x="65390" y="65449"/>
                        </a:lnTo>
                        <a:lnTo>
                          <a:pt x="48024" y="75491"/>
                        </a:lnTo>
                        <a:lnTo>
                          <a:pt x="30598" y="65449"/>
                        </a:lnTo>
                        <a:lnTo>
                          <a:pt x="30598" y="45307"/>
                        </a:lnTo>
                        <a:lnTo>
                          <a:pt x="48024" y="35265"/>
                        </a:lnTo>
                        <a:lnTo>
                          <a:pt x="65390" y="453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340" name="Freeform: Shape 339">
                    <a:extLst>
                      <a:ext uri="{FF2B5EF4-FFF2-40B4-BE49-F238E27FC236}">
                        <a16:creationId xmlns:a16="http://schemas.microsoft.com/office/drawing/2014/main" id="{46DE4A71-0444-8C56-5940-ABC77AC42E16}"/>
                      </a:ext>
                    </a:extLst>
                  </p:cNvPr>
                  <p:cNvSpPr/>
                  <p:nvPr/>
                </p:nvSpPr>
                <p:spPr>
                  <a:xfrm>
                    <a:off x="457259" y="2900974"/>
                    <a:ext cx="95929" cy="110814"/>
                  </a:xfrm>
                  <a:custGeom>
                    <a:avLst/>
                    <a:gdLst>
                      <a:gd name="connsiteX0" fmla="*/ 47965 w 95929"/>
                      <a:gd name="connsiteY0" fmla="*/ 110815 h 110814"/>
                      <a:gd name="connsiteX1" fmla="*/ 95929 w 95929"/>
                      <a:gd name="connsiteY1" fmla="*/ 83052 h 110814"/>
                      <a:gd name="connsiteX2" fmla="*/ 95929 w 95929"/>
                      <a:gd name="connsiteY2" fmla="*/ 27704 h 110814"/>
                      <a:gd name="connsiteX3" fmla="*/ 47965 w 95929"/>
                      <a:gd name="connsiteY3" fmla="*/ 0 h 110814"/>
                      <a:gd name="connsiteX4" fmla="*/ 0 w 95929"/>
                      <a:gd name="connsiteY4" fmla="*/ 27704 h 110814"/>
                      <a:gd name="connsiteX5" fmla="*/ 0 w 95929"/>
                      <a:gd name="connsiteY5" fmla="*/ 83052 h 110814"/>
                      <a:gd name="connsiteX6" fmla="*/ 47965 w 95929"/>
                      <a:gd name="connsiteY6" fmla="*/ 110815 h 110814"/>
                      <a:gd name="connsiteX7" fmla="*/ 61373 w 95929"/>
                      <a:gd name="connsiteY7" fmla="*/ 78681 h 110814"/>
                      <a:gd name="connsiteX8" fmla="*/ 34497 w 95929"/>
                      <a:gd name="connsiteY8" fmla="*/ 78681 h 110814"/>
                      <a:gd name="connsiteX9" fmla="*/ 21029 w 95929"/>
                      <a:gd name="connsiteY9" fmla="*/ 55349 h 110814"/>
                      <a:gd name="connsiteX10" fmla="*/ 34497 w 95929"/>
                      <a:gd name="connsiteY10" fmla="*/ 32016 h 110814"/>
                      <a:gd name="connsiteX11" fmla="*/ 61373 w 95929"/>
                      <a:gd name="connsiteY11" fmla="*/ 32016 h 110814"/>
                      <a:gd name="connsiteX12" fmla="*/ 74841 w 95929"/>
                      <a:gd name="connsiteY12" fmla="*/ 55349 h 110814"/>
                      <a:gd name="connsiteX13" fmla="*/ 61373 w 95929"/>
                      <a:gd name="connsiteY13" fmla="*/ 78681 h 110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29" h="110814">
                        <a:moveTo>
                          <a:pt x="47965" y="110815"/>
                        </a:moveTo>
                        <a:lnTo>
                          <a:pt x="95929" y="83052"/>
                        </a:lnTo>
                        <a:lnTo>
                          <a:pt x="95929" y="27704"/>
                        </a:lnTo>
                        <a:lnTo>
                          <a:pt x="47965" y="0"/>
                        </a:lnTo>
                        <a:lnTo>
                          <a:pt x="0" y="27704"/>
                        </a:lnTo>
                        <a:lnTo>
                          <a:pt x="0" y="83052"/>
                        </a:lnTo>
                        <a:lnTo>
                          <a:pt x="47965" y="110815"/>
                        </a:lnTo>
                        <a:close/>
                        <a:moveTo>
                          <a:pt x="61373" y="78681"/>
                        </a:moveTo>
                        <a:lnTo>
                          <a:pt x="34497" y="78681"/>
                        </a:lnTo>
                        <a:lnTo>
                          <a:pt x="21029" y="55349"/>
                        </a:lnTo>
                        <a:lnTo>
                          <a:pt x="34497" y="32016"/>
                        </a:lnTo>
                        <a:lnTo>
                          <a:pt x="61373" y="32016"/>
                        </a:lnTo>
                        <a:lnTo>
                          <a:pt x="74841" y="55349"/>
                        </a:lnTo>
                        <a:lnTo>
                          <a:pt x="61373" y="7868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286" name="Graphic 4773">
                <a:extLst>
                  <a:ext uri="{FF2B5EF4-FFF2-40B4-BE49-F238E27FC236}">
                    <a16:creationId xmlns:a16="http://schemas.microsoft.com/office/drawing/2014/main" id="{729DCCAC-7EC8-85AB-AD9A-41DA443B263A}"/>
                  </a:ext>
                </a:extLst>
              </p:cNvPr>
              <p:cNvGrpSpPr/>
              <p:nvPr/>
            </p:nvGrpSpPr>
            <p:grpSpPr>
              <a:xfrm>
                <a:off x="3924418" y="4634731"/>
                <a:ext cx="680365" cy="187664"/>
                <a:chOff x="3924418" y="4634731"/>
                <a:chExt cx="680365" cy="187664"/>
              </a:xfrm>
              <a:grpFill/>
            </p:grpSpPr>
            <p:sp>
              <p:nvSpPr>
                <p:cNvPr id="287" name="Freeform: Shape 286">
                  <a:extLst>
                    <a:ext uri="{FF2B5EF4-FFF2-40B4-BE49-F238E27FC236}">
                      <a16:creationId xmlns:a16="http://schemas.microsoft.com/office/drawing/2014/main" id="{F2F67A07-9832-1FCC-2B50-6FD77A3554BB}"/>
                    </a:ext>
                  </a:extLst>
                </p:cNvPr>
                <p:cNvSpPr/>
                <p:nvPr/>
              </p:nvSpPr>
              <p:spPr>
                <a:xfrm>
                  <a:off x="3924418" y="4634731"/>
                  <a:ext cx="680365" cy="187664"/>
                </a:xfrm>
                <a:custGeom>
                  <a:avLst/>
                  <a:gdLst>
                    <a:gd name="connsiteX0" fmla="*/ 89491 w 680365"/>
                    <a:gd name="connsiteY0" fmla="*/ 122452 h 187664"/>
                    <a:gd name="connsiteX1" fmla="*/ 497545 w 680365"/>
                    <a:gd name="connsiteY1" fmla="*/ 122452 h 187664"/>
                    <a:gd name="connsiteX2" fmla="*/ 586445 w 680365"/>
                    <a:gd name="connsiteY2" fmla="*/ 187665 h 187664"/>
                    <a:gd name="connsiteX3" fmla="*/ 680366 w 680365"/>
                    <a:gd name="connsiteY3" fmla="*/ 93862 h 187664"/>
                    <a:gd name="connsiteX4" fmla="*/ 586445 w 680365"/>
                    <a:gd name="connsiteY4" fmla="*/ 0 h 187664"/>
                    <a:gd name="connsiteX5" fmla="*/ 497308 w 680365"/>
                    <a:gd name="connsiteY5" fmla="*/ 66099 h 187664"/>
                    <a:gd name="connsiteX6" fmla="*/ 89491 w 680365"/>
                    <a:gd name="connsiteY6" fmla="*/ 66099 h 187664"/>
                    <a:gd name="connsiteX7" fmla="*/ 89491 w 680365"/>
                    <a:gd name="connsiteY7" fmla="*/ 71711 h 187664"/>
                    <a:gd name="connsiteX8" fmla="*/ 495536 w 680365"/>
                    <a:gd name="connsiteY8" fmla="*/ 71711 h 187664"/>
                    <a:gd name="connsiteX9" fmla="*/ 492878 w 680365"/>
                    <a:gd name="connsiteY9" fmla="*/ 91085 h 187664"/>
                    <a:gd name="connsiteX10" fmla="*/ 0 w 680365"/>
                    <a:gd name="connsiteY10" fmla="*/ 91085 h 187664"/>
                    <a:gd name="connsiteX11" fmla="*/ 0 w 680365"/>
                    <a:gd name="connsiteY11" fmla="*/ 96638 h 187664"/>
                    <a:gd name="connsiteX12" fmla="*/ 492878 w 680365"/>
                    <a:gd name="connsiteY12" fmla="*/ 96638 h 187664"/>
                    <a:gd name="connsiteX13" fmla="*/ 495773 w 680365"/>
                    <a:gd name="connsiteY13" fmla="*/ 116899 h 187664"/>
                    <a:gd name="connsiteX14" fmla="*/ 89432 w 680365"/>
                    <a:gd name="connsiteY14" fmla="*/ 116840 h 187664"/>
                    <a:gd name="connsiteX15" fmla="*/ 89432 w 680365"/>
                    <a:gd name="connsiteY15" fmla="*/ 122452 h 187664"/>
                    <a:gd name="connsiteX16" fmla="*/ 586504 w 680365"/>
                    <a:gd name="connsiteY16" fmla="*/ 19729 h 187664"/>
                    <a:gd name="connsiteX17" fmla="*/ 660577 w 680365"/>
                    <a:gd name="connsiteY17" fmla="*/ 93803 h 187664"/>
                    <a:gd name="connsiteX18" fmla="*/ 586445 w 680365"/>
                    <a:gd name="connsiteY18" fmla="*/ 167876 h 187664"/>
                    <a:gd name="connsiteX19" fmla="*/ 512371 w 680365"/>
                    <a:gd name="connsiteY19" fmla="*/ 93803 h 187664"/>
                    <a:gd name="connsiteX20" fmla="*/ 586504 w 680365"/>
                    <a:gd name="connsiteY20" fmla="*/ 19729 h 187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80365" h="187664">
                      <a:moveTo>
                        <a:pt x="89491" y="122452"/>
                      </a:moveTo>
                      <a:lnTo>
                        <a:pt x="497545" y="122452"/>
                      </a:lnTo>
                      <a:cubicBezTo>
                        <a:pt x="509713" y="160197"/>
                        <a:pt x="544682" y="187665"/>
                        <a:pt x="586445" y="187665"/>
                      </a:cubicBezTo>
                      <a:cubicBezTo>
                        <a:pt x="638308" y="187665"/>
                        <a:pt x="680366" y="145666"/>
                        <a:pt x="680366" y="93862"/>
                      </a:cubicBezTo>
                      <a:cubicBezTo>
                        <a:pt x="680366" y="41999"/>
                        <a:pt x="638367" y="0"/>
                        <a:pt x="586445" y="0"/>
                      </a:cubicBezTo>
                      <a:cubicBezTo>
                        <a:pt x="544387" y="0"/>
                        <a:pt x="509181" y="27940"/>
                        <a:pt x="497308" y="66099"/>
                      </a:cubicBezTo>
                      <a:lnTo>
                        <a:pt x="89491" y="66099"/>
                      </a:lnTo>
                      <a:lnTo>
                        <a:pt x="89491" y="71711"/>
                      </a:lnTo>
                      <a:lnTo>
                        <a:pt x="495536" y="71711"/>
                      </a:lnTo>
                      <a:cubicBezTo>
                        <a:pt x="494060" y="77972"/>
                        <a:pt x="493114" y="84411"/>
                        <a:pt x="492878" y="91085"/>
                      </a:cubicBezTo>
                      <a:lnTo>
                        <a:pt x="0" y="91085"/>
                      </a:lnTo>
                      <a:lnTo>
                        <a:pt x="0" y="96638"/>
                      </a:lnTo>
                      <a:lnTo>
                        <a:pt x="492878" y="96638"/>
                      </a:lnTo>
                      <a:cubicBezTo>
                        <a:pt x="493056" y="103608"/>
                        <a:pt x="494119" y="110401"/>
                        <a:pt x="495773" y="116899"/>
                      </a:cubicBezTo>
                      <a:lnTo>
                        <a:pt x="89432" y="116840"/>
                      </a:lnTo>
                      <a:lnTo>
                        <a:pt x="89432" y="122452"/>
                      </a:lnTo>
                      <a:close/>
                      <a:moveTo>
                        <a:pt x="586504" y="19729"/>
                      </a:moveTo>
                      <a:cubicBezTo>
                        <a:pt x="627439" y="19729"/>
                        <a:pt x="660636" y="52927"/>
                        <a:pt x="660577" y="93803"/>
                      </a:cubicBezTo>
                      <a:cubicBezTo>
                        <a:pt x="660577" y="134738"/>
                        <a:pt x="627439" y="167876"/>
                        <a:pt x="586445" y="167876"/>
                      </a:cubicBezTo>
                      <a:cubicBezTo>
                        <a:pt x="545509" y="167876"/>
                        <a:pt x="512371" y="134679"/>
                        <a:pt x="512371" y="93803"/>
                      </a:cubicBezTo>
                      <a:cubicBezTo>
                        <a:pt x="512430" y="52868"/>
                        <a:pt x="545568" y="19729"/>
                        <a:pt x="586504" y="19729"/>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288" name="Freeform: Shape 287">
                  <a:extLst>
                    <a:ext uri="{FF2B5EF4-FFF2-40B4-BE49-F238E27FC236}">
                      <a16:creationId xmlns:a16="http://schemas.microsoft.com/office/drawing/2014/main" id="{F65420E1-D1B9-6816-F49D-16165DF0007E}"/>
                    </a:ext>
                  </a:extLst>
                </p:cNvPr>
                <p:cNvSpPr/>
                <p:nvPr/>
              </p:nvSpPr>
              <p:spPr>
                <a:xfrm>
                  <a:off x="4453269" y="4670941"/>
                  <a:ext cx="115186" cy="115186"/>
                </a:xfrm>
                <a:custGeom>
                  <a:avLst/>
                  <a:gdLst>
                    <a:gd name="connsiteX0" fmla="*/ 57593 w 115186"/>
                    <a:gd name="connsiteY0" fmla="*/ 115186 h 115186"/>
                    <a:gd name="connsiteX1" fmla="*/ 115186 w 115186"/>
                    <a:gd name="connsiteY1" fmla="*/ 57593 h 115186"/>
                    <a:gd name="connsiteX2" fmla="*/ 57593 w 115186"/>
                    <a:gd name="connsiteY2" fmla="*/ 0 h 115186"/>
                    <a:gd name="connsiteX3" fmla="*/ 0 w 115186"/>
                    <a:gd name="connsiteY3" fmla="*/ 57593 h 115186"/>
                    <a:gd name="connsiteX4" fmla="*/ 57593 w 115186"/>
                    <a:gd name="connsiteY4" fmla="*/ 115186 h 115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86" h="115186">
                      <a:moveTo>
                        <a:pt x="57593" y="115186"/>
                      </a:moveTo>
                      <a:cubicBezTo>
                        <a:pt x="89490" y="115186"/>
                        <a:pt x="115186" y="89432"/>
                        <a:pt x="115186" y="57593"/>
                      </a:cubicBezTo>
                      <a:cubicBezTo>
                        <a:pt x="115186" y="25813"/>
                        <a:pt x="89490" y="0"/>
                        <a:pt x="57593" y="0"/>
                      </a:cubicBezTo>
                      <a:cubicBezTo>
                        <a:pt x="25813" y="0"/>
                        <a:pt x="0" y="25813"/>
                        <a:pt x="0" y="57593"/>
                      </a:cubicBezTo>
                      <a:cubicBezTo>
                        <a:pt x="59" y="89432"/>
                        <a:pt x="25813" y="115186"/>
                        <a:pt x="57593" y="11518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grpSp>
        <p:nvGrpSpPr>
          <p:cNvPr id="557" name="Group 556">
            <a:extLst>
              <a:ext uri="{FF2B5EF4-FFF2-40B4-BE49-F238E27FC236}">
                <a16:creationId xmlns:a16="http://schemas.microsoft.com/office/drawing/2014/main" id="{EF623CC7-1271-6994-6B2E-0152A4A0DAC5}"/>
              </a:ext>
            </a:extLst>
          </p:cNvPr>
          <p:cNvGrpSpPr/>
          <p:nvPr userDrawn="1"/>
        </p:nvGrpSpPr>
        <p:grpSpPr>
          <a:xfrm>
            <a:off x="912125" y="10936741"/>
            <a:ext cx="10232284" cy="1784004"/>
            <a:chOff x="824337" y="7216576"/>
            <a:chExt cx="10232284" cy="3636623"/>
          </a:xfrm>
        </p:grpSpPr>
        <p:grpSp>
          <p:nvGrpSpPr>
            <p:cNvPr id="558" name="Graphic 4773">
              <a:extLst>
                <a:ext uri="{FF2B5EF4-FFF2-40B4-BE49-F238E27FC236}">
                  <a16:creationId xmlns:a16="http://schemas.microsoft.com/office/drawing/2014/main" id="{1070B8CC-E0D8-A8E6-61AB-3814B79E1116}"/>
                </a:ext>
              </a:extLst>
            </p:cNvPr>
            <p:cNvGrpSpPr/>
            <p:nvPr userDrawn="1"/>
          </p:nvGrpSpPr>
          <p:grpSpPr>
            <a:xfrm>
              <a:off x="824337" y="7216576"/>
              <a:ext cx="4296304" cy="3636623"/>
              <a:chOff x="8624" y="1576512"/>
              <a:chExt cx="5170376" cy="3982601"/>
            </a:xfrm>
            <a:solidFill>
              <a:schemeClr val="bg1">
                <a:lumMod val="95000"/>
                <a:alpha val="76000"/>
              </a:schemeClr>
            </a:solidFill>
          </p:grpSpPr>
          <p:grpSp>
            <p:nvGrpSpPr>
              <p:cNvPr id="696" name="Graphic 4773">
                <a:extLst>
                  <a:ext uri="{FF2B5EF4-FFF2-40B4-BE49-F238E27FC236}">
                    <a16:creationId xmlns:a16="http://schemas.microsoft.com/office/drawing/2014/main" id="{FCD154A1-1893-7C36-CFEE-3AB37DF84B08}"/>
                  </a:ext>
                </a:extLst>
              </p:cNvPr>
              <p:cNvGrpSpPr/>
              <p:nvPr/>
            </p:nvGrpSpPr>
            <p:grpSpPr>
              <a:xfrm>
                <a:off x="8624" y="1576512"/>
                <a:ext cx="5170376" cy="3982601"/>
                <a:chOff x="8624" y="1576512"/>
                <a:chExt cx="5170376" cy="3982601"/>
              </a:xfrm>
              <a:grpFill/>
            </p:grpSpPr>
            <p:sp>
              <p:nvSpPr>
                <p:cNvPr id="700" name="Freeform: Shape 699">
                  <a:extLst>
                    <a:ext uri="{FF2B5EF4-FFF2-40B4-BE49-F238E27FC236}">
                      <a16:creationId xmlns:a16="http://schemas.microsoft.com/office/drawing/2014/main" id="{03A53260-7888-8E3D-4504-45FEB183C60F}"/>
                    </a:ext>
                  </a:extLst>
                </p:cNvPr>
                <p:cNvSpPr/>
                <p:nvPr/>
              </p:nvSpPr>
              <p:spPr>
                <a:xfrm>
                  <a:off x="1467647" y="2244945"/>
                  <a:ext cx="3526878" cy="437352"/>
                </a:xfrm>
                <a:custGeom>
                  <a:avLst/>
                  <a:gdLst>
                    <a:gd name="connsiteX0" fmla="*/ 2146182 w 3526878"/>
                    <a:gd name="connsiteY0" fmla="*/ 5907 h 437352"/>
                    <a:gd name="connsiteX1" fmla="*/ 1085407 w 3526878"/>
                    <a:gd name="connsiteY1" fmla="*/ 5907 h 437352"/>
                    <a:gd name="connsiteX2" fmla="*/ 967267 w 3526878"/>
                    <a:gd name="connsiteY2" fmla="*/ 124047 h 437352"/>
                    <a:gd name="connsiteX3" fmla="*/ 41467 w 3526878"/>
                    <a:gd name="connsiteY3" fmla="*/ 124047 h 437352"/>
                    <a:gd name="connsiteX4" fmla="*/ 20911 w 3526878"/>
                    <a:gd name="connsiteY4" fmla="*/ 142004 h 437352"/>
                    <a:gd name="connsiteX5" fmla="*/ 0 w 3526878"/>
                    <a:gd name="connsiteY5" fmla="*/ 121093 h 437352"/>
                    <a:gd name="connsiteX6" fmla="*/ 20911 w 3526878"/>
                    <a:gd name="connsiteY6" fmla="*/ 100182 h 437352"/>
                    <a:gd name="connsiteX7" fmla="*/ 41467 w 3526878"/>
                    <a:gd name="connsiteY7" fmla="*/ 118140 h 437352"/>
                    <a:gd name="connsiteX8" fmla="*/ 964787 w 3526878"/>
                    <a:gd name="connsiteY8" fmla="*/ 118140 h 437352"/>
                    <a:gd name="connsiteX9" fmla="*/ 1082926 w 3526878"/>
                    <a:gd name="connsiteY9" fmla="*/ 0 h 437352"/>
                    <a:gd name="connsiteX10" fmla="*/ 2148604 w 3526878"/>
                    <a:gd name="connsiteY10" fmla="*/ 0 h 437352"/>
                    <a:gd name="connsiteX11" fmla="*/ 2562092 w 3526878"/>
                    <a:gd name="connsiteY11" fmla="*/ 413488 h 437352"/>
                    <a:gd name="connsiteX12" fmla="*/ 3485412 w 3526878"/>
                    <a:gd name="connsiteY12" fmla="*/ 413488 h 437352"/>
                    <a:gd name="connsiteX13" fmla="*/ 3505968 w 3526878"/>
                    <a:gd name="connsiteY13" fmla="*/ 395531 h 437352"/>
                    <a:gd name="connsiteX14" fmla="*/ 3526879 w 3526878"/>
                    <a:gd name="connsiteY14" fmla="*/ 416442 h 437352"/>
                    <a:gd name="connsiteX15" fmla="*/ 3505968 w 3526878"/>
                    <a:gd name="connsiteY15" fmla="*/ 437353 h 437352"/>
                    <a:gd name="connsiteX16" fmla="*/ 3485412 w 3526878"/>
                    <a:gd name="connsiteY16" fmla="*/ 419395 h 437352"/>
                    <a:gd name="connsiteX17" fmla="*/ 2559670 w 3526878"/>
                    <a:gd name="connsiteY17" fmla="*/ 419395 h 437352"/>
                    <a:gd name="connsiteX18" fmla="*/ 2146182 w 3526878"/>
                    <a:gd name="connsiteY18" fmla="*/ 5907 h 437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526878" h="437352">
                      <a:moveTo>
                        <a:pt x="2146182" y="5907"/>
                      </a:moveTo>
                      <a:lnTo>
                        <a:pt x="1085407" y="5907"/>
                      </a:lnTo>
                      <a:lnTo>
                        <a:pt x="967267" y="124047"/>
                      </a:lnTo>
                      <a:lnTo>
                        <a:pt x="41467" y="124047"/>
                      </a:lnTo>
                      <a:cubicBezTo>
                        <a:pt x="40049" y="134148"/>
                        <a:pt x="31425" y="142004"/>
                        <a:pt x="20911" y="142004"/>
                      </a:cubicBezTo>
                      <a:cubicBezTo>
                        <a:pt x="9392" y="142004"/>
                        <a:pt x="0" y="132671"/>
                        <a:pt x="0" y="121093"/>
                      </a:cubicBezTo>
                      <a:cubicBezTo>
                        <a:pt x="0" y="109515"/>
                        <a:pt x="9333" y="100182"/>
                        <a:pt x="20911" y="100182"/>
                      </a:cubicBezTo>
                      <a:cubicBezTo>
                        <a:pt x="31425" y="100182"/>
                        <a:pt x="40049" y="107980"/>
                        <a:pt x="41467" y="118140"/>
                      </a:cubicBezTo>
                      <a:lnTo>
                        <a:pt x="964787" y="118140"/>
                      </a:lnTo>
                      <a:lnTo>
                        <a:pt x="1082926" y="0"/>
                      </a:lnTo>
                      <a:lnTo>
                        <a:pt x="2148604" y="0"/>
                      </a:lnTo>
                      <a:lnTo>
                        <a:pt x="2562092" y="413488"/>
                      </a:lnTo>
                      <a:lnTo>
                        <a:pt x="3485412" y="413488"/>
                      </a:lnTo>
                      <a:cubicBezTo>
                        <a:pt x="3486829" y="403388"/>
                        <a:pt x="3495454" y="395531"/>
                        <a:pt x="3505968" y="395531"/>
                      </a:cubicBezTo>
                      <a:cubicBezTo>
                        <a:pt x="3517487" y="395531"/>
                        <a:pt x="3526879" y="404864"/>
                        <a:pt x="3526879" y="416442"/>
                      </a:cubicBezTo>
                      <a:cubicBezTo>
                        <a:pt x="3526879" y="427961"/>
                        <a:pt x="3517546" y="437353"/>
                        <a:pt x="3505968" y="437353"/>
                      </a:cubicBezTo>
                      <a:cubicBezTo>
                        <a:pt x="3495454" y="437353"/>
                        <a:pt x="3486829" y="429555"/>
                        <a:pt x="3485412" y="419395"/>
                      </a:cubicBezTo>
                      <a:lnTo>
                        <a:pt x="2559670" y="419395"/>
                      </a:lnTo>
                      <a:lnTo>
                        <a:pt x="2146182"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01" name="Freeform: Shape 700">
                  <a:extLst>
                    <a:ext uri="{FF2B5EF4-FFF2-40B4-BE49-F238E27FC236}">
                      <a16:creationId xmlns:a16="http://schemas.microsoft.com/office/drawing/2014/main" id="{5BEF3F0E-4D4B-A028-F447-02A3392044D4}"/>
                    </a:ext>
                  </a:extLst>
                </p:cNvPr>
                <p:cNvSpPr/>
                <p:nvPr/>
              </p:nvSpPr>
              <p:spPr>
                <a:xfrm>
                  <a:off x="1762996" y="3880942"/>
                  <a:ext cx="2640891" cy="1678172"/>
                </a:xfrm>
                <a:custGeom>
                  <a:avLst/>
                  <a:gdLst>
                    <a:gd name="connsiteX0" fmla="*/ 0 w 2640891"/>
                    <a:gd name="connsiteY0" fmla="*/ 670678 h 1678172"/>
                    <a:gd name="connsiteX1" fmla="*/ 20911 w 2640891"/>
                    <a:gd name="connsiteY1" fmla="*/ 691589 h 1678172"/>
                    <a:gd name="connsiteX2" fmla="*/ 41467 w 2640891"/>
                    <a:gd name="connsiteY2" fmla="*/ 673632 h 1678172"/>
                    <a:gd name="connsiteX3" fmla="*/ 1260136 w 2640891"/>
                    <a:gd name="connsiteY3" fmla="*/ 673632 h 1678172"/>
                    <a:gd name="connsiteX4" fmla="*/ 1857921 w 2640891"/>
                    <a:gd name="connsiteY4" fmla="*/ 1271418 h 1678172"/>
                    <a:gd name="connsiteX5" fmla="*/ 1789696 w 2640891"/>
                    <a:gd name="connsiteY5" fmla="*/ 1438585 h 1678172"/>
                    <a:gd name="connsiteX6" fmla="*/ 2029283 w 2640891"/>
                    <a:gd name="connsiteY6" fmla="*/ 1678172 h 1678172"/>
                    <a:gd name="connsiteX7" fmla="*/ 2268870 w 2640891"/>
                    <a:gd name="connsiteY7" fmla="*/ 1438585 h 1678172"/>
                    <a:gd name="connsiteX8" fmla="*/ 2032236 w 2640891"/>
                    <a:gd name="connsiteY8" fmla="*/ 1199116 h 1678172"/>
                    <a:gd name="connsiteX9" fmla="*/ 2032236 w 2640891"/>
                    <a:gd name="connsiteY9" fmla="*/ 23864 h 1678172"/>
                    <a:gd name="connsiteX10" fmla="*/ 2599424 w 2640891"/>
                    <a:gd name="connsiteY10" fmla="*/ 23864 h 1678172"/>
                    <a:gd name="connsiteX11" fmla="*/ 2619981 w 2640891"/>
                    <a:gd name="connsiteY11" fmla="*/ 41822 h 1678172"/>
                    <a:gd name="connsiteX12" fmla="*/ 2640891 w 2640891"/>
                    <a:gd name="connsiteY12" fmla="*/ 20911 h 1678172"/>
                    <a:gd name="connsiteX13" fmla="*/ 2619981 w 2640891"/>
                    <a:gd name="connsiteY13" fmla="*/ 0 h 1678172"/>
                    <a:gd name="connsiteX14" fmla="*/ 2599424 w 2640891"/>
                    <a:gd name="connsiteY14" fmla="*/ 17957 h 1678172"/>
                    <a:gd name="connsiteX15" fmla="*/ 2026329 w 2640891"/>
                    <a:gd name="connsiteY15" fmla="*/ 17957 h 1678172"/>
                    <a:gd name="connsiteX16" fmla="*/ 2026329 w 2640891"/>
                    <a:gd name="connsiteY16" fmla="*/ 1199116 h 1678172"/>
                    <a:gd name="connsiteX17" fmla="*/ 1862116 w 2640891"/>
                    <a:gd name="connsiteY17" fmla="*/ 1267283 h 1678172"/>
                    <a:gd name="connsiteX18" fmla="*/ 1262617 w 2640891"/>
                    <a:gd name="connsiteY18" fmla="*/ 667725 h 1678172"/>
                    <a:gd name="connsiteX19" fmla="*/ 41467 w 2640891"/>
                    <a:gd name="connsiteY19" fmla="*/ 667725 h 1678172"/>
                    <a:gd name="connsiteX20" fmla="*/ 20911 w 2640891"/>
                    <a:gd name="connsiteY20" fmla="*/ 649768 h 1678172"/>
                    <a:gd name="connsiteX21" fmla="*/ 0 w 2640891"/>
                    <a:gd name="connsiteY21" fmla="*/ 670678 h 1678172"/>
                    <a:gd name="connsiteX22" fmla="*/ 2026329 w 2640891"/>
                    <a:gd name="connsiteY22" fmla="*/ 1379456 h 1678172"/>
                    <a:gd name="connsiteX23" fmla="*/ 1989529 w 2640891"/>
                    <a:gd name="connsiteY23" fmla="*/ 1394696 h 1678172"/>
                    <a:gd name="connsiteX24" fmla="*/ 1866250 w 2640891"/>
                    <a:gd name="connsiteY24" fmla="*/ 1271418 h 1678172"/>
                    <a:gd name="connsiteX25" fmla="*/ 2026329 w 2640891"/>
                    <a:gd name="connsiteY25" fmla="*/ 1205023 h 1678172"/>
                    <a:gd name="connsiteX26" fmla="*/ 2026329 w 2640891"/>
                    <a:gd name="connsiteY26" fmla="*/ 1379456 h 1678172"/>
                    <a:gd name="connsiteX27" fmla="*/ 1862116 w 2640891"/>
                    <a:gd name="connsiteY27" fmla="*/ 1275612 h 1678172"/>
                    <a:gd name="connsiteX28" fmla="*/ 1985394 w 2640891"/>
                    <a:gd name="connsiteY28" fmla="*/ 1398890 h 1678172"/>
                    <a:gd name="connsiteX29" fmla="*/ 1970036 w 2640891"/>
                    <a:gd name="connsiteY29" fmla="*/ 1438644 h 1678172"/>
                    <a:gd name="connsiteX30" fmla="*/ 2029283 w 2640891"/>
                    <a:gd name="connsiteY30" fmla="*/ 1497891 h 1678172"/>
                    <a:gd name="connsiteX31" fmla="*/ 2088530 w 2640891"/>
                    <a:gd name="connsiteY31" fmla="*/ 1438644 h 1678172"/>
                    <a:gd name="connsiteX32" fmla="*/ 2032236 w 2640891"/>
                    <a:gd name="connsiteY32" fmla="*/ 1379515 h 1678172"/>
                    <a:gd name="connsiteX33" fmla="*/ 2032236 w 2640891"/>
                    <a:gd name="connsiteY33" fmla="*/ 1205023 h 1678172"/>
                    <a:gd name="connsiteX34" fmla="*/ 2262963 w 2640891"/>
                    <a:gd name="connsiteY34" fmla="*/ 1438585 h 1678172"/>
                    <a:gd name="connsiteX35" fmla="*/ 2029283 w 2640891"/>
                    <a:gd name="connsiteY35" fmla="*/ 1672265 h 1678172"/>
                    <a:gd name="connsiteX36" fmla="*/ 1795603 w 2640891"/>
                    <a:gd name="connsiteY36" fmla="*/ 1438585 h 1678172"/>
                    <a:gd name="connsiteX37" fmla="*/ 1862116 w 2640891"/>
                    <a:gd name="connsiteY37" fmla="*/ 1275612 h 16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640891" h="1678172">
                      <a:moveTo>
                        <a:pt x="0" y="670678"/>
                      </a:moveTo>
                      <a:cubicBezTo>
                        <a:pt x="0" y="682197"/>
                        <a:pt x="9333" y="691589"/>
                        <a:pt x="20911" y="691589"/>
                      </a:cubicBezTo>
                      <a:cubicBezTo>
                        <a:pt x="31425" y="691589"/>
                        <a:pt x="40049" y="683792"/>
                        <a:pt x="41467" y="673632"/>
                      </a:cubicBezTo>
                      <a:lnTo>
                        <a:pt x="1260136" y="673632"/>
                      </a:lnTo>
                      <a:lnTo>
                        <a:pt x="1857921" y="1271418"/>
                      </a:lnTo>
                      <a:cubicBezTo>
                        <a:pt x="1815746" y="1314598"/>
                        <a:pt x="1789696" y="1373608"/>
                        <a:pt x="1789696" y="1438585"/>
                      </a:cubicBezTo>
                      <a:cubicBezTo>
                        <a:pt x="1789696" y="1570665"/>
                        <a:pt x="1897144" y="1678172"/>
                        <a:pt x="2029283" y="1678172"/>
                      </a:cubicBezTo>
                      <a:cubicBezTo>
                        <a:pt x="2161363" y="1678172"/>
                        <a:pt x="2268870" y="1570724"/>
                        <a:pt x="2268870" y="1438585"/>
                      </a:cubicBezTo>
                      <a:cubicBezTo>
                        <a:pt x="2268870" y="1307450"/>
                        <a:pt x="2163017" y="1200711"/>
                        <a:pt x="2032236" y="1199116"/>
                      </a:cubicBezTo>
                      <a:lnTo>
                        <a:pt x="2032236" y="23864"/>
                      </a:lnTo>
                      <a:lnTo>
                        <a:pt x="2599424" y="23864"/>
                      </a:lnTo>
                      <a:cubicBezTo>
                        <a:pt x="2600842" y="33965"/>
                        <a:pt x="2609466" y="41822"/>
                        <a:pt x="2619981" y="41822"/>
                      </a:cubicBezTo>
                      <a:cubicBezTo>
                        <a:pt x="2631499" y="41822"/>
                        <a:pt x="2640891" y="32488"/>
                        <a:pt x="2640891" y="20911"/>
                      </a:cubicBezTo>
                      <a:cubicBezTo>
                        <a:pt x="2640891" y="9392"/>
                        <a:pt x="2631558" y="0"/>
                        <a:pt x="2619981" y="0"/>
                      </a:cubicBezTo>
                      <a:cubicBezTo>
                        <a:pt x="2609466" y="0"/>
                        <a:pt x="2600842" y="7797"/>
                        <a:pt x="2599424" y="17957"/>
                      </a:cubicBezTo>
                      <a:lnTo>
                        <a:pt x="2026329" y="17957"/>
                      </a:lnTo>
                      <a:lnTo>
                        <a:pt x="2026329" y="1199116"/>
                      </a:lnTo>
                      <a:cubicBezTo>
                        <a:pt x="1962534" y="1199884"/>
                        <a:pt x="1904646" y="1225757"/>
                        <a:pt x="1862116" y="1267283"/>
                      </a:cubicBezTo>
                      <a:lnTo>
                        <a:pt x="1262617" y="667725"/>
                      </a:lnTo>
                      <a:lnTo>
                        <a:pt x="41467" y="667725"/>
                      </a:lnTo>
                      <a:cubicBezTo>
                        <a:pt x="40049" y="657624"/>
                        <a:pt x="31425" y="649768"/>
                        <a:pt x="20911" y="649768"/>
                      </a:cubicBezTo>
                      <a:cubicBezTo>
                        <a:pt x="9333" y="649827"/>
                        <a:pt x="0" y="659159"/>
                        <a:pt x="0" y="670678"/>
                      </a:cubicBezTo>
                      <a:close/>
                      <a:moveTo>
                        <a:pt x="2026329" y="1379456"/>
                      </a:moveTo>
                      <a:cubicBezTo>
                        <a:pt x="2012212" y="1380165"/>
                        <a:pt x="1999394" y="1385777"/>
                        <a:pt x="1989529" y="1394696"/>
                      </a:cubicBezTo>
                      <a:lnTo>
                        <a:pt x="1866250" y="1271418"/>
                      </a:lnTo>
                      <a:cubicBezTo>
                        <a:pt x="1907717" y="1230955"/>
                        <a:pt x="1964129" y="1205791"/>
                        <a:pt x="2026329" y="1205023"/>
                      </a:cubicBezTo>
                      <a:lnTo>
                        <a:pt x="2026329" y="1379456"/>
                      </a:lnTo>
                      <a:close/>
                      <a:moveTo>
                        <a:pt x="1862116" y="1275612"/>
                      </a:moveTo>
                      <a:lnTo>
                        <a:pt x="1985394" y="1398890"/>
                      </a:lnTo>
                      <a:cubicBezTo>
                        <a:pt x="1975884" y="1409405"/>
                        <a:pt x="1970036" y="1423286"/>
                        <a:pt x="1970036" y="1438644"/>
                      </a:cubicBezTo>
                      <a:cubicBezTo>
                        <a:pt x="1970036" y="1471369"/>
                        <a:pt x="1996558" y="1497891"/>
                        <a:pt x="2029283" y="1497891"/>
                      </a:cubicBezTo>
                      <a:cubicBezTo>
                        <a:pt x="2062007" y="1497891"/>
                        <a:pt x="2088530" y="1471369"/>
                        <a:pt x="2088530" y="1438644"/>
                      </a:cubicBezTo>
                      <a:cubicBezTo>
                        <a:pt x="2088530" y="1406865"/>
                        <a:pt x="2063602" y="1381051"/>
                        <a:pt x="2032236" y="1379515"/>
                      </a:cubicBezTo>
                      <a:lnTo>
                        <a:pt x="2032236" y="1205023"/>
                      </a:lnTo>
                      <a:cubicBezTo>
                        <a:pt x="2159709" y="1206618"/>
                        <a:pt x="2262963" y="1310758"/>
                        <a:pt x="2262963" y="1438585"/>
                      </a:cubicBezTo>
                      <a:cubicBezTo>
                        <a:pt x="2262963" y="1567416"/>
                        <a:pt x="2158114" y="1672265"/>
                        <a:pt x="2029283" y="1672265"/>
                      </a:cubicBezTo>
                      <a:cubicBezTo>
                        <a:pt x="1900452" y="1672265"/>
                        <a:pt x="1795603" y="1567416"/>
                        <a:pt x="1795603" y="1438585"/>
                      </a:cubicBezTo>
                      <a:cubicBezTo>
                        <a:pt x="1795603" y="1375262"/>
                        <a:pt x="1821003" y="1317729"/>
                        <a:pt x="1862116" y="1275612"/>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02" name="Freeform: Shape 701">
                  <a:extLst>
                    <a:ext uri="{FF2B5EF4-FFF2-40B4-BE49-F238E27FC236}">
                      <a16:creationId xmlns:a16="http://schemas.microsoft.com/office/drawing/2014/main" id="{C94ADAFB-6314-7973-DF4C-933193247341}"/>
                    </a:ext>
                  </a:extLst>
                </p:cNvPr>
                <p:cNvSpPr/>
                <p:nvPr/>
              </p:nvSpPr>
              <p:spPr>
                <a:xfrm>
                  <a:off x="345321" y="4176350"/>
                  <a:ext cx="2877111" cy="201073"/>
                </a:xfrm>
                <a:custGeom>
                  <a:avLst/>
                  <a:gdLst>
                    <a:gd name="connsiteX0" fmla="*/ 20911 w 2877111"/>
                    <a:gd name="connsiteY0" fmla="*/ 0 h 201073"/>
                    <a:gd name="connsiteX1" fmla="*/ 41467 w 2877111"/>
                    <a:gd name="connsiteY1" fmla="*/ 17957 h 201073"/>
                    <a:gd name="connsiteX2" fmla="*/ 849069 w 2877111"/>
                    <a:gd name="connsiteY2" fmla="*/ 17957 h 201073"/>
                    <a:gd name="connsiteX3" fmla="*/ 1026278 w 2877111"/>
                    <a:gd name="connsiteY3" fmla="*/ 195166 h 201073"/>
                    <a:gd name="connsiteX4" fmla="*/ 1438585 w 2877111"/>
                    <a:gd name="connsiteY4" fmla="*/ 195166 h 201073"/>
                    <a:gd name="connsiteX5" fmla="*/ 1850833 w 2877111"/>
                    <a:gd name="connsiteY5" fmla="*/ 195166 h 201073"/>
                    <a:gd name="connsiteX6" fmla="*/ 2028042 w 2877111"/>
                    <a:gd name="connsiteY6" fmla="*/ 17957 h 201073"/>
                    <a:gd name="connsiteX7" fmla="*/ 2835644 w 2877111"/>
                    <a:gd name="connsiteY7" fmla="*/ 17957 h 201073"/>
                    <a:gd name="connsiteX8" fmla="*/ 2856201 w 2877111"/>
                    <a:gd name="connsiteY8" fmla="*/ 0 h 201073"/>
                    <a:gd name="connsiteX9" fmla="*/ 2877111 w 2877111"/>
                    <a:gd name="connsiteY9" fmla="*/ 20911 h 201073"/>
                    <a:gd name="connsiteX10" fmla="*/ 2856201 w 2877111"/>
                    <a:gd name="connsiteY10" fmla="*/ 41821 h 201073"/>
                    <a:gd name="connsiteX11" fmla="*/ 2835644 w 2877111"/>
                    <a:gd name="connsiteY11" fmla="*/ 23864 h 201073"/>
                    <a:gd name="connsiteX12" fmla="*/ 2030523 w 2877111"/>
                    <a:gd name="connsiteY12" fmla="*/ 23864 h 201073"/>
                    <a:gd name="connsiteX13" fmla="*/ 1853314 w 2877111"/>
                    <a:gd name="connsiteY13" fmla="*/ 201073 h 201073"/>
                    <a:gd name="connsiteX14" fmla="*/ 1438585 w 2877111"/>
                    <a:gd name="connsiteY14" fmla="*/ 201073 h 201073"/>
                    <a:gd name="connsiteX15" fmla="*/ 1023856 w 2877111"/>
                    <a:gd name="connsiteY15" fmla="*/ 201073 h 201073"/>
                    <a:gd name="connsiteX16" fmla="*/ 846647 w 2877111"/>
                    <a:gd name="connsiteY16" fmla="*/ 23864 h 201073"/>
                    <a:gd name="connsiteX17" fmla="*/ 41467 w 2877111"/>
                    <a:gd name="connsiteY17" fmla="*/ 23864 h 201073"/>
                    <a:gd name="connsiteX18" fmla="*/ 20911 w 2877111"/>
                    <a:gd name="connsiteY18" fmla="*/ 41821 h 201073"/>
                    <a:gd name="connsiteX19" fmla="*/ 0 w 2877111"/>
                    <a:gd name="connsiteY19" fmla="*/ 20911 h 201073"/>
                    <a:gd name="connsiteX20" fmla="*/ 20911 w 2877111"/>
                    <a:gd name="connsiteY20" fmla="*/ 0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877111" h="201073">
                      <a:moveTo>
                        <a:pt x="20911" y="0"/>
                      </a:moveTo>
                      <a:cubicBezTo>
                        <a:pt x="31425" y="0"/>
                        <a:pt x="40049" y="7797"/>
                        <a:pt x="41467" y="17957"/>
                      </a:cubicBezTo>
                      <a:lnTo>
                        <a:pt x="849069" y="17957"/>
                      </a:lnTo>
                      <a:lnTo>
                        <a:pt x="1026278" y="195166"/>
                      </a:lnTo>
                      <a:lnTo>
                        <a:pt x="1438585" y="195166"/>
                      </a:lnTo>
                      <a:lnTo>
                        <a:pt x="1850833" y="195166"/>
                      </a:lnTo>
                      <a:lnTo>
                        <a:pt x="2028042" y="17957"/>
                      </a:lnTo>
                      <a:lnTo>
                        <a:pt x="2835644" y="17957"/>
                      </a:lnTo>
                      <a:cubicBezTo>
                        <a:pt x="2837062" y="7856"/>
                        <a:pt x="2845686" y="0"/>
                        <a:pt x="2856201" y="0"/>
                      </a:cubicBezTo>
                      <a:cubicBezTo>
                        <a:pt x="2867719" y="0"/>
                        <a:pt x="2877111" y="9333"/>
                        <a:pt x="2877111" y="20911"/>
                      </a:cubicBezTo>
                      <a:cubicBezTo>
                        <a:pt x="2877111" y="32429"/>
                        <a:pt x="2867778" y="41821"/>
                        <a:pt x="2856201" y="41821"/>
                      </a:cubicBezTo>
                      <a:cubicBezTo>
                        <a:pt x="2845686" y="41821"/>
                        <a:pt x="2837062" y="34024"/>
                        <a:pt x="2835644" y="23864"/>
                      </a:cubicBezTo>
                      <a:lnTo>
                        <a:pt x="2030523" y="23864"/>
                      </a:lnTo>
                      <a:lnTo>
                        <a:pt x="1853314" y="201073"/>
                      </a:lnTo>
                      <a:lnTo>
                        <a:pt x="1438585" y="201073"/>
                      </a:lnTo>
                      <a:lnTo>
                        <a:pt x="1023856" y="201073"/>
                      </a:lnTo>
                      <a:lnTo>
                        <a:pt x="846647" y="23864"/>
                      </a:lnTo>
                      <a:lnTo>
                        <a:pt x="41467" y="23864"/>
                      </a:lnTo>
                      <a:cubicBezTo>
                        <a:pt x="40049" y="33965"/>
                        <a:pt x="31425" y="41821"/>
                        <a:pt x="20911" y="41821"/>
                      </a:cubicBezTo>
                      <a:cubicBezTo>
                        <a:pt x="9392" y="41821"/>
                        <a:pt x="0" y="32488"/>
                        <a:pt x="0" y="20911"/>
                      </a:cubicBezTo>
                      <a:cubicBezTo>
                        <a:pt x="0" y="9333"/>
                        <a:pt x="9333" y="0"/>
                        <a:pt x="20911" y="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03" name="Freeform: Shape 702">
                  <a:extLst>
                    <a:ext uri="{FF2B5EF4-FFF2-40B4-BE49-F238E27FC236}">
                      <a16:creationId xmlns:a16="http://schemas.microsoft.com/office/drawing/2014/main" id="{AF5737E5-C2EE-C9D5-75B6-EA28529F6D45}"/>
                    </a:ext>
                  </a:extLst>
                </p:cNvPr>
                <p:cNvSpPr/>
                <p:nvPr/>
              </p:nvSpPr>
              <p:spPr>
                <a:xfrm>
                  <a:off x="8624" y="2522337"/>
                  <a:ext cx="4749622" cy="1737182"/>
                </a:xfrm>
                <a:custGeom>
                  <a:avLst/>
                  <a:gdLst>
                    <a:gd name="connsiteX0" fmla="*/ 0 w 4749622"/>
                    <a:gd name="connsiteY0" fmla="*/ 552539 h 1737182"/>
                    <a:gd name="connsiteX1" fmla="*/ 20911 w 4749622"/>
                    <a:gd name="connsiteY1" fmla="*/ 573449 h 1737182"/>
                    <a:gd name="connsiteX2" fmla="*/ 41467 w 4749622"/>
                    <a:gd name="connsiteY2" fmla="*/ 555492 h 1737182"/>
                    <a:gd name="connsiteX3" fmla="*/ 1185767 w 4749622"/>
                    <a:gd name="connsiteY3" fmla="*/ 555492 h 1737182"/>
                    <a:gd name="connsiteX4" fmla="*/ 1362976 w 4749622"/>
                    <a:gd name="connsiteY4" fmla="*/ 378283 h 1737182"/>
                    <a:gd name="connsiteX5" fmla="*/ 1716863 w 4749622"/>
                    <a:gd name="connsiteY5" fmla="*/ 378283 h 1737182"/>
                    <a:gd name="connsiteX6" fmla="*/ 1772270 w 4749622"/>
                    <a:gd name="connsiteY6" fmla="*/ 433690 h 1737182"/>
                    <a:gd name="connsiteX7" fmla="*/ 1772270 w 4749622"/>
                    <a:gd name="connsiteY7" fmla="*/ 1258127 h 1737182"/>
                    <a:gd name="connsiteX8" fmla="*/ 1535637 w 4749622"/>
                    <a:gd name="connsiteY8" fmla="*/ 1497596 h 1737182"/>
                    <a:gd name="connsiteX9" fmla="*/ 1775224 w 4749622"/>
                    <a:gd name="connsiteY9" fmla="*/ 1737183 h 1737182"/>
                    <a:gd name="connsiteX10" fmla="*/ 2014811 w 4749622"/>
                    <a:gd name="connsiteY10" fmla="*/ 1497596 h 1737182"/>
                    <a:gd name="connsiteX11" fmla="*/ 1946585 w 4749622"/>
                    <a:gd name="connsiteY11" fmla="*/ 1330428 h 1737182"/>
                    <a:gd name="connsiteX12" fmla="*/ 2367162 w 4749622"/>
                    <a:gd name="connsiteY12" fmla="*/ 909852 h 1737182"/>
                    <a:gd name="connsiteX13" fmla="*/ 3664275 w 4749622"/>
                    <a:gd name="connsiteY13" fmla="*/ 909852 h 1737182"/>
                    <a:gd name="connsiteX14" fmla="*/ 3959624 w 4749622"/>
                    <a:gd name="connsiteY14" fmla="*/ 1205200 h 1737182"/>
                    <a:gd name="connsiteX15" fmla="*/ 4708156 w 4749622"/>
                    <a:gd name="connsiteY15" fmla="*/ 1205200 h 1737182"/>
                    <a:gd name="connsiteX16" fmla="*/ 4728712 w 4749622"/>
                    <a:gd name="connsiteY16" fmla="*/ 1223158 h 1737182"/>
                    <a:gd name="connsiteX17" fmla="*/ 4749623 w 4749622"/>
                    <a:gd name="connsiteY17" fmla="*/ 1202247 h 1737182"/>
                    <a:gd name="connsiteX18" fmla="*/ 4728712 w 4749622"/>
                    <a:gd name="connsiteY18" fmla="*/ 1181336 h 1737182"/>
                    <a:gd name="connsiteX19" fmla="*/ 4708156 w 4749622"/>
                    <a:gd name="connsiteY19" fmla="*/ 1199293 h 1737182"/>
                    <a:gd name="connsiteX20" fmla="*/ 3962105 w 4749622"/>
                    <a:gd name="connsiteY20" fmla="*/ 1199293 h 1737182"/>
                    <a:gd name="connsiteX21" fmla="*/ 3666756 w 4749622"/>
                    <a:gd name="connsiteY21" fmla="*/ 903945 h 1737182"/>
                    <a:gd name="connsiteX22" fmla="*/ 2364740 w 4749622"/>
                    <a:gd name="connsiteY22" fmla="*/ 903945 h 1737182"/>
                    <a:gd name="connsiteX23" fmla="*/ 1942450 w 4749622"/>
                    <a:gd name="connsiteY23" fmla="*/ 1326235 h 1737182"/>
                    <a:gd name="connsiteX24" fmla="*/ 1778236 w 4749622"/>
                    <a:gd name="connsiteY24" fmla="*/ 1258068 h 1737182"/>
                    <a:gd name="connsiteX25" fmla="*/ 1778236 w 4749622"/>
                    <a:gd name="connsiteY25" fmla="*/ 433690 h 1737182"/>
                    <a:gd name="connsiteX26" fmla="*/ 1833644 w 4749622"/>
                    <a:gd name="connsiteY26" fmla="*/ 378283 h 1737182"/>
                    <a:gd name="connsiteX27" fmla="*/ 2719159 w 4749622"/>
                    <a:gd name="connsiteY27" fmla="*/ 378283 h 1737182"/>
                    <a:gd name="connsiteX28" fmla="*/ 2955438 w 4749622"/>
                    <a:gd name="connsiteY28" fmla="*/ 614562 h 1737182"/>
                    <a:gd name="connsiteX29" fmla="*/ 4058389 w 4749622"/>
                    <a:gd name="connsiteY29" fmla="*/ 614562 h 1737182"/>
                    <a:gd name="connsiteX30" fmla="*/ 4078945 w 4749622"/>
                    <a:gd name="connsiteY30" fmla="*/ 632519 h 1737182"/>
                    <a:gd name="connsiteX31" fmla="*/ 4099856 w 4749622"/>
                    <a:gd name="connsiteY31" fmla="*/ 611608 h 1737182"/>
                    <a:gd name="connsiteX32" fmla="*/ 4078945 w 4749622"/>
                    <a:gd name="connsiteY32" fmla="*/ 590698 h 1737182"/>
                    <a:gd name="connsiteX33" fmla="*/ 4058389 w 4749622"/>
                    <a:gd name="connsiteY33" fmla="*/ 608655 h 1737182"/>
                    <a:gd name="connsiteX34" fmla="*/ 2957919 w 4749622"/>
                    <a:gd name="connsiteY34" fmla="*/ 608655 h 1737182"/>
                    <a:gd name="connsiteX35" fmla="*/ 2721640 w 4749622"/>
                    <a:gd name="connsiteY35" fmla="*/ 372376 h 1737182"/>
                    <a:gd name="connsiteX36" fmla="*/ 1833644 w 4749622"/>
                    <a:gd name="connsiteY36" fmla="*/ 372376 h 1737182"/>
                    <a:gd name="connsiteX37" fmla="*/ 1778236 w 4749622"/>
                    <a:gd name="connsiteY37" fmla="*/ 316968 h 1737182"/>
                    <a:gd name="connsiteX38" fmla="*/ 1778236 w 4749622"/>
                    <a:gd name="connsiteY38" fmla="*/ 17957 h 1737182"/>
                    <a:gd name="connsiteX39" fmla="*/ 909793 w 4749622"/>
                    <a:gd name="connsiteY39" fmla="*/ 17957 h 1737182"/>
                    <a:gd name="connsiteX40" fmla="*/ 889236 w 4749622"/>
                    <a:gd name="connsiteY40" fmla="*/ 0 h 1737182"/>
                    <a:gd name="connsiteX41" fmla="*/ 868326 w 4749622"/>
                    <a:gd name="connsiteY41" fmla="*/ 20911 h 1737182"/>
                    <a:gd name="connsiteX42" fmla="*/ 889236 w 4749622"/>
                    <a:gd name="connsiteY42" fmla="*/ 41821 h 1737182"/>
                    <a:gd name="connsiteX43" fmla="*/ 909793 w 4749622"/>
                    <a:gd name="connsiteY43" fmla="*/ 23864 h 1737182"/>
                    <a:gd name="connsiteX44" fmla="*/ 1772329 w 4749622"/>
                    <a:gd name="connsiteY44" fmla="*/ 23864 h 1737182"/>
                    <a:gd name="connsiteX45" fmla="*/ 1772329 w 4749622"/>
                    <a:gd name="connsiteY45" fmla="*/ 316968 h 1737182"/>
                    <a:gd name="connsiteX46" fmla="*/ 1716922 w 4749622"/>
                    <a:gd name="connsiteY46" fmla="*/ 372376 h 1737182"/>
                    <a:gd name="connsiteX47" fmla="*/ 1360613 w 4749622"/>
                    <a:gd name="connsiteY47" fmla="*/ 372376 h 1737182"/>
                    <a:gd name="connsiteX48" fmla="*/ 1183404 w 4749622"/>
                    <a:gd name="connsiteY48" fmla="*/ 549585 h 1737182"/>
                    <a:gd name="connsiteX49" fmla="*/ 41467 w 4749622"/>
                    <a:gd name="connsiteY49" fmla="*/ 549585 h 1737182"/>
                    <a:gd name="connsiteX50" fmla="*/ 20911 w 4749622"/>
                    <a:gd name="connsiteY50" fmla="*/ 531628 h 1737182"/>
                    <a:gd name="connsiteX51" fmla="*/ 0 w 4749622"/>
                    <a:gd name="connsiteY51" fmla="*/ 552539 h 1737182"/>
                    <a:gd name="connsiteX52" fmla="*/ 1938256 w 4749622"/>
                    <a:gd name="connsiteY52" fmla="*/ 1330488 h 1737182"/>
                    <a:gd name="connsiteX53" fmla="*/ 1814623 w 4749622"/>
                    <a:gd name="connsiteY53" fmla="*/ 1454120 h 1737182"/>
                    <a:gd name="connsiteX54" fmla="*/ 1778177 w 4749622"/>
                    <a:gd name="connsiteY54" fmla="*/ 1439058 h 1737182"/>
                    <a:gd name="connsiteX55" fmla="*/ 1778177 w 4749622"/>
                    <a:gd name="connsiteY55" fmla="*/ 1264093 h 1737182"/>
                    <a:gd name="connsiteX56" fmla="*/ 1938256 w 4749622"/>
                    <a:gd name="connsiteY56" fmla="*/ 1330488 h 1737182"/>
                    <a:gd name="connsiteX57" fmla="*/ 1772329 w 4749622"/>
                    <a:gd name="connsiteY57" fmla="*/ 1264093 h 1737182"/>
                    <a:gd name="connsiteX58" fmla="*/ 1772329 w 4749622"/>
                    <a:gd name="connsiteY58" fmla="*/ 1439058 h 1737182"/>
                    <a:gd name="connsiteX59" fmla="*/ 1716508 w 4749622"/>
                    <a:gd name="connsiteY59" fmla="*/ 1497714 h 1737182"/>
                    <a:gd name="connsiteX60" fmla="*/ 1775283 w 4749622"/>
                    <a:gd name="connsiteY60" fmla="*/ 1556489 h 1737182"/>
                    <a:gd name="connsiteX61" fmla="*/ 1834057 w 4749622"/>
                    <a:gd name="connsiteY61" fmla="*/ 1497714 h 1737182"/>
                    <a:gd name="connsiteX62" fmla="*/ 1818817 w 4749622"/>
                    <a:gd name="connsiteY62" fmla="*/ 1458315 h 1737182"/>
                    <a:gd name="connsiteX63" fmla="*/ 1942450 w 4749622"/>
                    <a:gd name="connsiteY63" fmla="*/ 1334682 h 1737182"/>
                    <a:gd name="connsiteX64" fmla="*/ 2008904 w 4749622"/>
                    <a:gd name="connsiteY64" fmla="*/ 1497714 h 1737182"/>
                    <a:gd name="connsiteX65" fmla="*/ 1775224 w 4749622"/>
                    <a:gd name="connsiteY65" fmla="*/ 1731394 h 1737182"/>
                    <a:gd name="connsiteX66" fmla="*/ 1541544 w 4749622"/>
                    <a:gd name="connsiteY66" fmla="*/ 1497714 h 1737182"/>
                    <a:gd name="connsiteX67" fmla="*/ 1772329 w 4749622"/>
                    <a:gd name="connsiteY67" fmla="*/ 1264093 h 173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4749622" h="1737182">
                      <a:moveTo>
                        <a:pt x="0" y="552539"/>
                      </a:moveTo>
                      <a:cubicBezTo>
                        <a:pt x="0" y="564057"/>
                        <a:pt x="9333" y="573449"/>
                        <a:pt x="20911" y="573449"/>
                      </a:cubicBezTo>
                      <a:cubicBezTo>
                        <a:pt x="31425" y="573449"/>
                        <a:pt x="40049" y="565652"/>
                        <a:pt x="41467" y="555492"/>
                      </a:cubicBezTo>
                      <a:lnTo>
                        <a:pt x="1185767" y="555492"/>
                      </a:lnTo>
                      <a:lnTo>
                        <a:pt x="1362976" y="378283"/>
                      </a:lnTo>
                      <a:lnTo>
                        <a:pt x="1716863" y="378283"/>
                      </a:lnTo>
                      <a:cubicBezTo>
                        <a:pt x="1718340" y="408231"/>
                        <a:pt x="1742322" y="432213"/>
                        <a:pt x="1772270" y="433690"/>
                      </a:cubicBezTo>
                      <a:lnTo>
                        <a:pt x="1772270" y="1258127"/>
                      </a:lnTo>
                      <a:cubicBezTo>
                        <a:pt x="1641549" y="1259722"/>
                        <a:pt x="1535637" y="1366520"/>
                        <a:pt x="1535637" y="1497596"/>
                      </a:cubicBezTo>
                      <a:cubicBezTo>
                        <a:pt x="1535637" y="1629676"/>
                        <a:pt x="1643085" y="1737183"/>
                        <a:pt x="1775224" y="1737183"/>
                      </a:cubicBezTo>
                      <a:cubicBezTo>
                        <a:pt x="1907304" y="1737183"/>
                        <a:pt x="2014811" y="1629735"/>
                        <a:pt x="2014811" y="1497596"/>
                      </a:cubicBezTo>
                      <a:cubicBezTo>
                        <a:pt x="2014811" y="1432619"/>
                        <a:pt x="1988761" y="1373608"/>
                        <a:pt x="1946585" y="1330428"/>
                      </a:cubicBezTo>
                      <a:lnTo>
                        <a:pt x="2367162" y="909852"/>
                      </a:lnTo>
                      <a:lnTo>
                        <a:pt x="3664275" y="909852"/>
                      </a:lnTo>
                      <a:lnTo>
                        <a:pt x="3959624" y="1205200"/>
                      </a:lnTo>
                      <a:lnTo>
                        <a:pt x="4708156" y="1205200"/>
                      </a:lnTo>
                      <a:cubicBezTo>
                        <a:pt x="4709574" y="1215301"/>
                        <a:pt x="4718198" y="1223158"/>
                        <a:pt x="4728712" y="1223158"/>
                      </a:cubicBezTo>
                      <a:cubicBezTo>
                        <a:pt x="4740231" y="1223158"/>
                        <a:pt x="4749623" y="1213825"/>
                        <a:pt x="4749623" y="1202247"/>
                      </a:cubicBezTo>
                      <a:cubicBezTo>
                        <a:pt x="4749623" y="1190729"/>
                        <a:pt x="4740290" y="1181336"/>
                        <a:pt x="4728712" y="1181336"/>
                      </a:cubicBezTo>
                      <a:cubicBezTo>
                        <a:pt x="4718198" y="1181336"/>
                        <a:pt x="4709574" y="1189134"/>
                        <a:pt x="4708156" y="1199293"/>
                      </a:cubicBezTo>
                      <a:lnTo>
                        <a:pt x="3962105" y="1199293"/>
                      </a:lnTo>
                      <a:lnTo>
                        <a:pt x="3666756" y="903945"/>
                      </a:lnTo>
                      <a:lnTo>
                        <a:pt x="2364740" y="903945"/>
                      </a:lnTo>
                      <a:lnTo>
                        <a:pt x="1942450" y="1326235"/>
                      </a:lnTo>
                      <a:cubicBezTo>
                        <a:pt x="1899920" y="1284708"/>
                        <a:pt x="1842032" y="1258895"/>
                        <a:pt x="1778236" y="1258068"/>
                      </a:cubicBezTo>
                      <a:lnTo>
                        <a:pt x="1778236" y="433690"/>
                      </a:lnTo>
                      <a:cubicBezTo>
                        <a:pt x="1808185" y="432213"/>
                        <a:pt x="1832167" y="408231"/>
                        <a:pt x="1833644" y="378283"/>
                      </a:cubicBezTo>
                      <a:lnTo>
                        <a:pt x="2719159" y="378283"/>
                      </a:lnTo>
                      <a:lnTo>
                        <a:pt x="2955438" y="614562"/>
                      </a:lnTo>
                      <a:lnTo>
                        <a:pt x="4058389" y="614562"/>
                      </a:lnTo>
                      <a:cubicBezTo>
                        <a:pt x="4059806" y="624663"/>
                        <a:pt x="4068430" y="632519"/>
                        <a:pt x="4078945" y="632519"/>
                      </a:cubicBezTo>
                      <a:cubicBezTo>
                        <a:pt x="4090463" y="632519"/>
                        <a:pt x="4099856" y="623186"/>
                        <a:pt x="4099856" y="611608"/>
                      </a:cubicBezTo>
                      <a:cubicBezTo>
                        <a:pt x="4099856" y="600031"/>
                        <a:pt x="4090523" y="590698"/>
                        <a:pt x="4078945" y="590698"/>
                      </a:cubicBezTo>
                      <a:cubicBezTo>
                        <a:pt x="4068430" y="590698"/>
                        <a:pt x="4059806" y="598495"/>
                        <a:pt x="4058389" y="608655"/>
                      </a:cubicBezTo>
                      <a:lnTo>
                        <a:pt x="2957919" y="608655"/>
                      </a:lnTo>
                      <a:lnTo>
                        <a:pt x="2721640" y="372376"/>
                      </a:lnTo>
                      <a:lnTo>
                        <a:pt x="1833644" y="372376"/>
                      </a:lnTo>
                      <a:cubicBezTo>
                        <a:pt x="1832167" y="342427"/>
                        <a:pt x="1808185" y="318445"/>
                        <a:pt x="1778236" y="316968"/>
                      </a:cubicBezTo>
                      <a:lnTo>
                        <a:pt x="1778236" y="17957"/>
                      </a:lnTo>
                      <a:lnTo>
                        <a:pt x="909793" y="17957"/>
                      </a:lnTo>
                      <a:cubicBezTo>
                        <a:pt x="908375" y="7856"/>
                        <a:pt x="899751" y="0"/>
                        <a:pt x="889236" y="0"/>
                      </a:cubicBezTo>
                      <a:cubicBezTo>
                        <a:pt x="877718" y="0"/>
                        <a:pt x="868326" y="9333"/>
                        <a:pt x="868326" y="20911"/>
                      </a:cubicBezTo>
                      <a:cubicBezTo>
                        <a:pt x="868326" y="32488"/>
                        <a:pt x="877659" y="41821"/>
                        <a:pt x="889236" y="41821"/>
                      </a:cubicBezTo>
                      <a:cubicBezTo>
                        <a:pt x="899751" y="41821"/>
                        <a:pt x="908375" y="34024"/>
                        <a:pt x="909793" y="23864"/>
                      </a:cubicBezTo>
                      <a:lnTo>
                        <a:pt x="1772329" y="23864"/>
                      </a:lnTo>
                      <a:lnTo>
                        <a:pt x="1772329" y="316968"/>
                      </a:lnTo>
                      <a:cubicBezTo>
                        <a:pt x="1742381" y="318445"/>
                        <a:pt x="1718399" y="342427"/>
                        <a:pt x="1716922" y="372376"/>
                      </a:cubicBezTo>
                      <a:lnTo>
                        <a:pt x="1360613" y="372376"/>
                      </a:lnTo>
                      <a:lnTo>
                        <a:pt x="1183404" y="549585"/>
                      </a:lnTo>
                      <a:lnTo>
                        <a:pt x="41467" y="549585"/>
                      </a:lnTo>
                      <a:cubicBezTo>
                        <a:pt x="40049" y="539484"/>
                        <a:pt x="31425" y="531628"/>
                        <a:pt x="20911" y="531628"/>
                      </a:cubicBezTo>
                      <a:cubicBezTo>
                        <a:pt x="9333" y="531687"/>
                        <a:pt x="0" y="541020"/>
                        <a:pt x="0" y="552539"/>
                      </a:cubicBezTo>
                      <a:close/>
                      <a:moveTo>
                        <a:pt x="1938256" y="1330488"/>
                      </a:moveTo>
                      <a:lnTo>
                        <a:pt x="1814623" y="1454120"/>
                      </a:lnTo>
                      <a:cubicBezTo>
                        <a:pt x="1804877" y="1445319"/>
                        <a:pt x="1792177" y="1439767"/>
                        <a:pt x="1778177" y="1439058"/>
                      </a:cubicBezTo>
                      <a:lnTo>
                        <a:pt x="1778177" y="1264093"/>
                      </a:lnTo>
                      <a:cubicBezTo>
                        <a:pt x="1840437" y="1264861"/>
                        <a:pt x="1896789" y="1290025"/>
                        <a:pt x="1938256" y="1330488"/>
                      </a:cubicBezTo>
                      <a:close/>
                      <a:moveTo>
                        <a:pt x="1772329" y="1264093"/>
                      </a:moveTo>
                      <a:lnTo>
                        <a:pt x="1772329" y="1439058"/>
                      </a:lnTo>
                      <a:cubicBezTo>
                        <a:pt x="1741259" y="1440594"/>
                        <a:pt x="1716508" y="1466230"/>
                        <a:pt x="1716508" y="1497714"/>
                      </a:cubicBezTo>
                      <a:cubicBezTo>
                        <a:pt x="1716508" y="1530202"/>
                        <a:pt x="1742794" y="1556489"/>
                        <a:pt x="1775283" y="1556489"/>
                      </a:cubicBezTo>
                      <a:cubicBezTo>
                        <a:pt x="1807771" y="1556489"/>
                        <a:pt x="1834057" y="1530202"/>
                        <a:pt x="1834057" y="1497714"/>
                      </a:cubicBezTo>
                      <a:cubicBezTo>
                        <a:pt x="1834057" y="1482533"/>
                        <a:pt x="1828268" y="1468770"/>
                        <a:pt x="1818817" y="1458315"/>
                      </a:cubicBezTo>
                      <a:lnTo>
                        <a:pt x="1942450" y="1334682"/>
                      </a:lnTo>
                      <a:cubicBezTo>
                        <a:pt x="1983563" y="1376798"/>
                        <a:pt x="2008904" y="1434332"/>
                        <a:pt x="2008904" y="1497714"/>
                      </a:cubicBezTo>
                      <a:cubicBezTo>
                        <a:pt x="2008904" y="1626545"/>
                        <a:pt x="1904055" y="1731394"/>
                        <a:pt x="1775224" y="1731394"/>
                      </a:cubicBezTo>
                      <a:cubicBezTo>
                        <a:pt x="1646393" y="1731394"/>
                        <a:pt x="1541544" y="1626545"/>
                        <a:pt x="1541544" y="1497714"/>
                      </a:cubicBezTo>
                      <a:cubicBezTo>
                        <a:pt x="1541603" y="1369828"/>
                        <a:pt x="1644857" y="1265688"/>
                        <a:pt x="1772329" y="12640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04" name="Freeform: Shape 703">
                  <a:extLst>
                    <a:ext uri="{FF2B5EF4-FFF2-40B4-BE49-F238E27FC236}">
                      <a16:creationId xmlns:a16="http://schemas.microsoft.com/office/drawing/2014/main" id="{F1F4D7A9-AFE9-BB2C-A8A8-C2DE8E92B0FB}"/>
                    </a:ext>
                  </a:extLst>
                </p:cNvPr>
                <p:cNvSpPr/>
                <p:nvPr/>
              </p:nvSpPr>
              <p:spPr>
                <a:xfrm>
                  <a:off x="1113287" y="1831457"/>
                  <a:ext cx="2936180" cy="201073"/>
                </a:xfrm>
                <a:custGeom>
                  <a:avLst/>
                  <a:gdLst>
                    <a:gd name="connsiteX0" fmla="*/ 2915270 w 2936180"/>
                    <a:gd name="connsiteY0" fmla="*/ 201073 h 201073"/>
                    <a:gd name="connsiteX1" fmla="*/ 2894714 w 2936180"/>
                    <a:gd name="connsiteY1" fmla="*/ 183116 h 201073"/>
                    <a:gd name="connsiteX2" fmla="*/ 1791704 w 2936180"/>
                    <a:gd name="connsiteY2" fmla="*/ 183116 h 201073"/>
                    <a:gd name="connsiteX3" fmla="*/ 1614495 w 2936180"/>
                    <a:gd name="connsiteY3" fmla="*/ 5907 h 201073"/>
                    <a:gd name="connsiteX4" fmla="*/ 671860 w 2936180"/>
                    <a:gd name="connsiteY4" fmla="*/ 5907 h 201073"/>
                    <a:gd name="connsiteX5" fmla="*/ 553720 w 2936180"/>
                    <a:gd name="connsiteY5" fmla="*/ 124047 h 201073"/>
                    <a:gd name="connsiteX6" fmla="*/ 41467 w 2936180"/>
                    <a:gd name="connsiteY6" fmla="*/ 124047 h 201073"/>
                    <a:gd name="connsiteX7" fmla="*/ 20911 w 2936180"/>
                    <a:gd name="connsiteY7" fmla="*/ 142004 h 201073"/>
                    <a:gd name="connsiteX8" fmla="*/ 0 w 2936180"/>
                    <a:gd name="connsiteY8" fmla="*/ 121093 h 201073"/>
                    <a:gd name="connsiteX9" fmla="*/ 20911 w 2936180"/>
                    <a:gd name="connsiteY9" fmla="*/ 100182 h 201073"/>
                    <a:gd name="connsiteX10" fmla="*/ 41467 w 2936180"/>
                    <a:gd name="connsiteY10" fmla="*/ 118140 h 201073"/>
                    <a:gd name="connsiteX11" fmla="*/ 551298 w 2936180"/>
                    <a:gd name="connsiteY11" fmla="*/ 118140 h 201073"/>
                    <a:gd name="connsiteX12" fmla="*/ 669438 w 2936180"/>
                    <a:gd name="connsiteY12" fmla="*/ 0 h 201073"/>
                    <a:gd name="connsiteX13" fmla="*/ 1616976 w 2936180"/>
                    <a:gd name="connsiteY13" fmla="*/ 0 h 201073"/>
                    <a:gd name="connsiteX14" fmla="*/ 1794185 w 2936180"/>
                    <a:gd name="connsiteY14" fmla="*/ 177209 h 201073"/>
                    <a:gd name="connsiteX15" fmla="*/ 2894714 w 2936180"/>
                    <a:gd name="connsiteY15" fmla="*/ 177209 h 201073"/>
                    <a:gd name="connsiteX16" fmla="*/ 2915270 w 2936180"/>
                    <a:gd name="connsiteY16" fmla="*/ 159252 h 201073"/>
                    <a:gd name="connsiteX17" fmla="*/ 2936181 w 2936180"/>
                    <a:gd name="connsiteY17" fmla="*/ 180163 h 201073"/>
                    <a:gd name="connsiteX18" fmla="*/ 2915270 w 2936180"/>
                    <a:gd name="connsiteY18" fmla="*/ 201073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36180" h="201073">
                      <a:moveTo>
                        <a:pt x="2915270" y="201073"/>
                      </a:moveTo>
                      <a:cubicBezTo>
                        <a:pt x="2904756" y="201073"/>
                        <a:pt x="2896132" y="193276"/>
                        <a:pt x="2894714" y="183116"/>
                      </a:cubicBezTo>
                      <a:lnTo>
                        <a:pt x="1791704" y="183116"/>
                      </a:lnTo>
                      <a:lnTo>
                        <a:pt x="1614495" y="5907"/>
                      </a:lnTo>
                      <a:lnTo>
                        <a:pt x="671860" y="5907"/>
                      </a:lnTo>
                      <a:lnTo>
                        <a:pt x="553720" y="124047"/>
                      </a:lnTo>
                      <a:lnTo>
                        <a:pt x="41467" y="124047"/>
                      </a:lnTo>
                      <a:cubicBezTo>
                        <a:pt x="40049" y="134147"/>
                        <a:pt x="31425" y="142004"/>
                        <a:pt x="20911" y="142004"/>
                      </a:cubicBezTo>
                      <a:cubicBezTo>
                        <a:pt x="9392" y="142004"/>
                        <a:pt x="0" y="132671"/>
                        <a:pt x="0" y="121093"/>
                      </a:cubicBezTo>
                      <a:cubicBezTo>
                        <a:pt x="0" y="109574"/>
                        <a:pt x="9333" y="100182"/>
                        <a:pt x="20911" y="100182"/>
                      </a:cubicBezTo>
                      <a:cubicBezTo>
                        <a:pt x="31425" y="100182"/>
                        <a:pt x="40049" y="107980"/>
                        <a:pt x="41467" y="118140"/>
                      </a:cubicBezTo>
                      <a:lnTo>
                        <a:pt x="551298" y="118140"/>
                      </a:lnTo>
                      <a:lnTo>
                        <a:pt x="669438" y="0"/>
                      </a:lnTo>
                      <a:lnTo>
                        <a:pt x="1616976" y="0"/>
                      </a:lnTo>
                      <a:lnTo>
                        <a:pt x="1794185" y="177209"/>
                      </a:lnTo>
                      <a:lnTo>
                        <a:pt x="2894714" y="177209"/>
                      </a:lnTo>
                      <a:cubicBezTo>
                        <a:pt x="2896132" y="167108"/>
                        <a:pt x="2904756" y="159252"/>
                        <a:pt x="2915270" y="159252"/>
                      </a:cubicBezTo>
                      <a:cubicBezTo>
                        <a:pt x="2926789" y="159252"/>
                        <a:pt x="2936181" y="168585"/>
                        <a:pt x="2936181" y="180163"/>
                      </a:cubicBezTo>
                      <a:cubicBezTo>
                        <a:pt x="2936181" y="191741"/>
                        <a:pt x="2926789" y="201073"/>
                        <a:pt x="2915270" y="20107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05" name="Freeform: Shape 704">
                  <a:extLst>
                    <a:ext uri="{FF2B5EF4-FFF2-40B4-BE49-F238E27FC236}">
                      <a16:creationId xmlns:a16="http://schemas.microsoft.com/office/drawing/2014/main" id="{E02D4D0E-AD24-87A3-2675-370755D495F3}"/>
                    </a:ext>
                  </a:extLst>
                </p:cNvPr>
                <p:cNvSpPr/>
                <p:nvPr/>
              </p:nvSpPr>
              <p:spPr>
                <a:xfrm>
                  <a:off x="3939625" y="1922670"/>
                  <a:ext cx="177764" cy="177840"/>
                </a:xfrm>
                <a:custGeom>
                  <a:avLst/>
                  <a:gdLst>
                    <a:gd name="connsiteX0" fmla="*/ 19348 w 177764"/>
                    <a:gd name="connsiteY0" fmla="*/ 144416 h 177840"/>
                    <a:gd name="connsiteX1" fmla="*/ 19348 w 177764"/>
                    <a:gd name="connsiteY1" fmla="*/ 175369 h 177840"/>
                    <a:gd name="connsiteX2" fmla="*/ 27736 w 177764"/>
                    <a:gd name="connsiteY2" fmla="*/ 166922 h 177840"/>
                    <a:gd name="connsiteX3" fmla="*/ 27736 w 177764"/>
                    <a:gd name="connsiteY3" fmla="*/ 153513 h 177840"/>
                    <a:gd name="connsiteX4" fmla="*/ 144340 w 177764"/>
                    <a:gd name="connsiteY4" fmla="*/ 158475 h 177840"/>
                    <a:gd name="connsiteX5" fmla="*/ 175293 w 177764"/>
                    <a:gd name="connsiteY5" fmla="*/ 158475 h 177840"/>
                    <a:gd name="connsiteX6" fmla="*/ 166846 w 177764"/>
                    <a:gd name="connsiteY6" fmla="*/ 150028 h 177840"/>
                    <a:gd name="connsiteX7" fmla="*/ 153437 w 177764"/>
                    <a:gd name="connsiteY7" fmla="*/ 150028 h 177840"/>
                    <a:gd name="connsiteX8" fmla="*/ 158399 w 177764"/>
                    <a:gd name="connsiteY8" fmla="*/ 33424 h 177840"/>
                    <a:gd name="connsiteX9" fmla="*/ 158399 w 177764"/>
                    <a:gd name="connsiteY9" fmla="*/ 2472 h 177840"/>
                    <a:gd name="connsiteX10" fmla="*/ 149952 w 177764"/>
                    <a:gd name="connsiteY10" fmla="*/ 10919 h 177840"/>
                    <a:gd name="connsiteX11" fmla="*/ 149952 w 177764"/>
                    <a:gd name="connsiteY11" fmla="*/ 24327 h 177840"/>
                    <a:gd name="connsiteX12" fmla="*/ 33348 w 177764"/>
                    <a:gd name="connsiteY12" fmla="*/ 19366 h 177840"/>
                    <a:gd name="connsiteX13" fmla="*/ 2395 w 177764"/>
                    <a:gd name="connsiteY13" fmla="*/ 19366 h 177840"/>
                    <a:gd name="connsiteX14" fmla="*/ 10843 w 177764"/>
                    <a:gd name="connsiteY14" fmla="*/ 27813 h 177840"/>
                    <a:gd name="connsiteX15" fmla="*/ 24251 w 177764"/>
                    <a:gd name="connsiteY15" fmla="*/ 27813 h 177840"/>
                    <a:gd name="connsiteX16" fmla="*/ 19348 w 177764"/>
                    <a:gd name="connsiteY16" fmla="*/ 144416 h 177840"/>
                    <a:gd name="connsiteX17" fmla="*/ 27796 w 177764"/>
                    <a:gd name="connsiteY17" fmla="*/ 30530 h 177840"/>
                    <a:gd name="connsiteX18" fmla="*/ 27796 w 177764"/>
                    <a:gd name="connsiteY18" fmla="*/ 44707 h 177840"/>
                    <a:gd name="connsiteX19" fmla="*/ 36242 w 177764"/>
                    <a:gd name="connsiteY19" fmla="*/ 53154 h 177840"/>
                    <a:gd name="connsiteX20" fmla="*/ 36242 w 177764"/>
                    <a:gd name="connsiteY20" fmla="*/ 22792 h 177840"/>
                    <a:gd name="connsiteX21" fmla="*/ 147412 w 177764"/>
                    <a:gd name="connsiteY21" fmla="*/ 27872 h 177840"/>
                    <a:gd name="connsiteX22" fmla="*/ 133235 w 177764"/>
                    <a:gd name="connsiteY22" fmla="*/ 27872 h 177840"/>
                    <a:gd name="connsiteX23" fmla="*/ 124788 w 177764"/>
                    <a:gd name="connsiteY23" fmla="*/ 36319 h 177840"/>
                    <a:gd name="connsiteX24" fmla="*/ 155150 w 177764"/>
                    <a:gd name="connsiteY24" fmla="*/ 36319 h 177840"/>
                    <a:gd name="connsiteX25" fmla="*/ 150070 w 177764"/>
                    <a:gd name="connsiteY25" fmla="*/ 147488 h 177840"/>
                    <a:gd name="connsiteX26" fmla="*/ 150070 w 177764"/>
                    <a:gd name="connsiteY26" fmla="*/ 133311 h 177840"/>
                    <a:gd name="connsiteX27" fmla="*/ 141623 w 177764"/>
                    <a:gd name="connsiteY27" fmla="*/ 124864 h 177840"/>
                    <a:gd name="connsiteX28" fmla="*/ 141623 w 177764"/>
                    <a:gd name="connsiteY28" fmla="*/ 155226 h 177840"/>
                    <a:gd name="connsiteX29" fmla="*/ 30453 w 177764"/>
                    <a:gd name="connsiteY29" fmla="*/ 150146 h 177840"/>
                    <a:gd name="connsiteX30" fmla="*/ 44630 w 177764"/>
                    <a:gd name="connsiteY30" fmla="*/ 150146 h 177840"/>
                    <a:gd name="connsiteX31" fmla="*/ 53077 w 177764"/>
                    <a:gd name="connsiteY31" fmla="*/ 141699 h 177840"/>
                    <a:gd name="connsiteX32" fmla="*/ 22715 w 177764"/>
                    <a:gd name="connsiteY32" fmla="*/ 141699 h 177840"/>
                    <a:gd name="connsiteX33" fmla="*/ 27796 w 177764"/>
                    <a:gd name="connsiteY33" fmla="*/ 30530 h 177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840">
                      <a:moveTo>
                        <a:pt x="19348" y="144416"/>
                      </a:moveTo>
                      <a:lnTo>
                        <a:pt x="19348" y="175369"/>
                      </a:lnTo>
                      <a:lnTo>
                        <a:pt x="27736" y="166922"/>
                      </a:lnTo>
                      <a:lnTo>
                        <a:pt x="27736" y="153513"/>
                      </a:lnTo>
                      <a:cubicBezTo>
                        <a:pt x="60107" y="184170"/>
                        <a:pt x="110080" y="185883"/>
                        <a:pt x="144340" y="158475"/>
                      </a:cubicBezTo>
                      <a:lnTo>
                        <a:pt x="175293" y="158475"/>
                      </a:lnTo>
                      <a:lnTo>
                        <a:pt x="166846" y="150028"/>
                      </a:lnTo>
                      <a:lnTo>
                        <a:pt x="153437" y="150028"/>
                      </a:lnTo>
                      <a:cubicBezTo>
                        <a:pt x="184094" y="117599"/>
                        <a:pt x="185807" y="67685"/>
                        <a:pt x="158399" y="33424"/>
                      </a:cubicBezTo>
                      <a:lnTo>
                        <a:pt x="158399" y="2472"/>
                      </a:lnTo>
                      <a:lnTo>
                        <a:pt x="149952" y="10919"/>
                      </a:lnTo>
                      <a:lnTo>
                        <a:pt x="149952" y="24327"/>
                      </a:lnTo>
                      <a:cubicBezTo>
                        <a:pt x="117581" y="-6330"/>
                        <a:pt x="67609" y="-8043"/>
                        <a:pt x="33348" y="19366"/>
                      </a:cubicBezTo>
                      <a:lnTo>
                        <a:pt x="2395" y="19366"/>
                      </a:lnTo>
                      <a:lnTo>
                        <a:pt x="10843" y="27813"/>
                      </a:lnTo>
                      <a:lnTo>
                        <a:pt x="24251" y="27813"/>
                      </a:lnTo>
                      <a:cubicBezTo>
                        <a:pt x="-6347" y="60242"/>
                        <a:pt x="-8001" y="110156"/>
                        <a:pt x="19348" y="144416"/>
                      </a:cubicBezTo>
                      <a:close/>
                      <a:moveTo>
                        <a:pt x="27796" y="30530"/>
                      </a:moveTo>
                      <a:lnTo>
                        <a:pt x="27796" y="44707"/>
                      </a:lnTo>
                      <a:lnTo>
                        <a:pt x="36242" y="53154"/>
                      </a:lnTo>
                      <a:lnTo>
                        <a:pt x="36242" y="22792"/>
                      </a:lnTo>
                      <a:cubicBezTo>
                        <a:pt x="68967" y="-3317"/>
                        <a:pt x="116636" y="-1604"/>
                        <a:pt x="147412" y="27872"/>
                      </a:cubicBezTo>
                      <a:lnTo>
                        <a:pt x="133235" y="27872"/>
                      </a:lnTo>
                      <a:lnTo>
                        <a:pt x="124788" y="36319"/>
                      </a:lnTo>
                      <a:lnTo>
                        <a:pt x="155150" y="36319"/>
                      </a:lnTo>
                      <a:cubicBezTo>
                        <a:pt x="181259" y="69043"/>
                        <a:pt x="179546" y="116713"/>
                        <a:pt x="150070" y="147488"/>
                      </a:cubicBezTo>
                      <a:lnTo>
                        <a:pt x="150070" y="133311"/>
                      </a:lnTo>
                      <a:lnTo>
                        <a:pt x="141623" y="124864"/>
                      </a:lnTo>
                      <a:lnTo>
                        <a:pt x="141623" y="155226"/>
                      </a:lnTo>
                      <a:cubicBezTo>
                        <a:pt x="108898" y="181335"/>
                        <a:pt x="61229" y="179622"/>
                        <a:pt x="30453" y="150146"/>
                      </a:cubicBezTo>
                      <a:lnTo>
                        <a:pt x="44630" y="150146"/>
                      </a:lnTo>
                      <a:lnTo>
                        <a:pt x="53077" y="141699"/>
                      </a:lnTo>
                      <a:lnTo>
                        <a:pt x="22715" y="141699"/>
                      </a:lnTo>
                      <a:cubicBezTo>
                        <a:pt x="-3334" y="108974"/>
                        <a:pt x="-1681" y="61305"/>
                        <a:pt x="27796" y="305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06" name="Freeform: Shape 705">
                  <a:extLst>
                    <a:ext uri="{FF2B5EF4-FFF2-40B4-BE49-F238E27FC236}">
                      <a16:creationId xmlns:a16="http://schemas.microsoft.com/office/drawing/2014/main" id="{4D469BC7-D119-FBE6-F8B4-A743A33BE382}"/>
                    </a:ext>
                  </a:extLst>
                </p:cNvPr>
                <p:cNvSpPr/>
                <p:nvPr/>
              </p:nvSpPr>
              <p:spPr>
                <a:xfrm>
                  <a:off x="3112330" y="4108370"/>
                  <a:ext cx="177787" cy="177790"/>
                </a:xfrm>
                <a:custGeom>
                  <a:avLst/>
                  <a:gdLst>
                    <a:gd name="connsiteX0" fmla="*/ 19372 w 177787"/>
                    <a:gd name="connsiteY0" fmla="*/ 144357 h 177790"/>
                    <a:gd name="connsiteX1" fmla="*/ 19372 w 177787"/>
                    <a:gd name="connsiteY1" fmla="*/ 175310 h 177790"/>
                    <a:gd name="connsiteX2" fmla="*/ 27760 w 177787"/>
                    <a:gd name="connsiteY2" fmla="*/ 166863 h 177790"/>
                    <a:gd name="connsiteX3" fmla="*/ 27760 w 177787"/>
                    <a:gd name="connsiteY3" fmla="*/ 153454 h 177790"/>
                    <a:gd name="connsiteX4" fmla="*/ 144363 w 177787"/>
                    <a:gd name="connsiteY4" fmla="*/ 158475 h 177790"/>
                    <a:gd name="connsiteX5" fmla="*/ 175316 w 177787"/>
                    <a:gd name="connsiteY5" fmla="*/ 158475 h 177790"/>
                    <a:gd name="connsiteX6" fmla="*/ 166869 w 177787"/>
                    <a:gd name="connsiteY6" fmla="*/ 150028 h 177790"/>
                    <a:gd name="connsiteX7" fmla="*/ 153460 w 177787"/>
                    <a:gd name="connsiteY7" fmla="*/ 150028 h 177790"/>
                    <a:gd name="connsiteX8" fmla="*/ 158422 w 177787"/>
                    <a:gd name="connsiteY8" fmla="*/ 33424 h 177790"/>
                    <a:gd name="connsiteX9" fmla="*/ 158422 w 177787"/>
                    <a:gd name="connsiteY9" fmla="*/ 2472 h 177790"/>
                    <a:gd name="connsiteX10" fmla="*/ 149975 w 177787"/>
                    <a:gd name="connsiteY10" fmla="*/ 10918 h 177790"/>
                    <a:gd name="connsiteX11" fmla="*/ 149975 w 177787"/>
                    <a:gd name="connsiteY11" fmla="*/ 24327 h 177790"/>
                    <a:gd name="connsiteX12" fmla="*/ 33371 w 177787"/>
                    <a:gd name="connsiteY12" fmla="*/ 19365 h 177790"/>
                    <a:gd name="connsiteX13" fmla="*/ 2419 w 177787"/>
                    <a:gd name="connsiteY13" fmla="*/ 19365 h 177790"/>
                    <a:gd name="connsiteX14" fmla="*/ 10866 w 177787"/>
                    <a:gd name="connsiteY14" fmla="*/ 27812 h 177790"/>
                    <a:gd name="connsiteX15" fmla="*/ 24275 w 177787"/>
                    <a:gd name="connsiteY15" fmla="*/ 27812 h 177790"/>
                    <a:gd name="connsiteX16" fmla="*/ 19372 w 177787"/>
                    <a:gd name="connsiteY16" fmla="*/ 144357 h 177790"/>
                    <a:gd name="connsiteX17" fmla="*/ 27760 w 177787"/>
                    <a:gd name="connsiteY17" fmla="*/ 30411 h 177790"/>
                    <a:gd name="connsiteX18" fmla="*/ 27760 w 177787"/>
                    <a:gd name="connsiteY18" fmla="*/ 44588 h 177790"/>
                    <a:gd name="connsiteX19" fmla="*/ 36207 w 177787"/>
                    <a:gd name="connsiteY19" fmla="*/ 53035 h 177790"/>
                    <a:gd name="connsiteX20" fmla="*/ 36207 w 177787"/>
                    <a:gd name="connsiteY20" fmla="*/ 22673 h 177790"/>
                    <a:gd name="connsiteX21" fmla="*/ 147376 w 177787"/>
                    <a:gd name="connsiteY21" fmla="*/ 27754 h 177790"/>
                    <a:gd name="connsiteX22" fmla="*/ 133199 w 177787"/>
                    <a:gd name="connsiteY22" fmla="*/ 27754 h 177790"/>
                    <a:gd name="connsiteX23" fmla="*/ 124752 w 177787"/>
                    <a:gd name="connsiteY23" fmla="*/ 36201 h 177790"/>
                    <a:gd name="connsiteX24" fmla="*/ 155114 w 177787"/>
                    <a:gd name="connsiteY24" fmla="*/ 36201 h 177790"/>
                    <a:gd name="connsiteX25" fmla="*/ 150034 w 177787"/>
                    <a:gd name="connsiteY25" fmla="*/ 147370 h 177790"/>
                    <a:gd name="connsiteX26" fmla="*/ 150034 w 177787"/>
                    <a:gd name="connsiteY26" fmla="*/ 133193 h 177790"/>
                    <a:gd name="connsiteX27" fmla="*/ 141587 w 177787"/>
                    <a:gd name="connsiteY27" fmla="*/ 124746 h 177790"/>
                    <a:gd name="connsiteX28" fmla="*/ 141587 w 177787"/>
                    <a:gd name="connsiteY28" fmla="*/ 155108 h 177790"/>
                    <a:gd name="connsiteX29" fmla="*/ 30418 w 177787"/>
                    <a:gd name="connsiteY29" fmla="*/ 150028 h 177790"/>
                    <a:gd name="connsiteX30" fmla="*/ 44595 w 177787"/>
                    <a:gd name="connsiteY30" fmla="*/ 150028 h 177790"/>
                    <a:gd name="connsiteX31" fmla="*/ 53041 w 177787"/>
                    <a:gd name="connsiteY31" fmla="*/ 141581 h 177790"/>
                    <a:gd name="connsiteX32" fmla="*/ 22680 w 177787"/>
                    <a:gd name="connsiteY32" fmla="*/ 141581 h 177790"/>
                    <a:gd name="connsiteX33" fmla="*/ 27760 w 177787"/>
                    <a:gd name="connsiteY33" fmla="*/ 30411 h 177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87" h="177790">
                      <a:moveTo>
                        <a:pt x="19372" y="144357"/>
                      </a:moveTo>
                      <a:lnTo>
                        <a:pt x="19372" y="175310"/>
                      </a:lnTo>
                      <a:lnTo>
                        <a:pt x="27760" y="166863"/>
                      </a:lnTo>
                      <a:lnTo>
                        <a:pt x="27760" y="153454"/>
                      </a:lnTo>
                      <a:cubicBezTo>
                        <a:pt x="60130" y="184111"/>
                        <a:pt x="110103" y="185824"/>
                        <a:pt x="144363" y="158475"/>
                      </a:cubicBezTo>
                      <a:lnTo>
                        <a:pt x="175316" y="158475"/>
                      </a:lnTo>
                      <a:lnTo>
                        <a:pt x="166869" y="150028"/>
                      </a:lnTo>
                      <a:lnTo>
                        <a:pt x="153460" y="150028"/>
                      </a:lnTo>
                      <a:cubicBezTo>
                        <a:pt x="184117" y="117598"/>
                        <a:pt x="185830" y="67684"/>
                        <a:pt x="158422" y="33424"/>
                      </a:cubicBezTo>
                      <a:lnTo>
                        <a:pt x="158422" y="2472"/>
                      </a:lnTo>
                      <a:lnTo>
                        <a:pt x="149975" y="10918"/>
                      </a:lnTo>
                      <a:lnTo>
                        <a:pt x="149975" y="24327"/>
                      </a:lnTo>
                      <a:cubicBezTo>
                        <a:pt x="117605" y="-6330"/>
                        <a:pt x="67632" y="-8043"/>
                        <a:pt x="33371" y="19365"/>
                      </a:cubicBezTo>
                      <a:lnTo>
                        <a:pt x="2419" y="19365"/>
                      </a:lnTo>
                      <a:lnTo>
                        <a:pt x="10866" y="27812"/>
                      </a:lnTo>
                      <a:lnTo>
                        <a:pt x="24275" y="27812"/>
                      </a:lnTo>
                      <a:cubicBezTo>
                        <a:pt x="-6324" y="60124"/>
                        <a:pt x="-8036" y="110038"/>
                        <a:pt x="19372" y="144357"/>
                      </a:cubicBezTo>
                      <a:close/>
                      <a:moveTo>
                        <a:pt x="27760" y="30411"/>
                      </a:moveTo>
                      <a:lnTo>
                        <a:pt x="27760" y="44588"/>
                      </a:lnTo>
                      <a:lnTo>
                        <a:pt x="36207" y="53035"/>
                      </a:lnTo>
                      <a:lnTo>
                        <a:pt x="36207" y="22673"/>
                      </a:lnTo>
                      <a:cubicBezTo>
                        <a:pt x="68931" y="-3435"/>
                        <a:pt x="116601" y="-1723"/>
                        <a:pt x="147376" y="27754"/>
                      </a:cubicBezTo>
                      <a:lnTo>
                        <a:pt x="133199" y="27754"/>
                      </a:lnTo>
                      <a:lnTo>
                        <a:pt x="124752" y="36201"/>
                      </a:lnTo>
                      <a:lnTo>
                        <a:pt x="155114" y="36201"/>
                      </a:lnTo>
                      <a:cubicBezTo>
                        <a:pt x="181223" y="68925"/>
                        <a:pt x="179510" y="116594"/>
                        <a:pt x="150034" y="147370"/>
                      </a:cubicBezTo>
                      <a:lnTo>
                        <a:pt x="150034" y="133193"/>
                      </a:lnTo>
                      <a:lnTo>
                        <a:pt x="141587" y="124746"/>
                      </a:lnTo>
                      <a:lnTo>
                        <a:pt x="141587" y="155108"/>
                      </a:lnTo>
                      <a:cubicBezTo>
                        <a:pt x="108862" y="181158"/>
                        <a:pt x="61193" y="179504"/>
                        <a:pt x="30418" y="150028"/>
                      </a:cubicBezTo>
                      <a:lnTo>
                        <a:pt x="44595" y="150028"/>
                      </a:lnTo>
                      <a:lnTo>
                        <a:pt x="53041" y="141581"/>
                      </a:lnTo>
                      <a:lnTo>
                        <a:pt x="22680" y="141581"/>
                      </a:lnTo>
                      <a:cubicBezTo>
                        <a:pt x="-3370" y="108856"/>
                        <a:pt x="-1657" y="61187"/>
                        <a:pt x="27760" y="30411"/>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07" name="Freeform: Shape 706">
                  <a:extLst>
                    <a:ext uri="{FF2B5EF4-FFF2-40B4-BE49-F238E27FC236}">
                      <a16:creationId xmlns:a16="http://schemas.microsoft.com/office/drawing/2014/main" id="{6F81B97F-6F4C-67FC-8076-A36C0DB3CA3B}"/>
                    </a:ext>
                  </a:extLst>
                </p:cNvPr>
                <p:cNvSpPr/>
                <p:nvPr/>
              </p:nvSpPr>
              <p:spPr>
                <a:xfrm>
                  <a:off x="808927" y="2454830"/>
                  <a:ext cx="177764" cy="177731"/>
                </a:xfrm>
                <a:custGeom>
                  <a:avLst/>
                  <a:gdLst>
                    <a:gd name="connsiteX0" fmla="*/ 19348 w 177764"/>
                    <a:gd name="connsiteY0" fmla="*/ 144239 h 177731"/>
                    <a:gd name="connsiteX1" fmla="*/ 19348 w 177764"/>
                    <a:gd name="connsiteY1" fmla="*/ 175192 h 177731"/>
                    <a:gd name="connsiteX2" fmla="*/ 27736 w 177764"/>
                    <a:gd name="connsiteY2" fmla="*/ 166804 h 177731"/>
                    <a:gd name="connsiteX3" fmla="*/ 27736 w 177764"/>
                    <a:gd name="connsiteY3" fmla="*/ 153395 h 177731"/>
                    <a:gd name="connsiteX4" fmla="*/ 144340 w 177764"/>
                    <a:gd name="connsiteY4" fmla="*/ 158416 h 177731"/>
                    <a:gd name="connsiteX5" fmla="*/ 175293 w 177764"/>
                    <a:gd name="connsiteY5" fmla="*/ 158416 h 177731"/>
                    <a:gd name="connsiteX6" fmla="*/ 166846 w 177764"/>
                    <a:gd name="connsiteY6" fmla="*/ 150028 h 177731"/>
                    <a:gd name="connsiteX7" fmla="*/ 153437 w 177764"/>
                    <a:gd name="connsiteY7" fmla="*/ 150028 h 177731"/>
                    <a:gd name="connsiteX8" fmla="*/ 158399 w 177764"/>
                    <a:gd name="connsiteY8" fmla="*/ 33424 h 177731"/>
                    <a:gd name="connsiteX9" fmla="*/ 158399 w 177764"/>
                    <a:gd name="connsiteY9" fmla="*/ 2472 h 177731"/>
                    <a:gd name="connsiteX10" fmla="*/ 149952 w 177764"/>
                    <a:gd name="connsiteY10" fmla="*/ 10919 h 177731"/>
                    <a:gd name="connsiteX11" fmla="*/ 149952 w 177764"/>
                    <a:gd name="connsiteY11" fmla="*/ 24328 h 177731"/>
                    <a:gd name="connsiteX12" fmla="*/ 33348 w 177764"/>
                    <a:gd name="connsiteY12" fmla="*/ 19365 h 177731"/>
                    <a:gd name="connsiteX13" fmla="*/ 2395 w 177764"/>
                    <a:gd name="connsiteY13" fmla="*/ 19365 h 177731"/>
                    <a:gd name="connsiteX14" fmla="*/ 10842 w 177764"/>
                    <a:gd name="connsiteY14" fmla="*/ 27813 h 177731"/>
                    <a:gd name="connsiteX15" fmla="*/ 24251 w 177764"/>
                    <a:gd name="connsiteY15" fmla="*/ 27813 h 177731"/>
                    <a:gd name="connsiteX16" fmla="*/ 19348 w 177764"/>
                    <a:gd name="connsiteY16" fmla="*/ 144239 h 177731"/>
                    <a:gd name="connsiteX17" fmla="*/ 27795 w 177764"/>
                    <a:gd name="connsiteY17" fmla="*/ 30293 h 177731"/>
                    <a:gd name="connsiteX18" fmla="*/ 27795 w 177764"/>
                    <a:gd name="connsiteY18" fmla="*/ 44470 h 177731"/>
                    <a:gd name="connsiteX19" fmla="*/ 36242 w 177764"/>
                    <a:gd name="connsiteY19" fmla="*/ 52917 h 177731"/>
                    <a:gd name="connsiteX20" fmla="*/ 36242 w 177764"/>
                    <a:gd name="connsiteY20" fmla="*/ 22555 h 177731"/>
                    <a:gd name="connsiteX21" fmla="*/ 147412 w 177764"/>
                    <a:gd name="connsiteY21" fmla="*/ 27635 h 177731"/>
                    <a:gd name="connsiteX22" fmla="*/ 133235 w 177764"/>
                    <a:gd name="connsiteY22" fmla="*/ 27635 h 177731"/>
                    <a:gd name="connsiteX23" fmla="*/ 124788 w 177764"/>
                    <a:gd name="connsiteY23" fmla="*/ 36082 h 177731"/>
                    <a:gd name="connsiteX24" fmla="*/ 155150 w 177764"/>
                    <a:gd name="connsiteY24" fmla="*/ 36082 h 177731"/>
                    <a:gd name="connsiteX25" fmla="*/ 150070 w 177764"/>
                    <a:gd name="connsiteY25" fmla="*/ 147252 h 177731"/>
                    <a:gd name="connsiteX26" fmla="*/ 150070 w 177764"/>
                    <a:gd name="connsiteY26" fmla="*/ 133075 h 177731"/>
                    <a:gd name="connsiteX27" fmla="*/ 141623 w 177764"/>
                    <a:gd name="connsiteY27" fmla="*/ 124628 h 177731"/>
                    <a:gd name="connsiteX28" fmla="*/ 141623 w 177764"/>
                    <a:gd name="connsiteY28" fmla="*/ 154990 h 177731"/>
                    <a:gd name="connsiteX29" fmla="*/ 30454 w 177764"/>
                    <a:gd name="connsiteY29" fmla="*/ 149910 h 177731"/>
                    <a:gd name="connsiteX30" fmla="*/ 44630 w 177764"/>
                    <a:gd name="connsiteY30" fmla="*/ 149910 h 177731"/>
                    <a:gd name="connsiteX31" fmla="*/ 53077 w 177764"/>
                    <a:gd name="connsiteY31" fmla="*/ 141463 h 177731"/>
                    <a:gd name="connsiteX32" fmla="*/ 22715 w 177764"/>
                    <a:gd name="connsiteY32" fmla="*/ 141463 h 177731"/>
                    <a:gd name="connsiteX33" fmla="*/ 27795 w 177764"/>
                    <a:gd name="connsiteY33" fmla="*/ 30293 h 177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731">
                      <a:moveTo>
                        <a:pt x="19348" y="144239"/>
                      </a:moveTo>
                      <a:lnTo>
                        <a:pt x="19348" y="175192"/>
                      </a:lnTo>
                      <a:lnTo>
                        <a:pt x="27736" y="166804"/>
                      </a:lnTo>
                      <a:lnTo>
                        <a:pt x="27736" y="153395"/>
                      </a:lnTo>
                      <a:cubicBezTo>
                        <a:pt x="60107" y="184052"/>
                        <a:pt x="110080" y="185765"/>
                        <a:pt x="144340" y="158416"/>
                      </a:cubicBezTo>
                      <a:lnTo>
                        <a:pt x="175293" y="158416"/>
                      </a:lnTo>
                      <a:lnTo>
                        <a:pt x="166846" y="150028"/>
                      </a:lnTo>
                      <a:lnTo>
                        <a:pt x="153437" y="150028"/>
                      </a:lnTo>
                      <a:cubicBezTo>
                        <a:pt x="184094" y="117599"/>
                        <a:pt x="185807" y="67685"/>
                        <a:pt x="158399" y="33424"/>
                      </a:cubicBezTo>
                      <a:lnTo>
                        <a:pt x="158399" y="2472"/>
                      </a:lnTo>
                      <a:lnTo>
                        <a:pt x="149952" y="10919"/>
                      </a:lnTo>
                      <a:lnTo>
                        <a:pt x="149952" y="24328"/>
                      </a:lnTo>
                      <a:cubicBezTo>
                        <a:pt x="117582" y="-6330"/>
                        <a:pt x="67608" y="-8043"/>
                        <a:pt x="33348" y="19365"/>
                      </a:cubicBezTo>
                      <a:lnTo>
                        <a:pt x="2395" y="19365"/>
                      </a:lnTo>
                      <a:lnTo>
                        <a:pt x="10842" y="27813"/>
                      </a:lnTo>
                      <a:lnTo>
                        <a:pt x="24251" y="27813"/>
                      </a:lnTo>
                      <a:cubicBezTo>
                        <a:pt x="-6347" y="60006"/>
                        <a:pt x="-8001" y="109920"/>
                        <a:pt x="19348" y="144239"/>
                      </a:cubicBezTo>
                      <a:close/>
                      <a:moveTo>
                        <a:pt x="27795" y="30293"/>
                      </a:moveTo>
                      <a:lnTo>
                        <a:pt x="27795" y="44470"/>
                      </a:lnTo>
                      <a:lnTo>
                        <a:pt x="36242" y="52917"/>
                      </a:lnTo>
                      <a:lnTo>
                        <a:pt x="36242" y="22555"/>
                      </a:lnTo>
                      <a:cubicBezTo>
                        <a:pt x="68967" y="-3553"/>
                        <a:pt x="116636" y="-1841"/>
                        <a:pt x="147412" y="27635"/>
                      </a:cubicBezTo>
                      <a:lnTo>
                        <a:pt x="133235" y="27635"/>
                      </a:lnTo>
                      <a:lnTo>
                        <a:pt x="124788" y="36082"/>
                      </a:lnTo>
                      <a:lnTo>
                        <a:pt x="155150" y="36082"/>
                      </a:lnTo>
                      <a:cubicBezTo>
                        <a:pt x="181259" y="68807"/>
                        <a:pt x="179546" y="116476"/>
                        <a:pt x="150070" y="147252"/>
                      </a:cubicBezTo>
                      <a:lnTo>
                        <a:pt x="150070" y="133075"/>
                      </a:lnTo>
                      <a:lnTo>
                        <a:pt x="141623" y="124628"/>
                      </a:lnTo>
                      <a:lnTo>
                        <a:pt x="141623" y="154990"/>
                      </a:lnTo>
                      <a:cubicBezTo>
                        <a:pt x="108898" y="181040"/>
                        <a:pt x="61229" y="179386"/>
                        <a:pt x="30454" y="149910"/>
                      </a:cubicBezTo>
                      <a:lnTo>
                        <a:pt x="44630" y="149910"/>
                      </a:lnTo>
                      <a:lnTo>
                        <a:pt x="53077" y="141463"/>
                      </a:lnTo>
                      <a:lnTo>
                        <a:pt x="22715" y="141463"/>
                      </a:lnTo>
                      <a:cubicBezTo>
                        <a:pt x="-3334" y="108738"/>
                        <a:pt x="-1680" y="61069"/>
                        <a:pt x="27795" y="302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708" name="Graphic 4773">
                  <a:extLst>
                    <a:ext uri="{FF2B5EF4-FFF2-40B4-BE49-F238E27FC236}">
                      <a16:creationId xmlns:a16="http://schemas.microsoft.com/office/drawing/2014/main" id="{C1A869D6-F4DE-669D-13C4-6AD9AC0FDB8B}"/>
                    </a:ext>
                  </a:extLst>
                </p:cNvPr>
                <p:cNvGrpSpPr/>
                <p:nvPr/>
              </p:nvGrpSpPr>
              <p:grpSpPr>
                <a:xfrm>
                  <a:off x="1739250" y="2188416"/>
                  <a:ext cx="502742" cy="119025"/>
                  <a:chOff x="1739250" y="2188416"/>
                  <a:chExt cx="502742" cy="119025"/>
                </a:xfrm>
                <a:grpFill/>
              </p:grpSpPr>
              <p:sp>
                <p:nvSpPr>
                  <p:cNvPr id="829" name="Freeform: Shape 828">
                    <a:extLst>
                      <a:ext uri="{FF2B5EF4-FFF2-40B4-BE49-F238E27FC236}">
                        <a16:creationId xmlns:a16="http://schemas.microsoft.com/office/drawing/2014/main" id="{2F30A5B2-E2DC-D10E-13F1-8BBCA12F2FBF}"/>
                      </a:ext>
                    </a:extLst>
                  </p:cNvPr>
                  <p:cNvSpPr/>
                  <p:nvPr/>
                </p:nvSpPr>
                <p:spPr>
                  <a:xfrm>
                    <a:off x="2096208" y="2188475"/>
                    <a:ext cx="145784" cy="118966"/>
                  </a:xfrm>
                  <a:custGeom>
                    <a:avLst/>
                    <a:gdLst>
                      <a:gd name="connsiteX0" fmla="*/ 0 w 145784"/>
                      <a:gd name="connsiteY0" fmla="*/ 35678 h 118966"/>
                      <a:gd name="connsiteX1" fmla="*/ 0 w 145784"/>
                      <a:gd name="connsiteY1" fmla="*/ 83289 h 118966"/>
                      <a:gd name="connsiteX2" fmla="*/ 35678 w 145784"/>
                      <a:gd name="connsiteY2" fmla="*/ 118967 h 118966"/>
                      <a:gd name="connsiteX3" fmla="*/ 83288 w 145784"/>
                      <a:gd name="connsiteY3" fmla="*/ 118967 h 118966"/>
                      <a:gd name="connsiteX4" fmla="*/ 118494 w 145784"/>
                      <a:gd name="connsiteY4" fmla="*/ 88959 h 118966"/>
                      <a:gd name="connsiteX5" fmla="*/ 145784 w 145784"/>
                      <a:gd name="connsiteY5" fmla="*/ 59483 h 118966"/>
                      <a:gd name="connsiteX6" fmla="*/ 118494 w 145784"/>
                      <a:gd name="connsiteY6" fmla="*/ 30008 h 118966"/>
                      <a:gd name="connsiteX7" fmla="*/ 83288 w 145784"/>
                      <a:gd name="connsiteY7" fmla="*/ 0 h 118966"/>
                      <a:gd name="connsiteX8" fmla="*/ 35678 w 145784"/>
                      <a:gd name="connsiteY8" fmla="*/ 0 h 118966"/>
                      <a:gd name="connsiteX9" fmla="*/ 0 w 145784"/>
                      <a:gd name="connsiteY9" fmla="*/ 35678 h 118966"/>
                      <a:gd name="connsiteX10" fmla="*/ 5966 w 145784"/>
                      <a:gd name="connsiteY10" fmla="*/ 35678 h 118966"/>
                      <a:gd name="connsiteX11" fmla="*/ 35678 w 145784"/>
                      <a:gd name="connsiteY11" fmla="*/ 5907 h 118966"/>
                      <a:gd name="connsiteX12" fmla="*/ 83288 w 145784"/>
                      <a:gd name="connsiteY12" fmla="*/ 5907 h 118966"/>
                      <a:gd name="connsiteX13" fmla="*/ 112469 w 145784"/>
                      <a:gd name="connsiteY13" fmla="*/ 30067 h 118966"/>
                      <a:gd name="connsiteX14" fmla="*/ 86242 w 145784"/>
                      <a:gd name="connsiteY14" fmla="*/ 59424 h 118966"/>
                      <a:gd name="connsiteX15" fmla="*/ 112469 w 145784"/>
                      <a:gd name="connsiteY15" fmla="*/ 88782 h 118966"/>
                      <a:gd name="connsiteX16" fmla="*/ 83288 w 145784"/>
                      <a:gd name="connsiteY16" fmla="*/ 112942 h 118966"/>
                      <a:gd name="connsiteX17" fmla="*/ 35678 w 145784"/>
                      <a:gd name="connsiteY17" fmla="*/ 112942 h 118966"/>
                      <a:gd name="connsiteX18" fmla="*/ 5966 w 145784"/>
                      <a:gd name="connsiteY18" fmla="*/ 83171 h 118966"/>
                      <a:gd name="connsiteX19" fmla="*/ 5966 w 145784"/>
                      <a:gd name="connsiteY19" fmla="*/ 3567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0" y="35678"/>
                        </a:moveTo>
                        <a:lnTo>
                          <a:pt x="0" y="83289"/>
                        </a:lnTo>
                        <a:cubicBezTo>
                          <a:pt x="0" y="103018"/>
                          <a:pt x="16008" y="118967"/>
                          <a:pt x="35678" y="118967"/>
                        </a:cubicBezTo>
                        <a:lnTo>
                          <a:pt x="83288" y="118967"/>
                        </a:lnTo>
                        <a:cubicBezTo>
                          <a:pt x="101068" y="118967"/>
                          <a:pt x="115777" y="105971"/>
                          <a:pt x="118494" y="88959"/>
                        </a:cubicBezTo>
                        <a:cubicBezTo>
                          <a:pt x="133734" y="87660"/>
                          <a:pt x="145784" y="75019"/>
                          <a:pt x="145784" y="59483"/>
                        </a:cubicBezTo>
                        <a:cubicBezTo>
                          <a:pt x="145784" y="43948"/>
                          <a:pt x="133734" y="31248"/>
                          <a:pt x="118494" y="30008"/>
                        </a:cubicBezTo>
                        <a:cubicBezTo>
                          <a:pt x="115777" y="12996"/>
                          <a:pt x="101068" y="0"/>
                          <a:pt x="83288" y="0"/>
                        </a:cubicBezTo>
                        <a:lnTo>
                          <a:pt x="35678" y="0"/>
                        </a:lnTo>
                        <a:cubicBezTo>
                          <a:pt x="16008" y="-59"/>
                          <a:pt x="0" y="15949"/>
                          <a:pt x="0" y="35678"/>
                        </a:cubicBezTo>
                        <a:close/>
                        <a:moveTo>
                          <a:pt x="5966" y="35678"/>
                        </a:moveTo>
                        <a:cubicBezTo>
                          <a:pt x="5966" y="19257"/>
                          <a:pt x="19316" y="5907"/>
                          <a:pt x="35678" y="5907"/>
                        </a:cubicBezTo>
                        <a:lnTo>
                          <a:pt x="83288" y="5907"/>
                        </a:lnTo>
                        <a:cubicBezTo>
                          <a:pt x="97761" y="5907"/>
                          <a:pt x="109870" y="16303"/>
                          <a:pt x="112469" y="30067"/>
                        </a:cubicBezTo>
                        <a:cubicBezTo>
                          <a:pt x="97761" y="31839"/>
                          <a:pt x="86242" y="44244"/>
                          <a:pt x="86242" y="59424"/>
                        </a:cubicBezTo>
                        <a:cubicBezTo>
                          <a:pt x="86242" y="74664"/>
                          <a:pt x="97701" y="87010"/>
                          <a:pt x="112469" y="88782"/>
                        </a:cubicBezTo>
                        <a:cubicBezTo>
                          <a:pt x="109870" y="102545"/>
                          <a:pt x="97761" y="112942"/>
                          <a:pt x="83288" y="112942"/>
                        </a:cubicBezTo>
                        <a:lnTo>
                          <a:pt x="35678" y="112942"/>
                        </a:lnTo>
                        <a:cubicBezTo>
                          <a:pt x="19257" y="112942"/>
                          <a:pt x="5966" y="99592"/>
                          <a:pt x="5966" y="83171"/>
                        </a:cubicBezTo>
                        <a:lnTo>
                          <a:pt x="5966" y="35678"/>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30" name="Freeform: Shape 829">
                    <a:extLst>
                      <a:ext uri="{FF2B5EF4-FFF2-40B4-BE49-F238E27FC236}">
                        <a16:creationId xmlns:a16="http://schemas.microsoft.com/office/drawing/2014/main" id="{37C40220-841B-2F67-B110-AB579BC3DEB0}"/>
                      </a:ext>
                    </a:extLst>
                  </p:cNvPr>
                  <p:cNvSpPr/>
                  <p:nvPr/>
                </p:nvSpPr>
                <p:spPr>
                  <a:xfrm>
                    <a:off x="1739250" y="2188416"/>
                    <a:ext cx="145784" cy="118966"/>
                  </a:xfrm>
                  <a:custGeom>
                    <a:avLst/>
                    <a:gdLst>
                      <a:gd name="connsiteX0" fmla="*/ 145784 w 145784"/>
                      <a:gd name="connsiteY0" fmla="*/ 83288 h 118966"/>
                      <a:gd name="connsiteX1" fmla="*/ 145784 w 145784"/>
                      <a:gd name="connsiteY1" fmla="*/ 35678 h 118966"/>
                      <a:gd name="connsiteX2" fmla="*/ 110106 w 145784"/>
                      <a:gd name="connsiteY2" fmla="*/ 0 h 118966"/>
                      <a:gd name="connsiteX3" fmla="*/ 62496 w 145784"/>
                      <a:gd name="connsiteY3" fmla="*/ 0 h 118966"/>
                      <a:gd name="connsiteX4" fmla="*/ 27290 w 145784"/>
                      <a:gd name="connsiteY4" fmla="*/ 30007 h 118966"/>
                      <a:gd name="connsiteX5" fmla="*/ 0 w 145784"/>
                      <a:gd name="connsiteY5" fmla="*/ 59483 h 118966"/>
                      <a:gd name="connsiteX6" fmla="*/ 27290 w 145784"/>
                      <a:gd name="connsiteY6" fmla="*/ 88959 h 118966"/>
                      <a:gd name="connsiteX7" fmla="*/ 62496 w 145784"/>
                      <a:gd name="connsiteY7" fmla="*/ 118966 h 118966"/>
                      <a:gd name="connsiteX8" fmla="*/ 110106 w 145784"/>
                      <a:gd name="connsiteY8" fmla="*/ 118966 h 118966"/>
                      <a:gd name="connsiteX9" fmla="*/ 145784 w 145784"/>
                      <a:gd name="connsiteY9" fmla="*/ 83288 h 118966"/>
                      <a:gd name="connsiteX10" fmla="*/ 139877 w 145784"/>
                      <a:gd name="connsiteY10" fmla="*/ 83288 h 118966"/>
                      <a:gd name="connsiteX11" fmla="*/ 110106 w 145784"/>
                      <a:gd name="connsiteY11" fmla="*/ 113059 h 118966"/>
                      <a:gd name="connsiteX12" fmla="*/ 62496 w 145784"/>
                      <a:gd name="connsiteY12" fmla="*/ 113059 h 118966"/>
                      <a:gd name="connsiteX13" fmla="*/ 33315 w 145784"/>
                      <a:gd name="connsiteY13" fmla="*/ 88900 h 118966"/>
                      <a:gd name="connsiteX14" fmla="*/ 59542 w 145784"/>
                      <a:gd name="connsiteY14" fmla="*/ 59542 h 118966"/>
                      <a:gd name="connsiteX15" fmla="*/ 33315 w 145784"/>
                      <a:gd name="connsiteY15" fmla="*/ 30185 h 118966"/>
                      <a:gd name="connsiteX16" fmla="*/ 62496 w 145784"/>
                      <a:gd name="connsiteY16" fmla="*/ 6025 h 118966"/>
                      <a:gd name="connsiteX17" fmla="*/ 110106 w 145784"/>
                      <a:gd name="connsiteY17" fmla="*/ 6025 h 118966"/>
                      <a:gd name="connsiteX18" fmla="*/ 139877 w 145784"/>
                      <a:gd name="connsiteY18" fmla="*/ 35796 h 118966"/>
                      <a:gd name="connsiteX19" fmla="*/ 139877 w 145784"/>
                      <a:gd name="connsiteY19" fmla="*/ 8328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145784" y="83288"/>
                        </a:moveTo>
                        <a:lnTo>
                          <a:pt x="145784" y="35678"/>
                        </a:lnTo>
                        <a:cubicBezTo>
                          <a:pt x="145784" y="15949"/>
                          <a:pt x="129776" y="0"/>
                          <a:pt x="110106" y="0"/>
                        </a:cubicBezTo>
                        <a:lnTo>
                          <a:pt x="62496" y="0"/>
                        </a:lnTo>
                        <a:cubicBezTo>
                          <a:pt x="44716" y="0"/>
                          <a:pt x="30007" y="12995"/>
                          <a:pt x="27290" y="30007"/>
                        </a:cubicBezTo>
                        <a:cubicBezTo>
                          <a:pt x="12050" y="31307"/>
                          <a:pt x="0" y="43889"/>
                          <a:pt x="0" y="59483"/>
                        </a:cubicBezTo>
                        <a:cubicBezTo>
                          <a:pt x="0" y="75078"/>
                          <a:pt x="12050" y="87718"/>
                          <a:pt x="27290" y="88959"/>
                        </a:cubicBezTo>
                        <a:cubicBezTo>
                          <a:pt x="30007" y="105971"/>
                          <a:pt x="44716" y="118966"/>
                          <a:pt x="62496" y="118966"/>
                        </a:cubicBezTo>
                        <a:lnTo>
                          <a:pt x="110106" y="118966"/>
                        </a:lnTo>
                        <a:cubicBezTo>
                          <a:pt x="129835" y="118966"/>
                          <a:pt x="145784" y="103018"/>
                          <a:pt x="145784" y="83288"/>
                        </a:cubicBezTo>
                        <a:close/>
                        <a:moveTo>
                          <a:pt x="139877" y="83288"/>
                        </a:moveTo>
                        <a:cubicBezTo>
                          <a:pt x="139877" y="99710"/>
                          <a:pt x="126527" y="113059"/>
                          <a:pt x="110106" y="113059"/>
                        </a:cubicBezTo>
                        <a:lnTo>
                          <a:pt x="62496" y="113059"/>
                        </a:lnTo>
                        <a:cubicBezTo>
                          <a:pt x="48024" y="113059"/>
                          <a:pt x="35914" y="102663"/>
                          <a:pt x="33315" y="88900"/>
                        </a:cubicBezTo>
                        <a:cubicBezTo>
                          <a:pt x="48083" y="87128"/>
                          <a:pt x="59542" y="74723"/>
                          <a:pt x="59542" y="59542"/>
                        </a:cubicBezTo>
                        <a:cubicBezTo>
                          <a:pt x="59542" y="44361"/>
                          <a:pt x="48083" y="31957"/>
                          <a:pt x="33315" y="30185"/>
                        </a:cubicBezTo>
                        <a:cubicBezTo>
                          <a:pt x="35914" y="16421"/>
                          <a:pt x="48024" y="6025"/>
                          <a:pt x="62496" y="6025"/>
                        </a:cubicBezTo>
                        <a:lnTo>
                          <a:pt x="110106" y="6025"/>
                        </a:lnTo>
                        <a:cubicBezTo>
                          <a:pt x="126527" y="6025"/>
                          <a:pt x="139877" y="19375"/>
                          <a:pt x="139877" y="35796"/>
                        </a:cubicBezTo>
                        <a:lnTo>
                          <a:pt x="139877" y="83288"/>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31" name="Freeform: Shape 830">
                    <a:extLst>
                      <a:ext uri="{FF2B5EF4-FFF2-40B4-BE49-F238E27FC236}">
                        <a16:creationId xmlns:a16="http://schemas.microsoft.com/office/drawing/2014/main" id="{70D6DF8E-8E1B-049D-F709-A4E7D331D17F}"/>
                      </a:ext>
                    </a:extLst>
                  </p:cNvPr>
                  <p:cNvSpPr/>
                  <p:nvPr/>
                </p:nvSpPr>
                <p:spPr>
                  <a:xfrm>
                    <a:off x="1900510" y="2188475"/>
                    <a:ext cx="176559" cy="118907"/>
                  </a:xfrm>
                  <a:custGeom>
                    <a:avLst/>
                    <a:gdLst>
                      <a:gd name="connsiteX0" fmla="*/ 28354 w 176559"/>
                      <a:gd name="connsiteY0" fmla="*/ 89018 h 118907"/>
                      <a:gd name="connsiteX1" fmla="*/ 63559 w 176559"/>
                      <a:gd name="connsiteY1" fmla="*/ 118907 h 118907"/>
                      <a:gd name="connsiteX2" fmla="*/ 111170 w 176559"/>
                      <a:gd name="connsiteY2" fmla="*/ 118907 h 118907"/>
                      <a:gd name="connsiteX3" fmla="*/ 146316 w 176559"/>
                      <a:gd name="connsiteY3" fmla="*/ 89136 h 118907"/>
                      <a:gd name="connsiteX4" fmla="*/ 146848 w 176559"/>
                      <a:gd name="connsiteY4" fmla="*/ 89195 h 118907"/>
                      <a:gd name="connsiteX5" fmla="*/ 176560 w 176559"/>
                      <a:gd name="connsiteY5" fmla="*/ 59483 h 118907"/>
                      <a:gd name="connsiteX6" fmla="*/ 146848 w 176559"/>
                      <a:gd name="connsiteY6" fmla="*/ 29712 h 118907"/>
                      <a:gd name="connsiteX7" fmla="*/ 146316 w 176559"/>
                      <a:gd name="connsiteY7" fmla="*/ 29771 h 118907"/>
                      <a:gd name="connsiteX8" fmla="*/ 111170 w 176559"/>
                      <a:gd name="connsiteY8" fmla="*/ 0 h 118907"/>
                      <a:gd name="connsiteX9" fmla="*/ 63559 w 176559"/>
                      <a:gd name="connsiteY9" fmla="*/ 0 h 118907"/>
                      <a:gd name="connsiteX10" fmla="*/ 28354 w 176559"/>
                      <a:gd name="connsiteY10" fmla="*/ 29889 h 118907"/>
                      <a:gd name="connsiteX11" fmla="*/ 0 w 176559"/>
                      <a:gd name="connsiteY11" fmla="*/ 59483 h 118907"/>
                      <a:gd name="connsiteX12" fmla="*/ 28354 w 176559"/>
                      <a:gd name="connsiteY12" fmla="*/ 89018 h 118907"/>
                      <a:gd name="connsiteX13" fmla="*/ 34320 w 176559"/>
                      <a:gd name="connsiteY13" fmla="*/ 88723 h 118907"/>
                      <a:gd name="connsiteX14" fmla="*/ 59424 w 176559"/>
                      <a:gd name="connsiteY14" fmla="*/ 59424 h 118907"/>
                      <a:gd name="connsiteX15" fmla="*/ 34320 w 176559"/>
                      <a:gd name="connsiteY15" fmla="*/ 30126 h 118907"/>
                      <a:gd name="connsiteX16" fmla="*/ 63500 w 176559"/>
                      <a:gd name="connsiteY16" fmla="*/ 5848 h 118907"/>
                      <a:gd name="connsiteX17" fmla="*/ 111110 w 176559"/>
                      <a:gd name="connsiteY17" fmla="*/ 5848 h 118907"/>
                      <a:gd name="connsiteX18" fmla="*/ 140350 w 176559"/>
                      <a:gd name="connsiteY18" fmla="*/ 30421 h 118907"/>
                      <a:gd name="connsiteX19" fmla="*/ 117077 w 176559"/>
                      <a:gd name="connsiteY19" fmla="*/ 59424 h 118907"/>
                      <a:gd name="connsiteX20" fmla="*/ 140350 w 176559"/>
                      <a:gd name="connsiteY20" fmla="*/ 88427 h 118907"/>
                      <a:gd name="connsiteX21" fmla="*/ 111110 w 176559"/>
                      <a:gd name="connsiteY21" fmla="*/ 113001 h 118907"/>
                      <a:gd name="connsiteX22" fmla="*/ 63500 w 176559"/>
                      <a:gd name="connsiteY22" fmla="*/ 113001 h 118907"/>
                      <a:gd name="connsiteX23" fmla="*/ 34320 w 176559"/>
                      <a:gd name="connsiteY23" fmla="*/ 88723 h 118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559" h="118907">
                        <a:moveTo>
                          <a:pt x="28354" y="89018"/>
                        </a:moveTo>
                        <a:cubicBezTo>
                          <a:pt x="31130" y="105971"/>
                          <a:pt x="45779" y="118907"/>
                          <a:pt x="63559" y="118907"/>
                        </a:cubicBezTo>
                        <a:lnTo>
                          <a:pt x="111170" y="118907"/>
                        </a:lnTo>
                        <a:cubicBezTo>
                          <a:pt x="128890" y="118907"/>
                          <a:pt x="143540" y="106030"/>
                          <a:pt x="146316" y="89136"/>
                        </a:cubicBezTo>
                        <a:cubicBezTo>
                          <a:pt x="146493" y="89136"/>
                          <a:pt x="146671" y="89195"/>
                          <a:pt x="146848" y="89195"/>
                        </a:cubicBezTo>
                        <a:cubicBezTo>
                          <a:pt x="163269" y="89195"/>
                          <a:pt x="176560" y="75905"/>
                          <a:pt x="176560" y="59483"/>
                        </a:cubicBezTo>
                        <a:cubicBezTo>
                          <a:pt x="176560" y="43062"/>
                          <a:pt x="163269" y="29712"/>
                          <a:pt x="146848" y="29712"/>
                        </a:cubicBezTo>
                        <a:cubicBezTo>
                          <a:pt x="146671" y="29712"/>
                          <a:pt x="146493" y="29771"/>
                          <a:pt x="146316" y="29771"/>
                        </a:cubicBezTo>
                        <a:cubicBezTo>
                          <a:pt x="143481" y="12877"/>
                          <a:pt x="128831" y="0"/>
                          <a:pt x="111170" y="0"/>
                        </a:cubicBezTo>
                        <a:lnTo>
                          <a:pt x="63559" y="0"/>
                        </a:lnTo>
                        <a:cubicBezTo>
                          <a:pt x="45838" y="0"/>
                          <a:pt x="31189" y="12936"/>
                          <a:pt x="28354" y="29889"/>
                        </a:cubicBezTo>
                        <a:cubicBezTo>
                          <a:pt x="12582" y="30598"/>
                          <a:pt x="0" y="43534"/>
                          <a:pt x="0" y="59483"/>
                        </a:cubicBezTo>
                        <a:cubicBezTo>
                          <a:pt x="-59" y="75432"/>
                          <a:pt x="12582" y="88309"/>
                          <a:pt x="28354" y="89018"/>
                        </a:cubicBezTo>
                        <a:close/>
                        <a:moveTo>
                          <a:pt x="34320" y="88723"/>
                        </a:moveTo>
                        <a:cubicBezTo>
                          <a:pt x="48556" y="86478"/>
                          <a:pt x="59424" y="74310"/>
                          <a:pt x="59424" y="59424"/>
                        </a:cubicBezTo>
                        <a:cubicBezTo>
                          <a:pt x="59424" y="44598"/>
                          <a:pt x="48497" y="32370"/>
                          <a:pt x="34320" y="30126"/>
                        </a:cubicBezTo>
                        <a:cubicBezTo>
                          <a:pt x="36919" y="16362"/>
                          <a:pt x="48969" y="5848"/>
                          <a:pt x="63500" y="5848"/>
                        </a:cubicBezTo>
                        <a:lnTo>
                          <a:pt x="111110" y="5848"/>
                        </a:lnTo>
                        <a:cubicBezTo>
                          <a:pt x="125760" y="5848"/>
                          <a:pt x="137869" y="16481"/>
                          <a:pt x="140350" y="30421"/>
                        </a:cubicBezTo>
                        <a:cubicBezTo>
                          <a:pt x="127059" y="33375"/>
                          <a:pt x="117077" y="45189"/>
                          <a:pt x="117077" y="59424"/>
                        </a:cubicBezTo>
                        <a:cubicBezTo>
                          <a:pt x="117077" y="73601"/>
                          <a:pt x="127059" y="85474"/>
                          <a:pt x="140350" y="88427"/>
                        </a:cubicBezTo>
                        <a:cubicBezTo>
                          <a:pt x="137869" y="102368"/>
                          <a:pt x="125760" y="113001"/>
                          <a:pt x="111110" y="113001"/>
                        </a:cubicBezTo>
                        <a:lnTo>
                          <a:pt x="63500" y="113001"/>
                        </a:lnTo>
                        <a:cubicBezTo>
                          <a:pt x="48969" y="113001"/>
                          <a:pt x="36919" y="102486"/>
                          <a:pt x="34320" y="8872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709" name="Graphic 4773">
                  <a:extLst>
                    <a:ext uri="{FF2B5EF4-FFF2-40B4-BE49-F238E27FC236}">
                      <a16:creationId xmlns:a16="http://schemas.microsoft.com/office/drawing/2014/main" id="{8D90628C-C761-38C3-0FC3-5CECEDD3C578}"/>
                    </a:ext>
                  </a:extLst>
                </p:cNvPr>
                <p:cNvGrpSpPr/>
                <p:nvPr/>
              </p:nvGrpSpPr>
              <p:grpSpPr>
                <a:xfrm>
                  <a:off x="2558193" y="4022355"/>
                  <a:ext cx="400670" cy="114063"/>
                  <a:chOff x="2558193" y="4022355"/>
                  <a:chExt cx="400670" cy="114063"/>
                </a:xfrm>
                <a:grpFill/>
              </p:grpSpPr>
              <p:grpSp>
                <p:nvGrpSpPr>
                  <p:cNvPr id="819" name="Graphic 4773">
                    <a:extLst>
                      <a:ext uri="{FF2B5EF4-FFF2-40B4-BE49-F238E27FC236}">
                        <a16:creationId xmlns:a16="http://schemas.microsoft.com/office/drawing/2014/main" id="{6D90DB95-82A3-7F22-5C8D-708EFA82A3C3}"/>
                      </a:ext>
                    </a:extLst>
                  </p:cNvPr>
                  <p:cNvGrpSpPr/>
                  <p:nvPr/>
                </p:nvGrpSpPr>
                <p:grpSpPr>
                  <a:xfrm>
                    <a:off x="2558193" y="4022355"/>
                    <a:ext cx="114004" cy="114004"/>
                    <a:chOff x="2558193" y="4022355"/>
                    <a:chExt cx="114004" cy="114004"/>
                  </a:xfrm>
                  <a:grpFill/>
                </p:grpSpPr>
                <p:sp>
                  <p:nvSpPr>
                    <p:cNvPr id="827" name="Freeform: Shape 826">
                      <a:extLst>
                        <a:ext uri="{FF2B5EF4-FFF2-40B4-BE49-F238E27FC236}">
                          <a16:creationId xmlns:a16="http://schemas.microsoft.com/office/drawing/2014/main" id="{4645F93E-B480-CCCD-F1D0-17E7A94E479F}"/>
                        </a:ext>
                      </a:extLst>
                    </p:cNvPr>
                    <p:cNvSpPr/>
                    <p:nvPr/>
                  </p:nvSpPr>
                  <p:spPr>
                    <a:xfrm>
                      <a:off x="2558193" y="4022355"/>
                      <a:ext cx="114004" cy="114004"/>
                    </a:xfrm>
                    <a:custGeom>
                      <a:avLst/>
                      <a:gdLst>
                        <a:gd name="connsiteX0" fmla="*/ 34201 w 114004"/>
                        <a:gd name="connsiteY0" fmla="*/ 114005 h 114004"/>
                        <a:gd name="connsiteX1" fmla="*/ 79803 w 114004"/>
                        <a:gd name="connsiteY1" fmla="*/ 114005 h 114004"/>
                        <a:gd name="connsiteX2" fmla="*/ 114005 w 114004"/>
                        <a:gd name="connsiteY2" fmla="*/ 79803 h 114004"/>
                        <a:gd name="connsiteX3" fmla="*/ 114005 w 114004"/>
                        <a:gd name="connsiteY3" fmla="*/ 34201 h 114004"/>
                        <a:gd name="connsiteX4" fmla="*/ 79803 w 114004"/>
                        <a:gd name="connsiteY4" fmla="*/ 0 h 114004"/>
                        <a:gd name="connsiteX5" fmla="*/ 34201 w 114004"/>
                        <a:gd name="connsiteY5" fmla="*/ 0 h 114004"/>
                        <a:gd name="connsiteX6" fmla="*/ 0 w 114004"/>
                        <a:gd name="connsiteY6" fmla="*/ 34201 h 114004"/>
                        <a:gd name="connsiteX7" fmla="*/ 0 w 114004"/>
                        <a:gd name="connsiteY7" fmla="*/ 79803 h 114004"/>
                        <a:gd name="connsiteX8" fmla="*/ 34201 w 114004"/>
                        <a:gd name="connsiteY8" fmla="*/ 114005 h 114004"/>
                        <a:gd name="connsiteX9" fmla="*/ 34201 w 114004"/>
                        <a:gd name="connsiteY9" fmla="*/ 108334 h 114004"/>
                        <a:gd name="connsiteX10" fmla="*/ 5730 w 114004"/>
                        <a:gd name="connsiteY10" fmla="*/ 79862 h 114004"/>
                        <a:gd name="connsiteX11" fmla="*/ 5730 w 114004"/>
                        <a:gd name="connsiteY11" fmla="*/ 34260 h 114004"/>
                        <a:gd name="connsiteX12" fmla="*/ 34201 w 114004"/>
                        <a:gd name="connsiteY12" fmla="*/ 5789 h 114004"/>
                        <a:gd name="connsiteX13" fmla="*/ 79803 w 114004"/>
                        <a:gd name="connsiteY13" fmla="*/ 5789 h 114004"/>
                        <a:gd name="connsiteX14" fmla="*/ 108275 w 114004"/>
                        <a:gd name="connsiteY14" fmla="*/ 34260 h 114004"/>
                        <a:gd name="connsiteX15" fmla="*/ 108275 w 114004"/>
                        <a:gd name="connsiteY15" fmla="*/ 79862 h 114004"/>
                        <a:gd name="connsiteX16" fmla="*/ 79803 w 114004"/>
                        <a:gd name="connsiteY16" fmla="*/ 108334 h 114004"/>
                        <a:gd name="connsiteX17" fmla="*/ 34201 w 114004"/>
                        <a:gd name="connsiteY17" fmla="*/ 108334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34201" y="114005"/>
                          </a:moveTo>
                          <a:lnTo>
                            <a:pt x="79803" y="114005"/>
                          </a:lnTo>
                          <a:cubicBezTo>
                            <a:pt x="98706" y="114005"/>
                            <a:pt x="114005" y="98705"/>
                            <a:pt x="114005" y="79803"/>
                          </a:cubicBezTo>
                          <a:lnTo>
                            <a:pt x="114005" y="34201"/>
                          </a:lnTo>
                          <a:cubicBezTo>
                            <a:pt x="114005" y="15299"/>
                            <a:pt x="98706" y="0"/>
                            <a:pt x="79803" y="0"/>
                          </a:cubicBezTo>
                          <a:lnTo>
                            <a:pt x="34201" y="0"/>
                          </a:lnTo>
                          <a:cubicBezTo>
                            <a:pt x="15299" y="0"/>
                            <a:pt x="0" y="15299"/>
                            <a:pt x="0" y="34201"/>
                          </a:cubicBezTo>
                          <a:lnTo>
                            <a:pt x="0" y="79803"/>
                          </a:lnTo>
                          <a:cubicBezTo>
                            <a:pt x="0" y="98705"/>
                            <a:pt x="15358" y="114005"/>
                            <a:pt x="34201" y="114005"/>
                          </a:cubicBezTo>
                          <a:close/>
                          <a:moveTo>
                            <a:pt x="34201" y="108334"/>
                          </a:moveTo>
                          <a:cubicBezTo>
                            <a:pt x="18489" y="108334"/>
                            <a:pt x="5730" y="95575"/>
                            <a:pt x="5730" y="79862"/>
                          </a:cubicBezTo>
                          <a:lnTo>
                            <a:pt x="5730" y="34260"/>
                          </a:lnTo>
                          <a:cubicBezTo>
                            <a:pt x="5730" y="18548"/>
                            <a:pt x="18489" y="5789"/>
                            <a:pt x="34201" y="5789"/>
                          </a:cubicBezTo>
                          <a:lnTo>
                            <a:pt x="79803" y="5789"/>
                          </a:lnTo>
                          <a:cubicBezTo>
                            <a:pt x="95516" y="5789"/>
                            <a:pt x="108275" y="18548"/>
                            <a:pt x="108275" y="34260"/>
                          </a:cubicBezTo>
                          <a:lnTo>
                            <a:pt x="108275" y="79862"/>
                          </a:lnTo>
                          <a:cubicBezTo>
                            <a:pt x="108275" y="95575"/>
                            <a:pt x="95516" y="108334"/>
                            <a:pt x="79803" y="108334"/>
                          </a:cubicBezTo>
                          <a:lnTo>
                            <a:pt x="34201" y="10833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28" name="Freeform: Shape 827">
                      <a:extLst>
                        <a:ext uri="{FF2B5EF4-FFF2-40B4-BE49-F238E27FC236}">
                          <a16:creationId xmlns:a16="http://schemas.microsoft.com/office/drawing/2014/main" id="{8A930A18-7D41-C4C9-01EE-2836C8366686}"/>
                        </a:ext>
                      </a:extLst>
                    </p:cNvPr>
                    <p:cNvSpPr/>
                    <p:nvPr/>
                  </p:nvSpPr>
                  <p:spPr>
                    <a:xfrm>
                      <a:off x="2593812" y="4054725"/>
                      <a:ext cx="42766" cy="49323"/>
                    </a:xfrm>
                    <a:custGeom>
                      <a:avLst/>
                      <a:gdLst>
                        <a:gd name="connsiteX0" fmla="*/ 42767 w 42766"/>
                        <a:gd name="connsiteY0" fmla="*/ 0 h 49323"/>
                        <a:gd name="connsiteX1" fmla="*/ 42767 w 42766"/>
                        <a:gd name="connsiteY1" fmla="*/ 49323 h 49323"/>
                        <a:gd name="connsiteX2" fmla="*/ 0 w 42766"/>
                        <a:gd name="connsiteY2" fmla="*/ 24691 h 49323"/>
                      </a:gdLst>
                      <a:ahLst/>
                      <a:cxnLst>
                        <a:cxn ang="0">
                          <a:pos x="connsiteX0" y="connsiteY0"/>
                        </a:cxn>
                        <a:cxn ang="0">
                          <a:pos x="connsiteX1" y="connsiteY1"/>
                        </a:cxn>
                        <a:cxn ang="0">
                          <a:pos x="connsiteX2" y="connsiteY2"/>
                        </a:cxn>
                      </a:cxnLst>
                      <a:rect l="l" t="t" r="r" b="b"/>
                      <a:pathLst>
                        <a:path w="42766" h="49323">
                          <a:moveTo>
                            <a:pt x="42767" y="0"/>
                          </a:moveTo>
                          <a:lnTo>
                            <a:pt x="42767" y="49323"/>
                          </a:lnTo>
                          <a:lnTo>
                            <a:pt x="0" y="2469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820" name="Graphic 4773">
                    <a:extLst>
                      <a:ext uri="{FF2B5EF4-FFF2-40B4-BE49-F238E27FC236}">
                        <a16:creationId xmlns:a16="http://schemas.microsoft.com/office/drawing/2014/main" id="{17A12BF2-0FD5-4FB6-E34F-9C1CC5BAF2CB}"/>
                      </a:ext>
                    </a:extLst>
                  </p:cNvPr>
                  <p:cNvGrpSpPr/>
                  <p:nvPr/>
                </p:nvGrpSpPr>
                <p:grpSpPr>
                  <a:xfrm>
                    <a:off x="2844858" y="4022414"/>
                    <a:ext cx="114004" cy="114004"/>
                    <a:chOff x="2844858" y="4022414"/>
                    <a:chExt cx="114004" cy="114004"/>
                  </a:xfrm>
                  <a:grpFill/>
                </p:grpSpPr>
                <p:sp>
                  <p:nvSpPr>
                    <p:cNvPr id="825" name="Freeform: Shape 824">
                      <a:extLst>
                        <a:ext uri="{FF2B5EF4-FFF2-40B4-BE49-F238E27FC236}">
                          <a16:creationId xmlns:a16="http://schemas.microsoft.com/office/drawing/2014/main" id="{C3CD67D8-57B3-6334-C083-1F7D4D5D4A1C}"/>
                        </a:ext>
                      </a:extLst>
                    </p:cNvPr>
                    <p:cNvSpPr/>
                    <p:nvPr/>
                  </p:nvSpPr>
                  <p:spPr>
                    <a:xfrm>
                      <a:off x="2844858" y="4022414"/>
                      <a:ext cx="114004" cy="114004"/>
                    </a:xfrm>
                    <a:custGeom>
                      <a:avLst/>
                      <a:gdLst>
                        <a:gd name="connsiteX0" fmla="*/ 79803 w 114004"/>
                        <a:gd name="connsiteY0" fmla="*/ 0 h 114004"/>
                        <a:gd name="connsiteX1" fmla="*/ 34201 w 114004"/>
                        <a:gd name="connsiteY1" fmla="*/ 0 h 114004"/>
                        <a:gd name="connsiteX2" fmla="*/ 0 w 114004"/>
                        <a:gd name="connsiteY2" fmla="*/ 34201 h 114004"/>
                        <a:gd name="connsiteX3" fmla="*/ 0 w 114004"/>
                        <a:gd name="connsiteY3" fmla="*/ 79803 h 114004"/>
                        <a:gd name="connsiteX4" fmla="*/ 34201 w 114004"/>
                        <a:gd name="connsiteY4" fmla="*/ 114005 h 114004"/>
                        <a:gd name="connsiteX5" fmla="*/ 79803 w 114004"/>
                        <a:gd name="connsiteY5" fmla="*/ 114005 h 114004"/>
                        <a:gd name="connsiteX6" fmla="*/ 114005 w 114004"/>
                        <a:gd name="connsiteY6" fmla="*/ 79803 h 114004"/>
                        <a:gd name="connsiteX7" fmla="*/ 114005 w 114004"/>
                        <a:gd name="connsiteY7" fmla="*/ 34201 h 114004"/>
                        <a:gd name="connsiteX8" fmla="*/ 79803 w 114004"/>
                        <a:gd name="connsiteY8" fmla="*/ 0 h 114004"/>
                        <a:gd name="connsiteX9" fmla="*/ 79803 w 114004"/>
                        <a:gd name="connsiteY9" fmla="*/ 5670 h 114004"/>
                        <a:gd name="connsiteX10" fmla="*/ 108275 w 114004"/>
                        <a:gd name="connsiteY10" fmla="*/ 34142 h 114004"/>
                        <a:gd name="connsiteX11" fmla="*/ 108275 w 114004"/>
                        <a:gd name="connsiteY11" fmla="*/ 79744 h 114004"/>
                        <a:gd name="connsiteX12" fmla="*/ 79803 w 114004"/>
                        <a:gd name="connsiteY12" fmla="*/ 108216 h 114004"/>
                        <a:gd name="connsiteX13" fmla="*/ 34201 w 114004"/>
                        <a:gd name="connsiteY13" fmla="*/ 108216 h 114004"/>
                        <a:gd name="connsiteX14" fmla="*/ 5730 w 114004"/>
                        <a:gd name="connsiteY14" fmla="*/ 79744 h 114004"/>
                        <a:gd name="connsiteX15" fmla="*/ 5730 w 114004"/>
                        <a:gd name="connsiteY15" fmla="*/ 34142 h 114004"/>
                        <a:gd name="connsiteX16" fmla="*/ 34201 w 114004"/>
                        <a:gd name="connsiteY16" fmla="*/ 5670 h 114004"/>
                        <a:gd name="connsiteX17" fmla="*/ 79803 w 114004"/>
                        <a:gd name="connsiteY17" fmla="*/ 5670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79803" y="0"/>
                          </a:moveTo>
                          <a:lnTo>
                            <a:pt x="34201" y="0"/>
                          </a:lnTo>
                          <a:cubicBezTo>
                            <a:pt x="15299" y="0"/>
                            <a:pt x="0" y="15299"/>
                            <a:pt x="0" y="34201"/>
                          </a:cubicBez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close/>
                          <a:moveTo>
                            <a:pt x="79803" y="5670"/>
                          </a:moveTo>
                          <a:cubicBezTo>
                            <a:pt x="95516" y="5670"/>
                            <a:pt x="108275" y="18489"/>
                            <a:pt x="108275" y="34142"/>
                          </a:cubicBezTo>
                          <a:lnTo>
                            <a:pt x="108275" y="79744"/>
                          </a:lnTo>
                          <a:cubicBezTo>
                            <a:pt x="108275" y="95457"/>
                            <a:pt x="95516" y="108216"/>
                            <a:pt x="79803" y="108216"/>
                          </a:cubicBezTo>
                          <a:lnTo>
                            <a:pt x="34201" y="108216"/>
                          </a:lnTo>
                          <a:cubicBezTo>
                            <a:pt x="18489" y="108216"/>
                            <a:pt x="5730" y="95457"/>
                            <a:pt x="5730" y="79744"/>
                          </a:cubicBezTo>
                          <a:lnTo>
                            <a:pt x="5730" y="34142"/>
                          </a:lnTo>
                          <a:cubicBezTo>
                            <a:pt x="5730" y="18430"/>
                            <a:pt x="18489" y="5670"/>
                            <a:pt x="34201" y="5670"/>
                          </a:cubicBezTo>
                          <a:lnTo>
                            <a:pt x="79803" y="56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26" name="Freeform: Shape 825">
                      <a:extLst>
                        <a:ext uri="{FF2B5EF4-FFF2-40B4-BE49-F238E27FC236}">
                          <a16:creationId xmlns:a16="http://schemas.microsoft.com/office/drawing/2014/main" id="{01382655-C739-4721-12EB-2E954A5699BA}"/>
                        </a:ext>
                      </a:extLst>
                    </p:cNvPr>
                    <p:cNvSpPr/>
                    <p:nvPr/>
                  </p:nvSpPr>
                  <p:spPr>
                    <a:xfrm>
                      <a:off x="2880537" y="4054725"/>
                      <a:ext cx="42707" cy="49323"/>
                    </a:xfrm>
                    <a:custGeom>
                      <a:avLst/>
                      <a:gdLst>
                        <a:gd name="connsiteX0" fmla="*/ 0 w 42707"/>
                        <a:gd name="connsiteY0" fmla="*/ 49323 h 49323"/>
                        <a:gd name="connsiteX1" fmla="*/ 0 w 42707"/>
                        <a:gd name="connsiteY1" fmla="*/ 0 h 49323"/>
                        <a:gd name="connsiteX2" fmla="*/ 42708 w 42707"/>
                        <a:gd name="connsiteY2" fmla="*/ 24691 h 49323"/>
                      </a:gdLst>
                      <a:ahLst/>
                      <a:cxnLst>
                        <a:cxn ang="0">
                          <a:pos x="connsiteX0" y="connsiteY0"/>
                        </a:cxn>
                        <a:cxn ang="0">
                          <a:pos x="connsiteX1" y="connsiteY1"/>
                        </a:cxn>
                        <a:cxn ang="0">
                          <a:pos x="connsiteX2" y="connsiteY2"/>
                        </a:cxn>
                      </a:cxnLst>
                      <a:rect l="l" t="t" r="r" b="b"/>
                      <a:pathLst>
                        <a:path w="42707" h="49323">
                          <a:moveTo>
                            <a:pt x="0" y="49323"/>
                          </a:moveTo>
                          <a:lnTo>
                            <a:pt x="0" y="0"/>
                          </a:lnTo>
                          <a:lnTo>
                            <a:pt x="42708" y="2469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821" name="Graphic 4773">
                    <a:extLst>
                      <a:ext uri="{FF2B5EF4-FFF2-40B4-BE49-F238E27FC236}">
                        <a16:creationId xmlns:a16="http://schemas.microsoft.com/office/drawing/2014/main" id="{B397CE4A-2473-902F-8A92-DF59F3D58EB8}"/>
                      </a:ext>
                    </a:extLst>
                  </p:cNvPr>
                  <p:cNvGrpSpPr/>
                  <p:nvPr/>
                </p:nvGrpSpPr>
                <p:grpSpPr>
                  <a:xfrm>
                    <a:off x="2702441" y="4022414"/>
                    <a:ext cx="114004" cy="114004"/>
                    <a:chOff x="2702441" y="4022414"/>
                    <a:chExt cx="114004" cy="114004"/>
                  </a:xfrm>
                  <a:grpFill/>
                </p:grpSpPr>
                <p:sp>
                  <p:nvSpPr>
                    <p:cNvPr id="822" name="Freeform: Shape 821">
                      <a:extLst>
                        <a:ext uri="{FF2B5EF4-FFF2-40B4-BE49-F238E27FC236}">
                          <a16:creationId xmlns:a16="http://schemas.microsoft.com/office/drawing/2014/main" id="{66C42BCF-E2A9-3658-E8E6-30A0E9488EF6}"/>
                        </a:ext>
                      </a:extLst>
                    </p:cNvPr>
                    <p:cNvSpPr/>
                    <p:nvPr/>
                  </p:nvSpPr>
                  <p:spPr>
                    <a:xfrm>
                      <a:off x="2702441" y="4022414"/>
                      <a:ext cx="114004" cy="114004"/>
                    </a:xfrm>
                    <a:custGeom>
                      <a:avLst/>
                      <a:gdLst>
                        <a:gd name="connsiteX0" fmla="*/ 0 w 114004"/>
                        <a:gd name="connsiteY0" fmla="*/ 34201 h 114004"/>
                        <a:gd name="connsiteX1" fmla="*/ 0 w 114004"/>
                        <a:gd name="connsiteY1" fmla="*/ 79803 h 114004"/>
                        <a:gd name="connsiteX2" fmla="*/ 34201 w 114004"/>
                        <a:gd name="connsiteY2" fmla="*/ 114005 h 114004"/>
                        <a:gd name="connsiteX3" fmla="*/ 79803 w 114004"/>
                        <a:gd name="connsiteY3" fmla="*/ 114005 h 114004"/>
                        <a:gd name="connsiteX4" fmla="*/ 114005 w 114004"/>
                        <a:gd name="connsiteY4" fmla="*/ 79803 h 114004"/>
                        <a:gd name="connsiteX5" fmla="*/ 114005 w 114004"/>
                        <a:gd name="connsiteY5" fmla="*/ 34201 h 114004"/>
                        <a:gd name="connsiteX6" fmla="*/ 79803 w 114004"/>
                        <a:gd name="connsiteY6" fmla="*/ 0 h 114004"/>
                        <a:gd name="connsiteX7" fmla="*/ 34201 w 114004"/>
                        <a:gd name="connsiteY7" fmla="*/ 0 h 114004"/>
                        <a:gd name="connsiteX8" fmla="*/ 0 w 114004"/>
                        <a:gd name="connsiteY8" fmla="*/ 34201 h 114004"/>
                        <a:gd name="connsiteX9" fmla="*/ 5730 w 114004"/>
                        <a:gd name="connsiteY9" fmla="*/ 34201 h 114004"/>
                        <a:gd name="connsiteX10" fmla="*/ 34201 w 114004"/>
                        <a:gd name="connsiteY10" fmla="*/ 5730 h 114004"/>
                        <a:gd name="connsiteX11" fmla="*/ 79803 w 114004"/>
                        <a:gd name="connsiteY11" fmla="*/ 5730 h 114004"/>
                        <a:gd name="connsiteX12" fmla="*/ 108275 w 114004"/>
                        <a:gd name="connsiteY12" fmla="*/ 34201 h 114004"/>
                        <a:gd name="connsiteX13" fmla="*/ 108275 w 114004"/>
                        <a:gd name="connsiteY13" fmla="*/ 79803 h 114004"/>
                        <a:gd name="connsiteX14" fmla="*/ 79803 w 114004"/>
                        <a:gd name="connsiteY14" fmla="*/ 108275 h 114004"/>
                        <a:gd name="connsiteX15" fmla="*/ 34201 w 114004"/>
                        <a:gd name="connsiteY15" fmla="*/ 108275 h 114004"/>
                        <a:gd name="connsiteX16" fmla="*/ 5730 w 114004"/>
                        <a:gd name="connsiteY16" fmla="*/ 79803 h 114004"/>
                        <a:gd name="connsiteX17" fmla="*/ 5730 w 114004"/>
                        <a:gd name="connsiteY17" fmla="*/ 34201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0" y="34201"/>
                          </a:move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lnTo>
                            <a:pt x="34201" y="0"/>
                          </a:lnTo>
                          <a:cubicBezTo>
                            <a:pt x="15358" y="0"/>
                            <a:pt x="0" y="15299"/>
                            <a:pt x="0" y="34201"/>
                          </a:cubicBezTo>
                          <a:close/>
                          <a:moveTo>
                            <a:pt x="5730" y="34201"/>
                          </a:moveTo>
                          <a:cubicBezTo>
                            <a:pt x="5730" y="18489"/>
                            <a:pt x="18489" y="5730"/>
                            <a:pt x="34201" y="5730"/>
                          </a:cubicBezTo>
                          <a:lnTo>
                            <a:pt x="79803" y="5730"/>
                          </a:lnTo>
                          <a:cubicBezTo>
                            <a:pt x="95516" y="5730"/>
                            <a:pt x="108275" y="18489"/>
                            <a:pt x="108275" y="34201"/>
                          </a:cubicBezTo>
                          <a:lnTo>
                            <a:pt x="108275" y="79803"/>
                          </a:lnTo>
                          <a:cubicBezTo>
                            <a:pt x="108275" y="95516"/>
                            <a:pt x="95516" y="108275"/>
                            <a:pt x="79803" y="108275"/>
                          </a:cubicBezTo>
                          <a:lnTo>
                            <a:pt x="34201" y="108275"/>
                          </a:lnTo>
                          <a:cubicBezTo>
                            <a:pt x="18489" y="108275"/>
                            <a:pt x="5730" y="95516"/>
                            <a:pt x="5730" y="79803"/>
                          </a:cubicBezTo>
                          <a:lnTo>
                            <a:pt x="5730" y="3420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23" name="Freeform: Shape 822">
                      <a:extLst>
                        <a:ext uri="{FF2B5EF4-FFF2-40B4-BE49-F238E27FC236}">
                          <a16:creationId xmlns:a16="http://schemas.microsoft.com/office/drawing/2014/main" id="{87F5DEA5-E465-8358-92B7-53DC96771A92}"/>
                        </a:ext>
                      </a:extLst>
                    </p:cNvPr>
                    <p:cNvSpPr/>
                    <p:nvPr/>
                  </p:nvSpPr>
                  <p:spPr>
                    <a:xfrm>
                      <a:off x="2765114"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24" name="Freeform: Shape 823">
                      <a:extLst>
                        <a:ext uri="{FF2B5EF4-FFF2-40B4-BE49-F238E27FC236}">
                          <a16:creationId xmlns:a16="http://schemas.microsoft.com/office/drawing/2014/main" id="{CD98288C-9983-94D5-8310-6FAEC0D02D9D}"/>
                        </a:ext>
                      </a:extLst>
                    </p:cNvPr>
                    <p:cNvSpPr/>
                    <p:nvPr/>
                  </p:nvSpPr>
                  <p:spPr>
                    <a:xfrm>
                      <a:off x="2738533"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710" name="Graphic 4773">
                  <a:extLst>
                    <a:ext uri="{FF2B5EF4-FFF2-40B4-BE49-F238E27FC236}">
                      <a16:creationId xmlns:a16="http://schemas.microsoft.com/office/drawing/2014/main" id="{008971A0-C55C-E8CF-ECF3-387C64046D2B}"/>
                    </a:ext>
                  </a:extLst>
                </p:cNvPr>
                <p:cNvGrpSpPr/>
                <p:nvPr/>
              </p:nvGrpSpPr>
              <p:grpSpPr>
                <a:xfrm>
                  <a:off x="4176882" y="1893185"/>
                  <a:ext cx="116840" cy="236869"/>
                  <a:chOff x="4176882" y="1893185"/>
                  <a:chExt cx="116840" cy="236869"/>
                </a:xfrm>
                <a:grpFill/>
              </p:grpSpPr>
              <p:sp>
                <p:nvSpPr>
                  <p:cNvPr id="817" name="Freeform: Shape 816">
                    <a:extLst>
                      <a:ext uri="{FF2B5EF4-FFF2-40B4-BE49-F238E27FC236}">
                        <a16:creationId xmlns:a16="http://schemas.microsoft.com/office/drawing/2014/main" id="{7B360B01-8C73-69DE-F1E2-2D5E44D21277}"/>
                      </a:ext>
                    </a:extLst>
                  </p:cNvPr>
                  <p:cNvSpPr/>
                  <p:nvPr/>
                </p:nvSpPr>
                <p:spPr>
                  <a:xfrm>
                    <a:off x="4176941" y="2013274"/>
                    <a:ext cx="116781" cy="116781"/>
                  </a:xfrm>
                  <a:custGeom>
                    <a:avLst/>
                    <a:gdLst>
                      <a:gd name="connsiteX0" fmla="*/ 116781 w 116781"/>
                      <a:gd name="connsiteY0" fmla="*/ 97524 h 116781"/>
                      <a:gd name="connsiteX1" fmla="*/ 39813 w 116781"/>
                      <a:gd name="connsiteY1" fmla="*/ 20556 h 116781"/>
                      <a:gd name="connsiteX2" fmla="*/ 102782 w 116781"/>
                      <a:gd name="connsiteY2" fmla="*/ 20556 h 116781"/>
                      <a:gd name="connsiteX3" fmla="*/ 82225 w 116781"/>
                      <a:gd name="connsiteY3" fmla="*/ 0 h 116781"/>
                      <a:gd name="connsiteX4" fmla="*/ 0 w 116781"/>
                      <a:gd name="connsiteY4" fmla="*/ 0 h 116781"/>
                      <a:gd name="connsiteX5" fmla="*/ 0 w 116781"/>
                      <a:gd name="connsiteY5" fmla="*/ 82225 h 116781"/>
                      <a:gd name="connsiteX6" fmla="*/ 20556 w 116781"/>
                      <a:gd name="connsiteY6" fmla="*/ 102782 h 116781"/>
                      <a:gd name="connsiteX7" fmla="*/ 20556 w 116781"/>
                      <a:gd name="connsiteY7" fmla="*/ 39813 h 116781"/>
                      <a:gd name="connsiteX8" fmla="*/ 97524 w 116781"/>
                      <a:gd name="connsiteY8" fmla="*/ 116781 h 116781"/>
                      <a:gd name="connsiteX9" fmla="*/ 116781 w 116781"/>
                      <a:gd name="connsiteY9" fmla="*/ 97524 h 116781"/>
                      <a:gd name="connsiteX10" fmla="*/ 37746 w 116781"/>
                      <a:gd name="connsiteY10" fmla="*/ 22624 h 116781"/>
                      <a:gd name="connsiteX11" fmla="*/ 112646 w 116781"/>
                      <a:gd name="connsiteY11" fmla="*/ 97524 h 116781"/>
                      <a:gd name="connsiteX12" fmla="*/ 97465 w 116781"/>
                      <a:gd name="connsiteY12" fmla="*/ 112705 h 116781"/>
                      <a:gd name="connsiteX13" fmla="*/ 22565 w 116781"/>
                      <a:gd name="connsiteY13" fmla="*/ 37805 h 116781"/>
                      <a:gd name="connsiteX14" fmla="*/ 17603 w 116781"/>
                      <a:gd name="connsiteY14" fmla="*/ 32843 h 116781"/>
                      <a:gd name="connsiteX15" fmla="*/ 17603 w 116781"/>
                      <a:gd name="connsiteY15" fmla="*/ 39872 h 116781"/>
                      <a:gd name="connsiteX16" fmla="*/ 17603 w 116781"/>
                      <a:gd name="connsiteY16" fmla="*/ 95870 h 116781"/>
                      <a:gd name="connsiteX17" fmla="*/ 2835 w 116781"/>
                      <a:gd name="connsiteY17" fmla="*/ 81103 h 116781"/>
                      <a:gd name="connsiteX18" fmla="*/ 2835 w 116781"/>
                      <a:gd name="connsiteY18" fmla="*/ 2953 h 116781"/>
                      <a:gd name="connsiteX19" fmla="*/ 80985 w 116781"/>
                      <a:gd name="connsiteY19" fmla="*/ 2953 h 116781"/>
                      <a:gd name="connsiteX20" fmla="*/ 95752 w 116781"/>
                      <a:gd name="connsiteY20" fmla="*/ 17721 h 116781"/>
                      <a:gd name="connsiteX21" fmla="*/ 39813 w 116781"/>
                      <a:gd name="connsiteY21" fmla="*/ 17721 h 116781"/>
                      <a:gd name="connsiteX22" fmla="*/ 32784 w 116781"/>
                      <a:gd name="connsiteY22" fmla="*/ 17721 h 116781"/>
                      <a:gd name="connsiteX23" fmla="*/ 37746 w 116781"/>
                      <a:gd name="connsiteY23" fmla="*/ 2262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1">
                        <a:moveTo>
                          <a:pt x="116781" y="97524"/>
                        </a:moveTo>
                        <a:lnTo>
                          <a:pt x="39813" y="20556"/>
                        </a:lnTo>
                        <a:lnTo>
                          <a:pt x="102782" y="20556"/>
                        </a:lnTo>
                        <a:lnTo>
                          <a:pt x="82225" y="0"/>
                        </a:lnTo>
                        <a:lnTo>
                          <a:pt x="0" y="0"/>
                        </a:lnTo>
                        <a:lnTo>
                          <a:pt x="0" y="82225"/>
                        </a:lnTo>
                        <a:lnTo>
                          <a:pt x="20556" y="102782"/>
                        </a:lnTo>
                        <a:lnTo>
                          <a:pt x="20556" y="39813"/>
                        </a:lnTo>
                        <a:lnTo>
                          <a:pt x="97524" y="116781"/>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18" name="Freeform: Shape 817">
                    <a:extLst>
                      <a:ext uri="{FF2B5EF4-FFF2-40B4-BE49-F238E27FC236}">
                        <a16:creationId xmlns:a16="http://schemas.microsoft.com/office/drawing/2014/main" id="{600F44FE-DA65-9EEF-64DC-37796F7D1520}"/>
                      </a:ext>
                    </a:extLst>
                  </p:cNvPr>
                  <p:cNvSpPr/>
                  <p:nvPr/>
                </p:nvSpPr>
                <p:spPr>
                  <a:xfrm>
                    <a:off x="4176882" y="1893185"/>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7 w 116781"/>
                      <a:gd name="connsiteY5" fmla="*/ 76968 h 116780"/>
                      <a:gd name="connsiteX6" fmla="*/ 20557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7 h 116780"/>
                      <a:gd name="connsiteX11" fmla="*/ 2894 w 116781"/>
                      <a:gd name="connsiteY11" fmla="*/ 113887 h 116780"/>
                      <a:gd name="connsiteX12" fmla="*/ 2894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76 h 116780"/>
                      <a:gd name="connsiteX18" fmla="*/ 112705 w 116781"/>
                      <a:gd name="connsiteY18" fmla="*/ 19257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7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7" y="76968"/>
                        </a:lnTo>
                        <a:lnTo>
                          <a:pt x="20557" y="14000"/>
                        </a:lnTo>
                        <a:lnTo>
                          <a:pt x="0" y="34556"/>
                        </a:lnTo>
                        <a:lnTo>
                          <a:pt x="0" y="116781"/>
                        </a:lnTo>
                        <a:lnTo>
                          <a:pt x="82225" y="116781"/>
                        </a:lnTo>
                        <a:close/>
                        <a:moveTo>
                          <a:pt x="81044" y="113887"/>
                        </a:moveTo>
                        <a:lnTo>
                          <a:pt x="2894" y="113887"/>
                        </a:lnTo>
                        <a:lnTo>
                          <a:pt x="2894" y="35737"/>
                        </a:lnTo>
                        <a:lnTo>
                          <a:pt x="17662" y="20970"/>
                        </a:lnTo>
                        <a:lnTo>
                          <a:pt x="17662" y="76909"/>
                        </a:lnTo>
                        <a:lnTo>
                          <a:pt x="17662" y="83938"/>
                        </a:lnTo>
                        <a:lnTo>
                          <a:pt x="22624" y="78976"/>
                        </a:lnTo>
                        <a:lnTo>
                          <a:pt x="97524" y="4076"/>
                        </a:lnTo>
                        <a:lnTo>
                          <a:pt x="112705" y="19257"/>
                        </a:lnTo>
                        <a:lnTo>
                          <a:pt x="37805" y="94157"/>
                        </a:lnTo>
                        <a:lnTo>
                          <a:pt x="32843" y="99119"/>
                        </a:lnTo>
                        <a:lnTo>
                          <a:pt x="39872" y="99119"/>
                        </a:lnTo>
                        <a:lnTo>
                          <a:pt x="95811" y="99119"/>
                        </a:lnTo>
                        <a:lnTo>
                          <a:pt x="81044" y="11388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711" name="Graphic 4773">
                  <a:extLst>
                    <a:ext uri="{FF2B5EF4-FFF2-40B4-BE49-F238E27FC236}">
                      <a16:creationId xmlns:a16="http://schemas.microsoft.com/office/drawing/2014/main" id="{F67A3B50-50BE-9858-DF20-D384BA840DB1}"/>
                    </a:ext>
                  </a:extLst>
                </p:cNvPr>
                <p:cNvGrpSpPr/>
                <p:nvPr/>
              </p:nvGrpSpPr>
              <p:grpSpPr>
                <a:xfrm>
                  <a:off x="632696" y="2425108"/>
                  <a:ext cx="116780" cy="236869"/>
                  <a:chOff x="632696" y="2425108"/>
                  <a:chExt cx="116780" cy="236869"/>
                </a:xfrm>
                <a:grpFill/>
              </p:grpSpPr>
              <p:sp>
                <p:nvSpPr>
                  <p:cNvPr id="815" name="Freeform: Shape 814">
                    <a:extLst>
                      <a:ext uri="{FF2B5EF4-FFF2-40B4-BE49-F238E27FC236}">
                        <a16:creationId xmlns:a16="http://schemas.microsoft.com/office/drawing/2014/main" id="{64CD7E23-8919-A478-3B6D-4A37321D8EED}"/>
                      </a:ext>
                    </a:extLst>
                  </p:cNvPr>
                  <p:cNvSpPr/>
                  <p:nvPr/>
                </p:nvSpPr>
                <p:spPr>
                  <a:xfrm>
                    <a:off x="632696" y="2425108"/>
                    <a:ext cx="116780" cy="116781"/>
                  </a:xfrm>
                  <a:custGeom>
                    <a:avLst/>
                    <a:gdLst>
                      <a:gd name="connsiteX0" fmla="*/ 0 w 116780"/>
                      <a:gd name="connsiteY0" fmla="*/ 19257 h 116781"/>
                      <a:gd name="connsiteX1" fmla="*/ 76968 w 116780"/>
                      <a:gd name="connsiteY1" fmla="*/ 96225 h 116781"/>
                      <a:gd name="connsiteX2" fmla="*/ 14000 w 116780"/>
                      <a:gd name="connsiteY2" fmla="*/ 96225 h 116781"/>
                      <a:gd name="connsiteX3" fmla="*/ 34556 w 116780"/>
                      <a:gd name="connsiteY3" fmla="*/ 116781 h 116781"/>
                      <a:gd name="connsiteX4" fmla="*/ 116781 w 116780"/>
                      <a:gd name="connsiteY4" fmla="*/ 116781 h 116781"/>
                      <a:gd name="connsiteX5" fmla="*/ 116781 w 116780"/>
                      <a:gd name="connsiteY5" fmla="*/ 34556 h 116781"/>
                      <a:gd name="connsiteX6" fmla="*/ 96225 w 116780"/>
                      <a:gd name="connsiteY6" fmla="*/ 14000 h 116781"/>
                      <a:gd name="connsiteX7" fmla="*/ 96225 w 116780"/>
                      <a:gd name="connsiteY7" fmla="*/ 76968 h 116781"/>
                      <a:gd name="connsiteX8" fmla="*/ 19257 w 116780"/>
                      <a:gd name="connsiteY8" fmla="*/ 0 h 116781"/>
                      <a:gd name="connsiteX9" fmla="*/ 0 w 116780"/>
                      <a:gd name="connsiteY9" fmla="*/ 19257 h 116781"/>
                      <a:gd name="connsiteX10" fmla="*/ 79035 w 116780"/>
                      <a:gd name="connsiteY10" fmla="*/ 94216 h 116781"/>
                      <a:gd name="connsiteX11" fmla="*/ 4135 w 116780"/>
                      <a:gd name="connsiteY11" fmla="*/ 19316 h 116781"/>
                      <a:gd name="connsiteX12" fmla="*/ 19316 w 116780"/>
                      <a:gd name="connsiteY12" fmla="*/ 4135 h 116781"/>
                      <a:gd name="connsiteX13" fmla="*/ 94216 w 116780"/>
                      <a:gd name="connsiteY13" fmla="*/ 79035 h 116781"/>
                      <a:gd name="connsiteX14" fmla="*/ 99178 w 116780"/>
                      <a:gd name="connsiteY14" fmla="*/ 83997 h 116781"/>
                      <a:gd name="connsiteX15" fmla="*/ 99178 w 116780"/>
                      <a:gd name="connsiteY15" fmla="*/ 76968 h 116781"/>
                      <a:gd name="connsiteX16" fmla="*/ 99178 w 116780"/>
                      <a:gd name="connsiteY16" fmla="*/ 20970 h 116781"/>
                      <a:gd name="connsiteX17" fmla="*/ 113946 w 116780"/>
                      <a:gd name="connsiteY17" fmla="*/ 35737 h 116781"/>
                      <a:gd name="connsiteX18" fmla="*/ 113946 w 116780"/>
                      <a:gd name="connsiteY18" fmla="*/ 113887 h 116781"/>
                      <a:gd name="connsiteX19" fmla="*/ 35796 w 116780"/>
                      <a:gd name="connsiteY19" fmla="*/ 113887 h 116781"/>
                      <a:gd name="connsiteX20" fmla="*/ 21029 w 116780"/>
                      <a:gd name="connsiteY20" fmla="*/ 99119 h 116781"/>
                      <a:gd name="connsiteX21" fmla="*/ 76968 w 116780"/>
                      <a:gd name="connsiteY21" fmla="*/ 99119 h 116781"/>
                      <a:gd name="connsiteX22" fmla="*/ 83997 w 116780"/>
                      <a:gd name="connsiteY22" fmla="*/ 99119 h 116781"/>
                      <a:gd name="connsiteX23" fmla="*/ 79035 w 116780"/>
                      <a:gd name="connsiteY23" fmla="*/ 94216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0" y="19257"/>
                        </a:moveTo>
                        <a:lnTo>
                          <a:pt x="76968" y="96225"/>
                        </a:lnTo>
                        <a:lnTo>
                          <a:pt x="14000" y="96225"/>
                        </a:lnTo>
                        <a:lnTo>
                          <a:pt x="34556" y="116781"/>
                        </a:lnTo>
                        <a:lnTo>
                          <a:pt x="116781" y="116781"/>
                        </a:lnTo>
                        <a:lnTo>
                          <a:pt x="116781" y="34556"/>
                        </a:lnTo>
                        <a:lnTo>
                          <a:pt x="96225" y="14000"/>
                        </a:lnTo>
                        <a:lnTo>
                          <a:pt x="96225" y="76968"/>
                        </a:lnTo>
                        <a:lnTo>
                          <a:pt x="19257" y="0"/>
                        </a:lnTo>
                        <a:lnTo>
                          <a:pt x="0" y="19257"/>
                        </a:lnTo>
                        <a:close/>
                        <a:moveTo>
                          <a:pt x="79035" y="94216"/>
                        </a:moveTo>
                        <a:lnTo>
                          <a:pt x="4135" y="19316"/>
                        </a:lnTo>
                        <a:lnTo>
                          <a:pt x="19316" y="4135"/>
                        </a:lnTo>
                        <a:lnTo>
                          <a:pt x="94216" y="79035"/>
                        </a:lnTo>
                        <a:lnTo>
                          <a:pt x="99178" y="83997"/>
                        </a:lnTo>
                        <a:lnTo>
                          <a:pt x="99178" y="76968"/>
                        </a:lnTo>
                        <a:lnTo>
                          <a:pt x="99178" y="20970"/>
                        </a:lnTo>
                        <a:lnTo>
                          <a:pt x="113946" y="35737"/>
                        </a:lnTo>
                        <a:lnTo>
                          <a:pt x="113946" y="113887"/>
                        </a:lnTo>
                        <a:lnTo>
                          <a:pt x="35796" y="113887"/>
                        </a:lnTo>
                        <a:lnTo>
                          <a:pt x="21029" y="99119"/>
                        </a:lnTo>
                        <a:lnTo>
                          <a:pt x="76968" y="99119"/>
                        </a:lnTo>
                        <a:lnTo>
                          <a:pt x="83997" y="99119"/>
                        </a:lnTo>
                        <a:lnTo>
                          <a:pt x="79035" y="9421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16" name="Freeform: Shape 815">
                    <a:extLst>
                      <a:ext uri="{FF2B5EF4-FFF2-40B4-BE49-F238E27FC236}">
                        <a16:creationId xmlns:a16="http://schemas.microsoft.com/office/drawing/2014/main" id="{1458FC8A-878D-521A-2177-6A9FDA8D2035}"/>
                      </a:ext>
                    </a:extLst>
                  </p:cNvPr>
                  <p:cNvSpPr/>
                  <p:nvPr/>
                </p:nvSpPr>
                <p:spPr>
                  <a:xfrm>
                    <a:off x="632696" y="2545197"/>
                    <a:ext cx="116780" cy="116780"/>
                  </a:xfrm>
                  <a:custGeom>
                    <a:avLst/>
                    <a:gdLst>
                      <a:gd name="connsiteX0" fmla="*/ 34556 w 116780"/>
                      <a:gd name="connsiteY0" fmla="*/ 0 h 116780"/>
                      <a:gd name="connsiteX1" fmla="*/ 14000 w 116780"/>
                      <a:gd name="connsiteY1" fmla="*/ 20556 h 116780"/>
                      <a:gd name="connsiteX2" fmla="*/ 76968 w 116780"/>
                      <a:gd name="connsiteY2" fmla="*/ 20556 h 116780"/>
                      <a:gd name="connsiteX3" fmla="*/ 0 w 116780"/>
                      <a:gd name="connsiteY3" fmla="*/ 97524 h 116780"/>
                      <a:gd name="connsiteX4" fmla="*/ 19257 w 116780"/>
                      <a:gd name="connsiteY4" fmla="*/ 116781 h 116780"/>
                      <a:gd name="connsiteX5" fmla="*/ 96225 w 116780"/>
                      <a:gd name="connsiteY5" fmla="*/ 39813 h 116780"/>
                      <a:gd name="connsiteX6" fmla="*/ 96225 w 116780"/>
                      <a:gd name="connsiteY6" fmla="*/ 102781 h 116780"/>
                      <a:gd name="connsiteX7" fmla="*/ 116781 w 116780"/>
                      <a:gd name="connsiteY7" fmla="*/ 82225 h 116780"/>
                      <a:gd name="connsiteX8" fmla="*/ 116781 w 116780"/>
                      <a:gd name="connsiteY8" fmla="*/ 0 h 116780"/>
                      <a:gd name="connsiteX9" fmla="*/ 34556 w 116780"/>
                      <a:gd name="connsiteY9" fmla="*/ 0 h 116780"/>
                      <a:gd name="connsiteX10" fmla="*/ 35796 w 116780"/>
                      <a:gd name="connsiteY10" fmla="*/ 2894 h 116780"/>
                      <a:gd name="connsiteX11" fmla="*/ 113946 w 116780"/>
                      <a:gd name="connsiteY11" fmla="*/ 2894 h 116780"/>
                      <a:gd name="connsiteX12" fmla="*/ 113946 w 116780"/>
                      <a:gd name="connsiteY12" fmla="*/ 81044 h 116780"/>
                      <a:gd name="connsiteX13" fmla="*/ 99178 w 116780"/>
                      <a:gd name="connsiteY13" fmla="*/ 95811 h 116780"/>
                      <a:gd name="connsiteX14" fmla="*/ 99178 w 116780"/>
                      <a:gd name="connsiteY14" fmla="*/ 39872 h 116780"/>
                      <a:gd name="connsiteX15" fmla="*/ 99178 w 116780"/>
                      <a:gd name="connsiteY15" fmla="*/ 32843 h 116780"/>
                      <a:gd name="connsiteX16" fmla="*/ 94216 w 116780"/>
                      <a:gd name="connsiteY16" fmla="*/ 37805 h 116780"/>
                      <a:gd name="connsiteX17" fmla="*/ 19316 w 116780"/>
                      <a:gd name="connsiteY17" fmla="*/ 112705 h 116780"/>
                      <a:gd name="connsiteX18" fmla="*/ 4135 w 116780"/>
                      <a:gd name="connsiteY18" fmla="*/ 97524 h 116780"/>
                      <a:gd name="connsiteX19" fmla="*/ 79035 w 116780"/>
                      <a:gd name="connsiteY19" fmla="*/ 22624 h 116780"/>
                      <a:gd name="connsiteX20" fmla="*/ 83997 w 116780"/>
                      <a:gd name="connsiteY20" fmla="*/ 17662 h 116780"/>
                      <a:gd name="connsiteX21" fmla="*/ 76968 w 116780"/>
                      <a:gd name="connsiteY21" fmla="*/ 17662 h 116780"/>
                      <a:gd name="connsiteX22" fmla="*/ 21029 w 116780"/>
                      <a:gd name="connsiteY22" fmla="*/ 17662 h 116780"/>
                      <a:gd name="connsiteX23" fmla="*/ 35796 w 116780"/>
                      <a:gd name="connsiteY23" fmla="*/ 2894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0">
                        <a:moveTo>
                          <a:pt x="34556" y="0"/>
                        </a:moveTo>
                        <a:lnTo>
                          <a:pt x="14000" y="20556"/>
                        </a:lnTo>
                        <a:lnTo>
                          <a:pt x="76968" y="20556"/>
                        </a:lnTo>
                        <a:lnTo>
                          <a:pt x="0" y="97524"/>
                        </a:lnTo>
                        <a:lnTo>
                          <a:pt x="19257" y="116781"/>
                        </a:lnTo>
                        <a:lnTo>
                          <a:pt x="96225" y="39813"/>
                        </a:lnTo>
                        <a:lnTo>
                          <a:pt x="96225" y="102781"/>
                        </a:lnTo>
                        <a:lnTo>
                          <a:pt x="116781" y="82225"/>
                        </a:lnTo>
                        <a:lnTo>
                          <a:pt x="116781" y="0"/>
                        </a:lnTo>
                        <a:lnTo>
                          <a:pt x="34556" y="0"/>
                        </a:lnTo>
                        <a:close/>
                        <a:moveTo>
                          <a:pt x="35796" y="2894"/>
                        </a:moveTo>
                        <a:lnTo>
                          <a:pt x="113946" y="2894"/>
                        </a:lnTo>
                        <a:lnTo>
                          <a:pt x="113946" y="81044"/>
                        </a:lnTo>
                        <a:lnTo>
                          <a:pt x="99178" y="95811"/>
                        </a:lnTo>
                        <a:lnTo>
                          <a:pt x="99178" y="39872"/>
                        </a:lnTo>
                        <a:lnTo>
                          <a:pt x="99178" y="32843"/>
                        </a:lnTo>
                        <a:lnTo>
                          <a:pt x="94216" y="37805"/>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712" name="Graphic 4773">
                  <a:extLst>
                    <a:ext uri="{FF2B5EF4-FFF2-40B4-BE49-F238E27FC236}">
                      <a16:creationId xmlns:a16="http://schemas.microsoft.com/office/drawing/2014/main" id="{690C365E-1487-8ADE-CE9B-C1ECAD756596}"/>
                    </a:ext>
                  </a:extLst>
                </p:cNvPr>
                <p:cNvGrpSpPr/>
                <p:nvPr/>
              </p:nvGrpSpPr>
              <p:grpSpPr>
                <a:xfrm>
                  <a:off x="1371068" y="3902502"/>
                  <a:ext cx="116780" cy="236929"/>
                  <a:chOff x="1371068" y="3902502"/>
                  <a:chExt cx="116780" cy="236929"/>
                </a:xfrm>
                <a:grpFill/>
              </p:grpSpPr>
              <p:sp>
                <p:nvSpPr>
                  <p:cNvPr id="813" name="Freeform: Shape 812">
                    <a:extLst>
                      <a:ext uri="{FF2B5EF4-FFF2-40B4-BE49-F238E27FC236}">
                        <a16:creationId xmlns:a16="http://schemas.microsoft.com/office/drawing/2014/main" id="{AB46CDD1-578D-4D34-A90E-F1390510AC7E}"/>
                      </a:ext>
                    </a:extLst>
                  </p:cNvPr>
                  <p:cNvSpPr/>
                  <p:nvPr/>
                </p:nvSpPr>
                <p:spPr>
                  <a:xfrm>
                    <a:off x="1371068" y="3902502"/>
                    <a:ext cx="116780" cy="116840"/>
                  </a:xfrm>
                  <a:custGeom>
                    <a:avLst/>
                    <a:gdLst>
                      <a:gd name="connsiteX0" fmla="*/ 0 w 116780"/>
                      <a:gd name="connsiteY0" fmla="*/ 19316 h 116840"/>
                      <a:gd name="connsiteX1" fmla="*/ 76968 w 116780"/>
                      <a:gd name="connsiteY1" fmla="*/ 96284 h 116840"/>
                      <a:gd name="connsiteX2" fmla="*/ 14000 w 116780"/>
                      <a:gd name="connsiteY2" fmla="*/ 96284 h 116840"/>
                      <a:gd name="connsiteX3" fmla="*/ 34556 w 116780"/>
                      <a:gd name="connsiteY3" fmla="*/ 116840 h 116840"/>
                      <a:gd name="connsiteX4" fmla="*/ 116781 w 116780"/>
                      <a:gd name="connsiteY4" fmla="*/ 116840 h 116840"/>
                      <a:gd name="connsiteX5" fmla="*/ 116781 w 116780"/>
                      <a:gd name="connsiteY5" fmla="*/ 34556 h 116840"/>
                      <a:gd name="connsiteX6" fmla="*/ 96225 w 116780"/>
                      <a:gd name="connsiteY6" fmla="*/ 14000 h 116840"/>
                      <a:gd name="connsiteX7" fmla="*/ 96225 w 116780"/>
                      <a:gd name="connsiteY7" fmla="*/ 76968 h 116840"/>
                      <a:gd name="connsiteX8" fmla="*/ 19257 w 116780"/>
                      <a:gd name="connsiteY8" fmla="*/ 0 h 116840"/>
                      <a:gd name="connsiteX9" fmla="*/ 0 w 116780"/>
                      <a:gd name="connsiteY9" fmla="*/ 19316 h 116840"/>
                      <a:gd name="connsiteX10" fmla="*/ 79035 w 116780"/>
                      <a:gd name="connsiteY10" fmla="*/ 94216 h 116840"/>
                      <a:gd name="connsiteX11" fmla="*/ 4135 w 116780"/>
                      <a:gd name="connsiteY11" fmla="*/ 19316 h 116840"/>
                      <a:gd name="connsiteX12" fmla="*/ 19316 w 116780"/>
                      <a:gd name="connsiteY12" fmla="*/ 4135 h 116840"/>
                      <a:gd name="connsiteX13" fmla="*/ 94216 w 116780"/>
                      <a:gd name="connsiteY13" fmla="*/ 79035 h 116840"/>
                      <a:gd name="connsiteX14" fmla="*/ 99178 w 116780"/>
                      <a:gd name="connsiteY14" fmla="*/ 83997 h 116840"/>
                      <a:gd name="connsiteX15" fmla="*/ 99178 w 116780"/>
                      <a:gd name="connsiteY15" fmla="*/ 76968 h 116840"/>
                      <a:gd name="connsiteX16" fmla="*/ 99178 w 116780"/>
                      <a:gd name="connsiteY16" fmla="*/ 21029 h 116840"/>
                      <a:gd name="connsiteX17" fmla="*/ 113946 w 116780"/>
                      <a:gd name="connsiteY17" fmla="*/ 35796 h 116840"/>
                      <a:gd name="connsiteX18" fmla="*/ 113946 w 116780"/>
                      <a:gd name="connsiteY18" fmla="*/ 113946 h 116840"/>
                      <a:gd name="connsiteX19" fmla="*/ 35796 w 116780"/>
                      <a:gd name="connsiteY19" fmla="*/ 113946 h 116840"/>
                      <a:gd name="connsiteX20" fmla="*/ 21029 w 116780"/>
                      <a:gd name="connsiteY20" fmla="*/ 99178 h 116840"/>
                      <a:gd name="connsiteX21" fmla="*/ 76968 w 116780"/>
                      <a:gd name="connsiteY21" fmla="*/ 99178 h 116840"/>
                      <a:gd name="connsiteX22" fmla="*/ 83997 w 116780"/>
                      <a:gd name="connsiteY22" fmla="*/ 99178 h 116840"/>
                      <a:gd name="connsiteX23" fmla="*/ 79035 w 116780"/>
                      <a:gd name="connsiteY23" fmla="*/ 94216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840">
                        <a:moveTo>
                          <a:pt x="0" y="19316"/>
                        </a:moveTo>
                        <a:lnTo>
                          <a:pt x="76968" y="96284"/>
                        </a:lnTo>
                        <a:lnTo>
                          <a:pt x="14000" y="96284"/>
                        </a:lnTo>
                        <a:lnTo>
                          <a:pt x="34556" y="116840"/>
                        </a:lnTo>
                        <a:lnTo>
                          <a:pt x="116781" y="116840"/>
                        </a:lnTo>
                        <a:lnTo>
                          <a:pt x="116781" y="34556"/>
                        </a:lnTo>
                        <a:lnTo>
                          <a:pt x="96225" y="14000"/>
                        </a:lnTo>
                        <a:lnTo>
                          <a:pt x="96225" y="76968"/>
                        </a:lnTo>
                        <a:lnTo>
                          <a:pt x="19257" y="0"/>
                        </a:lnTo>
                        <a:lnTo>
                          <a:pt x="0" y="19316"/>
                        </a:lnTo>
                        <a:close/>
                        <a:moveTo>
                          <a:pt x="79035" y="94216"/>
                        </a:moveTo>
                        <a:lnTo>
                          <a:pt x="4135" y="19316"/>
                        </a:lnTo>
                        <a:lnTo>
                          <a:pt x="19316" y="4135"/>
                        </a:lnTo>
                        <a:lnTo>
                          <a:pt x="94216" y="79035"/>
                        </a:lnTo>
                        <a:lnTo>
                          <a:pt x="99178" y="83997"/>
                        </a:lnTo>
                        <a:lnTo>
                          <a:pt x="99178" y="76968"/>
                        </a:lnTo>
                        <a:lnTo>
                          <a:pt x="99178" y="21029"/>
                        </a:lnTo>
                        <a:lnTo>
                          <a:pt x="113946" y="35796"/>
                        </a:lnTo>
                        <a:lnTo>
                          <a:pt x="113946" y="113946"/>
                        </a:lnTo>
                        <a:lnTo>
                          <a:pt x="35796" y="113946"/>
                        </a:lnTo>
                        <a:lnTo>
                          <a:pt x="21029" y="99178"/>
                        </a:lnTo>
                        <a:lnTo>
                          <a:pt x="76968" y="99178"/>
                        </a:lnTo>
                        <a:lnTo>
                          <a:pt x="83997" y="99178"/>
                        </a:lnTo>
                        <a:lnTo>
                          <a:pt x="79035" y="9421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14" name="Freeform: Shape 813">
                    <a:extLst>
                      <a:ext uri="{FF2B5EF4-FFF2-40B4-BE49-F238E27FC236}">
                        <a16:creationId xmlns:a16="http://schemas.microsoft.com/office/drawing/2014/main" id="{0D144783-64D5-928E-8E48-443BDBBB490B}"/>
                      </a:ext>
                    </a:extLst>
                  </p:cNvPr>
                  <p:cNvSpPr/>
                  <p:nvPr/>
                </p:nvSpPr>
                <p:spPr>
                  <a:xfrm>
                    <a:off x="1371068" y="4022650"/>
                    <a:ext cx="116780" cy="116781"/>
                  </a:xfrm>
                  <a:custGeom>
                    <a:avLst/>
                    <a:gdLst>
                      <a:gd name="connsiteX0" fmla="*/ 34556 w 116780"/>
                      <a:gd name="connsiteY0" fmla="*/ 0 h 116781"/>
                      <a:gd name="connsiteX1" fmla="*/ 14000 w 116780"/>
                      <a:gd name="connsiteY1" fmla="*/ 20556 h 116781"/>
                      <a:gd name="connsiteX2" fmla="*/ 76968 w 116780"/>
                      <a:gd name="connsiteY2" fmla="*/ 20556 h 116781"/>
                      <a:gd name="connsiteX3" fmla="*/ 0 w 116780"/>
                      <a:gd name="connsiteY3" fmla="*/ 97524 h 116781"/>
                      <a:gd name="connsiteX4" fmla="*/ 19257 w 116780"/>
                      <a:gd name="connsiteY4" fmla="*/ 116781 h 116781"/>
                      <a:gd name="connsiteX5" fmla="*/ 96225 w 116780"/>
                      <a:gd name="connsiteY5" fmla="*/ 39813 h 116781"/>
                      <a:gd name="connsiteX6" fmla="*/ 96225 w 116780"/>
                      <a:gd name="connsiteY6" fmla="*/ 102782 h 116781"/>
                      <a:gd name="connsiteX7" fmla="*/ 116781 w 116780"/>
                      <a:gd name="connsiteY7" fmla="*/ 82225 h 116781"/>
                      <a:gd name="connsiteX8" fmla="*/ 116781 w 116780"/>
                      <a:gd name="connsiteY8" fmla="*/ 0 h 116781"/>
                      <a:gd name="connsiteX9" fmla="*/ 34556 w 116780"/>
                      <a:gd name="connsiteY9" fmla="*/ 0 h 116781"/>
                      <a:gd name="connsiteX10" fmla="*/ 35796 w 116780"/>
                      <a:gd name="connsiteY10" fmla="*/ 2894 h 116781"/>
                      <a:gd name="connsiteX11" fmla="*/ 113946 w 116780"/>
                      <a:gd name="connsiteY11" fmla="*/ 2894 h 116781"/>
                      <a:gd name="connsiteX12" fmla="*/ 113946 w 116780"/>
                      <a:gd name="connsiteY12" fmla="*/ 80985 h 116781"/>
                      <a:gd name="connsiteX13" fmla="*/ 99178 w 116780"/>
                      <a:gd name="connsiteY13" fmla="*/ 95752 h 116781"/>
                      <a:gd name="connsiteX14" fmla="*/ 99178 w 116780"/>
                      <a:gd name="connsiteY14" fmla="*/ 39813 h 116781"/>
                      <a:gd name="connsiteX15" fmla="*/ 99178 w 116780"/>
                      <a:gd name="connsiteY15" fmla="*/ 32784 h 116781"/>
                      <a:gd name="connsiteX16" fmla="*/ 94216 w 116780"/>
                      <a:gd name="connsiteY16" fmla="*/ 37746 h 116781"/>
                      <a:gd name="connsiteX17" fmla="*/ 19316 w 116780"/>
                      <a:gd name="connsiteY17" fmla="*/ 112705 h 116781"/>
                      <a:gd name="connsiteX18" fmla="*/ 4135 w 116780"/>
                      <a:gd name="connsiteY18" fmla="*/ 97524 h 116781"/>
                      <a:gd name="connsiteX19" fmla="*/ 79035 w 116780"/>
                      <a:gd name="connsiteY19" fmla="*/ 22624 h 116781"/>
                      <a:gd name="connsiteX20" fmla="*/ 83997 w 116780"/>
                      <a:gd name="connsiteY20" fmla="*/ 17662 h 116781"/>
                      <a:gd name="connsiteX21" fmla="*/ 76968 w 116780"/>
                      <a:gd name="connsiteY21" fmla="*/ 17662 h 116781"/>
                      <a:gd name="connsiteX22" fmla="*/ 21029 w 116780"/>
                      <a:gd name="connsiteY22" fmla="*/ 17662 h 116781"/>
                      <a:gd name="connsiteX23" fmla="*/ 35796 w 116780"/>
                      <a:gd name="connsiteY23" fmla="*/ 289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34556" y="0"/>
                        </a:moveTo>
                        <a:lnTo>
                          <a:pt x="14000" y="20556"/>
                        </a:lnTo>
                        <a:lnTo>
                          <a:pt x="76968" y="20556"/>
                        </a:lnTo>
                        <a:lnTo>
                          <a:pt x="0" y="97524"/>
                        </a:lnTo>
                        <a:lnTo>
                          <a:pt x="19257" y="116781"/>
                        </a:lnTo>
                        <a:lnTo>
                          <a:pt x="96225" y="39813"/>
                        </a:lnTo>
                        <a:lnTo>
                          <a:pt x="96225" y="102782"/>
                        </a:lnTo>
                        <a:lnTo>
                          <a:pt x="116781" y="82225"/>
                        </a:lnTo>
                        <a:lnTo>
                          <a:pt x="116781" y="0"/>
                        </a:lnTo>
                        <a:lnTo>
                          <a:pt x="34556" y="0"/>
                        </a:lnTo>
                        <a:close/>
                        <a:moveTo>
                          <a:pt x="35796" y="2894"/>
                        </a:moveTo>
                        <a:lnTo>
                          <a:pt x="113946" y="2894"/>
                        </a:lnTo>
                        <a:lnTo>
                          <a:pt x="113946" y="80985"/>
                        </a:lnTo>
                        <a:lnTo>
                          <a:pt x="99178" y="95752"/>
                        </a:lnTo>
                        <a:lnTo>
                          <a:pt x="99178" y="39813"/>
                        </a:lnTo>
                        <a:lnTo>
                          <a:pt x="99178" y="32784"/>
                        </a:lnTo>
                        <a:lnTo>
                          <a:pt x="94216" y="37746"/>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713" name="Graphic 4773">
                  <a:extLst>
                    <a:ext uri="{FF2B5EF4-FFF2-40B4-BE49-F238E27FC236}">
                      <a16:creationId xmlns:a16="http://schemas.microsoft.com/office/drawing/2014/main" id="{E92D8701-55C2-042C-AC23-D783A0350CD2}"/>
                    </a:ext>
                  </a:extLst>
                </p:cNvPr>
                <p:cNvGrpSpPr/>
                <p:nvPr/>
              </p:nvGrpSpPr>
              <p:grpSpPr>
                <a:xfrm>
                  <a:off x="2079905" y="3900907"/>
                  <a:ext cx="116840" cy="236928"/>
                  <a:chOff x="2079905" y="3900907"/>
                  <a:chExt cx="116840" cy="236928"/>
                </a:xfrm>
                <a:grpFill/>
              </p:grpSpPr>
              <p:sp>
                <p:nvSpPr>
                  <p:cNvPr id="811" name="Freeform: Shape 810">
                    <a:extLst>
                      <a:ext uri="{FF2B5EF4-FFF2-40B4-BE49-F238E27FC236}">
                        <a16:creationId xmlns:a16="http://schemas.microsoft.com/office/drawing/2014/main" id="{9F868241-B639-6339-F65B-9DF75ED61118}"/>
                      </a:ext>
                    </a:extLst>
                  </p:cNvPr>
                  <p:cNvSpPr/>
                  <p:nvPr/>
                </p:nvSpPr>
                <p:spPr>
                  <a:xfrm>
                    <a:off x="2079964" y="4020996"/>
                    <a:ext cx="116781" cy="116840"/>
                  </a:xfrm>
                  <a:custGeom>
                    <a:avLst/>
                    <a:gdLst>
                      <a:gd name="connsiteX0" fmla="*/ 116781 w 116781"/>
                      <a:gd name="connsiteY0" fmla="*/ 97524 h 116840"/>
                      <a:gd name="connsiteX1" fmla="*/ 39813 w 116781"/>
                      <a:gd name="connsiteY1" fmla="*/ 20557 h 116840"/>
                      <a:gd name="connsiteX2" fmla="*/ 102781 w 116781"/>
                      <a:gd name="connsiteY2" fmla="*/ 20557 h 116840"/>
                      <a:gd name="connsiteX3" fmla="*/ 82225 w 116781"/>
                      <a:gd name="connsiteY3" fmla="*/ 0 h 116840"/>
                      <a:gd name="connsiteX4" fmla="*/ 0 w 116781"/>
                      <a:gd name="connsiteY4" fmla="*/ 0 h 116840"/>
                      <a:gd name="connsiteX5" fmla="*/ 0 w 116781"/>
                      <a:gd name="connsiteY5" fmla="*/ 82225 h 116840"/>
                      <a:gd name="connsiteX6" fmla="*/ 20556 w 116781"/>
                      <a:gd name="connsiteY6" fmla="*/ 102782 h 116840"/>
                      <a:gd name="connsiteX7" fmla="*/ 20556 w 116781"/>
                      <a:gd name="connsiteY7" fmla="*/ 39813 h 116840"/>
                      <a:gd name="connsiteX8" fmla="*/ 97465 w 116781"/>
                      <a:gd name="connsiteY8" fmla="*/ 116840 h 116840"/>
                      <a:gd name="connsiteX9" fmla="*/ 116781 w 116781"/>
                      <a:gd name="connsiteY9" fmla="*/ 97524 h 116840"/>
                      <a:gd name="connsiteX10" fmla="*/ 37746 w 116781"/>
                      <a:gd name="connsiteY10" fmla="*/ 22624 h 116840"/>
                      <a:gd name="connsiteX11" fmla="*/ 112646 w 116781"/>
                      <a:gd name="connsiteY11" fmla="*/ 97524 h 116840"/>
                      <a:gd name="connsiteX12" fmla="*/ 97465 w 116781"/>
                      <a:gd name="connsiteY12" fmla="*/ 112705 h 116840"/>
                      <a:gd name="connsiteX13" fmla="*/ 22565 w 116781"/>
                      <a:gd name="connsiteY13" fmla="*/ 37805 h 116840"/>
                      <a:gd name="connsiteX14" fmla="*/ 17603 w 116781"/>
                      <a:gd name="connsiteY14" fmla="*/ 32843 h 116840"/>
                      <a:gd name="connsiteX15" fmla="*/ 17603 w 116781"/>
                      <a:gd name="connsiteY15" fmla="*/ 39872 h 116840"/>
                      <a:gd name="connsiteX16" fmla="*/ 17603 w 116781"/>
                      <a:gd name="connsiteY16" fmla="*/ 95870 h 116840"/>
                      <a:gd name="connsiteX17" fmla="*/ 2835 w 116781"/>
                      <a:gd name="connsiteY17" fmla="*/ 81103 h 116840"/>
                      <a:gd name="connsiteX18" fmla="*/ 2835 w 116781"/>
                      <a:gd name="connsiteY18" fmla="*/ 2953 h 116840"/>
                      <a:gd name="connsiteX19" fmla="*/ 80985 w 116781"/>
                      <a:gd name="connsiteY19" fmla="*/ 2953 h 116840"/>
                      <a:gd name="connsiteX20" fmla="*/ 95752 w 116781"/>
                      <a:gd name="connsiteY20" fmla="*/ 17721 h 116840"/>
                      <a:gd name="connsiteX21" fmla="*/ 39813 w 116781"/>
                      <a:gd name="connsiteY21" fmla="*/ 17721 h 116840"/>
                      <a:gd name="connsiteX22" fmla="*/ 32784 w 116781"/>
                      <a:gd name="connsiteY22" fmla="*/ 17721 h 116840"/>
                      <a:gd name="connsiteX23" fmla="*/ 37746 w 116781"/>
                      <a:gd name="connsiteY23" fmla="*/ 22624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840">
                        <a:moveTo>
                          <a:pt x="116781" y="97524"/>
                        </a:moveTo>
                        <a:lnTo>
                          <a:pt x="39813" y="20557"/>
                        </a:lnTo>
                        <a:lnTo>
                          <a:pt x="102781" y="20557"/>
                        </a:lnTo>
                        <a:lnTo>
                          <a:pt x="82225" y="0"/>
                        </a:lnTo>
                        <a:lnTo>
                          <a:pt x="0" y="0"/>
                        </a:lnTo>
                        <a:lnTo>
                          <a:pt x="0" y="82225"/>
                        </a:lnTo>
                        <a:lnTo>
                          <a:pt x="20556" y="102782"/>
                        </a:lnTo>
                        <a:lnTo>
                          <a:pt x="20556" y="39813"/>
                        </a:lnTo>
                        <a:lnTo>
                          <a:pt x="97465" y="116840"/>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12" name="Freeform: Shape 811">
                    <a:extLst>
                      <a:ext uri="{FF2B5EF4-FFF2-40B4-BE49-F238E27FC236}">
                        <a16:creationId xmlns:a16="http://schemas.microsoft.com/office/drawing/2014/main" id="{2708302F-C494-CDC4-913E-EC95F30BAB0A}"/>
                      </a:ext>
                    </a:extLst>
                  </p:cNvPr>
                  <p:cNvSpPr/>
                  <p:nvPr/>
                </p:nvSpPr>
                <p:spPr>
                  <a:xfrm>
                    <a:off x="2079905" y="3900907"/>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6 w 116781"/>
                      <a:gd name="connsiteY5" fmla="*/ 76968 h 116780"/>
                      <a:gd name="connsiteX6" fmla="*/ 20556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6 h 116780"/>
                      <a:gd name="connsiteX11" fmla="*/ 2895 w 116781"/>
                      <a:gd name="connsiteY11" fmla="*/ 113886 h 116780"/>
                      <a:gd name="connsiteX12" fmla="*/ 2895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17 h 116780"/>
                      <a:gd name="connsiteX18" fmla="*/ 112705 w 116781"/>
                      <a:gd name="connsiteY18" fmla="*/ 19198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6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6" y="76968"/>
                        </a:lnTo>
                        <a:lnTo>
                          <a:pt x="20556" y="14000"/>
                        </a:lnTo>
                        <a:lnTo>
                          <a:pt x="0" y="34556"/>
                        </a:lnTo>
                        <a:lnTo>
                          <a:pt x="0" y="116781"/>
                        </a:lnTo>
                        <a:lnTo>
                          <a:pt x="82225" y="116781"/>
                        </a:lnTo>
                        <a:close/>
                        <a:moveTo>
                          <a:pt x="81044" y="113886"/>
                        </a:moveTo>
                        <a:lnTo>
                          <a:pt x="2895" y="113886"/>
                        </a:lnTo>
                        <a:lnTo>
                          <a:pt x="2895" y="35737"/>
                        </a:lnTo>
                        <a:lnTo>
                          <a:pt x="17662" y="20970"/>
                        </a:lnTo>
                        <a:lnTo>
                          <a:pt x="17662" y="76909"/>
                        </a:lnTo>
                        <a:lnTo>
                          <a:pt x="17662" y="83938"/>
                        </a:lnTo>
                        <a:lnTo>
                          <a:pt x="22624" y="78976"/>
                        </a:lnTo>
                        <a:lnTo>
                          <a:pt x="97524" y="4017"/>
                        </a:lnTo>
                        <a:lnTo>
                          <a:pt x="112705" y="19198"/>
                        </a:lnTo>
                        <a:lnTo>
                          <a:pt x="37805" y="94157"/>
                        </a:lnTo>
                        <a:lnTo>
                          <a:pt x="32843" y="99119"/>
                        </a:lnTo>
                        <a:lnTo>
                          <a:pt x="39872" y="99119"/>
                        </a:lnTo>
                        <a:lnTo>
                          <a:pt x="95811" y="99119"/>
                        </a:lnTo>
                        <a:lnTo>
                          <a:pt x="81044" y="11388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714" name="Graphic 4773">
                  <a:extLst>
                    <a:ext uri="{FF2B5EF4-FFF2-40B4-BE49-F238E27FC236}">
                      <a16:creationId xmlns:a16="http://schemas.microsoft.com/office/drawing/2014/main" id="{84CDEA27-2075-455A-B14C-69FCA31A207E}"/>
                    </a:ext>
                  </a:extLst>
                </p:cNvPr>
                <p:cNvGrpSpPr/>
                <p:nvPr/>
              </p:nvGrpSpPr>
              <p:grpSpPr>
                <a:xfrm>
                  <a:off x="1932349" y="1658589"/>
                  <a:ext cx="648231" cy="115451"/>
                  <a:chOff x="1932349" y="1658589"/>
                  <a:chExt cx="648231" cy="115451"/>
                </a:xfrm>
                <a:grpFill/>
              </p:grpSpPr>
              <p:sp>
                <p:nvSpPr>
                  <p:cNvPr id="795" name="Freeform: Shape 794">
                    <a:extLst>
                      <a:ext uri="{FF2B5EF4-FFF2-40B4-BE49-F238E27FC236}">
                        <a16:creationId xmlns:a16="http://schemas.microsoft.com/office/drawing/2014/main" id="{832D8F44-9E8B-8BB8-FC79-6523BCE9CAB7}"/>
                      </a:ext>
                    </a:extLst>
                  </p:cNvPr>
                  <p:cNvSpPr/>
                  <p:nvPr/>
                </p:nvSpPr>
                <p:spPr>
                  <a:xfrm>
                    <a:off x="2171286" y="170398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70" y="22210"/>
                          <a:pt x="2540" y="17839"/>
                          <a:pt x="2540" y="12405"/>
                        </a:cubicBezTo>
                        <a:cubicBezTo>
                          <a:pt x="2540" y="6970"/>
                          <a:pt x="6911" y="2599"/>
                          <a:pt x="12346" y="2599"/>
                        </a:cubicBezTo>
                        <a:lnTo>
                          <a:pt x="12346" y="2599"/>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96" name="Freeform: Shape 795">
                    <a:extLst>
                      <a:ext uri="{FF2B5EF4-FFF2-40B4-BE49-F238E27FC236}">
                        <a16:creationId xmlns:a16="http://schemas.microsoft.com/office/drawing/2014/main" id="{69E21001-AE46-30A3-4E37-B65459513210}"/>
                      </a:ext>
                    </a:extLst>
                  </p:cNvPr>
                  <p:cNvSpPr/>
                  <p:nvPr/>
                </p:nvSpPr>
                <p:spPr>
                  <a:xfrm>
                    <a:off x="222255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97" name="Freeform: Shape 796">
                    <a:extLst>
                      <a:ext uri="{FF2B5EF4-FFF2-40B4-BE49-F238E27FC236}">
                        <a16:creationId xmlns:a16="http://schemas.microsoft.com/office/drawing/2014/main" id="{F9306572-8553-912A-C72D-572C0CFA7E72}"/>
                      </a:ext>
                    </a:extLst>
                  </p:cNvPr>
                  <p:cNvSpPr/>
                  <p:nvPr/>
                </p:nvSpPr>
                <p:spPr>
                  <a:xfrm>
                    <a:off x="2248254"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98" name="Freeform: Shape 797">
                    <a:extLst>
                      <a:ext uri="{FF2B5EF4-FFF2-40B4-BE49-F238E27FC236}">
                        <a16:creationId xmlns:a16="http://schemas.microsoft.com/office/drawing/2014/main" id="{1341AE1A-176F-1D29-1C3B-8FC100DA1216}"/>
                      </a:ext>
                    </a:extLst>
                  </p:cNvPr>
                  <p:cNvSpPr/>
                  <p:nvPr/>
                </p:nvSpPr>
                <p:spPr>
                  <a:xfrm>
                    <a:off x="2299467"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750"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99" name="Freeform: Shape 798">
                    <a:extLst>
                      <a:ext uri="{FF2B5EF4-FFF2-40B4-BE49-F238E27FC236}">
                        <a16:creationId xmlns:a16="http://schemas.microsoft.com/office/drawing/2014/main" id="{627B37F9-0F49-C583-DCB2-8CAD65C61918}"/>
                      </a:ext>
                    </a:extLst>
                  </p:cNvPr>
                  <p:cNvSpPr/>
                  <p:nvPr/>
                </p:nvSpPr>
                <p:spPr>
                  <a:xfrm>
                    <a:off x="235079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00" name="Freeform: Shape 799">
                    <a:extLst>
                      <a:ext uri="{FF2B5EF4-FFF2-40B4-BE49-F238E27FC236}">
                        <a16:creationId xmlns:a16="http://schemas.microsoft.com/office/drawing/2014/main" id="{218BF85C-0E9B-4396-90F3-1904E6FCFED3}"/>
                      </a:ext>
                    </a:extLst>
                  </p:cNvPr>
                  <p:cNvSpPr/>
                  <p:nvPr/>
                </p:nvSpPr>
                <p:spPr>
                  <a:xfrm>
                    <a:off x="2376435"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80"/>
                          <a:pt x="17780" y="22151"/>
                          <a:pt x="12346" y="22151"/>
                        </a:cubicBezTo>
                        <a:cubicBezTo>
                          <a:pt x="6970" y="22151"/>
                          <a:pt x="2540" y="17721"/>
                          <a:pt x="2540" y="12346"/>
                        </a:cubicBezTo>
                        <a:cubicBezTo>
                          <a:pt x="2540" y="6970"/>
                          <a:pt x="6911"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01" name="Freeform: Shape 800">
                    <a:extLst>
                      <a:ext uri="{FF2B5EF4-FFF2-40B4-BE49-F238E27FC236}">
                        <a16:creationId xmlns:a16="http://schemas.microsoft.com/office/drawing/2014/main" id="{85986294-2DC1-BBE7-8FE5-14C2A734E059}"/>
                      </a:ext>
                    </a:extLst>
                  </p:cNvPr>
                  <p:cNvSpPr/>
                  <p:nvPr/>
                </p:nvSpPr>
                <p:spPr>
                  <a:xfrm>
                    <a:off x="2402072"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02" name="Freeform: Shape 801">
                    <a:extLst>
                      <a:ext uri="{FF2B5EF4-FFF2-40B4-BE49-F238E27FC236}">
                        <a16:creationId xmlns:a16="http://schemas.microsoft.com/office/drawing/2014/main" id="{0639783D-3514-6DD8-F0EC-D8E01E0277C2}"/>
                      </a:ext>
                    </a:extLst>
                  </p:cNvPr>
                  <p:cNvSpPr/>
                  <p:nvPr/>
                </p:nvSpPr>
                <p:spPr>
                  <a:xfrm>
                    <a:off x="2453344"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21"/>
                          <a:pt x="2540" y="12346"/>
                        </a:cubicBezTo>
                        <a:cubicBezTo>
                          <a:pt x="2540" y="6970"/>
                          <a:pt x="6911" y="2540"/>
                          <a:pt x="12346" y="2540"/>
                        </a:cubicBezTo>
                        <a:lnTo>
                          <a:pt x="12346" y="2540"/>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49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03" name="Freeform: Shape 802">
                    <a:extLst>
                      <a:ext uri="{FF2B5EF4-FFF2-40B4-BE49-F238E27FC236}">
                        <a16:creationId xmlns:a16="http://schemas.microsoft.com/office/drawing/2014/main" id="{E1D73F70-1510-1A8D-1355-2B7BFAC88FA9}"/>
                      </a:ext>
                    </a:extLst>
                  </p:cNvPr>
                  <p:cNvSpPr/>
                  <p:nvPr/>
                </p:nvSpPr>
                <p:spPr>
                  <a:xfrm>
                    <a:off x="2504617"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04" name="Freeform: Shape 803">
                    <a:extLst>
                      <a:ext uri="{FF2B5EF4-FFF2-40B4-BE49-F238E27FC236}">
                        <a16:creationId xmlns:a16="http://schemas.microsoft.com/office/drawing/2014/main" id="{B12E7523-6142-2792-F27E-CEA71DC2897B}"/>
                      </a:ext>
                    </a:extLst>
                  </p:cNvPr>
                  <p:cNvSpPr/>
                  <p:nvPr/>
                </p:nvSpPr>
                <p:spPr>
                  <a:xfrm>
                    <a:off x="2530253"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05" name="Freeform: Shape 804">
                    <a:extLst>
                      <a:ext uri="{FF2B5EF4-FFF2-40B4-BE49-F238E27FC236}">
                        <a16:creationId xmlns:a16="http://schemas.microsoft.com/office/drawing/2014/main" id="{D1F7A4CF-651D-73E2-D90C-A2EA786EBD91}"/>
                      </a:ext>
                    </a:extLst>
                  </p:cNvPr>
                  <p:cNvSpPr/>
                  <p:nvPr/>
                </p:nvSpPr>
                <p:spPr>
                  <a:xfrm>
                    <a:off x="2555889"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70"/>
                          <a:pt x="22151" y="12346"/>
                        </a:cubicBezTo>
                        <a:cubicBezTo>
                          <a:pt x="22151" y="17780"/>
                          <a:pt x="17780" y="22151"/>
                          <a:pt x="12346" y="22151"/>
                        </a:cubicBezTo>
                        <a:cubicBezTo>
                          <a:pt x="6911" y="22151"/>
                          <a:pt x="2540" y="17721"/>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49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06" name="Freeform: Shape 805">
                    <a:extLst>
                      <a:ext uri="{FF2B5EF4-FFF2-40B4-BE49-F238E27FC236}">
                        <a16:creationId xmlns:a16="http://schemas.microsoft.com/office/drawing/2014/main" id="{5260E62D-368B-5E78-83ED-B10814DBF51F}"/>
                      </a:ext>
                    </a:extLst>
                  </p:cNvPr>
                  <p:cNvSpPr/>
                  <p:nvPr/>
                </p:nvSpPr>
                <p:spPr>
                  <a:xfrm>
                    <a:off x="2137498" y="1658767"/>
                    <a:ext cx="66719" cy="115274"/>
                  </a:xfrm>
                  <a:custGeom>
                    <a:avLst/>
                    <a:gdLst>
                      <a:gd name="connsiteX0" fmla="*/ 60310 w 66719"/>
                      <a:gd name="connsiteY0" fmla="*/ 115275 h 115274"/>
                      <a:gd name="connsiteX1" fmla="*/ 64859 w 66719"/>
                      <a:gd name="connsiteY1" fmla="*/ 113384 h 115274"/>
                      <a:gd name="connsiteX2" fmla="*/ 64859 w 66719"/>
                      <a:gd name="connsiteY2" fmla="*/ 104347 h 115274"/>
                      <a:gd name="connsiteX3" fmla="*/ 18134 w 66719"/>
                      <a:gd name="connsiteY3" fmla="*/ 57623 h 115274"/>
                      <a:gd name="connsiteX4" fmla="*/ 64859 w 66719"/>
                      <a:gd name="connsiteY4" fmla="*/ 10898 h 115274"/>
                      <a:gd name="connsiteX5" fmla="*/ 64859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9" y="113384"/>
                        </a:cubicBezTo>
                        <a:cubicBezTo>
                          <a:pt x="67340" y="110903"/>
                          <a:pt x="67340" y="106828"/>
                          <a:pt x="64859" y="104347"/>
                        </a:cubicBezTo>
                        <a:lnTo>
                          <a:pt x="18134" y="57623"/>
                        </a:lnTo>
                        <a:lnTo>
                          <a:pt x="64859" y="10898"/>
                        </a:lnTo>
                        <a:cubicBezTo>
                          <a:pt x="67340" y="8417"/>
                          <a:pt x="67340" y="4342"/>
                          <a:pt x="64859" y="1861"/>
                        </a:cubicBezTo>
                        <a:cubicBezTo>
                          <a:pt x="62378" y="-620"/>
                          <a:pt x="58302" y="-620"/>
                          <a:pt x="55821" y="1861"/>
                        </a:cubicBezTo>
                        <a:lnTo>
                          <a:pt x="0" y="57682"/>
                        </a:lnTo>
                        <a:lnTo>
                          <a:pt x="55821" y="113503"/>
                        </a:lnTo>
                        <a:cubicBezTo>
                          <a:pt x="57002" y="114684"/>
                          <a:pt x="58656" y="115275"/>
                          <a:pt x="60310" y="115275"/>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07" name="Freeform: Shape 806">
                    <a:extLst>
                      <a:ext uri="{FF2B5EF4-FFF2-40B4-BE49-F238E27FC236}">
                        <a16:creationId xmlns:a16="http://schemas.microsoft.com/office/drawing/2014/main" id="{0CCE69D9-59F6-1555-565D-474F942E104E}"/>
                      </a:ext>
                    </a:extLst>
                  </p:cNvPr>
                  <p:cNvSpPr/>
                  <p:nvPr/>
                </p:nvSpPr>
                <p:spPr>
                  <a:xfrm>
                    <a:off x="2086107" y="1658708"/>
                    <a:ext cx="66778" cy="115333"/>
                  </a:xfrm>
                  <a:custGeom>
                    <a:avLst/>
                    <a:gdLst>
                      <a:gd name="connsiteX0" fmla="*/ 60369 w 66778"/>
                      <a:gd name="connsiteY0" fmla="*/ 115334 h 115333"/>
                      <a:gd name="connsiteX1" fmla="*/ 64918 w 66778"/>
                      <a:gd name="connsiteY1" fmla="*/ 113443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3"/>
                        </a:cubicBezTo>
                        <a:cubicBezTo>
                          <a:pt x="67399" y="110963"/>
                          <a:pt x="67399" y="106887"/>
                          <a:pt x="64918" y="104347"/>
                        </a:cubicBezTo>
                        <a:lnTo>
                          <a:pt x="18134" y="57623"/>
                        </a:lnTo>
                        <a:lnTo>
                          <a:pt x="64918" y="10898"/>
                        </a:lnTo>
                        <a:cubicBezTo>
                          <a:pt x="67399" y="8417"/>
                          <a:pt x="67399" y="4342"/>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08" name="Freeform: Shape 807">
                    <a:extLst>
                      <a:ext uri="{FF2B5EF4-FFF2-40B4-BE49-F238E27FC236}">
                        <a16:creationId xmlns:a16="http://schemas.microsoft.com/office/drawing/2014/main" id="{503C715F-E71E-E3D3-09D5-6ACBFF8E4CE1}"/>
                      </a:ext>
                    </a:extLst>
                  </p:cNvPr>
                  <p:cNvSpPr/>
                  <p:nvPr/>
                </p:nvSpPr>
                <p:spPr>
                  <a:xfrm>
                    <a:off x="2034894" y="165858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7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09" name="Freeform: Shape 808">
                    <a:extLst>
                      <a:ext uri="{FF2B5EF4-FFF2-40B4-BE49-F238E27FC236}">
                        <a16:creationId xmlns:a16="http://schemas.microsoft.com/office/drawing/2014/main" id="{E4A61371-F58A-C976-16EC-ECB0B92DB7FF}"/>
                      </a:ext>
                    </a:extLst>
                  </p:cNvPr>
                  <p:cNvSpPr/>
                  <p:nvPr/>
                </p:nvSpPr>
                <p:spPr>
                  <a:xfrm>
                    <a:off x="1983621" y="165858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618" y="114684"/>
                          <a:pt x="64859" y="113444"/>
                        </a:cubicBezTo>
                        <a:cubicBezTo>
                          <a:pt x="67340" y="110963"/>
                          <a:pt x="67340" y="106887"/>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10" name="Freeform: Shape 809">
                    <a:extLst>
                      <a:ext uri="{FF2B5EF4-FFF2-40B4-BE49-F238E27FC236}">
                        <a16:creationId xmlns:a16="http://schemas.microsoft.com/office/drawing/2014/main" id="{F504004A-E613-A9DC-7938-4D13F9C69CE5}"/>
                      </a:ext>
                    </a:extLst>
                  </p:cNvPr>
                  <p:cNvSpPr/>
                  <p:nvPr/>
                </p:nvSpPr>
                <p:spPr>
                  <a:xfrm>
                    <a:off x="1932349" y="1658648"/>
                    <a:ext cx="66719" cy="115274"/>
                  </a:xfrm>
                  <a:custGeom>
                    <a:avLst/>
                    <a:gdLst>
                      <a:gd name="connsiteX0" fmla="*/ 60310 w 66719"/>
                      <a:gd name="connsiteY0" fmla="*/ 115275 h 115274"/>
                      <a:gd name="connsiteX1" fmla="*/ 64858 w 66719"/>
                      <a:gd name="connsiteY1" fmla="*/ 113384 h 115274"/>
                      <a:gd name="connsiteX2" fmla="*/ 64858 w 66719"/>
                      <a:gd name="connsiteY2" fmla="*/ 104347 h 115274"/>
                      <a:gd name="connsiteX3" fmla="*/ 18134 w 66719"/>
                      <a:gd name="connsiteY3" fmla="*/ 57623 h 115274"/>
                      <a:gd name="connsiteX4" fmla="*/ 64858 w 66719"/>
                      <a:gd name="connsiteY4" fmla="*/ 10898 h 115274"/>
                      <a:gd name="connsiteX5" fmla="*/ 64858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8" y="113384"/>
                        </a:cubicBezTo>
                        <a:cubicBezTo>
                          <a:pt x="67340" y="110904"/>
                          <a:pt x="67340" y="106828"/>
                          <a:pt x="64858" y="104347"/>
                        </a:cubicBezTo>
                        <a:lnTo>
                          <a:pt x="18134" y="57623"/>
                        </a:lnTo>
                        <a:lnTo>
                          <a:pt x="64858" y="10898"/>
                        </a:lnTo>
                        <a:cubicBezTo>
                          <a:pt x="67340" y="8417"/>
                          <a:pt x="67340" y="4342"/>
                          <a:pt x="64858" y="1861"/>
                        </a:cubicBezTo>
                        <a:cubicBezTo>
                          <a:pt x="62378" y="-620"/>
                          <a:pt x="58302" y="-620"/>
                          <a:pt x="55821" y="1861"/>
                        </a:cubicBezTo>
                        <a:lnTo>
                          <a:pt x="0" y="57682"/>
                        </a:lnTo>
                        <a:lnTo>
                          <a:pt x="55821" y="113503"/>
                        </a:lnTo>
                        <a:cubicBezTo>
                          <a:pt x="57002" y="114625"/>
                          <a:pt x="58656" y="115275"/>
                          <a:pt x="60310" y="115275"/>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715" name="Graphic 4773">
                  <a:extLst>
                    <a:ext uri="{FF2B5EF4-FFF2-40B4-BE49-F238E27FC236}">
                      <a16:creationId xmlns:a16="http://schemas.microsoft.com/office/drawing/2014/main" id="{91C5E04C-0F5D-A991-1C39-2E5713F57F92}"/>
                    </a:ext>
                  </a:extLst>
                </p:cNvPr>
                <p:cNvGrpSpPr/>
                <p:nvPr/>
              </p:nvGrpSpPr>
              <p:grpSpPr>
                <a:xfrm>
                  <a:off x="455605" y="4257600"/>
                  <a:ext cx="648231" cy="115511"/>
                  <a:chOff x="455605" y="4257600"/>
                  <a:chExt cx="648231" cy="115511"/>
                </a:xfrm>
                <a:grpFill/>
              </p:grpSpPr>
              <p:sp>
                <p:nvSpPr>
                  <p:cNvPr id="779" name="Freeform: Shape 778">
                    <a:extLst>
                      <a:ext uri="{FF2B5EF4-FFF2-40B4-BE49-F238E27FC236}">
                        <a16:creationId xmlns:a16="http://schemas.microsoft.com/office/drawing/2014/main" id="{7C8F0963-CD5B-7810-0693-1CB9E3A59ECD}"/>
                      </a:ext>
                    </a:extLst>
                  </p:cNvPr>
                  <p:cNvSpPr/>
                  <p:nvPr/>
                </p:nvSpPr>
                <p:spPr>
                  <a:xfrm>
                    <a:off x="694542" y="4303054"/>
                    <a:ext cx="24691" cy="24750"/>
                  </a:xfrm>
                  <a:custGeom>
                    <a:avLst/>
                    <a:gdLst>
                      <a:gd name="connsiteX0" fmla="*/ 12346 w 24691"/>
                      <a:gd name="connsiteY0" fmla="*/ 2599 h 24750"/>
                      <a:gd name="connsiteX1" fmla="*/ 22151 w 24691"/>
                      <a:gd name="connsiteY1" fmla="*/ 12405 h 24750"/>
                      <a:gd name="connsiteX2" fmla="*/ 12346 w 24691"/>
                      <a:gd name="connsiteY2" fmla="*/ 22210 h 24750"/>
                      <a:gd name="connsiteX3" fmla="*/ 2540 w 24691"/>
                      <a:gd name="connsiteY3" fmla="*/ 12405 h 24750"/>
                      <a:gd name="connsiteX4" fmla="*/ 12346 w 24691"/>
                      <a:gd name="connsiteY4" fmla="*/ 2599 h 24750"/>
                      <a:gd name="connsiteX5" fmla="*/ 12346 w 24691"/>
                      <a:gd name="connsiteY5" fmla="*/ 2599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99"/>
                        </a:moveTo>
                        <a:cubicBezTo>
                          <a:pt x="17780" y="2599"/>
                          <a:pt x="22151" y="6971"/>
                          <a:pt x="22151" y="12405"/>
                        </a:cubicBezTo>
                        <a:cubicBezTo>
                          <a:pt x="22151" y="17839"/>
                          <a:pt x="17780" y="22210"/>
                          <a:pt x="12346" y="22210"/>
                        </a:cubicBezTo>
                        <a:cubicBezTo>
                          <a:pt x="6911" y="22210"/>
                          <a:pt x="2540" y="17839"/>
                          <a:pt x="2540" y="12405"/>
                        </a:cubicBezTo>
                        <a:cubicBezTo>
                          <a:pt x="2540" y="6971"/>
                          <a:pt x="6911" y="2599"/>
                          <a:pt x="12346" y="2599"/>
                        </a:cubicBezTo>
                        <a:lnTo>
                          <a:pt x="12346" y="2599"/>
                        </a:lnTo>
                        <a:close/>
                        <a:moveTo>
                          <a:pt x="12346" y="0"/>
                        </a:moveTo>
                        <a:cubicBezTo>
                          <a:pt x="5493" y="0"/>
                          <a:pt x="0" y="5553"/>
                          <a:pt x="0" y="12346"/>
                        </a:cubicBezTo>
                        <a:cubicBezTo>
                          <a:pt x="0" y="19198"/>
                          <a:pt x="5553" y="24750"/>
                          <a:pt x="12346" y="24750"/>
                        </a:cubicBezTo>
                        <a:cubicBezTo>
                          <a:pt x="19198" y="24750"/>
                          <a:pt x="24691" y="19198"/>
                          <a:pt x="24691" y="12346"/>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80" name="Freeform: Shape 779">
                    <a:extLst>
                      <a:ext uri="{FF2B5EF4-FFF2-40B4-BE49-F238E27FC236}">
                        <a16:creationId xmlns:a16="http://schemas.microsoft.com/office/drawing/2014/main" id="{BFC78CB6-0614-C6EA-C5BC-53216480A9DE}"/>
                      </a:ext>
                    </a:extLst>
                  </p:cNvPr>
                  <p:cNvSpPr/>
                  <p:nvPr/>
                </p:nvSpPr>
                <p:spPr>
                  <a:xfrm>
                    <a:off x="745814"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98"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81" name="Freeform: Shape 780">
                    <a:extLst>
                      <a:ext uri="{FF2B5EF4-FFF2-40B4-BE49-F238E27FC236}">
                        <a16:creationId xmlns:a16="http://schemas.microsoft.com/office/drawing/2014/main" id="{E1CEC15A-BFFC-2704-623D-FAC15FCEBCAC}"/>
                      </a:ext>
                    </a:extLst>
                  </p:cNvPr>
                  <p:cNvSpPr/>
                  <p:nvPr/>
                </p:nvSpPr>
                <p:spPr>
                  <a:xfrm>
                    <a:off x="771510"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82" name="Freeform: Shape 781">
                    <a:extLst>
                      <a:ext uri="{FF2B5EF4-FFF2-40B4-BE49-F238E27FC236}">
                        <a16:creationId xmlns:a16="http://schemas.microsoft.com/office/drawing/2014/main" id="{21C8A5AE-F0A2-428E-CA6F-9C6BDBFFAE7B}"/>
                      </a:ext>
                    </a:extLst>
                  </p:cNvPr>
                  <p:cNvSpPr/>
                  <p:nvPr/>
                </p:nvSpPr>
                <p:spPr>
                  <a:xfrm>
                    <a:off x="822723" y="4303054"/>
                    <a:ext cx="24691" cy="24750"/>
                  </a:xfrm>
                  <a:custGeom>
                    <a:avLst/>
                    <a:gdLst>
                      <a:gd name="connsiteX0" fmla="*/ 12346 w 24691"/>
                      <a:gd name="connsiteY0" fmla="*/ 2540 h 24750"/>
                      <a:gd name="connsiteX1" fmla="*/ 22151 w 24691"/>
                      <a:gd name="connsiteY1" fmla="*/ 12346 h 24750"/>
                      <a:gd name="connsiteX2" fmla="*/ 12346 w 24691"/>
                      <a:gd name="connsiteY2" fmla="*/ 22151 h 24750"/>
                      <a:gd name="connsiteX3" fmla="*/ 2540 w 24691"/>
                      <a:gd name="connsiteY3" fmla="*/ 12346 h 24750"/>
                      <a:gd name="connsiteX4" fmla="*/ 12346 w 24691"/>
                      <a:gd name="connsiteY4" fmla="*/ 2540 h 24750"/>
                      <a:gd name="connsiteX5" fmla="*/ 12346 w 24691"/>
                      <a:gd name="connsiteY5" fmla="*/ 2540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1"/>
                          <a:pt x="6970" y="2540"/>
                          <a:pt x="12346" y="2540"/>
                        </a:cubicBezTo>
                        <a:lnTo>
                          <a:pt x="12346" y="2540"/>
                        </a:lnTo>
                        <a:close/>
                        <a:moveTo>
                          <a:pt x="12346" y="0"/>
                        </a:moveTo>
                        <a:cubicBezTo>
                          <a:pt x="5494" y="0"/>
                          <a:pt x="0" y="5553"/>
                          <a:pt x="0" y="12346"/>
                        </a:cubicBezTo>
                        <a:cubicBezTo>
                          <a:pt x="0" y="19198"/>
                          <a:pt x="5553" y="24750"/>
                          <a:pt x="12346" y="24750"/>
                        </a:cubicBezTo>
                        <a:cubicBezTo>
                          <a:pt x="19198" y="24750"/>
                          <a:pt x="24691" y="19198"/>
                          <a:pt x="24691" y="12346"/>
                        </a:cubicBezTo>
                        <a:cubicBezTo>
                          <a:pt x="24750"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83" name="Freeform: Shape 782">
                    <a:extLst>
                      <a:ext uri="{FF2B5EF4-FFF2-40B4-BE49-F238E27FC236}">
                        <a16:creationId xmlns:a16="http://schemas.microsoft.com/office/drawing/2014/main" id="{5BB6528B-F331-6D2E-157D-FAC4A936FE53}"/>
                      </a:ext>
                    </a:extLst>
                  </p:cNvPr>
                  <p:cNvSpPr/>
                  <p:nvPr/>
                </p:nvSpPr>
                <p:spPr>
                  <a:xfrm>
                    <a:off x="874055"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84" name="Freeform: Shape 783">
                    <a:extLst>
                      <a:ext uri="{FF2B5EF4-FFF2-40B4-BE49-F238E27FC236}">
                        <a16:creationId xmlns:a16="http://schemas.microsoft.com/office/drawing/2014/main" id="{185B496F-F41E-7890-1A91-791DB23B5215}"/>
                      </a:ext>
                    </a:extLst>
                  </p:cNvPr>
                  <p:cNvSpPr/>
                  <p:nvPr/>
                </p:nvSpPr>
                <p:spPr>
                  <a:xfrm>
                    <a:off x="899691"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21"/>
                          <a:pt x="17780" y="22151"/>
                          <a:pt x="12346" y="22151"/>
                        </a:cubicBezTo>
                        <a:cubicBezTo>
                          <a:pt x="6970" y="22151"/>
                          <a:pt x="2540" y="17721"/>
                          <a:pt x="2540" y="12346"/>
                        </a:cubicBezTo>
                        <a:cubicBezTo>
                          <a:pt x="2540" y="6971"/>
                          <a:pt x="6911" y="2540"/>
                          <a:pt x="12346" y="2540"/>
                        </a:cubicBezTo>
                        <a:lnTo>
                          <a:pt x="12346" y="2540"/>
                        </a:lnTo>
                        <a:close/>
                        <a:moveTo>
                          <a:pt x="12346" y="0"/>
                        </a:moveTo>
                        <a:cubicBezTo>
                          <a:pt x="5494"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85" name="Freeform: Shape 784">
                    <a:extLst>
                      <a:ext uri="{FF2B5EF4-FFF2-40B4-BE49-F238E27FC236}">
                        <a16:creationId xmlns:a16="http://schemas.microsoft.com/office/drawing/2014/main" id="{A85B2643-92F9-8279-EB00-107D122A5637}"/>
                      </a:ext>
                    </a:extLst>
                  </p:cNvPr>
                  <p:cNvSpPr/>
                  <p:nvPr/>
                </p:nvSpPr>
                <p:spPr>
                  <a:xfrm>
                    <a:off x="925327"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4" y="24750"/>
                          <a:pt x="0" y="19198"/>
                          <a:pt x="0" y="12346"/>
                        </a:cubicBezTo>
                        <a:cubicBezTo>
                          <a:pt x="0" y="5494"/>
                          <a:pt x="5553" y="0"/>
                          <a:pt x="12346" y="0"/>
                        </a:cubicBezTo>
                        <a:cubicBezTo>
                          <a:pt x="19139"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86" name="Freeform: Shape 785">
                    <a:extLst>
                      <a:ext uri="{FF2B5EF4-FFF2-40B4-BE49-F238E27FC236}">
                        <a16:creationId xmlns:a16="http://schemas.microsoft.com/office/drawing/2014/main" id="{E8F3B925-A658-9992-58B1-598C3EA5B464}"/>
                      </a:ext>
                    </a:extLst>
                  </p:cNvPr>
                  <p:cNvSpPr/>
                  <p:nvPr/>
                </p:nvSpPr>
                <p:spPr>
                  <a:xfrm>
                    <a:off x="976600"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80"/>
                          <a:pt x="2540" y="12346"/>
                        </a:cubicBezTo>
                        <a:cubicBezTo>
                          <a:pt x="2540" y="6971"/>
                          <a:pt x="6911" y="2540"/>
                          <a:pt x="12346" y="2540"/>
                        </a:cubicBezTo>
                        <a:lnTo>
                          <a:pt x="12346" y="2540"/>
                        </a:lnTo>
                        <a:close/>
                        <a:moveTo>
                          <a:pt x="12346" y="0"/>
                        </a:moveTo>
                        <a:cubicBezTo>
                          <a:pt x="5493"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87" name="Freeform: Shape 786">
                    <a:extLst>
                      <a:ext uri="{FF2B5EF4-FFF2-40B4-BE49-F238E27FC236}">
                        <a16:creationId xmlns:a16="http://schemas.microsoft.com/office/drawing/2014/main" id="{0558758D-3748-80CE-5548-E55A454F1D03}"/>
                      </a:ext>
                    </a:extLst>
                  </p:cNvPr>
                  <p:cNvSpPr/>
                  <p:nvPr/>
                </p:nvSpPr>
                <p:spPr>
                  <a:xfrm>
                    <a:off x="1027872"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553"/>
                          <a:pt x="5553" y="0"/>
                          <a:pt x="12346" y="0"/>
                        </a:cubicBezTo>
                        <a:cubicBezTo>
                          <a:pt x="19198"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88" name="Freeform: Shape 787">
                    <a:extLst>
                      <a:ext uri="{FF2B5EF4-FFF2-40B4-BE49-F238E27FC236}">
                        <a16:creationId xmlns:a16="http://schemas.microsoft.com/office/drawing/2014/main" id="{F251409B-75B5-85D8-F4D1-6AAB14FDA8EC}"/>
                      </a:ext>
                    </a:extLst>
                  </p:cNvPr>
                  <p:cNvSpPr/>
                  <p:nvPr/>
                </p:nvSpPr>
                <p:spPr>
                  <a:xfrm>
                    <a:off x="1053509"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3" y="24750"/>
                          <a:pt x="0" y="19198"/>
                          <a:pt x="0" y="12346"/>
                        </a:cubicBezTo>
                        <a:cubicBezTo>
                          <a:pt x="0" y="5494"/>
                          <a:pt x="5552" y="0"/>
                          <a:pt x="12346" y="0"/>
                        </a:cubicBezTo>
                        <a:cubicBezTo>
                          <a:pt x="19198"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89" name="Freeform: Shape 788">
                    <a:extLst>
                      <a:ext uri="{FF2B5EF4-FFF2-40B4-BE49-F238E27FC236}">
                        <a16:creationId xmlns:a16="http://schemas.microsoft.com/office/drawing/2014/main" id="{50FD6C14-449F-3187-DE0D-6EC3CB5AA595}"/>
                      </a:ext>
                    </a:extLst>
                  </p:cNvPr>
                  <p:cNvSpPr/>
                  <p:nvPr/>
                </p:nvSpPr>
                <p:spPr>
                  <a:xfrm>
                    <a:off x="1079145" y="430299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5 h 24691"/>
                      <a:gd name="connsiteX8" fmla="*/ 12346 w 24691"/>
                      <a:gd name="connsiteY8" fmla="*/ 24691 h 24691"/>
                      <a:gd name="connsiteX9" fmla="*/ 24691 w 24691"/>
                      <a:gd name="connsiteY9" fmla="*/ 12345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11" y="22210"/>
                          <a:pt x="2540" y="17839"/>
                          <a:pt x="2540" y="12405"/>
                        </a:cubicBezTo>
                        <a:cubicBezTo>
                          <a:pt x="2540" y="6970"/>
                          <a:pt x="6970" y="2599"/>
                          <a:pt x="12346" y="2599"/>
                        </a:cubicBezTo>
                        <a:lnTo>
                          <a:pt x="12346" y="2599"/>
                        </a:lnTo>
                        <a:close/>
                        <a:moveTo>
                          <a:pt x="12346" y="0"/>
                        </a:moveTo>
                        <a:cubicBezTo>
                          <a:pt x="5493" y="0"/>
                          <a:pt x="0" y="5553"/>
                          <a:pt x="0" y="12345"/>
                        </a:cubicBezTo>
                        <a:cubicBezTo>
                          <a:pt x="0" y="19198"/>
                          <a:pt x="5553" y="24691"/>
                          <a:pt x="12346" y="24691"/>
                        </a:cubicBezTo>
                        <a:cubicBezTo>
                          <a:pt x="19198" y="24691"/>
                          <a:pt x="24691" y="19139"/>
                          <a:pt x="24691" y="12345"/>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90" name="Freeform: Shape 789">
                    <a:extLst>
                      <a:ext uri="{FF2B5EF4-FFF2-40B4-BE49-F238E27FC236}">
                        <a16:creationId xmlns:a16="http://schemas.microsoft.com/office/drawing/2014/main" id="{1BE6920F-4AE4-FCD5-584F-B10408B8E95B}"/>
                      </a:ext>
                    </a:extLst>
                  </p:cNvPr>
                  <p:cNvSpPr/>
                  <p:nvPr/>
                </p:nvSpPr>
                <p:spPr>
                  <a:xfrm>
                    <a:off x="660754" y="4257777"/>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7"/>
                        </a:lnTo>
                        <a:cubicBezTo>
                          <a:pt x="67340" y="8476"/>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91" name="Freeform: Shape 790">
                    <a:extLst>
                      <a:ext uri="{FF2B5EF4-FFF2-40B4-BE49-F238E27FC236}">
                        <a16:creationId xmlns:a16="http://schemas.microsoft.com/office/drawing/2014/main" id="{8E756373-2D93-8156-D13C-8B09EEEDEF27}"/>
                      </a:ext>
                    </a:extLst>
                  </p:cNvPr>
                  <p:cNvSpPr/>
                  <p:nvPr/>
                </p:nvSpPr>
                <p:spPr>
                  <a:xfrm>
                    <a:off x="609363" y="4257777"/>
                    <a:ext cx="66778" cy="115333"/>
                  </a:xfrm>
                  <a:custGeom>
                    <a:avLst/>
                    <a:gdLst>
                      <a:gd name="connsiteX0" fmla="*/ 60369 w 66778"/>
                      <a:gd name="connsiteY0" fmla="*/ 115334 h 115333"/>
                      <a:gd name="connsiteX1" fmla="*/ 64918 w 66778"/>
                      <a:gd name="connsiteY1" fmla="*/ 113444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4"/>
                        </a:cubicBezTo>
                        <a:cubicBezTo>
                          <a:pt x="67399" y="110963"/>
                          <a:pt x="67399" y="106887"/>
                          <a:pt x="64918" y="104347"/>
                        </a:cubicBezTo>
                        <a:lnTo>
                          <a:pt x="18134" y="57623"/>
                        </a:lnTo>
                        <a:lnTo>
                          <a:pt x="64918" y="10898"/>
                        </a:lnTo>
                        <a:cubicBezTo>
                          <a:pt x="67399" y="8417"/>
                          <a:pt x="67399" y="4341"/>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92" name="Freeform: Shape 791">
                    <a:extLst>
                      <a:ext uri="{FF2B5EF4-FFF2-40B4-BE49-F238E27FC236}">
                        <a16:creationId xmlns:a16="http://schemas.microsoft.com/office/drawing/2014/main" id="{97BC96D1-B023-2B31-3B78-3E3C0EF86010}"/>
                      </a:ext>
                    </a:extLst>
                  </p:cNvPr>
                  <p:cNvSpPr/>
                  <p:nvPr/>
                </p:nvSpPr>
                <p:spPr>
                  <a:xfrm>
                    <a:off x="558150" y="425765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93" name="Freeform: Shape 792">
                    <a:extLst>
                      <a:ext uri="{FF2B5EF4-FFF2-40B4-BE49-F238E27FC236}">
                        <a16:creationId xmlns:a16="http://schemas.microsoft.com/office/drawing/2014/main" id="{FD4BF290-B832-CD56-9810-5FB33AE8CC5A}"/>
                      </a:ext>
                    </a:extLst>
                  </p:cNvPr>
                  <p:cNvSpPr/>
                  <p:nvPr/>
                </p:nvSpPr>
                <p:spPr>
                  <a:xfrm>
                    <a:off x="506877" y="4257600"/>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7"/>
                          <a:pt x="67340" y="4401"/>
                          <a:pt x="64859" y="1861"/>
                        </a:cubicBezTo>
                        <a:cubicBezTo>
                          <a:pt x="62378" y="-620"/>
                          <a:pt x="58302" y="-620"/>
                          <a:pt x="55821" y="1861"/>
                        </a:cubicBezTo>
                        <a:lnTo>
                          <a:pt x="0" y="57682"/>
                        </a:lnTo>
                        <a:lnTo>
                          <a:pt x="55821" y="113503"/>
                        </a:lnTo>
                        <a:cubicBezTo>
                          <a:pt x="57002" y="114802"/>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94" name="Freeform: Shape 793">
                    <a:extLst>
                      <a:ext uri="{FF2B5EF4-FFF2-40B4-BE49-F238E27FC236}">
                        <a16:creationId xmlns:a16="http://schemas.microsoft.com/office/drawing/2014/main" id="{C384B3D5-8B29-4D40-983D-7B7946033AE2}"/>
                      </a:ext>
                    </a:extLst>
                  </p:cNvPr>
                  <p:cNvSpPr/>
                  <p:nvPr/>
                </p:nvSpPr>
                <p:spPr>
                  <a:xfrm>
                    <a:off x="455605" y="425765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8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02" y="114684"/>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716" name="Graphic 4773">
                  <a:extLst>
                    <a:ext uri="{FF2B5EF4-FFF2-40B4-BE49-F238E27FC236}">
                      <a16:creationId xmlns:a16="http://schemas.microsoft.com/office/drawing/2014/main" id="{500C8AA1-0328-977A-9A3B-C659C41D52E5}"/>
                    </a:ext>
                  </a:extLst>
                </p:cNvPr>
                <p:cNvGrpSpPr/>
                <p:nvPr/>
              </p:nvGrpSpPr>
              <p:grpSpPr>
                <a:xfrm>
                  <a:off x="3234542" y="2956736"/>
                  <a:ext cx="583845" cy="119557"/>
                  <a:chOff x="3234542" y="2956736"/>
                  <a:chExt cx="583845" cy="119557"/>
                </a:xfrm>
                <a:grpFill/>
              </p:grpSpPr>
              <p:grpSp>
                <p:nvGrpSpPr>
                  <p:cNvPr id="768" name="Graphic 4773">
                    <a:extLst>
                      <a:ext uri="{FF2B5EF4-FFF2-40B4-BE49-F238E27FC236}">
                        <a16:creationId xmlns:a16="http://schemas.microsoft.com/office/drawing/2014/main" id="{728C6B52-51E9-E9AC-038B-B44EC7201BE3}"/>
                      </a:ext>
                    </a:extLst>
                  </p:cNvPr>
                  <p:cNvGrpSpPr/>
                  <p:nvPr/>
                </p:nvGrpSpPr>
                <p:grpSpPr>
                  <a:xfrm>
                    <a:off x="3234542" y="2956736"/>
                    <a:ext cx="119557" cy="119557"/>
                    <a:chOff x="3234542" y="2956736"/>
                    <a:chExt cx="119557" cy="119557"/>
                  </a:xfrm>
                  <a:grpFill/>
                </p:grpSpPr>
                <p:sp>
                  <p:nvSpPr>
                    <p:cNvPr id="777" name="Freeform: Shape 776">
                      <a:extLst>
                        <a:ext uri="{FF2B5EF4-FFF2-40B4-BE49-F238E27FC236}">
                          <a16:creationId xmlns:a16="http://schemas.microsoft.com/office/drawing/2014/main" id="{C69BDC95-F7DC-E884-749A-65B1BA076993}"/>
                        </a:ext>
                      </a:extLst>
                    </p:cNvPr>
                    <p:cNvSpPr/>
                    <p:nvPr/>
                  </p:nvSpPr>
                  <p:spPr>
                    <a:xfrm>
                      <a:off x="3273941" y="2978474"/>
                      <a:ext cx="40698" cy="76199"/>
                    </a:xfrm>
                    <a:custGeom>
                      <a:avLst/>
                      <a:gdLst>
                        <a:gd name="connsiteX0" fmla="*/ 38868 w 40698"/>
                        <a:gd name="connsiteY0" fmla="*/ 76200 h 76199"/>
                        <a:gd name="connsiteX1" fmla="*/ 40167 w 40698"/>
                        <a:gd name="connsiteY1" fmla="*/ 75668 h 76199"/>
                        <a:gd name="connsiteX2" fmla="*/ 40167 w 40698"/>
                        <a:gd name="connsiteY2" fmla="*/ 73128 h 76199"/>
                        <a:gd name="connsiteX3" fmla="*/ 5139 w 40698"/>
                        <a:gd name="connsiteY3" fmla="*/ 38100 h 76199"/>
                        <a:gd name="connsiteX4" fmla="*/ 40167 w 40698"/>
                        <a:gd name="connsiteY4" fmla="*/ 3072 h 76199"/>
                        <a:gd name="connsiteX5" fmla="*/ 40167 w 40698"/>
                        <a:gd name="connsiteY5" fmla="*/ 532 h 76199"/>
                        <a:gd name="connsiteX6" fmla="*/ 37627 w 40698"/>
                        <a:gd name="connsiteY6" fmla="*/ 532 h 76199"/>
                        <a:gd name="connsiteX7" fmla="*/ 0 w 40698"/>
                        <a:gd name="connsiteY7" fmla="*/ 38159 h 76199"/>
                        <a:gd name="connsiteX8" fmla="*/ 37627 w 40698"/>
                        <a:gd name="connsiteY8" fmla="*/ 75786 h 76199"/>
                        <a:gd name="connsiteX9" fmla="*/ 38868 w 40698"/>
                        <a:gd name="connsiteY9" fmla="*/ 76200 h 76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8" h="76199">
                          <a:moveTo>
                            <a:pt x="38868" y="76200"/>
                          </a:moveTo>
                          <a:cubicBezTo>
                            <a:pt x="39340" y="76200"/>
                            <a:pt x="39813" y="76023"/>
                            <a:pt x="40167" y="75668"/>
                          </a:cubicBezTo>
                          <a:cubicBezTo>
                            <a:pt x="40876" y="74960"/>
                            <a:pt x="40876" y="73837"/>
                            <a:pt x="40167" y="73128"/>
                          </a:cubicBezTo>
                          <a:lnTo>
                            <a:pt x="5139" y="38100"/>
                          </a:lnTo>
                          <a:lnTo>
                            <a:pt x="40167" y="3072"/>
                          </a:lnTo>
                          <a:cubicBezTo>
                            <a:pt x="40876" y="2363"/>
                            <a:pt x="40876" y="1240"/>
                            <a:pt x="40167" y="532"/>
                          </a:cubicBezTo>
                          <a:cubicBezTo>
                            <a:pt x="39459" y="-177"/>
                            <a:pt x="38336" y="-177"/>
                            <a:pt x="37627" y="532"/>
                          </a:cubicBezTo>
                          <a:lnTo>
                            <a:pt x="0" y="38159"/>
                          </a:lnTo>
                          <a:lnTo>
                            <a:pt x="37627" y="75786"/>
                          </a:lnTo>
                          <a:cubicBezTo>
                            <a:pt x="37982" y="76023"/>
                            <a:pt x="38454" y="76200"/>
                            <a:pt x="38868" y="7620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78" name="Freeform: Shape 777">
                      <a:extLst>
                        <a:ext uri="{FF2B5EF4-FFF2-40B4-BE49-F238E27FC236}">
                          <a16:creationId xmlns:a16="http://schemas.microsoft.com/office/drawing/2014/main" id="{571C5B77-7A4D-B688-DA23-4F8B8EF2E4FF}"/>
                        </a:ext>
                      </a:extLst>
                    </p:cNvPr>
                    <p:cNvSpPr/>
                    <p:nvPr/>
                  </p:nvSpPr>
                  <p:spPr>
                    <a:xfrm>
                      <a:off x="3234542" y="2956736"/>
                      <a:ext cx="119557" cy="119557"/>
                    </a:xfrm>
                    <a:custGeom>
                      <a:avLst/>
                      <a:gdLst>
                        <a:gd name="connsiteX0" fmla="*/ 59779 w 119557"/>
                        <a:gd name="connsiteY0" fmla="*/ 6025 h 119557"/>
                        <a:gd name="connsiteX1" fmla="*/ 113532 w 119557"/>
                        <a:gd name="connsiteY1" fmla="*/ 59779 h 119557"/>
                        <a:gd name="connsiteX2" fmla="*/ 59779 w 119557"/>
                        <a:gd name="connsiteY2" fmla="*/ 113532 h 119557"/>
                        <a:gd name="connsiteX3" fmla="*/ 6025 w 119557"/>
                        <a:gd name="connsiteY3" fmla="*/ 59779 h 119557"/>
                        <a:gd name="connsiteX4" fmla="*/ 59779 w 119557"/>
                        <a:gd name="connsiteY4" fmla="*/ 6025 h 119557"/>
                        <a:gd name="connsiteX5" fmla="*/ 59779 w 119557"/>
                        <a:gd name="connsiteY5" fmla="*/ 6025 h 119557"/>
                        <a:gd name="connsiteX6" fmla="*/ 59779 w 119557"/>
                        <a:gd name="connsiteY6" fmla="*/ 0 h 119557"/>
                        <a:gd name="connsiteX7" fmla="*/ 0 w 119557"/>
                        <a:gd name="connsiteY7" fmla="*/ 59779 h 119557"/>
                        <a:gd name="connsiteX8" fmla="*/ 59779 w 119557"/>
                        <a:gd name="connsiteY8" fmla="*/ 119557 h 119557"/>
                        <a:gd name="connsiteX9" fmla="*/ 119557 w 119557"/>
                        <a:gd name="connsiteY9" fmla="*/ 59779 h 119557"/>
                        <a:gd name="connsiteX10" fmla="*/ 59779 w 119557"/>
                        <a:gd name="connsiteY10" fmla="*/ 0 h 119557"/>
                        <a:gd name="connsiteX11" fmla="*/ 59779 w 119557"/>
                        <a:gd name="connsiteY11" fmla="*/ 0 h 119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9557" h="119557">
                          <a:moveTo>
                            <a:pt x="59779" y="6025"/>
                          </a:moveTo>
                          <a:cubicBezTo>
                            <a:pt x="89431" y="6025"/>
                            <a:pt x="113532" y="30126"/>
                            <a:pt x="113532" y="59779"/>
                          </a:cubicBezTo>
                          <a:cubicBezTo>
                            <a:pt x="113532" y="89432"/>
                            <a:pt x="89431" y="113532"/>
                            <a:pt x="59779" y="113532"/>
                          </a:cubicBezTo>
                          <a:cubicBezTo>
                            <a:pt x="30125" y="113532"/>
                            <a:pt x="6025" y="89432"/>
                            <a:pt x="6025" y="59779"/>
                          </a:cubicBezTo>
                          <a:cubicBezTo>
                            <a:pt x="6025" y="30126"/>
                            <a:pt x="30125" y="6025"/>
                            <a:pt x="59779" y="6025"/>
                          </a:cubicBezTo>
                          <a:lnTo>
                            <a:pt x="59779" y="6025"/>
                          </a:lnTo>
                          <a:close/>
                          <a:moveTo>
                            <a:pt x="59779" y="0"/>
                          </a:moveTo>
                          <a:cubicBezTo>
                            <a:pt x="26758" y="0"/>
                            <a:pt x="0" y="26759"/>
                            <a:pt x="0" y="59779"/>
                          </a:cubicBezTo>
                          <a:cubicBezTo>
                            <a:pt x="0" y="92799"/>
                            <a:pt x="26758" y="119557"/>
                            <a:pt x="59779" y="119557"/>
                          </a:cubicBezTo>
                          <a:cubicBezTo>
                            <a:pt x="92798" y="119557"/>
                            <a:pt x="119557" y="92799"/>
                            <a:pt x="119557" y="59779"/>
                          </a:cubicBezTo>
                          <a:cubicBezTo>
                            <a:pt x="119498" y="26759"/>
                            <a:pt x="92740" y="0"/>
                            <a:pt x="59779" y="0"/>
                          </a:cubicBezTo>
                          <a:lnTo>
                            <a:pt x="59779"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769" name="Freeform: Shape 768">
                    <a:extLst>
                      <a:ext uri="{FF2B5EF4-FFF2-40B4-BE49-F238E27FC236}">
                        <a16:creationId xmlns:a16="http://schemas.microsoft.com/office/drawing/2014/main" id="{BBE70850-18F8-B02D-40C5-AEA473A09AB8}"/>
                      </a:ext>
                    </a:extLst>
                  </p:cNvPr>
                  <p:cNvSpPr/>
                  <p:nvPr/>
                </p:nvSpPr>
                <p:spPr>
                  <a:xfrm>
                    <a:off x="3376250"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70" name="Freeform: Shape 769">
                    <a:extLst>
                      <a:ext uri="{FF2B5EF4-FFF2-40B4-BE49-F238E27FC236}">
                        <a16:creationId xmlns:a16="http://schemas.microsoft.com/office/drawing/2014/main" id="{23087CD6-EDA2-10E7-DEBC-8B3CB4F69028}"/>
                      </a:ext>
                    </a:extLst>
                  </p:cNvPr>
                  <p:cNvSpPr/>
                  <p:nvPr/>
                </p:nvSpPr>
                <p:spPr>
                  <a:xfrm>
                    <a:off x="345729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51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71" name="Freeform: Shape 770">
                    <a:extLst>
                      <a:ext uri="{FF2B5EF4-FFF2-40B4-BE49-F238E27FC236}">
                        <a16:creationId xmlns:a16="http://schemas.microsoft.com/office/drawing/2014/main" id="{92AC8740-A465-25F0-CF27-849E9D17019A}"/>
                      </a:ext>
                    </a:extLst>
                  </p:cNvPr>
                  <p:cNvSpPr/>
                  <p:nvPr/>
                </p:nvSpPr>
                <p:spPr>
                  <a:xfrm>
                    <a:off x="3497816"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514"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649"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72" name="Freeform: Shape 771">
                    <a:extLst>
                      <a:ext uri="{FF2B5EF4-FFF2-40B4-BE49-F238E27FC236}">
                        <a16:creationId xmlns:a16="http://schemas.microsoft.com/office/drawing/2014/main" id="{87618E8C-8B76-5D4C-81C1-9358B1B089ED}"/>
                      </a:ext>
                    </a:extLst>
                  </p:cNvPr>
                  <p:cNvSpPr/>
                  <p:nvPr/>
                </p:nvSpPr>
                <p:spPr>
                  <a:xfrm>
                    <a:off x="353833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73" name="Freeform: Shape 772">
                    <a:extLst>
                      <a:ext uri="{FF2B5EF4-FFF2-40B4-BE49-F238E27FC236}">
                        <a16:creationId xmlns:a16="http://schemas.microsoft.com/office/drawing/2014/main" id="{F1476C6B-9546-48A0-1AA7-D3EA9FBF3B00}"/>
                      </a:ext>
                    </a:extLst>
                  </p:cNvPr>
                  <p:cNvSpPr/>
                  <p:nvPr/>
                </p:nvSpPr>
                <p:spPr>
                  <a:xfrm>
                    <a:off x="3619381"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649"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74" name="Freeform: Shape 773">
                    <a:extLst>
                      <a:ext uri="{FF2B5EF4-FFF2-40B4-BE49-F238E27FC236}">
                        <a16:creationId xmlns:a16="http://schemas.microsoft.com/office/drawing/2014/main" id="{88067976-AE6D-3526-49D4-7F0510DDE0D2}"/>
                      </a:ext>
                    </a:extLst>
                  </p:cNvPr>
                  <p:cNvSpPr/>
                  <p:nvPr/>
                </p:nvSpPr>
                <p:spPr>
                  <a:xfrm>
                    <a:off x="3659962"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75" name="Freeform: Shape 774">
                    <a:extLst>
                      <a:ext uri="{FF2B5EF4-FFF2-40B4-BE49-F238E27FC236}">
                        <a16:creationId xmlns:a16="http://schemas.microsoft.com/office/drawing/2014/main" id="{2D7BCA20-E093-675A-B0A8-33137A175DE8}"/>
                      </a:ext>
                    </a:extLst>
                  </p:cNvPr>
                  <p:cNvSpPr/>
                  <p:nvPr/>
                </p:nvSpPr>
                <p:spPr>
                  <a:xfrm>
                    <a:off x="370048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76" name="Freeform: Shape 775">
                    <a:extLst>
                      <a:ext uri="{FF2B5EF4-FFF2-40B4-BE49-F238E27FC236}">
                        <a16:creationId xmlns:a16="http://schemas.microsoft.com/office/drawing/2014/main" id="{4F65DB85-27FE-B75B-32AD-8C91D2FDB68E}"/>
                      </a:ext>
                    </a:extLst>
                  </p:cNvPr>
                  <p:cNvSpPr/>
                  <p:nvPr/>
                </p:nvSpPr>
                <p:spPr>
                  <a:xfrm>
                    <a:off x="378152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717" name="Graphic 4773">
                  <a:extLst>
                    <a:ext uri="{FF2B5EF4-FFF2-40B4-BE49-F238E27FC236}">
                      <a16:creationId xmlns:a16="http://schemas.microsoft.com/office/drawing/2014/main" id="{F0F58D5C-790A-8DAB-EFF1-7CE978B8B461}"/>
                    </a:ext>
                  </a:extLst>
                </p:cNvPr>
                <p:cNvGrpSpPr/>
                <p:nvPr/>
              </p:nvGrpSpPr>
              <p:grpSpPr>
                <a:xfrm>
                  <a:off x="2640418" y="2129759"/>
                  <a:ext cx="886046" cy="59069"/>
                  <a:chOff x="2640418" y="2129759"/>
                  <a:chExt cx="886046" cy="59069"/>
                </a:xfrm>
                <a:grpFill/>
              </p:grpSpPr>
              <p:sp>
                <p:nvSpPr>
                  <p:cNvPr id="760" name="Freeform: Shape 759">
                    <a:extLst>
                      <a:ext uri="{FF2B5EF4-FFF2-40B4-BE49-F238E27FC236}">
                        <a16:creationId xmlns:a16="http://schemas.microsoft.com/office/drawing/2014/main" id="{7A301BBF-99D3-7882-2CEB-78302D385E45}"/>
                      </a:ext>
                    </a:extLst>
                  </p:cNvPr>
                  <p:cNvSpPr/>
                  <p:nvPr/>
                </p:nvSpPr>
                <p:spPr>
                  <a:xfrm>
                    <a:off x="3467395"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61" name="Freeform: Shape 760">
                    <a:extLst>
                      <a:ext uri="{FF2B5EF4-FFF2-40B4-BE49-F238E27FC236}">
                        <a16:creationId xmlns:a16="http://schemas.microsoft.com/office/drawing/2014/main" id="{C85AE787-A7C1-6457-BD5F-F638CA375A93}"/>
                      </a:ext>
                    </a:extLst>
                  </p:cNvPr>
                  <p:cNvSpPr/>
                  <p:nvPr/>
                </p:nvSpPr>
                <p:spPr>
                  <a:xfrm>
                    <a:off x="3349255"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62" name="Freeform: Shape 761">
                    <a:extLst>
                      <a:ext uri="{FF2B5EF4-FFF2-40B4-BE49-F238E27FC236}">
                        <a16:creationId xmlns:a16="http://schemas.microsoft.com/office/drawing/2014/main" id="{51F5F46A-298F-8C54-0527-EFDCA3A8117A}"/>
                      </a:ext>
                    </a:extLst>
                  </p:cNvPr>
                  <p:cNvSpPr/>
                  <p:nvPr/>
                </p:nvSpPr>
                <p:spPr>
                  <a:xfrm>
                    <a:off x="3231116"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63" name="Freeform: Shape 762">
                    <a:extLst>
                      <a:ext uri="{FF2B5EF4-FFF2-40B4-BE49-F238E27FC236}">
                        <a16:creationId xmlns:a16="http://schemas.microsoft.com/office/drawing/2014/main" id="{AC044289-0875-700C-2820-6BCC5D59C48C}"/>
                      </a:ext>
                    </a:extLst>
                  </p:cNvPr>
                  <p:cNvSpPr/>
                  <p:nvPr/>
                </p:nvSpPr>
                <p:spPr>
                  <a:xfrm>
                    <a:off x="3112976"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64" name="Freeform: Shape 763">
                    <a:extLst>
                      <a:ext uri="{FF2B5EF4-FFF2-40B4-BE49-F238E27FC236}">
                        <a16:creationId xmlns:a16="http://schemas.microsoft.com/office/drawing/2014/main" id="{5240099C-7824-AE30-F870-2168061FFB1C}"/>
                      </a:ext>
                    </a:extLst>
                  </p:cNvPr>
                  <p:cNvSpPr/>
                  <p:nvPr/>
                </p:nvSpPr>
                <p:spPr>
                  <a:xfrm>
                    <a:off x="2994837"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65" name="Freeform: Shape 764">
                    <a:extLst>
                      <a:ext uri="{FF2B5EF4-FFF2-40B4-BE49-F238E27FC236}">
                        <a16:creationId xmlns:a16="http://schemas.microsoft.com/office/drawing/2014/main" id="{C73ADBA8-3662-6041-1A35-59779B5D34F0}"/>
                      </a:ext>
                    </a:extLst>
                  </p:cNvPr>
                  <p:cNvSpPr/>
                  <p:nvPr/>
                </p:nvSpPr>
                <p:spPr>
                  <a:xfrm>
                    <a:off x="2876697"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66" name="Freeform: Shape 765">
                    <a:extLst>
                      <a:ext uri="{FF2B5EF4-FFF2-40B4-BE49-F238E27FC236}">
                        <a16:creationId xmlns:a16="http://schemas.microsoft.com/office/drawing/2014/main" id="{9EF0B538-03D0-B278-CA0C-D19A4397ED56}"/>
                      </a:ext>
                    </a:extLst>
                  </p:cNvPr>
                  <p:cNvSpPr/>
                  <p:nvPr/>
                </p:nvSpPr>
                <p:spPr>
                  <a:xfrm>
                    <a:off x="2758558"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67" name="Freeform: Shape 766">
                    <a:extLst>
                      <a:ext uri="{FF2B5EF4-FFF2-40B4-BE49-F238E27FC236}">
                        <a16:creationId xmlns:a16="http://schemas.microsoft.com/office/drawing/2014/main" id="{987566B6-DDDF-8E88-1E4C-2FD5B504749C}"/>
                      </a:ext>
                    </a:extLst>
                  </p:cNvPr>
                  <p:cNvSpPr/>
                  <p:nvPr/>
                </p:nvSpPr>
                <p:spPr>
                  <a:xfrm>
                    <a:off x="2640418"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718" name="Graphic 4773">
                  <a:extLst>
                    <a:ext uri="{FF2B5EF4-FFF2-40B4-BE49-F238E27FC236}">
                      <a16:creationId xmlns:a16="http://schemas.microsoft.com/office/drawing/2014/main" id="{2A89AC02-1E17-ED6D-7CD2-A346D108F047}"/>
                    </a:ext>
                  </a:extLst>
                </p:cNvPr>
                <p:cNvGrpSpPr/>
                <p:nvPr/>
              </p:nvGrpSpPr>
              <p:grpSpPr>
                <a:xfrm>
                  <a:off x="1990651" y="4610690"/>
                  <a:ext cx="886046" cy="59069"/>
                  <a:chOff x="1990651" y="4610690"/>
                  <a:chExt cx="886046" cy="59069"/>
                </a:xfrm>
                <a:grpFill/>
              </p:grpSpPr>
              <p:sp>
                <p:nvSpPr>
                  <p:cNvPr id="752" name="Freeform: Shape 751">
                    <a:extLst>
                      <a:ext uri="{FF2B5EF4-FFF2-40B4-BE49-F238E27FC236}">
                        <a16:creationId xmlns:a16="http://schemas.microsoft.com/office/drawing/2014/main" id="{21BA7278-C34D-04FB-90C3-7BE64EA54966}"/>
                      </a:ext>
                    </a:extLst>
                  </p:cNvPr>
                  <p:cNvSpPr/>
                  <p:nvPr/>
                </p:nvSpPr>
                <p:spPr>
                  <a:xfrm>
                    <a:off x="2817627"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53" name="Freeform: Shape 752">
                    <a:extLst>
                      <a:ext uri="{FF2B5EF4-FFF2-40B4-BE49-F238E27FC236}">
                        <a16:creationId xmlns:a16="http://schemas.microsoft.com/office/drawing/2014/main" id="{E85A7424-D0F8-4B27-EEFE-A5C7BBEDB03A}"/>
                      </a:ext>
                    </a:extLst>
                  </p:cNvPr>
                  <p:cNvSpPr/>
                  <p:nvPr/>
                </p:nvSpPr>
                <p:spPr>
                  <a:xfrm>
                    <a:off x="2699488"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54" name="Freeform: Shape 753">
                    <a:extLst>
                      <a:ext uri="{FF2B5EF4-FFF2-40B4-BE49-F238E27FC236}">
                        <a16:creationId xmlns:a16="http://schemas.microsoft.com/office/drawing/2014/main" id="{B02634AE-9679-0688-5017-4E51AA86F966}"/>
                      </a:ext>
                    </a:extLst>
                  </p:cNvPr>
                  <p:cNvSpPr/>
                  <p:nvPr/>
                </p:nvSpPr>
                <p:spPr>
                  <a:xfrm>
                    <a:off x="2581348"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55" name="Freeform: Shape 754">
                    <a:extLst>
                      <a:ext uri="{FF2B5EF4-FFF2-40B4-BE49-F238E27FC236}">
                        <a16:creationId xmlns:a16="http://schemas.microsoft.com/office/drawing/2014/main" id="{2C4BCE75-94EC-2754-08C5-593D1D2FA8B3}"/>
                      </a:ext>
                    </a:extLst>
                  </p:cNvPr>
                  <p:cNvSpPr/>
                  <p:nvPr/>
                </p:nvSpPr>
                <p:spPr>
                  <a:xfrm>
                    <a:off x="246320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56" name="Freeform: Shape 755">
                    <a:extLst>
                      <a:ext uri="{FF2B5EF4-FFF2-40B4-BE49-F238E27FC236}">
                        <a16:creationId xmlns:a16="http://schemas.microsoft.com/office/drawing/2014/main" id="{BA21D096-5D16-B174-7C9D-94253E1F5711}"/>
                      </a:ext>
                    </a:extLst>
                  </p:cNvPr>
                  <p:cNvSpPr/>
                  <p:nvPr/>
                </p:nvSpPr>
                <p:spPr>
                  <a:xfrm>
                    <a:off x="234506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57" name="Freeform: Shape 756">
                    <a:extLst>
                      <a:ext uri="{FF2B5EF4-FFF2-40B4-BE49-F238E27FC236}">
                        <a16:creationId xmlns:a16="http://schemas.microsoft.com/office/drawing/2014/main" id="{0572B148-89C6-B7F0-366C-D3FE4AB64AA3}"/>
                      </a:ext>
                    </a:extLst>
                  </p:cNvPr>
                  <p:cNvSpPr/>
                  <p:nvPr/>
                </p:nvSpPr>
                <p:spPr>
                  <a:xfrm>
                    <a:off x="2226930"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58" name="Freeform: Shape 757">
                    <a:extLst>
                      <a:ext uri="{FF2B5EF4-FFF2-40B4-BE49-F238E27FC236}">
                        <a16:creationId xmlns:a16="http://schemas.microsoft.com/office/drawing/2014/main" id="{68BE855C-7341-EB72-F1C1-ACAD0F4D2E05}"/>
                      </a:ext>
                    </a:extLst>
                  </p:cNvPr>
                  <p:cNvSpPr/>
                  <p:nvPr/>
                </p:nvSpPr>
                <p:spPr>
                  <a:xfrm>
                    <a:off x="2108790"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59" name="Freeform: Shape 758">
                    <a:extLst>
                      <a:ext uri="{FF2B5EF4-FFF2-40B4-BE49-F238E27FC236}">
                        <a16:creationId xmlns:a16="http://schemas.microsoft.com/office/drawing/2014/main" id="{C8F473AB-DF99-7925-5C4D-9F7D5C317348}"/>
                      </a:ext>
                    </a:extLst>
                  </p:cNvPr>
                  <p:cNvSpPr/>
                  <p:nvPr/>
                </p:nvSpPr>
                <p:spPr>
                  <a:xfrm>
                    <a:off x="1990651"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719" name="Freeform: Shape 718">
                  <a:extLst>
                    <a:ext uri="{FF2B5EF4-FFF2-40B4-BE49-F238E27FC236}">
                      <a16:creationId xmlns:a16="http://schemas.microsoft.com/office/drawing/2014/main" id="{1AECA184-1ECB-EA9C-776B-4557C77DFF0B}"/>
                    </a:ext>
                  </a:extLst>
                </p:cNvPr>
                <p:cNvSpPr/>
                <p:nvPr/>
              </p:nvSpPr>
              <p:spPr>
                <a:xfrm rot="-2700000">
                  <a:off x="3497758" y="3223441"/>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20" name="Freeform: Shape 719">
                  <a:extLst>
                    <a:ext uri="{FF2B5EF4-FFF2-40B4-BE49-F238E27FC236}">
                      <a16:creationId xmlns:a16="http://schemas.microsoft.com/office/drawing/2014/main" id="{FF23F7F5-28D7-E7BB-5F0A-2D5FAD1E7A1B}"/>
                    </a:ext>
                  </a:extLst>
                </p:cNvPr>
                <p:cNvSpPr/>
                <p:nvPr/>
              </p:nvSpPr>
              <p:spPr>
                <a:xfrm>
                  <a:off x="3350142"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21" name="Freeform: Shape 720">
                  <a:extLst>
                    <a:ext uri="{FF2B5EF4-FFF2-40B4-BE49-F238E27FC236}">
                      <a16:creationId xmlns:a16="http://schemas.microsoft.com/office/drawing/2014/main" id="{A9018955-F7EF-E364-18BE-54BC0B0B1C61}"/>
                    </a:ext>
                  </a:extLst>
                </p:cNvPr>
                <p:cNvSpPr/>
                <p:nvPr/>
              </p:nvSpPr>
              <p:spPr>
                <a:xfrm>
                  <a:off x="3202467"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22" name="Freeform: Shape 721">
                  <a:extLst>
                    <a:ext uri="{FF2B5EF4-FFF2-40B4-BE49-F238E27FC236}">
                      <a16:creationId xmlns:a16="http://schemas.microsoft.com/office/drawing/2014/main" id="{7D040213-6974-1FB4-770A-1179E2FF1CCB}"/>
                    </a:ext>
                  </a:extLst>
                </p:cNvPr>
                <p:cNvSpPr/>
                <p:nvPr/>
              </p:nvSpPr>
              <p:spPr>
                <a:xfrm rot="-2700000">
                  <a:off x="3054737" y="3223438"/>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23" name="Freeform: Shape 722">
                  <a:extLst>
                    <a:ext uri="{FF2B5EF4-FFF2-40B4-BE49-F238E27FC236}">
                      <a16:creationId xmlns:a16="http://schemas.microsoft.com/office/drawing/2014/main" id="{18F7672B-406D-0D25-1E92-DF6DB097F096}"/>
                    </a:ext>
                  </a:extLst>
                </p:cNvPr>
                <p:cNvSpPr/>
                <p:nvPr/>
              </p:nvSpPr>
              <p:spPr>
                <a:xfrm rot="-2700000">
                  <a:off x="2907066" y="3223435"/>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24" name="Freeform: Shape 723">
                  <a:extLst>
                    <a:ext uri="{FF2B5EF4-FFF2-40B4-BE49-F238E27FC236}">
                      <a16:creationId xmlns:a16="http://schemas.microsoft.com/office/drawing/2014/main" id="{1E078B84-BB0B-CEA7-FCCB-90ED18B557F4}"/>
                    </a:ext>
                  </a:extLst>
                </p:cNvPr>
                <p:cNvSpPr/>
                <p:nvPr/>
              </p:nvSpPr>
              <p:spPr>
                <a:xfrm>
                  <a:off x="2759444"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25" name="Freeform: Shape 724">
                  <a:extLst>
                    <a:ext uri="{FF2B5EF4-FFF2-40B4-BE49-F238E27FC236}">
                      <a16:creationId xmlns:a16="http://schemas.microsoft.com/office/drawing/2014/main" id="{791AAFB1-33A8-3187-7247-1E7C2703D2CD}"/>
                    </a:ext>
                  </a:extLst>
                </p:cNvPr>
                <p:cNvSpPr/>
                <p:nvPr/>
              </p:nvSpPr>
              <p:spPr>
                <a:xfrm>
                  <a:off x="2611769"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26" name="Freeform: Shape 725">
                  <a:extLst>
                    <a:ext uri="{FF2B5EF4-FFF2-40B4-BE49-F238E27FC236}">
                      <a16:creationId xmlns:a16="http://schemas.microsoft.com/office/drawing/2014/main" id="{90D838CC-DDCC-9973-EBB9-818363E75926}"/>
                    </a:ext>
                  </a:extLst>
                </p:cNvPr>
                <p:cNvSpPr/>
                <p:nvPr/>
              </p:nvSpPr>
              <p:spPr>
                <a:xfrm rot="-2700000">
                  <a:off x="2464040" y="3223432"/>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27" name="Freeform: Shape 726">
                  <a:extLst>
                    <a:ext uri="{FF2B5EF4-FFF2-40B4-BE49-F238E27FC236}">
                      <a16:creationId xmlns:a16="http://schemas.microsoft.com/office/drawing/2014/main" id="{3C714BA2-E05B-EC31-2722-6283D690CCFB}"/>
                    </a:ext>
                  </a:extLst>
                </p:cNvPr>
                <p:cNvSpPr/>
                <p:nvPr/>
              </p:nvSpPr>
              <p:spPr>
                <a:xfrm>
                  <a:off x="1038446" y="3340749"/>
                  <a:ext cx="191326" cy="177091"/>
                </a:xfrm>
                <a:custGeom>
                  <a:avLst/>
                  <a:gdLst>
                    <a:gd name="connsiteX0" fmla="*/ 88546 w 191326"/>
                    <a:gd name="connsiteY0" fmla="*/ 0 h 177091"/>
                    <a:gd name="connsiteX1" fmla="*/ 113887 w 191326"/>
                    <a:gd name="connsiteY1" fmla="*/ 25341 h 177091"/>
                    <a:gd name="connsiteX2" fmla="*/ 71474 w 191326"/>
                    <a:gd name="connsiteY2" fmla="*/ 67694 h 177091"/>
                    <a:gd name="connsiteX3" fmla="*/ 191327 w 191326"/>
                    <a:gd name="connsiteY3" fmla="*/ 67694 h 177091"/>
                    <a:gd name="connsiteX4" fmla="*/ 191327 w 191326"/>
                    <a:gd name="connsiteY4" fmla="*/ 106916 h 177091"/>
                    <a:gd name="connsiteX5" fmla="*/ 68934 w 191326"/>
                    <a:gd name="connsiteY5" fmla="*/ 106916 h 177091"/>
                    <a:gd name="connsiteX6" fmla="*/ 113887 w 191326"/>
                    <a:gd name="connsiteY6" fmla="*/ 151809 h 177091"/>
                    <a:gd name="connsiteX7" fmla="*/ 88546 w 191326"/>
                    <a:gd name="connsiteY7" fmla="*/ 177091 h 177091"/>
                    <a:gd name="connsiteX8" fmla="*/ 0 w 191326"/>
                    <a:gd name="connsiteY8" fmla="*/ 88546 h 177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326" h="177091">
                      <a:moveTo>
                        <a:pt x="88546" y="0"/>
                      </a:moveTo>
                      <a:lnTo>
                        <a:pt x="113887" y="25341"/>
                      </a:lnTo>
                      <a:lnTo>
                        <a:pt x="71474" y="67694"/>
                      </a:lnTo>
                      <a:lnTo>
                        <a:pt x="191327" y="67694"/>
                      </a:lnTo>
                      <a:lnTo>
                        <a:pt x="191327" y="106916"/>
                      </a:lnTo>
                      <a:lnTo>
                        <a:pt x="68934" y="106916"/>
                      </a:lnTo>
                      <a:lnTo>
                        <a:pt x="113887" y="151809"/>
                      </a:lnTo>
                      <a:lnTo>
                        <a:pt x="88546" y="177091"/>
                      </a:lnTo>
                      <a:lnTo>
                        <a:pt x="0" y="8854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28" name="Freeform: Shape 727">
                  <a:extLst>
                    <a:ext uri="{FF2B5EF4-FFF2-40B4-BE49-F238E27FC236}">
                      <a16:creationId xmlns:a16="http://schemas.microsoft.com/office/drawing/2014/main" id="{6178A86B-7493-2FB7-FDBD-B2451567BE3A}"/>
                    </a:ext>
                  </a:extLst>
                </p:cNvPr>
                <p:cNvSpPr/>
                <p:nvPr/>
              </p:nvSpPr>
              <p:spPr>
                <a:xfrm>
                  <a:off x="5004626" y="1576512"/>
                  <a:ext cx="174374" cy="161437"/>
                </a:xfrm>
                <a:custGeom>
                  <a:avLst/>
                  <a:gdLst>
                    <a:gd name="connsiteX0" fmla="*/ 80690 w 174374"/>
                    <a:gd name="connsiteY0" fmla="*/ 0 h 161437"/>
                    <a:gd name="connsiteX1" fmla="*/ 103727 w 174374"/>
                    <a:gd name="connsiteY1" fmla="*/ 23037 h 161437"/>
                    <a:gd name="connsiteX2" fmla="*/ 65154 w 174374"/>
                    <a:gd name="connsiteY2" fmla="*/ 61669 h 161437"/>
                    <a:gd name="connsiteX3" fmla="*/ 174374 w 174374"/>
                    <a:gd name="connsiteY3" fmla="*/ 61669 h 161437"/>
                    <a:gd name="connsiteX4" fmla="*/ 174374 w 174374"/>
                    <a:gd name="connsiteY4" fmla="*/ 97406 h 161437"/>
                    <a:gd name="connsiteX5" fmla="*/ 62850 w 174374"/>
                    <a:gd name="connsiteY5" fmla="*/ 97406 h 161437"/>
                    <a:gd name="connsiteX6" fmla="*/ 103727 w 174374"/>
                    <a:gd name="connsiteY6" fmla="*/ 138341 h 161437"/>
                    <a:gd name="connsiteX7" fmla="*/ 80690 w 174374"/>
                    <a:gd name="connsiteY7" fmla="*/ 161438 h 161437"/>
                    <a:gd name="connsiteX8" fmla="*/ 0 w 174374"/>
                    <a:gd name="connsiteY8" fmla="*/ 80689 h 16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4374" h="161437">
                      <a:moveTo>
                        <a:pt x="80690" y="0"/>
                      </a:moveTo>
                      <a:lnTo>
                        <a:pt x="103727" y="23037"/>
                      </a:lnTo>
                      <a:lnTo>
                        <a:pt x="65154" y="61669"/>
                      </a:lnTo>
                      <a:lnTo>
                        <a:pt x="174374" y="61669"/>
                      </a:lnTo>
                      <a:lnTo>
                        <a:pt x="174374" y="97406"/>
                      </a:lnTo>
                      <a:lnTo>
                        <a:pt x="62850" y="97406"/>
                      </a:lnTo>
                      <a:lnTo>
                        <a:pt x="103727" y="138341"/>
                      </a:lnTo>
                      <a:lnTo>
                        <a:pt x="80690" y="161438"/>
                      </a:lnTo>
                      <a:lnTo>
                        <a:pt x="0" y="8068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729" name="Graphic 4773">
                  <a:extLst>
                    <a:ext uri="{FF2B5EF4-FFF2-40B4-BE49-F238E27FC236}">
                      <a16:creationId xmlns:a16="http://schemas.microsoft.com/office/drawing/2014/main" id="{E064A51D-E884-5AED-59B6-58408C6C653C}"/>
                    </a:ext>
                  </a:extLst>
                </p:cNvPr>
                <p:cNvGrpSpPr/>
                <p:nvPr/>
              </p:nvGrpSpPr>
              <p:grpSpPr>
                <a:xfrm>
                  <a:off x="457259" y="2897903"/>
                  <a:ext cx="526784" cy="117726"/>
                  <a:chOff x="457259" y="2897903"/>
                  <a:chExt cx="526784" cy="117726"/>
                </a:xfrm>
                <a:grpFill/>
              </p:grpSpPr>
              <p:sp>
                <p:nvSpPr>
                  <p:cNvPr id="730" name="Freeform: Shape 729">
                    <a:extLst>
                      <a:ext uri="{FF2B5EF4-FFF2-40B4-BE49-F238E27FC236}">
                        <a16:creationId xmlns:a16="http://schemas.microsoft.com/office/drawing/2014/main" id="{FD39E124-E1FF-E761-1D9C-4E93350D3A00}"/>
                      </a:ext>
                    </a:extLst>
                  </p:cNvPr>
                  <p:cNvSpPr/>
                  <p:nvPr/>
                </p:nvSpPr>
                <p:spPr>
                  <a:xfrm>
                    <a:off x="882147" y="2924248"/>
                    <a:ext cx="8269" cy="9214"/>
                  </a:xfrm>
                  <a:custGeom>
                    <a:avLst/>
                    <a:gdLst>
                      <a:gd name="connsiteX0" fmla="*/ 0 w 8269"/>
                      <a:gd name="connsiteY0" fmla="*/ 3131 h 9214"/>
                      <a:gd name="connsiteX1" fmla="*/ 5316 w 8269"/>
                      <a:gd name="connsiteY1" fmla="*/ 0 h 9214"/>
                      <a:gd name="connsiteX2" fmla="*/ 8270 w 8269"/>
                      <a:gd name="connsiteY2" fmla="*/ 5139 h 9214"/>
                      <a:gd name="connsiteX3" fmla="*/ 5907 w 8269"/>
                      <a:gd name="connsiteY3" fmla="*/ 6498 h 9214"/>
                      <a:gd name="connsiteX4" fmla="*/ 5907 w 8269"/>
                      <a:gd name="connsiteY4" fmla="*/ 9215 h 9214"/>
                      <a:gd name="connsiteX5" fmla="*/ 0 w 8269"/>
                      <a:gd name="connsiteY5" fmla="*/ 9215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0" y="3131"/>
                        </a:moveTo>
                        <a:lnTo>
                          <a:pt x="5316" y="0"/>
                        </a:lnTo>
                        <a:lnTo>
                          <a:pt x="8270" y="5139"/>
                        </a:lnTo>
                        <a:lnTo>
                          <a:pt x="5907" y="6498"/>
                        </a:lnTo>
                        <a:lnTo>
                          <a:pt x="5907" y="9215"/>
                        </a:lnTo>
                        <a:lnTo>
                          <a:pt x="0" y="9215"/>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31" name="Freeform: Shape 730">
                    <a:extLst>
                      <a:ext uri="{FF2B5EF4-FFF2-40B4-BE49-F238E27FC236}">
                        <a16:creationId xmlns:a16="http://schemas.microsoft.com/office/drawing/2014/main" id="{14DA109A-B773-C221-3156-9EE9DF1327D0}"/>
                      </a:ext>
                    </a:extLst>
                  </p:cNvPr>
                  <p:cNvSpPr/>
                  <p:nvPr/>
                </p:nvSpPr>
                <p:spPr>
                  <a:xfrm rot="-1800341">
                    <a:off x="896354" y="2917003"/>
                    <a:ext cx="9333" cy="5907"/>
                  </a:xfrm>
                  <a:custGeom>
                    <a:avLst/>
                    <a:gdLst>
                      <a:gd name="connsiteX0" fmla="*/ 0 w 9333"/>
                      <a:gd name="connsiteY0" fmla="*/ 0 h 5907"/>
                      <a:gd name="connsiteX1" fmla="*/ 9333 w 9333"/>
                      <a:gd name="connsiteY1" fmla="*/ 0 h 5907"/>
                      <a:gd name="connsiteX2" fmla="*/ 9333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3" y="0"/>
                        </a:lnTo>
                        <a:lnTo>
                          <a:pt x="9333"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32" name="Freeform: Shape 731">
                    <a:extLst>
                      <a:ext uri="{FF2B5EF4-FFF2-40B4-BE49-F238E27FC236}">
                        <a16:creationId xmlns:a16="http://schemas.microsoft.com/office/drawing/2014/main" id="{33265861-16D6-D621-F2B7-6AED1CC0FCBA}"/>
                      </a:ext>
                    </a:extLst>
                  </p:cNvPr>
                  <p:cNvSpPr/>
                  <p:nvPr/>
                </p:nvSpPr>
                <p:spPr>
                  <a:xfrm>
                    <a:off x="911682" y="2905641"/>
                    <a:ext cx="10986" cy="9805"/>
                  </a:xfrm>
                  <a:custGeom>
                    <a:avLst/>
                    <a:gdLst>
                      <a:gd name="connsiteX0" fmla="*/ 8033 w 10986"/>
                      <a:gd name="connsiteY0" fmla="*/ 0 h 9805"/>
                      <a:gd name="connsiteX1" fmla="*/ 10987 w 10986"/>
                      <a:gd name="connsiteY1" fmla="*/ 5139 h 9805"/>
                      <a:gd name="connsiteX2" fmla="*/ 2953 w 10986"/>
                      <a:gd name="connsiteY2" fmla="*/ 9806 h 9805"/>
                      <a:gd name="connsiteX3" fmla="*/ 0 w 10986"/>
                      <a:gd name="connsiteY3" fmla="*/ 4667 h 9805"/>
                    </a:gdLst>
                    <a:ahLst/>
                    <a:cxnLst>
                      <a:cxn ang="0">
                        <a:pos x="connsiteX0" y="connsiteY0"/>
                      </a:cxn>
                      <a:cxn ang="0">
                        <a:pos x="connsiteX1" y="connsiteY1"/>
                      </a:cxn>
                      <a:cxn ang="0">
                        <a:pos x="connsiteX2" y="connsiteY2"/>
                      </a:cxn>
                      <a:cxn ang="0">
                        <a:pos x="connsiteX3" y="connsiteY3"/>
                      </a:cxn>
                    </a:cxnLst>
                    <a:rect l="l" t="t" r="r" b="b"/>
                    <a:pathLst>
                      <a:path w="10986" h="9805">
                        <a:moveTo>
                          <a:pt x="8033" y="0"/>
                        </a:moveTo>
                        <a:lnTo>
                          <a:pt x="10987" y="5139"/>
                        </a:lnTo>
                        <a:lnTo>
                          <a:pt x="2953" y="9806"/>
                        </a:lnTo>
                        <a:lnTo>
                          <a:pt x="0" y="466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33" name="Freeform: Shape 732">
                    <a:extLst>
                      <a:ext uri="{FF2B5EF4-FFF2-40B4-BE49-F238E27FC236}">
                        <a16:creationId xmlns:a16="http://schemas.microsoft.com/office/drawing/2014/main" id="{4E7BEF29-A5F7-E410-3ECD-C3A1BFB672C9}"/>
                      </a:ext>
                    </a:extLst>
                  </p:cNvPr>
                  <p:cNvSpPr/>
                  <p:nvPr/>
                </p:nvSpPr>
                <p:spPr>
                  <a:xfrm>
                    <a:off x="927808" y="2897903"/>
                    <a:ext cx="10632" cy="8210"/>
                  </a:xfrm>
                  <a:custGeom>
                    <a:avLst/>
                    <a:gdLst>
                      <a:gd name="connsiteX0" fmla="*/ 5257 w 10632"/>
                      <a:gd name="connsiteY0" fmla="*/ 0 h 8210"/>
                      <a:gd name="connsiteX1" fmla="*/ 10632 w 10632"/>
                      <a:gd name="connsiteY1" fmla="*/ 3072 h 8210"/>
                      <a:gd name="connsiteX2" fmla="*/ 7679 w 10632"/>
                      <a:gd name="connsiteY2" fmla="*/ 8211 h 8210"/>
                      <a:gd name="connsiteX3" fmla="*/ 5257 w 10632"/>
                      <a:gd name="connsiteY3" fmla="*/ 6852 h 8210"/>
                      <a:gd name="connsiteX4" fmla="*/ 2953 w 10632"/>
                      <a:gd name="connsiteY4" fmla="*/ 8211 h 8210"/>
                      <a:gd name="connsiteX5" fmla="*/ 0 w 10632"/>
                      <a:gd name="connsiteY5" fmla="*/ 3072 h 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10">
                        <a:moveTo>
                          <a:pt x="5257" y="0"/>
                        </a:moveTo>
                        <a:lnTo>
                          <a:pt x="10632" y="3072"/>
                        </a:lnTo>
                        <a:lnTo>
                          <a:pt x="7679" y="8211"/>
                        </a:lnTo>
                        <a:lnTo>
                          <a:pt x="5257" y="6852"/>
                        </a:lnTo>
                        <a:lnTo>
                          <a:pt x="2953" y="8211"/>
                        </a:lnTo>
                        <a:lnTo>
                          <a:pt x="0" y="3072"/>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34" name="Freeform: Shape 733">
                    <a:extLst>
                      <a:ext uri="{FF2B5EF4-FFF2-40B4-BE49-F238E27FC236}">
                        <a16:creationId xmlns:a16="http://schemas.microsoft.com/office/drawing/2014/main" id="{D2ABBF23-9235-FBED-D8DD-BE8A6255308D}"/>
                      </a:ext>
                    </a:extLst>
                  </p:cNvPr>
                  <p:cNvSpPr/>
                  <p:nvPr/>
                </p:nvSpPr>
                <p:spPr>
                  <a:xfrm>
                    <a:off x="959647" y="2914915"/>
                    <a:ext cx="11046" cy="9805"/>
                  </a:xfrm>
                  <a:custGeom>
                    <a:avLst/>
                    <a:gdLst>
                      <a:gd name="connsiteX0" fmla="*/ 2953 w 11046"/>
                      <a:gd name="connsiteY0" fmla="*/ 0 h 9805"/>
                      <a:gd name="connsiteX1" fmla="*/ 11046 w 11046"/>
                      <a:gd name="connsiteY1" fmla="*/ 4726 h 9805"/>
                      <a:gd name="connsiteX2" fmla="*/ 8033 w 11046"/>
                      <a:gd name="connsiteY2" fmla="*/ 9806 h 9805"/>
                      <a:gd name="connsiteX3" fmla="*/ 0 w 11046"/>
                      <a:gd name="connsiteY3" fmla="*/ 5139 h 9805"/>
                    </a:gdLst>
                    <a:ahLst/>
                    <a:cxnLst>
                      <a:cxn ang="0">
                        <a:pos x="connsiteX0" y="connsiteY0"/>
                      </a:cxn>
                      <a:cxn ang="0">
                        <a:pos x="connsiteX1" y="connsiteY1"/>
                      </a:cxn>
                      <a:cxn ang="0">
                        <a:pos x="connsiteX2" y="connsiteY2"/>
                      </a:cxn>
                      <a:cxn ang="0">
                        <a:pos x="connsiteX3" y="connsiteY3"/>
                      </a:cxn>
                    </a:cxnLst>
                    <a:rect l="l" t="t" r="r" b="b"/>
                    <a:pathLst>
                      <a:path w="11046" h="9805">
                        <a:moveTo>
                          <a:pt x="2953" y="0"/>
                        </a:moveTo>
                        <a:lnTo>
                          <a:pt x="11046" y="4726"/>
                        </a:lnTo>
                        <a:lnTo>
                          <a:pt x="8033" y="9806"/>
                        </a:lnTo>
                        <a:lnTo>
                          <a:pt x="0" y="513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35" name="Freeform: Shape 734">
                    <a:extLst>
                      <a:ext uri="{FF2B5EF4-FFF2-40B4-BE49-F238E27FC236}">
                        <a16:creationId xmlns:a16="http://schemas.microsoft.com/office/drawing/2014/main" id="{CF0FAFB1-D5CA-A33B-0618-43AD48F63C6C}"/>
                      </a:ext>
                    </a:extLst>
                  </p:cNvPr>
                  <p:cNvSpPr/>
                  <p:nvPr/>
                </p:nvSpPr>
                <p:spPr>
                  <a:xfrm rot="-3600896">
                    <a:off x="946174" y="2906009"/>
                    <a:ext cx="5907" cy="9274"/>
                  </a:xfrm>
                  <a:custGeom>
                    <a:avLst/>
                    <a:gdLst>
                      <a:gd name="connsiteX0" fmla="*/ 0 w 5907"/>
                      <a:gd name="connsiteY0" fmla="*/ 0 h 9274"/>
                      <a:gd name="connsiteX1" fmla="*/ 5907 w 5907"/>
                      <a:gd name="connsiteY1" fmla="*/ 0 h 9274"/>
                      <a:gd name="connsiteX2" fmla="*/ 5907 w 5907"/>
                      <a:gd name="connsiteY2" fmla="*/ 9275 h 9274"/>
                      <a:gd name="connsiteX3" fmla="*/ 0 w 5907"/>
                      <a:gd name="connsiteY3" fmla="*/ 9275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5"/>
                        </a:lnTo>
                        <a:lnTo>
                          <a:pt x="0" y="9275"/>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36" name="Freeform: Shape 735">
                    <a:extLst>
                      <a:ext uri="{FF2B5EF4-FFF2-40B4-BE49-F238E27FC236}">
                        <a16:creationId xmlns:a16="http://schemas.microsoft.com/office/drawing/2014/main" id="{71D63886-AAF5-6DB7-E50F-0757658CD0AA}"/>
                      </a:ext>
                    </a:extLst>
                  </p:cNvPr>
                  <p:cNvSpPr/>
                  <p:nvPr/>
                </p:nvSpPr>
                <p:spPr>
                  <a:xfrm>
                    <a:off x="975773" y="2924248"/>
                    <a:ext cx="8269" cy="9214"/>
                  </a:xfrm>
                  <a:custGeom>
                    <a:avLst/>
                    <a:gdLst>
                      <a:gd name="connsiteX0" fmla="*/ 2953 w 8269"/>
                      <a:gd name="connsiteY0" fmla="*/ 0 h 9214"/>
                      <a:gd name="connsiteX1" fmla="*/ 8270 w 8269"/>
                      <a:gd name="connsiteY1" fmla="*/ 3131 h 9214"/>
                      <a:gd name="connsiteX2" fmla="*/ 8270 w 8269"/>
                      <a:gd name="connsiteY2" fmla="*/ 9215 h 9214"/>
                      <a:gd name="connsiteX3" fmla="*/ 2304 w 8269"/>
                      <a:gd name="connsiteY3" fmla="*/ 9215 h 9214"/>
                      <a:gd name="connsiteX4" fmla="*/ 2304 w 8269"/>
                      <a:gd name="connsiteY4" fmla="*/ 6498 h 9214"/>
                      <a:gd name="connsiteX5" fmla="*/ 0 w 8269"/>
                      <a:gd name="connsiteY5" fmla="*/ 5139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2953" y="0"/>
                        </a:moveTo>
                        <a:lnTo>
                          <a:pt x="8270" y="3131"/>
                        </a:lnTo>
                        <a:lnTo>
                          <a:pt x="8270" y="9215"/>
                        </a:lnTo>
                        <a:lnTo>
                          <a:pt x="2304" y="9215"/>
                        </a:lnTo>
                        <a:lnTo>
                          <a:pt x="2304" y="6498"/>
                        </a:lnTo>
                        <a:lnTo>
                          <a:pt x="0" y="513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37" name="Freeform: Shape 736">
                    <a:extLst>
                      <a:ext uri="{FF2B5EF4-FFF2-40B4-BE49-F238E27FC236}">
                        <a16:creationId xmlns:a16="http://schemas.microsoft.com/office/drawing/2014/main" id="{EB94F219-7FDB-A777-6A91-5E5990DF96FC}"/>
                      </a:ext>
                    </a:extLst>
                  </p:cNvPr>
                  <p:cNvSpPr/>
                  <p:nvPr/>
                </p:nvSpPr>
                <p:spPr>
                  <a:xfrm>
                    <a:off x="978077" y="2961403"/>
                    <a:ext cx="5966" cy="9273"/>
                  </a:xfrm>
                  <a:custGeom>
                    <a:avLst/>
                    <a:gdLst>
                      <a:gd name="connsiteX0" fmla="*/ 0 w 5966"/>
                      <a:gd name="connsiteY0" fmla="*/ 0 h 9273"/>
                      <a:gd name="connsiteX1" fmla="*/ 5966 w 5966"/>
                      <a:gd name="connsiteY1" fmla="*/ 0 h 9273"/>
                      <a:gd name="connsiteX2" fmla="*/ 5966 w 5966"/>
                      <a:gd name="connsiteY2" fmla="*/ 9274 h 9273"/>
                      <a:gd name="connsiteX3" fmla="*/ 0 w 5966"/>
                      <a:gd name="connsiteY3" fmla="*/ 9274 h 9273"/>
                    </a:gdLst>
                    <a:ahLst/>
                    <a:cxnLst>
                      <a:cxn ang="0">
                        <a:pos x="connsiteX0" y="connsiteY0"/>
                      </a:cxn>
                      <a:cxn ang="0">
                        <a:pos x="connsiteX1" y="connsiteY1"/>
                      </a:cxn>
                      <a:cxn ang="0">
                        <a:pos x="connsiteX2" y="connsiteY2"/>
                      </a:cxn>
                      <a:cxn ang="0">
                        <a:pos x="connsiteX3" y="connsiteY3"/>
                      </a:cxn>
                    </a:cxnLst>
                    <a:rect l="l" t="t" r="r" b="b"/>
                    <a:pathLst>
                      <a:path w="5966" h="9273">
                        <a:moveTo>
                          <a:pt x="0" y="0"/>
                        </a:moveTo>
                        <a:lnTo>
                          <a:pt x="5966" y="0"/>
                        </a:lnTo>
                        <a:lnTo>
                          <a:pt x="5966"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38" name="Freeform: Shape 737">
                    <a:extLst>
                      <a:ext uri="{FF2B5EF4-FFF2-40B4-BE49-F238E27FC236}">
                        <a16:creationId xmlns:a16="http://schemas.microsoft.com/office/drawing/2014/main" id="{AC961415-18C9-ED2E-986D-A5B2E79C4893}"/>
                      </a:ext>
                    </a:extLst>
                  </p:cNvPr>
                  <p:cNvSpPr/>
                  <p:nvPr/>
                </p:nvSpPr>
                <p:spPr>
                  <a:xfrm>
                    <a:off x="978077" y="2942796"/>
                    <a:ext cx="5966" cy="9333"/>
                  </a:xfrm>
                  <a:custGeom>
                    <a:avLst/>
                    <a:gdLst>
                      <a:gd name="connsiteX0" fmla="*/ 0 w 5966"/>
                      <a:gd name="connsiteY0" fmla="*/ 0 h 9333"/>
                      <a:gd name="connsiteX1" fmla="*/ 5966 w 5966"/>
                      <a:gd name="connsiteY1" fmla="*/ 0 h 9333"/>
                      <a:gd name="connsiteX2" fmla="*/ 5966 w 5966"/>
                      <a:gd name="connsiteY2" fmla="*/ 9333 h 9333"/>
                      <a:gd name="connsiteX3" fmla="*/ 0 w 5966"/>
                      <a:gd name="connsiteY3" fmla="*/ 9333 h 9333"/>
                    </a:gdLst>
                    <a:ahLst/>
                    <a:cxnLst>
                      <a:cxn ang="0">
                        <a:pos x="connsiteX0" y="connsiteY0"/>
                      </a:cxn>
                      <a:cxn ang="0">
                        <a:pos x="connsiteX1" y="connsiteY1"/>
                      </a:cxn>
                      <a:cxn ang="0">
                        <a:pos x="connsiteX2" y="connsiteY2"/>
                      </a:cxn>
                      <a:cxn ang="0">
                        <a:pos x="connsiteX3" y="connsiteY3"/>
                      </a:cxn>
                    </a:cxnLst>
                    <a:rect l="l" t="t" r="r" b="b"/>
                    <a:pathLst>
                      <a:path w="5966" h="9333">
                        <a:moveTo>
                          <a:pt x="0" y="0"/>
                        </a:moveTo>
                        <a:lnTo>
                          <a:pt x="5966" y="0"/>
                        </a:lnTo>
                        <a:lnTo>
                          <a:pt x="5966" y="9333"/>
                        </a:lnTo>
                        <a:lnTo>
                          <a:pt x="0" y="933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39" name="Freeform: Shape 738">
                    <a:extLst>
                      <a:ext uri="{FF2B5EF4-FFF2-40B4-BE49-F238E27FC236}">
                        <a16:creationId xmlns:a16="http://schemas.microsoft.com/office/drawing/2014/main" id="{823757D8-D91C-3ACB-0BA1-D1F60CBBA43A}"/>
                      </a:ext>
                    </a:extLst>
                  </p:cNvPr>
                  <p:cNvSpPr/>
                  <p:nvPr/>
                </p:nvSpPr>
                <p:spPr>
                  <a:xfrm>
                    <a:off x="975773" y="2980010"/>
                    <a:ext cx="8269" cy="9214"/>
                  </a:xfrm>
                  <a:custGeom>
                    <a:avLst/>
                    <a:gdLst>
                      <a:gd name="connsiteX0" fmla="*/ 8270 w 8269"/>
                      <a:gd name="connsiteY0" fmla="*/ 6143 h 9214"/>
                      <a:gd name="connsiteX1" fmla="*/ 2953 w 8269"/>
                      <a:gd name="connsiteY1" fmla="*/ 9215 h 9214"/>
                      <a:gd name="connsiteX2" fmla="*/ 0 w 8269"/>
                      <a:gd name="connsiteY2" fmla="*/ 4135 h 9214"/>
                      <a:gd name="connsiteX3" fmla="*/ 2304 w 8269"/>
                      <a:gd name="connsiteY3" fmla="*/ 2776 h 9214"/>
                      <a:gd name="connsiteX4" fmla="*/ 2304 w 8269"/>
                      <a:gd name="connsiteY4" fmla="*/ 0 h 9214"/>
                      <a:gd name="connsiteX5" fmla="*/ 8270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8270" y="6143"/>
                        </a:moveTo>
                        <a:lnTo>
                          <a:pt x="2953" y="9215"/>
                        </a:lnTo>
                        <a:lnTo>
                          <a:pt x="0" y="4135"/>
                        </a:lnTo>
                        <a:lnTo>
                          <a:pt x="2304" y="2776"/>
                        </a:lnTo>
                        <a:lnTo>
                          <a:pt x="2304" y="0"/>
                        </a:lnTo>
                        <a:lnTo>
                          <a:pt x="827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40" name="Freeform: Shape 739">
                    <a:extLst>
                      <a:ext uri="{FF2B5EF4-FFF2-40B4-BE49-F238E27FC236}">
                        <a16:creationId xmlns:a16="http://schemas.microsoft.com/office/drawing/2014/main" id="{F48ADC89-D59A-93B5-5235-48B3F6E39660}"/>
                      </a:ext>
                    </a:extLst>
                  </p:cNvPr>
                  <p:cNvSpPr/>
                  <p:nvPr/>
                </p:nvSpPr>
                <p:spPr>
                  <a:xfrm rot="-1801109">
                    <a:off x="960619" y="2990764"/>
                    <a:ext cx="9274" cy="5907"/>
                  </a:xfrm>
                  <a:custGeom>
                    <a:avLst/>
                    <a:gdLst>
                      <a:gd name="connsiteX0" fmla="*/ 0 w 9274"/>
                      <a:gd name="connsiteY0" fmla="*/ 0 h 5907"/>
                      <a:gd name="connsiteX1" fmla="*/ 9274 w 9274"/>
                      <a:gd name="connsiteY1" fmla="*/ 0 h 5907"/>
                      <a:gd name="connsiteX2" fmla="*/ 9274 w 9274"/>
                      <a:gd name="connsiteY2" fmla="*/ 5907 h 5907"/>
                      <a:gd name="connsiteX3" fmla="*/ 0 w 9274"/>
                      <a:gd name="connsiteY3" fmla="*/ 5907 h 5907"/>
                    </a:gdLst>
                    <a:ahLst/>
                    <a:cxnLst>
                      <a:cxn ang="0">
                        <a:pos x="connsiteX0" y="connsiteY0"/>
                      </a:cxn>
                      <a:cxn ang="0">
                        <a:pos x="connsiteX1" y="connsiteY1"/>
                      </a:cxn>
                      <a:cxn ang="0">
                        <a:pos x="connsiteX2" y="connsiteY2"/>
                      </a:cxn>
                      <a:cxn ang="0">
                        <a:pos x="connsiteX3" y="connsiteY3"/>
                      </a:cxn>
                    </a:cxnLst>
                    <a:rect l="l" t="t" r="r" b="b"/>
                    <a:pathLst>
                      <a:path w="9274" h="5907">
                        <a:moveTo>
                          <a:pt x="0" y="0"/>
                        </a:moveTo>
                        <a:lnTo>
                          <a:pt x="9274" y="0"/>
                        </a:lnTo>
                        <a:lnTo>
                          <a:pt x="9274"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41" name="Freeform: Shape 740">
                    <a:extLst>
                      <a:ext uri="{FF2B5EF4-FFF2-40B4-BE49-F238E27FC236}">
                        <a16:creationId xmlns:a16="http://schemas.microsoft.com/office/drawing/2014/main" id="{0B737726-C10B-FC8A-CB45-97E410C6E535}"/>
                      </a:ext>
                    </a:extLst>
                  </p:cNvPr>
                  <p:cNvSpPr/>
                  <p:nvPr/>
                </p:nvSpPr>
                <p:spPr>
                  <a:xfrm rot="-1806651">
                    <a:off x="944560" y="3000057"/>
                    <a:ext cx="9333" cy="5907"/>
                  </a:xfrm>
                  <a:custGeom>
                    <a:avLst/>
                    <a:gdLst>
                      <a:gd name="connsiteX0" fmla="*/ 0 w 9333"/>
                      <a:gd name="connsiteY0" fmla="*/ 0 h 5907"/>
                      <a:gd name="connsiteX1" fmla="*/ 9334 w 9333"/>
                      <a:gd name="connsiteY1" fmla="*/ 0 h 5907"/>
                      <a:gd name="connsiteX2" fmla="*/ 9334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4" y="0"/>
                        </a:lnTo>
                        <a:lnTo>
                          <a:pt x="9334"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42" name="Freeform: Shape 741">
                    <a:extLst>
                      <a:ext uri="{FF2B5EF4-FFF2-40B4-BE49-F238E27FC236}">
                        <a16:creationId xmlns:a16="http://schemas.microsoft.com/office/drawing/2014/main" id="{6902F0F9-9E72-192B-1560-C719AEDE7BBD}"/>
                      </a:ext>
                    </a:extLst>
                  </p:cNvPr>
                  <p:cNvSpPr/>
                  <p:nvPr/>
                </p:nvSpPr>
                <p:spPr>
                  <a:xfrm>
                    <a:off x="927808" y="3007359"/>
                    <a:ext cx="10632" cy="8269"/>
                  </a:xfrm>
                  <a:custGeom>
                    <a:avLst/>
                    <a:gdLst>
                      <a:gd name="connsiteX0" fmla="*/ 5257 w 10632"/>
                      <a:gd name="connsiteY0" fmla="*/ 1418 h 8269"/>
                      <a:gd name="connsiteX1" fmla="*/ 7679 w 10632"/>
                      <a:gd name="connsiteY1" fmla="*/ 0 h 8269"/>
                      <a:gd name="connsiteX2" fmla="*/ 10632 w 10632"/>
                      <a:gd name="connsiteY2" fmla="*/ 5139 h 8269"/>
                      <a:gd name="connsiteX3" fmla="*/ 5257 w 10632"/>
                      <a:gd name="connsiteY3" fmla="*/ 8270 h 8269"/>
                      <a:gd name="connsiteX4" fmla="*/ 0 w 10632"/>
                      <a:gd name="connsiteY4" fmla="*/ 5139 h 8269"/>
                      <a:gd name="connsiteX5" fmla="*/ 2953 w 10632"/>
                      <a:gd name="connsiteY5" fmla="*/ 0 h 8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69">
                        <a:moveTo>
                          <a:pt x="5257" y="1418"/>
                        </a:moveTo>
                        <a:lnTo>
                          <a:pt x="7679" y="0"/>
                        </a:lnTo>
                        <a:lnTo>
                          <a:pt x="10632" y="5139"/>
                        </a:lnTo>
                        <a:lnTo>
                          <a:pt x="5257" y="8270"/>
                        </a:lnTo>
                        <a:lnTo>
                          <a:pt x="0" y="5139"/>
                        </a:lnTo>
                        <a:lnTo>
                          <a:pt x="2953"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43" name="Freeform: Shape 742">
                    <a:extLst>
                      <a:ext uri="{FF2B5EF4-FFF2-40B4-BE49-F238E27FC236}">
                        <a16:creationId xmlns:a16="http://schemas.microsoft.com/office/drawing/2014/main" id="{8C631ECC-62B5-F9C2-37FE-EAAEF35512A4}"/>
                      </a:ext>
                    </a:extLst>
                  </p:cNvPr>
                  <p:cNvSpPr/>
                  <p:nvPr/>
                </p:nvSpPr>
                <p:spPr>
                  <a:xfrm rot="-3604434">
                    <a:off x="898141" y="2989017"/>
                    <a:ext cx="5966" cy="9274"/>
                  </a:xfrm>
                  <a:custGeom>
                    <a:avLst/>
                    <a:gdLst>
                      <a:gd name="connsiteX0" fmla="*/ 0 w 5966"/>
                      <a:gd name="connsiteY0" fmla="*/ 0 h 9274"/>
                      <a:gd name="connsiteX1" fmla="*/ 5966 w 5966"/>
                      <a:gd name="connsiteY1" fmla="*/ 0 h 9274"/>
                      <a:gd name="connsiteX2" fmla="*/ 5966 w 5966"/>
                      <a:gd name="connsiteY2" fmla="*/ 9274 h 9274"/>
                      <a:gd name="connsiteX3" fmla="*/ 0 w 5966"/>
                      <a:gd name="connsiteY3" fmla="*/ 9274 h 9274"/>
                    </a:gdLst>
                    <a:ahLst/>
                    <a:cxnLst>
                      <a:cxn ang="0">
                        <a:pos x="connsiteX0" y="connsiteY0"/>
                      </a:cxn>
                      <a:cxn ang="0">
                        <a:pos x="connsiteX1" y="connsiteY1"/>
                      </a:cxn>
                      <a:cxn ang="0">
                        <a:pos x="connsiteX2" y="connsiteY2"/>
                      </a:cxn>
                      <a:cxn ang="0">
                        <a:pos x="connsiteX3" y="connsiteY3"/>
                      </a:cxn>
                    </a:cxnLst>
                    <a:rect l="l" t="t" r="r" b="b"/>
                    <a:pathLst>
                      <a:path w="5966" h="9274">
                        <a:moveTo>
                          <a:pt x="0" y="0"/>
                        </a:moveTo>
                        <a:lnTo>
                          <a:pt x="5966" y="0"/>
                        </a:lnTo>
                        <a:lnTo>
                          <a:pt x="5966"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44" name="Freeform: Shape 743">
                    <a:extLst>
                      <a:ext uri="{FF2B5EF4-FFF2-40B4-BE49-F238E27FC236}">
                        <a16:creationId xmlns:a16="http://schemas.microsoft.com/office/drawing/2014/main" id="{7B6918FF-B368-3782-04D7-F6B3B84EF2A4}"/>
                      </a:ext>
                    </a:extLst>
                  </p:cNvPr>
                  <p:cNvSpPr/>
                  <p:nvPr/>
                </p:nvSpPr>
                <p:spPr>
                  <a:xfrm rot="-3587633">
                    <a:off x="914188" y="2998227"/>
                    <a:ext cx="5906" cy="9332"/>
                  </a:xfrm>
                  <a:custGeom>
                    <a:avLst/>
                    <a:gdLst>
                      <a:gd name="connsiteX0" fmla="*/ 0 w 5906"/>
                      <a:gd name="connsiteY0" fmla="*/ 0 h 9332"/>
                      <a:gd name="connsiteX1" fmla="*/ 5907 w 5906"/>
                      <a:gd name="connsiteY1" fmla="*/ 0 h 9332"/>
                      <a:gd name="connsiteX2" fmla="*/ 5907 w 5906"/>
                      <a:gd name="connsiteY2" fmla="*/ 9333 h 9332"/>
                      <a:gd name="connsiteX3" fmla="*/ 0 w 5906"/>
                      <a:gd name="connsiteY3" fmla="*/ 9333 h 9332"/>
                    </a:gdLst>
                    <a:ahLst/>
                    <a:cxnLst>
                      <a:cxn ang="0">
                        <a:pos x="connsiteX0" y="connsiteY0"/>
                      </a:cxn>
                      <a:cxn ang="0">
                        <a:pos x="connsiteX1" y="connsiteY1"/>
                      </a:cxn>
                      <a:cxn ang="0">
                        <a:pos x="connsiteX2" y="connsiteY2"/>
                      </a:cxn>
                      <a:cxn ang="0">
                        <a:pos x="connsiteX3" y="connsiteY3"/>
                      </a:cxn>
                    </a:cxnLst>
                    <a:rect l="l" t="t" r="r" b="b"/>
                    <a:pathLst>
                      <a:path w="5906" h="9332">
                        <a:moveTo>
                          <a:pt x="0" y="0"/>
                        </a:moveTo>
                        <a:lnTo>
                          <a:pt x="5907" y="0"/>
                        </a:lnTo>
                        <a:lnTo>
                          <a:pt x="5907" y="9333"/>
                        </a:lnTo>
                        <a:lnTo>
                          <a:pt x="0" y="933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45" name="Freeform: Shape 744">
                    <a:extLst>
                      <a:ext uri="{FF2B5EF4-FFF2-40B4-BE49-F238E27FC236}">
                        <a16:creationId xmlns:a16="http://schemas.microsoft.com/office/drawing/2014/main" id="{B457DD94-9C2E-3032-E9ED-C7A23B3847D1}"/>
                      </a:ext>
                    </a:extLst>
                  </p:cNvPr>
                  <p:cNvSpPr/>
                  <p:nvPr/>
                </p:nvSpPr>
                <p:spPr>
                  <a:xfrm>
                    <a:off x="882147" y="2980010"/>
                    <a:ext cx="8269" cy="9214"/>
                  </a:xfrm>
                  <a:custGeom>
                    <a:avLst/>
                    <a:gdLst>
                      <a:gd name="connsiteX0" fmla="*/ 5907 w 8269"/>
                      <a:gd name="connsiteY0" fmla="*/ 2776 h 9214"/>
                      <a:gd name="connsiteX1" fmla="*/ 8270 w 8269"/>
                      <a:gd name="connsiteY1" fmla="*/ 4135 h 9214"/>
                      <a:gd name="connsiteX2" fmla="*/ 5316 w 8269"/>
                      <a:gd name="connsiteY2" fmla="*/ 9215 h 9214"/>
                      <a:gd name="connsiteX3" fmla="*/ 0 w 8269"/>
                      <a:gd name="connsiteY3" fmla="*/ 6143 h 9214"/>
                      <a:gd name="connsiteX4" fmla="*/ 0 w 8269"/>
                      <a:gd name="connsiteY4" fmla="*/ 0 h 9214"/>
                      <a:gd name="connsiteX5" fmla="*/ 5907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5907" y="2776"/>
                        </a:moveTo>
                        <a:lnTo>
                          <a:pt x="8270" y="4135"/>
                        </a:lnTo>
                        <a:lnTo>
                          <a:pt x="5316" y="9215"/>
                        </a:lnTo>
                        <a:lnTo>
                          <a:pt x="0" y="6143"/>
                        </a:lnTo>
                        <a:lnTo>
                          <a:pt x="0" y="0"/>
                        </a:lnTo>
                        <a:lnTo>
                          <a:pt x="5907"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46" name="Freeform: Shape 745">
                    <a:extLst>
                      <a:ext uri="{FF2B5EF4-FFF2-40B4-BE49-F238E27FC236}">
                        <a16:creationId xmlns:a16="http://schemas.microsoft.com/office/drawing/2014/main" id="{BBC5227C-9ABE-0687-ECF3-E758DE15A8A7}"/>
                      </a:ext>
                    </a:extLst>
                  </p:cNvPr>
                  <p:cNvSpPr/>
                  <p:nvPr/>
                </p:nvSpPr>
                <p:spPr>
                  <a:xfrm rot="-23376">
                    <a:off x="882168" y="2961460"/>
                    <a:ext cx="5907" cy="9274"/>
                  </a:xfrm>
                  <a:custGeom>
                    <a:avLst/>
                    <a:gdLst>
                      <a:gd name="connsiteX0" fmla="*/ 0 w 5907"/>
                      <a:gd name="connsiteY0" fmla="*/ 0 h 9274"/>
                      <a:gd name="connsiteX1" fmla="*/ 5907 w 5907"/>
                      <a:gd name="connsiteY1" fmla="*/ 0 h 9274"/>
                      <a:gd name="connsiteX2" fmla="*/ 5907 w 5907"/>
                      <a:gd name="connsiteY2" fmla="*/ 9274 h 9274"/>
                      <a:gd name="connsiteX3" fmla="*/ 0 w 5907"/>
                      <a:gd name="connsiteY3" fmla="*/ 9274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47" name="Freeform: Shape 746">
                    <a:extLst>
                      <a:ext uri="{FF2B5EF4-FFF2-40B4-BE49-F238E27FC236}">
                        <a16:creationId xmlns:a16="http://schemas.microsoft.com/office/drawing/2014/main" id="{280709F9-A099-B42F-B8B5-AEF31EBCA6AA}"/>
                      </a:ext>
                    </a:extLst>
                  </p:cNvPr>
                  <p:cNvSpPr/>
                  <p:nvPr/>
                </p:nvSpPr>
                <p:spPr>
                  <a:xfrm rot="-5391765">
                    <a:off x="880458" y="2944505"/>
                    <a:ext cx="9333" cy="5906"/>
                  </a:xfrm>
                  <a:custGeom>
                    <a:avLst/>
                    <a:gdLst>
                      <a:gd name="connsiteX0" fmla="*/ 0 w 9333"/>
                      <a:gd name="connsiteY0" fmla="*/ 0 h 5906"/>
                      <a:gd name="connsiteX1" fmla="*/ 9333 w 9333"/>
                      <a:gd name="connsiteY1" fmla="*/ 0 h 5906"/>
                      <a:gd name="connsiteX2" fmla="*/ 9333 w 9333"/>
                      <a:gd name="connsiteY2" fmla="*/ 5907 h 5906"/>
                      <a:gd name="connsiteX3" fmla="*/ 0 w 9333"/>
                      <a:gd name="connsiteY3" fmla="*/ 5907 h 5906"/>
                    </a:gdLst>
                    <a:ahLst/>
                    <a:cxnLst>
                      <a:cxn ang="0">
                        <a:pos x="connsiteX0" y="connsiteY0"/>
                      </a:cxn>
                      <a:cxn ang="0">
                        <a:pos x="connsiteX1" y="connsiteY1"/>
                      </a:cxn>
                      <a:cxn ang="0">
                        <a:pos x="connsiteX2" y="connsiteY2"/>
                      </a:cxn>
                      <a:cxn ang="0">
                        <a:pos x="connsiteX3" y="connsiteY3"/>
                      </a:cxn>
                    </a:cxnLst>
                    <a:rect l="l" t="t" r="r" b="b"/>
                    <a:pathLst>
                      <a:path w="9333" h="5906">
                        <a:moveTo>
                          <a:pt x="0" y="0"/>
                        </a:moveTo>
                        <a:lnTo>
                          <a:pt x="9333" y="0"/>
                        </a:lnTo>
                        <a:lnTo>
                          <a:pt x="9333"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48" name="Freeform: Shape 747">
                    <a:extLst>
                      <a:ext uri="{FF2B5EF4-FFF2-40B4-BE49-F238E27FC236}">
                        <a16:creationId xmlns:a16="http://schemas.microsoft.com/office/drawing/2014/main" id="{81B7930E-F71F-B488-A4EC-05703EA6B207}"/>
                      </a:ext>
                    </a:extLst>
                  </p:cNvPr>
                  <p:cNvSpPr/>
                  <p:nvPr/>
                </p:nvSpPr>
                <p:spPr>
                  <a:xfrm>
                    <a:off x="564234" y="2900915"/>
                    <a:ext cx="96047" cy="110873"/>
                  </a:xfrm>
                  <a:custGeom>
                    <a:avLst/>
                    <a:gdLst>
                      <a:gd name="connsiteX0" fmla="*/ 96047 w 96047"/>
                      <a:gd name="connsiteY0" fmla="*/ 83111 h 110873"/>
                      <a:gd name="connsiteX1" fmla="*/ 48024 w 96047"/>
                      <a:gd name="connsiteY1" fmla="*/ 110874 h 110873"/>
                      <a:gd name="connsiteX2" fmla="*/ 0 w 96047"/>
                      <a:gd name="connsiteY2" fmla="*/ 83111 h 110873"/>
                      <a:gd name="connsiteX3" fmla="*/ 0 w 96047"/>
                      <a:gd name="connsiteY3" fmla="*/ 27763 h 110873"/>
                      <a:gd name="connsiteX4" fmla="*/ 48024 w 96047"/>
                      <a:gd name="connsiteY4" fmla="*/ 0 h 110873"/>
                      <a:gd name="connsiteX5" fmla="*/ 96047 w 96047"/>
                      <a:gd name="connsiteY5" fmla="*/ 27763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47" h="110873">
                        <a:moveTo>
                          <a:pt x="96047" y="83111"/>
                        </a:moveTo>
                        <a:lnTo>
                          <a:pt x="48024" y="110874"/>
                        </a:lnTo>
                        <a:lnTo>
                          <a:pt x="0" y="83111"/>
                        </a:lnTo>
                        <a:lnTo>
                          <a:pt x="0" y="27763"/>
                        </a:lnTo>
                        <a:lnTo>
                          <a:pt x="48024" y="0"/>
                        </a:lnTo>
                        <a:lnTo>
                          <a:pt x="96047" y="2776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49" name="Freeform: Shape 748">
                    <a:extLst>
                      <a:ext uri="{FF2B5EF4-FFF2-40B4-BE49-F238E27FC236}">
                        <a16:creationId xmlns:a16="http://schemas.microsoft.com/office/drawing/2014/main" id="{BCA92747-9BE9-4226-B368-73272691C8DC}"/>
                      </a:ext>
                    </a:extLst>
                  </p:cNvPr>
                  <p:cNvSpPr/>
                  <p:nvPr/>
                </p:nvSpPr>
                <p:spPr>
                  <a:xfrm>
                    <a:off x="669437" y="2901329"/>
                    <a:ext cx="95988" cy="110873"/>
                  </a:xfrm>
                  <a:custGeom>
                    <a:avLst/>
                    <a:gdLst>
                      <a:gd name="connsiteX0" fmla="*/ 47965 w 95988"/>
                      <a:gd name="connsiteY0" fmla="*/ 0 h 110873"/>
                      <a:gd name="connsiteX1" fmla="*/ 0 w 95988"/>
                      <a:gd name="connsiteY1" fmla="*/ 27763 h 110873"/>
                      <a:gd name="connsiteX2" fmla="*/ 0 w 95988"/>
                      <a:gd name="connsiteY2" fmla="*/ 83170 h 110873"/>
                      <a:gd name="connsiteX3" fmla="*/ 47965 w 95988"/>
                      <a:gd name="connsiteY3" fmla="*/ 110874 h 110873"/>
                      <a:gd name="connsiteX4" fmla="*/ 95988 w 95988"/>
                      <a:gd name="connsiteY4" fmla="*/ 83170 h 110873"/>
                      <a:gd name="connsiteX5" fmla="*/ 95988 w 95988"/>
                      <a:gd name="connsiteY5" fmla="*/ 27763 h 110873"/>
                      <a:gd name="connsiteX6" fmla="*/ 47965 w 95988"/>
                      <a:gd name="connsiteY6" fmla="*/ 0 h 110873"/>
                      <a:gd name="connsiteX7" fmla="*/ 70707 w 95988"/>
                      <a:gd name="connsiteY7" fmla="*/ 46074 h 110873"/>
                      <a:gd name="connsiteX8" fmla="*/ 60842 w 95988"/>
                      <a:gd name="connsiteY8" fmla="*/ 40404 h 110873"/>
                      <a:gd name="connsiteX9" fmla="*/ 60842 w 95988"/>
                      <a:gd name="connsiteY9" fmla="*/ 29003 h 110873"/>
                      <a:gd name="connsiteX10" fmla="*/ 70707 w 95988"/>
                      <a:gd name="connsiteY10" fmla="*/ 23332 h 110873"/>
                      <a:gd name="connsiteX11" fmla="*/ 80571 w 95988"/>
                      <a:gd name="connsiteY11" fmla="*/ 29003 h 110873"/>
                      <a:gd name="connsiteX12" fmla="*/ 80571 w 95988"/>
                      <a:gd name="connsiteY12" fmla="*/ 40404 h 110873"/>
                      <a:gd name="connsiteX13" fmla="*/ 70707 w 95988"/>
                      <a:gd name="connsiteY13" fmla="*/ 46074 h 110873"/>
                      <a:gd name="connsiteX14" fmla="*/ 47965 w 95988"/>
                      <a:gd name="connsiteY14" fmla="*/ 77086 h 110873"/>
                      <a:gd name="connsiteX15" fmla="*/ 57829 w 95988"/>
                      <a:gd name="connsiteY15" fmla="*/ 71415 h 110873"/>
                      <a:gd name="connsiteX16" fmla="*/ 67694 w 95988"/>
                      <a:gd name="connsiteY16" fmla="*/ 77086 h 110873"/>
                      <a:gd name="connsiteX17" fmla="*/ 67694 w 95988"/>
                      <a:gd name="connsiteY17" fmla="*/ 88427 h 110873"/>
                      <a:gd name="connsiteX18" fmla="*/ 57829 w 95988"/>
                      <a:gd name="connsiteY18" fmla="*/ 94098 h 110873"/>
                      <a:gd name="connsiteX19" fmla="*/ 47965 w 95988"/>
                      <a:gd name="connsiteY19" fmla="*/ 88427 h 110873"/>
                      <a:gd name="connsiteX20" fmla="*/ 47965 w 95988"/>
                      <a:gd name="connsiteY20" fmla="*/ 77086 h 110873"/>
                      <a:gd name="connsiteX21" fmla="*/ 35206 w 95988"/>
                      <a:gd name="connsiteY21" fmla="*/ 61137 h 110873"/>
                      <a:gd name="connsiteX22" fmla="*/ 25341 w 95988"/>
                      <a:gd name="connsiteY22" fmla="*/ 66808 h 110873"/>
                      <a:gd name="connsiteX23" fmla="*/ 15476 w 95988"/>
                      <a:gd name="connsiteY23" fmla="*/ 61137 h 110873"/>
                      <a:gd name="connsiteX24" fmla="*/ 15476 w 95988"/>
                      <a:gd name="connsiteY24" fmla="*/ 49737 h 110873"/>
                      <a:gd name="connsiteX25" fmla="*/ 25341 w 95988"/>
                      <a:gd name="connsiteY25" fmla="*/ 44066 h 110873"/>
                      <a:gd name="connsiteX26" fmla="*/ 35206 w 95988"/>
                      <a:gd name="connsiteY26" fmla="*/ 49737 h 110873"/>
                      <a:gd name="connsiteX27" fmla="*/ 35206 w 95988"/>
                      <a:gd name="connsiteY27" fmla="*/ 61137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5988" h="110873">
                        <a:moveTo>
                          <a:pt x="47965" y="0"/>
                        </a:moveTo>
                        <a:lnTo>
                          <a:pt x="0" y="27763"/>
                        </a:lnTo>
                        <a:lnTo>
                          <a:pt x="0" y="83170"/>
                        </a:lnTo>
                        <a:lnTo>
                          <a:pt x="47965" y="110874"/>
                        </a:lnTo>
                        <a:lnTo>
                          <a:pt x="95988" y="83170"/>
                        </a:lnTo>
                        <a:lnTo>
                          <a:pt x="95988" y="27763"/>
                        </a:lnTo>
                        <a:lnTo>
                          <a:pt x="47965" y="0"/>
                        </a:lnTo>
                        <a:close/>
                        <a:moveTo>
                          <a:pt x="70707" y="46074"/>
                        </a:moveTo>
                        <a:lnTo>
                          <a:pt x="60842" y="40404"/>
                        </a:lnTo>
                        <a:lnTo>
                          <a:pt x="60842" y="29003"/>
                        </a:lnTo>
                        <a:lnTo>
                          <a:pt x="70707" y="23332"/>
                        </a:lnTo>
                        <a:lnTo>
                          <a:pt x="80571" y="29003"/>
                        </a:lnTo>
                        <a:lnTo>
                          <a:pt x="80571" y="40404"/>
                        </a:lnTo>
                        <a:lnTo>
                          <a:pt x="70707" y="46074"/>
                        </a:lnTo>
                        <a:close/>
                        <a:moveTo>
                          <a:pt x="47965" y="77086"/>
                        </a:moveTo>
                        <a:lnTo>
                          <a:pt x="57829" y="71415"/>
                        </a:lnTo>
                        <a:lnTo>
                          <a:pt x="67694" y="77086"/>
                        </a:lnTo>
                        <a:lnTo>
                          <a:pt x="67694" y="88427"/>
                        </a:lnTo>
                        <a:lnTo>
                          <a:pt x="57829" y="94098"/>
                        </a:lnTo>
                        <a:lnTo>
                          <a:pt x="47965" y="88427"/>
                        </a:lnTo>
                        <a:lnTo>
                          <a:pt x="47965" y="77086"/>
                        </a:lnTo>
                        <a:close/>
                        <a:moveTo>
                          <a:pt x="35206" y="61137"/>
                        </a:moveTo>
                        <a:lnTo>
                          <a:pt x="25341" y="66808"/>
                        </a:lnTo>
                        <a:lnTo>
                          <a:pt x="15476" y="61137"/>
                        </a:lnTo>
                        <a:lnTo>
                          <a:pt x="15476" y="49737"/>
                        </a:lnTo>
                        <a:lnTo>
                          <a:pt x="25341" y="44066"/>
                        </a:lnTo>
                        <a:lnTo>
                          <a:pt x="35206" y="49737"/>
                        </a:lnTo>
                        <a:lnTo>
                          <a:pt x="35206" y="6113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50" name="Freeform: Shape 749">
                    <a:extLst>
                      <a:ext uri="{FF2B5EF4-FFF2-40B4-BE49-F238E27FC236}">
                        <a16:creationId xmlns:a16="http://schemas.microsoft.com/office/drawing/2014/main" id="{B7FC9311-588E-956C-1D9F-FC3C3C6099A2}"/>
                      </a:ext>
                    </a:extLst>
                  </p:cNvPr>
                  <p:cNvSpPr/>
                  <p:nvPr/>
                </p:nvSpPr>
                <p:spPr>
                  <a:xfrm>
                    <a:off x="775172" y="2900974"/>
                    <a:ext cx="95988" cy="110874"/>
                  </a:xfrm>
                  <a:custGeom>
                    <a:avLst/>
                    <a:gdLst>
                      <a:gd name="connsiteX0" fmla="*/ 95988 w 95988"/>
                      <a:gd name="connsiteY0" fmla="*/ 27704 h 110874"/>
                      <a:gd name="connsiteX1" fmla="*/ 47965 w 95988"/>
                      <a:gd name="connsiteY1" fmla="*/ 0 h 110874"/>
                      <a:gd name="connsiteX2" fmla="*/ 0 w 95988"/>
                      <a:gd name="connsiteY2" fmla="*/ 27704 h 110874"/>
                      <a:gd name="connsiteX3" fmla="*/ 0 w 95988"/>
                      <a:gd name="connsiteY3" fmla="*/ 83111 h 110874"/>
                      <a:gd name="connsiteX4" fmla="*/ 47965 w 95988"/>
                      <a:gd name="connsiteY4" fmla="*/ 110874 h 110874"/>
                      <a:gd name="connsiteX5" fmla="*/ 95988 w 95988"/>
                      <a:gd name="connsiteY5" fmla="*/ 83111 h 110874"/>
                      <a:gd name="connsiteX6" fmla="*/ 95988 w 95988"/>
                      <a:gd name="connsiteY6" fmla="*/ 27704 h 110874"/>
                      <a:gd name="connsiteX7" fmla="*/ 65390 w 95988"/>
                      <a:gd name="connsiteY7" fmla="*/ 45307 h 110874"/>
                      <a:gd name="connsiteX8" fmla="*/ 65390 w 95988"/>
                      <a:gd name="connsiteY8" fmla="*/ 65449 h 110874"/>
                      <a:gd name="connsiteX9" fmla="*/ 48024 w 95988"/>
                      <a:gd name="connsiteY9" fmla="*/ 75491 h 110874"/>
                      <a:gd name="connsiteX10" fmla="*/ 30598 w 95988"/>
                      <a:gd name="connsiteY10" fmla="*/ 65449 h 110874"/>
                      <a:gd name="connsiteX11" fmla="*/ 30598 w 95988"/>
                      <a:gd name="connsiteY11" fmla="*/ 45307 h 110874"/>
                      <a:gd name="connsiteX12" fmla="*/ 48024 w 95988"/>
                      <a:gd name="connsiteY12" fmla="*/ 35265 h 110874"/>
                      <a:gd name="connsiteX13" fmla="*/ 65390 w 95988"/>
                      <a:gd name="connsiteY13" fmla="*/ 45307 h 11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88" h="110874">
                        <a:moveTo>
                          <a:pt x="95988" y="27704"/>
                        </a:moveTo>
                        <a:lnTo>
                          <a:pt x="47965" y="0"/>
                        </a:lnTo>
                        <a:lnTo>
                          <a:pt x="0" y="27704"/>
                        </a:lnTo>
                        <a:lnTo>
                          <a:pt x="0" y="83111"/>
                        </a:lnTo>
                        <a:lnTo>
                          <a:pt x="47965" y="110874"/>
                        </a:lnTo>
                        <a:lnTo>
                          <a:pt x="95988" y="83111"/>
                        </a:lnTo>
                        <a:lnTo>
                          <a:pt x="95988" y="27704"/>
                        </a:lnTo>
                        <a:close/>
                        <a:moveTo>
                          <a:pt x="65390" y="45307"/>
                        </a:moveTo>
                        <a:lnTo>
                          <a:pt x="65390" y="65449"/>
                        </a:lnTo>
                        <a:lnTo>
                          <a:pt x="48024" y="75491"/>
                        </a:lnTo>
                        <a:lnTo>
                          <a:pt x="30598" y="65449"/>
                        </a:lnTo>
                        <a:lnTo>
                          <a:pt x="30598" y="45307"/>
                        </a:lnTo>
                        <a:lnTo>
                          <a:pt x="48024" y="35265"/>
                        </a:lnTo>
                        <a:lnTo>
                          <a:pt x="65390" y="453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751" name="Freeform: Shape 750">
                    <a:extLst>
                      <a:ext uri="{FF2B5EF4-FFF2-40B4-BE49-F238E27FC236}">
                        <a16:creationId xmlns:a16="http://schemas.microsoft.com/office/drawing/2014/main" id="{1C0D8A0B-E2D1-3162-E55B-7B153516E235}"/>
                      </a:ext>
                    </a:extLst>
                  </p:cNvPr>
                  <p:cNvSpPr/>
                  <p:nvPr/>
                </p:nvSpPr>
                <p:spPr>
                  <a:xfrm>
                    <a:off x="457259" y="2900974"/>
                    <a:ext cx="95929" cy="110814"/>
                  </a:xfrm>
                  <a:custGeom>
                    <a:avLst/>
                    <a:gdLst>
                      <a:gd name="connsiteX0" fmla="*/ 47965 w 95929"/>
                      <a:gd name="connsiteY0" fmla="*/ 110815 h 110814"/>
                      <a:gd name="connsiteX1" fmla="*/ 95929 w 95929"/>
                      <a:gd name="connsiteY1" fmla="*/ 83052 h 110814"/>
                      <a:gd name="connsiteX2" fmla="*/ 95929 w 95929"/>
                      <a:gd name="connsiteY2" fmla="*/ 27704 h 110814"/>
                      <a:gd name="connsiteX3" fmla="*/ 47965 w 95929"/>
                      <a:gd name="connsiteY3" fmla="*/ 0 h 110814"/>
                      <a:gd name="connsiteX4" fmla="*/ 0 w 95929"/>
                      <a:gd name="connsiteY4" fmla="*/ 27704 h 110814"/>
                      <a:gd name="connsiteX5" fmla="*/ 0 w 95929"/>
                      <a:gd name="connsiteY5" fmla="*/ 83052 h 110814"/>
                      <a:gd name="connsiteX6" fmla="*/ 47965 w 95929"/>
                      <a:gd name="connsiteY6" fmla="*/ 110815 h 110814"/>
                      <a:gd name="connsiteX7" fmla="*/ 61373 w 95929"/>
                      <a:gd name="connsiteY7" fmla="*/ 78681 h 110814"/>
                      <a:gd name="connsiteX8" fmla="*/ 34497 w 95929"/>
                      <a:gd name="connsiteY8" fmla="*/ 78681 h 110814"/>
                      <a:gd name="connsiteX9" fmla="*/ 21029 w 95929"/>
                      <a:gd name="connsiteY9" fmla="*/ 55349 h 110814"/>
                      <a:gd name="connsiteX10" fmla="*/ 34497 w 95929"/>
                      <a:gd name="connsiteY10" fmla="*/ 32016 h 110814"/>
                      <a:gd name="connsiteX11" fmla="*/ 61373 w 95929"/>
                      <a:gd name="connsiteY11" fmla="*/ 32016 h 110814"/>
                      <a:gd name="connsiteX12" fmla="*/ 74841 w 95929"/>
                      <a:gd name="connsiteY12" fmla="*/ 55349 h 110814"/>
                      <a:gd name="connsiteX13" fmla="*/ 61373 w 95929"/>
                      <a:gd name="connsiteY13" fmla="*/ 78681 h 110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29" h="110814">
                        <a:moveTo>
                          <a:pt x="47965" y="110815"/>
                        </a:moveTo>
                        <a:lnTo>
                          <a:pt x="95929" y="83052"/>
                        </a:lnTo>
                        <a:lnTo>
                          <a:pt x="95929" y="27704"/>
                        </a:lnTo>
                        <a:lnTo>
                          <a:pt x="47965" y="0"/>
                        </a:lnTo>
                        <a:lnTo>
                          <a:pt x="0" y="27704"/>
                        </a:lnTo>
                        <a:lnTo>
                          <a:pt x="0" y="83052"/>
                        </a:lnTo>
                        <a:lnTo>
                          <a:pt x="47965" y="110815"/>
                        </a:lnTo>
                        <a:close/>
                        <a:moveTo>
                          <a:pt x="61373" y="78681"/>
                        </a:moveTo>
                        <a:lnTo>
                          <a:pt x="34497" y="78681"/>
                        </a:lnTo>
                        <a:lnTo>
                          <a:pt x="21029" y="55349"/>
                        </a:lnTo>
                        <a:lnTo>
                          <a:pt x="34497" y="32016"/>
                        </a:lnTo>
                        <a:lnTo>
                          <a:pt x="61373" y="32016"/>
                        </a:lnTo>
                        <a:lnTo>
                          <a:pt x="74841" y="55349"/>
                        </a:lnTo>
                        <a:lnTo>
                          <a:pt x="61373" y="7868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697" name="Graphic 4773">
                <a:extLst>
                  <a:ext uri="{FF2B5EF4-FFF2-40B4-BE49-F238E27FC236}">
                    <a16:creationId xmlns:a16="http://schemas.microsoft.com/office/drawing/2014/main" id="{8A38DA73-E570-6877-E799-E6FF8DF8AD90}"/>
                  </a:ext>
                </a:extLst>
              </p:cNvPr>
              <p:cNvGrpSpPr/>
              <p:nvPr/>
            </p:nvGrpSpPr>
            <p:grpSpPr>
              <a:xfrm>
                <a:off x="3924418" y="4634731"/>
                <a:ext cx="680365" cy="187664"/>
                <a:chOff x="3924418" y="4634731"/>
                <a:chExt cx="680365" cy="187664"/>
              </a:xfrm>
              <a:grpFill/>
            </p:grpSpPr>
            <p:sp>
              <p:nvSpPr>
                <p:cNvPr id="698" name="Freeform: Shape 697">
                  <a:extLst>
                    <a:ext uri="{FF2B5EF4-FFF2-40B4-BE49-F238E27FC236}">
                      <a16:creationId xmlns:a16="http://schemas.microsoft.com/office/drawing/2014/main" id="{718A99AA-8958-12A3-DC82-A360799F3979}"/>
                    </a:ext>
                  </a:extLst>
                </p:cNvPr>
                <p:cNvSpPr/>
                <p:nvPr/>
              </p:nvSpPr>
              <p:spPr>
                <a:xfrm>
                  <a:off x="3924418" y="4634731"/>
                  <a:ext cx="680365" cy="187664"/>
                </a:xfrm>
                <a:custGeom>
                  <a:avLst/>
                  <a:gdLst>
                    <a:gd name="connsiteX0" fmla="*/ 89491 w 680365"/>
                    <a:gd name="connsiteY0" fmla="*/ 122452 h 187664"/>
                    <a:gd name="connsiteX1" fmla="*/ 497545 w 680365"/>
                    <a:gd name="connsiteY1" fmla="*/ 122452 h 187664"/>
                    <a:gd name="connsiteX2" fmla="*/ 586445 w 680365"/>
                    <a:gd name="connsiteY2" fmla="*/ 187665 h 187664"/>
                    <a:gd name="connsiteX3" fmla="*/ 680366 w 680365"/>
                    <a:gd name="connsiteY3" fmla="*/ 93862 h 187664"/>
                    <a:gd name="connsiteX4" fmla="*/ 586445 w 680365"/>
                    <a:gd name="connsiteY4" fmla="*/ 0 h 187664"/>
                    <a:gd name="connsiteX5" fmla="*/ 497308 w 680365"/>
                    <a:gd name="connsiteY5" fmla="*/ 66099 h 187664"/>
                    <a:gd name="connsiteX6" fmla="*/ 89491 w 680365"/>
                    <a:gd name="connsiteY6" fmla="*/ 66099 h 187664"/>
                    <a:gd name="connsiteX7" fmla="*/ 89491 w 680365"/>
                    <a:gd name="connsiteY7" fmla="*/ 71711 h 187664"/>
                    <a:gd name="connsiteX8" fmla="*/ 495536 w 680365"/>
                    <a:gd name="connsiteY8" fmla="*/ 71711 h 187664"/>
                    <a:gd name="connsiteX9" fmla="*/ 492878 w 680365"/>
                    <a:gd name="connsiteY9" fmla="*/ 91085 h 187664"/>
                    <a:gd name="connsiteX10" fmla="*/ 0 w 680365"/>
                    <a:gd name="connsiteY10" fmla="*/ 91085 h 187664"/>
                    <a:gd name="connsiteX11" fmla="*/ 0 w 680365"/>
                    <a:gd name="connsiteY11" fmla="*/ 96638 h 187664"/>
                    <a:gd name="connsiteX12" fmla="*/ 492878 w 680365"/>
                    <a:gd name="connsiteY12" fmla="*/ 96638 h 187664"/>
                    <a:gd name="connsiteX13" fmla="*/ 495773 w 680365"/>
                    <a:gd name="connsiteY13" fmla="*/ 116899 h 187664"/>
                    <a:gd name="connsiteX14" fmla="*/ 89432 w 680365"/>
                    <a:gd name="connsiteY14" fmla="*/ 116840 h 187664"/>
                    <a:gd name="connsiteX15" fmla="*/ 89432 w 680365"/>
                    <a:gd name="connsiteY15" fmla="*/ 122452 h 187664"/>
                    <a:gd name="connsiteX16" fmla="*/ 586504 w 680365"/>
                    <a:gd name="connsiteY16" fmla="*/ 19729 h 187664"/>
                    <a:gd name="connsiteX17" fmla="*/ 660577 w 680365"/>
                    <a:gd name="connsiteY17" fmla="*/ 93803 h 187664"/>
                    <a:gd name="connsiteX18" fmla="*/ 586445 w 680365"/>
                    <a:gd name="connsiteY18" fmla="*/ 167876 h 187664"/>
                    <a:gd name="connsiteX19" fmla="*/ 512371 w 680365"/>
                    <a:gd name="connsiteY19" fmla="*/ 93803 h 187664"/>
                    <a:gd name="connsiteX20" fmla="*/ 586504 w 680365"/>
                    <a:gd name="connsiteY20" fmla="*/ 19729 h 187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80365" h="187664">
                      <a:moveTo>
                        <a:pt x="89491" y="122452"/>
                      </a:moveTo>
                      <a:lnTo>
                        <a:pt x="497545" y="122452"/>
                      </a:lnTo>
                      <a:cubicBezTo>
                        <a:pt x="509713" y="160197"/>
                        <a:pt x="544682" y="187665"/>
                        <a:pt x="586445" y="187665"/>
                      </a:cubicBezTo>
                      <a:cubicBezTo>
                        <a:pt x="638308" y="187665"/>
                        <a:pt x="680366" y="145666"/>
                        <a:pt x="680366" y="93862"/>
                      </a:cubicBezTo>
                      <a:cubicBezTo>
                        <a:pt x="680366" y="41999"/>
                        <a:pt x="638367" y="0"/>
                        <a:pt x="586445" y="0"/>
                      </a:cubicBezTo>
                      <a:cubicBezTo>
                        <a:pt x="544387" y="0"/>
                        <a:pt x="509181" y="27940"/>
                        <a:pt x="497308" y="66099"/>
                      </a:cubicBezTo>
                      <a:lnTo>
                        <a:pt x="89491" y="66099"/>
                      </a:lnTo>
                      <a:lnTo>
                        <a:pt x="89491" y="71711"/>
                      </a:lnTo>
                      <a:lnTo>
                        <a:pt x="495536" y="71711"/>
                      </a:lnTo>
                      <a:cubicBezTo>
                        <a:pt x="494060" y="77972"/>
                        <a:pt x="493114" y="84411"/>
                        <a:pt x="492878" y="91085"/>
                      </a:cubicBezTo>
                      <a:lnTo>
                        <a:pt x="0" y="91085"/>
                      </a:lnTo>
                      <a:lnTo>
                        <a:pt x="0" y="96638"/>
                      </a:lnTo>
                      <a:lnTo>
                        <a:pt x="492878" y="96638"/>
                      </a:lnTo>
                      <a:cubicBezTo>
                        <a:pt x="493056" y="103608"/>
                        <a:pt x="494119" y="110401"/>
                        <a:pt x="495773" y="116899"/>
                      </a:cubicBezTo>
                      <a:lnTo>
                        <a:pt x="89432" y="116840"/>
                      </a:lnTo>
                      <a:lnTo>
                        <a:pt x="89432" y="122452"/>
                      </a:lnTo>
                      <a:close/>
                      <a:moveTo>
                        <a:pt x="586504" y="19729"/>
                      </a:moveTo>
                      <a:cubicBezTo>
                        <a:pt x="627439" y="19729"/>
                        <a:pt x="660636" y="52927"/>
                        <a:pt x="660577" y="93803"/>
                      </a:cubicBezTo>
                      <a:cubicBezTo>
                        <a:pt x="660577" y="134738"/>
                        <a:pt x="627439" y="167876"/>
                        <a:pt x="586445" y="167876"/>
                      </a:cubicBezTo>
                      <a:cubicBezTo>
                        <a:pt x="545509" y="167876"/>
                        <a:pt x="512371" y="134679"/>
                        <a:pt x="512371" y="93803"/>
                      </a:cubicBezTo>
                      <a:cubicBezTo>
                        <a:pt x="512430" y="52868"/>
                        <a:pt x="545568" y="19729"/>
                        <a:pt x="586504" y="19729"/>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99" name="Freeform: Shape 698">
                  <a:extLst>
                    <a:ext uri="{FF2B5EF4-FFF2-40B4-BE49-F238E27FC236}">
                      <a16:creationId xmlns:a16="http://schemas.microsoft.com/office/drawing/2014/main" id="{8F79CC62-14C2-B39B-5725-0276BEE05B4B}"/>
                    </a:ext>
                  </a:extLst>
                </p:cNvPr>
                <p:cNvSpPr/>
                <p:nvPr/>
              </p:nvSpPr>
              <p:spPr>
                <a:xfrm>
                  <a:off x="4453269" y="4670941"/>
                  <a:ext cx="115186" cy="115186"/>
                </a:xfrm>
                <a:custGeom>
                  <a:avLst/>
                  <a:gdLst>
                    <a:gd name="connsiteX0" fmla="*/ 57593 w 115186"/>
                    <a:gd name="connsiteY0" fmla="*/ 115186 h 115186"/>
                    <a:gd name="connsiteX1" fmla="*/ 115186 w 115186"/>
                    <a:gd name="connsiteY1" fmla="*/ 57593 h 115186"/>
                    <a:gd name="connsiteX2" fmla="*/ 57593 w 115186"/>
                    <a:gd name="connsiteY2" fmla="*/ 0 h 115186"/>
                    <a:gd name="connsiteX3" fmla="*/ 0 w 115186"/>
                    <a:gd name="connsiteY3" fmla="*/ 57593 h 115186"/>
                    <a:gd name="connsiteX4" fmla="*/ 57593 w 115186"/>
                    <a:gd name="connsiteY4" fmla="*/ 115186 h 115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86" h="115186">
                      <a:moveTo>
                        <a:pt x="57593" y="115186"/>
                      </a:moveTo>
                      <a:cubicBezTo>
                        <a:pt x="89490" y="115186"/>
                        <a:pt x="115186" y="89432"/>
                        <a:pt x="115186" y="57593"/>
                      </a:cubicBezTo>
                      <a:cubicBezTo>
                        <a:pt x="115186" y="25813"/>
                        <a:pt x="89490" y="0"/>
                        <a:pt x="57593" y="0"/>
                      </a:cubicBezTo>
                      <a:cubicBezTo>
                        <a:pt x="25813" y="0"/>
                        <a:pt x="0" y="25813"/>
                        <a:pt x="0" y="57593"/>
                      </a:cubicBezTo>
                      <a:cubicBezTo>
                        <a:pt x="59" y="89432"/>
                        <a:pt x="25813" y="115186"/>
                        <a:pt x="57593" y="11518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559" name="Graphic 4773">
              <a:extLst>
                <a:ext uri="{FF2B5EF4-FFF2-40B4-BE49-F238E27FC236}">
                  <a16:creationId xmlns:a16="http://schemas.microsoft.com/office/drawing/2014/main" id="{1B2FE979-8F0B-78E1-1154-ED78937FAEEB}"/>
                </a:ext>
              </a:extLst>
            </p:cNvPr>
            <p:cNvGrpSpPr/>
            <p:nvPr userDrawn="1"/>
          </p:nvGrpSpPr>
          <p:grpSpPr>
            <a:xfrm>
              <a:off x="6760317" y="7216576"/>
              <a:ext cx="4296304" cy="3636623"/>
              <a:chOff x="8624" y="1576512"/>
              <a:chExt cx="5170376" cy="3982601"/>
            </a:xfrm>
            <a:solidFill>
              <a:schemeClr val="bg1">
                <a:lumMod val="95000"/>
                <a:alpha val="76000"/>
              </a:schemeClr>
            </a:solidFill>
          </p:grpSpPr>
          <p:grpSp>
            <p:nvGrpSpPr>
              <p:cNvPr id="560" name="Graphic 4773">
                <a:extLst>
                  <a:ext uri="{FF2B5EF4-FFF2-40B4-BE49-F238E27FC236}">
                    <a16:creationId xmlns:a16="http://schemas.microsoft.com/office/drawing/2014/main" id="{622C5568-291F-6E18-B2C2-19164602A4E0}"/>
                  </a:ext>
                </a:extLst>
              </p:cNvPr>
              <p:cNvGrpSpPr/>
              <p:nvPr/>
            </p:nvGrpSpPr>
            <p:grpSpPr>
              <a:xfrm>
                <a:off x="8624" y="1576512"/>
                <a:ext cx="5170376" cy="3982601"/>
                <a:chOff x="8624" y="1576512"/>
                <a:chExt cx="5170376" cy="3982601"/>
              </a:xfrm>
              <a:grpFill/>
            </p:grpSpPr>
            <p:sp>
              <p:nvSpPr>
                <p:cNvPr id="564" name="Freeform: Shape 563">
                  <a:extLst>
                    <a:ext uri="{FF2B5EF4-FFF2-40B4-BE49-F238E27FC236}">
                      <a16:creationId xmlns:a16="http://schemas.microsoft.com/office/drawing/2014/main" id="{A0BD325C-7900-58B6-0720-5954054F8B41}"/>
                    </a:ext>
                  </a:extLst>
                </p:cNvPr>
                <p:cNvSpPr/>
                <p:nvPr/>
              </p:nvSpPr>
              <p:spPr>
                <a:xfrm>
                  <a:off x="1467647" y="2244945"/>
                  <a:ext cx="3526878" cy="437352"/>
                </a:xfrm>
                <a:custGeom>
                  <a:avLst/>
                  <a:gdLst>
                    <a:gd name="connsiteX0" fmla="*/ 2146182 w 3526878"/>
                    <a:gd name="connsiteY0" fmla="*/ 5907 h 437352"/>
                    <a:gd name="connsiteX1" fmla="*/ 1085407 w 3526878"/>
                    <a:gd name="connsiteY1" fmla="*/ 5907 h 437352"/>
                    <a:gd name="connsiteX2" fmla="*/ 967267 w 3526878"/>
                    <a:gd name="connsiteY2" fmla="*/ 124047 h 437352"/>
                    <a:gd name="connsiteX3" fmla="*/ 41467 w 3526878"/>
                    <a:gd name="connsiteY3" fmla="*/ 124047 h 437352"/>
                    <a:gd name="connsiteX4" fmla="*/ 20911 w 3526878"/>
                    <a:gd name="connsiteY4" fmla="*/ 142004 h 437352"/>
                    <a:gd name="connsiteX5" fmla="*/ 0 w 3526878"/>
                    <a:gd name="connsiteY5" fmla="*/ 121093 h 437352"/>
                    <a:gd name="connsiteX6" fmla="*/ 20911 w 3526878"/>
                    <a:gd name="connsiteY6" fmla="*/ 100182 h 437352"/>
                    <a:gd name="connsiteX7" fmla="*/ 41467 w 3526878"/>
                    <a:gd name="connsiteY7" fmla="*/ 118140 h 437352"/>
                    <a:gd name="connsiteX8" fmla="*/ 964787 w 3526878"/>
                    <a:gd name="connsiteY8" fmla="*/ 118140 h 437352"/>
                    <a:gd name="connsiteX9" fmla="*/ 1082926 w 3526878"/>
                    <a:gd name="connsiteY9" fmla="*/ 0 h 437352"/>
                    <a:gd name="connsiteX10" fmla="*/ 2148604 w 3526878"/>
                    <a:gd name="connsiteY10" fmla="*/ 0 h 437352"/>
                    <a:gd name="connsiteX11" fmla="*/ 2562092 w 3526878"/>
                    <a:gd name="connsiteY11" fmla="*/ 413488 h 437352"/>
                    <a:gd name="connsiteX12" fmla="*/ 3485412 w 3526878"/>
                    <a:gd name="connsiteY12" fmla="*/ 413488 h 437352"/>
                    <a:gd name="connsiteX13" fmla="*/ 3505968 w 3526878"/>
                    <a:gd name="connsiteY13" fmla="*/ 395531 h 437352"/>
                    <a:gd name="connsiteX14" fmla="*/ 3526879 w 3526878"/>
                    <a:gd name="connsiteY14" fmla="*/ 416442 h 437352"/>
                    <a:gd name="connsiteX15" fmla="*/ 3505968 w 3526878"/>
                    <a:gd name="connsiteY15" fmla="*/ 437353 h 437352"/>
                    <a:gd name="connsiteX16" fmla="*/ 3485412 w 3526878"/>
                    <a:gd name="connsiteY16" fmla="*/ 419395 h 437352"/>
                    <a:gd name="connsiteX17" fmla="*/ 2559670 w 3526878"/>
                    <a:gd name="connsiteY17" fmla="*/ 419395 h 437352"/>
                    <a:gd name="connsiteX18" fmla="*/ 2146182 w 3526878"/>
                    <a:gd name="connsiteY18" fmla="*/ 5907 h 437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526878" h="437352">
                      <a:moveTo>
                        <a:pt x="2146182" y="5907"/>
                      </a:moveTo>
                      <a:lnTo>
                        <a:pt x="1085407" y="5907"/>
                      </a:lnTo>
                      <a:lnTo>
                        <a:pt x="967267" y="124047"/>
                      </a:lnTo>
                      <a:lnTo>
                        <a:pt x="41467" y="124047"/>
                      </a:lnTo>
                      <a:cubicBezTo>
                        <a:pt x="40049" y="134148"/>
                        <a:pt x="31425" y="142004"/>
                        <a:pt x="20911" y="142004"/>
                      </a:cubicBezTo>
                      <a:cubicBezTo>
                        <a:pt x="9392" y="142004"/>
                        <a:pt x="0" y="132671"/>
                        <a:pt x="0" y="121093"/>
                      </a:cubicBezTo>
                      <a:cubicBezTo>
                        <a:pt x="0" y="109515"/>
                        <a:pt x="9333" y="100182"/>
                        <a:pt x="20911" y="100182"/>
                      </a:cubicBezTo>
                      <a:cubicBezTo>
                        <a:pt x="31425" y="100182"/>
                        <a:pt x="40049" y="107980"/>
                        <a:pt x="41467" y="118140"/>
                      </a:cubicBezTo>
                      <a:lnTo>
                        <a:pt x="964787" y="118140"/>
                      </a:lnTo>
                      <a:lnTo>
                        <a:pt x="1082926" y="0"/>
                      </a:lnTo>
                      <a:lnTo>
                        <a:pt x="2148604" y="0"/>
                      </a:lnTo>
                      <a:lnTo>
                        <a:pt x="2562092" y="413488"/>
                      </a:lnTo>
                      <a:lnTo>
                        <a:pt x="3485412" y="413488"/>
                      </a:lnTo>
                      <a:cubicBezTo>
                        <a:pt x="3486829" y="403388"/>
                        <a:pt x="3495454" y="395531"/>
                        <a:pt x="3505968" y="395531"/>
                      </a:cubicBezTo>
                      <a:cubicBezTo>
                        <a:pt x="3517487" y="395531"/>
                        <a:pt x="3526879" y="404864"/>
                        <a:pt x="3526879" y="416442"/>
                      </a:cubicBezTo>
                      <a:cubicBezTo>
                        <a:pt x="3526879" y="427961"/>
                        <a:pt x="3517546" y="437353"/>
                        <a:pt x="3505968" y="437353"/>
                      </a:cubicBezTo>
                      <a:cubicBezTo>
                        <a:pt x="3495454" y="437353"/>
                        <a:pt x="3486829" y="429555"/>
                        <a:pt x="3485412" y="419395"/>
                      </a:cubicBezTo>
                      <a:lnTo>
                        <a:pt x="2559670" y="419395"/>
                      </a:lnTo>
                      <a:lnTo>
                        <a:pt x="2146182"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65" name="Freeform: Shape 564">
                  <a:extLst>
                    <a:ext uri="{FF2B5EF4-FFF2-40B4-BE49-F238E27FC236}">
                      <a16:creationId xmlns:a16="http://schemas.microsoft.com/office/drawing/2014/main" id="{9AD4FC5F-BAB8-07E7-BCC1-82D7ADEFEE03}"/>
                    </a:ext>
                  </a:extLst>
                </p:cNvPr>
                <p:cNvSpPr/>
                <p:nvPr/>
              </p:nvSpPr>
              <p:spPr>
                <a:xfrm>
                  <a:off x="1762996" y="3880942"/>
                  <a:ext cx="2640891" cy="1678172"/>
                </a:xfrm>
                <a:custGeom>
                  <a:avLst/>
                  <a:gdLst>
                    <a:gd name="connsiteX0" fmla="*/ 0 w 2640891"/>
                    <a:gd name="connsiteY0" fmla="*/ 670678 h 1678172"/>
                    <a:gd name="connsiteX1" fmla="*/ 20911 w 2640891"/>
                    <a:gd name="connsiteY1" fmla="*/ 691589 h 1678172"/>
                    <a:gd name="connsiteX2" fmla="*/ 41467 w 2640891"/>
                    <a:gd name="connsiteY2" fmla="*/ 673632 h 1678172"/>
                    <a:gd name="connsiteX3" fmla="*/ 1260136 w 2640891"/>
                    <a:gd name="connsiteY3" fmla="*/ 673632 h 1678172"/>
                    <a:gd name="connsiteX4" fmla="*/ 1857921 w 2640891"/>
                    <a:gd name="connsiteY4" fmla="*/ 1271418 h 1678172"/>
                    <a:gd name="connsiteX5" fmla="*/ 1789696 w 2640891"/>
                    <a:gd name="connsiteY5" fmla="*/ 1438585 h 1678172"/>
                    <a:gd name="connsiteX6" fmla="*/ 2029283 w 2640891"/>
                    <a:gd name="connsiteY6" fmla="*/ 1678172 h 1678172"/>
                    <a:gd name="connsiteX7" fmla="*/ 2268870 w 2640891"/>
                    <a:gd name="connsiteY7" fmla="*/ 1438585 h 1678172"/>
                    <a:gd name="connsiteX8" fmla="*/ 2032236 w 2640891"/>
                    <a:gd name="connsiteY8" fmla="*/ 1199116 h 1678172"/>
                    <a:gd name="connsiteX9" fmla="*/ 2032236 w 2640891"/>
                    <a:gd name="connsiteY9" fmla="*/ 23864 h 1678172"/>
                    <a:gd name="connsiteX10" fmla="*/ 2599424 w 2640891"/>
                    <a:gd name="connsiteY10" fmla="*/ 23864 h 1678172"/>
                    <a:gd name="connsiteX11" fmla="*/ 2619981 w 2640891"/>
                    <a:gd name="connsiteY11" fmla="*/ 41822 h 1678172"/>
                    <a:gd name="connsiteX12" fmla="*/ 2640891 w 2640891"/>
                    <a:gd name="connsiteY12" fmla="*/ 20911 h 1678172"/>
                    <a:gd name="connsiteX13" fmla="*/ 2619981 w 2640891"/>
                    <a:gd name="connsiteY13" fmla="*/ 0 h 1678172"/>
                    <a:gd name="connsiteX14" fmla="*/ 2599424 w 2640891"/>
                    <a:gd name="connsiteY14" fmla="*/ 17957 h 1678172"/>
                    <a:gd name="connsiteX15" fmla="*/ 2026329 w 2640891"/>
                    <a:gd name="connsiteY15" fmla="*/ 17957 h 1678172"/>
                    <a:gd name="connsiteX16" fmla="*/ 2026329 w 2640891"/>
                    <a:gd name="connsiteY16" fmla="*/ 1199116 h 1678172"/>
                    <a:gd name="connsiteX17" fmla="*/ 1862116 w 2640891"/>
                    <a:gd name="connsiteY17" fmla="*/ 1267283 h 1678172"/>
                    <a:gd name="connsiteX18" fmla="*/ 1262617 w 2640891"/>
                    <a:gd name="connsiteY18" fmla="*/ 667725 h 1678172"/>
                    <a:gd name="connsiteX19" fmla="*/ 41467 w 2640891"/>
                    <a:gd name="connsiteY19" fmla="*/ 667725 h 1678172"/>
                    <a:gd name="connsiteX20" fmla="*/ 20911 w 2640891"/>
                    <a:gd name="connsiteY20" fmla="*/ 649768 h 1678172"/>
                    <a:gd name="connsiteX21" fmla="*/ 0 w 2640891"/>
                    <a:gd name="connsiteY21" fmla="*/ 670678 h 1678172"/>
                    <a:gd name="connsiteX22" fmla="*/ 2026329 w 2640891"/>
                    <a:gd name="connsiteY22" fmla="*/ 1379456 h 1678172"/>
                    <a:gd name="connsiteX23" fmla="*/ 1989529 w 2640891"/>
                    <a:gd name="connsiteY23" fmla="*/ 1394696 h 1678172"/>
                    <a:gd name="connsiteX24" fmla="*/ 1866250 w 2640891"/>
                    <a:gd name="connsiteY24" fmla="*/ 1271418 h 1678172"/>
                    <a:gd name="connsiteX25" fmla="*/ 2026329 w 2640891"/>
                    <a:gd name="connsiteY25" fmla="*/ 1205023 h 1678172"/>
                    <a:gd name="connsiteX26" fmla="*/ 2026329 w 2640891"/>
                    <a:gd name="connsiteY26" fmla="*/ 1379456 h 1678172"/>
                    <a:gd name="connsiteX27" fmla="*/ 1862116 w 2640891"/>
                    <a:gd name="connsiteY27" fmla="*/ 1275612 h 1678172"/>
                    <a:gd name="connsiteX28" fmla="*/ 1985394 w 2640891"/>
                    <a:gd name="connsiteY28" fmla="*/ 1398890 h 1678172"/>
                    <a:gd name="connsiteX29" fmla="*/ 1970036 w 2640891"/>
                    <a:gd name="connsiteY29" fmla="*/ 1438644 h 1678172"/>
                    <a:gd name="connsiteX30" fmla="*/ 2029283 w 2640891"/>
                    <a:gd name="connsiteY30" fmla="*/ 1497891 h 1678172"/>
                    <a:gd name="connsiteX31" fmla="*/ 2088530 w 2640891"/>
                    <a:gd name="connsiteY31" fmla="*/ 1438644 h 1678172"/>
                    <a:gd name="connsiteX32" fmla="*/ 2032236 w 2640891"/>
                    <a:gd name="connsiteY32" fmla="*/ 1379515 h 1678172"/>
                    <a:gd name="connsiteX33" fmla="*/ 2032236 w 2640891"/>
                    <a:gd name="connsiteY33" fmla="*/ 1205023 h 1678172"/>
                    <a:gd name="connsiteX34" fmla="*/ 2262963 w 2640891"/>
                    <a:gd name="connsiteY34" fmla="*/ 1438585 h 1678172"/>
                    <a:gd name="connsiteX35" fmla="*/ 2029283 w 2640891"/>
                    <a:gd name="connsiteY35" fmla="*/ 1672265 h 1678172"/>
                    <a:gd name="connsiteX36" fmla="*/ 1795603 w 2640891"/>
                    <a:gd name="connsiteY36" fmla="*/ 1438585 h 1678172"/>
                    <a:gd name="connsiteX37" fmla="*/ 1862116 w 2640891"/>
                    <a:gd name="connsiteY37" fmla="*/ 1275612 h 16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640891" h="1678172">
                      <a:moveTo>
                        <a:pt x="0" y="670678"/>
                      </a:moveTo>
                      <a:cubicBezTo>
                        <a:pt x="0" y="682197"/>
                        <a:pt x="9333" y="691589"/>
                        <a:pt x="20911" y="691589"/>
                      </a:cubicBezTo>
                      <a:cubicBezTo>
                        <a:pt x="31425" y="691589"/>
                        <a:pt x="40049" y="683792"/>
                        <a:pt x="41467" y="673632"/>
                      </a:cubicBezTo>
                      <a:lnTo>
                        <a:pt x="1260136" y="673632"/>
                      </a:lnTo>
                      <a:lnTo>
                        <a:pt x="1857921" y="1271418"/>
                      </a:lnTo>
                      <a:cubicBezTo>
                        <a:pt x="1815746" y="1314598"/>
                        <a:pt x="1789696" y="1373608"/>
                        <a:pt x="1789696" y="1438585"/>
                      </a:cubicBezTo>
                      <a:cubicBezTo>
                        <a:pt x="1789696" y="1570665"/>
                        <a:pt x="1897144" y="1678172"/>
                        <a:pt x="2029283" y="1678172"/>
                      </a:cubicBezTo>
                      <a:cubicBezTo>
                        <a:pt x="2161363" y="1678172"/>
                        <a:pt x="2268870" y="1570724"/>
                        <a:pt x="2268870" y="1438585"/>
                      </a:cubicBezTo>
                      <a:cubicBezTo>
                        <a:pt x="2268870" y="1307450"/>
                        <a:pt x="2163017" y="1200711"/>
                        <a:pt x="2032236" y="1199116"/>
                      </a:cubicBezTo>
                      <a:lnTo>
                        <a:pt x="2032236" y="23864"/>
                      </a:lnTo>
                      <a:lnTo>
                        <a:pt x="2599424" y="23864"/>
                      </a:lnTo>
                      <a:cubicBezTo>
                        <a:pt x="2600842" y="33965"/>
                        <a:pt x="2609466" y="41822"/>
                        <a:pt x="2619981" y="41822"/>
                      </a:cubicBezTo>
                      <a:cubicBezTo>
                        <a:pt x="2631499" y="41822"/>
                        <a:pt x="2640891" y="32488"/>
                        <a:pt x="2640891" y="20911"/>
                      </a:cubicBezTo>
                      <a:cubicBezTo>
                        <a:pt x="2640891" y="9392"/>
                        <a:pt x="2631558" y="0"/>
                        <a:pt x="2619981" y="0"/>
                      </a:cubicBezTo>
                      <a:cubicBezTo>
                        <a:pt x="2609466" y="0"/>
                        <a:pt x="2600842" y="7797"/>
                        <a:pt x="2599424" y="17957"/>
                      </a:cubicBezTo>
                      <a:lnTo>
                        <a:pt x="2026329" y="17957"/>
                      </a:lnTo>
                      <a:lnTo>
                        <a:pt x="2026329" y="1199116"/>
                      </a:lnTo>
                      <a:cubicBezTo>
                        <a:pt x="1962534" y="1199884"/>
                        <a:pt x="1904646" y="1225757"/>
                        <a:pt x="1862116" y="1267283"/>
                      </a:cubicBezTo>
                      <a:lnTo>
                        <a:pt x="1262617" y="667725"/>
                      </a:lnTo>
                      <a:lnTo>
                        <a:pt x="41467" y="667725"/>
                      </a:lnTo>
                      <a:cubicBezTo>
                        <a:pt x="40049" y="657624"/>
                        <a:pt x="31425" y="649768"/>
                        <a:pt x="20911" y="649768"/>
                      </a:cubicBezTo>
                      <a:cubicBezTo>
                        <a:pt x="9333" y="649827"/>
                        <a:pt x="0" y="659159"/>
                        <a:pt x="0" y="670678"/>
                      </a:cubicBezTo>
                      <a:close/>
                      <a:moveTo>
                        <a:pt x="2026329" y="1379456"/>
                      </a:moveTo>
                      <a:cubicBezTo>
                        <a:pt x="2012212" y="1380165"/>
                        <a:pt x="1999394" y="1385777"/>
                        <a:pt x="1989529" y="1394696"/>
                      </a:cubicBezTo>
                      <a:lnTo>
                        <a:pt x="1866250" y="1271418"/>
                      </a:lnTo>
                      <a:cubicBezTo>
                        <a:pt x="1907717" y="1230955"/>
                        <a:pt x="1964129" y="1205791"/>
                        <a:pt x="2026329" y="1205023"/>
                      </a:cubicBezTo>
                      <a:lnTo>
                        <a:pt x="2026329" y="1379456"/>
                      </a:lnTo>
                      <a:close/>
                      <a:moveTo>
                        <a:pt x="1862116" y="1275612"/>
                      </a:moveTo>
                      <a:lnTo>
                        <a:pt x="1985394" y="1398890"/>
                      </a:lnTo>
                      <a:cubicBezTo>
                        <a:pt x="1975884" y="1409405"/>
                        <a:pt x="1970036" y="1423286"/>
                        <a:pt x="1970036" y="1438644"/>
                      </a:cubicBezTo>
                      <a:cubicBezTo>
                        <a:pt x="1970036" y="1471369"/>
                        <a:pt x="1996558" y="1497891"/>
                        <a:pt x="2029283" y="1497891"/>
                      </a:cubicBezTo>
                      <a:cubicBezTo>
                        <a:pt x="2062007" y="1497891"/>
                        <a:pt x="2088530" y="1471369"/>
                        <a:pt x="2088530" y="1438644"/>
                      </a:cubicBezTo>
                      <a:cubicBezTo>
                        <a:pt x="2088530" y="1406865"/>
                        <a:pt x="2063602" y="1381051"/>
                        <a:pt x="2032236" y="1379515"/>
                      </a:cubicBezTo>
                      <a:lnTo>
                        <a:pt x="2032236" y="1205023"/>
                      </a:lnTo>
                      <a:cubicBezTo>
                        <a:pt x="2159709" y="1206618"/>
                        <a:pt x="2262963" y="1310758"/>
                        <a:pt x="2262963" y="1438585"/>
                      </a:cubicBezTo>
                      <a:cubicBezTo>
                        <a:pt x="2262963" y="1567416"/>
                        <a:pt x="2158114" y="1672265"/>
                        <a:pt x="2029283" y="1672265"/>
                      </a:cubicBezTo>
                      <a:cubicBezTo>
                        <a:pt x="1900452" y="1672265"/>
                        <a:pt x="1795603" y="1567416"/>
                        <a:pt x="1795603" y="1438585"/>
                      </a:cubicBezTo>
                      <a:cubicBezTo>
                        <a:pt x="1795603" y="1375262"/>
                        <a:pt x="1821003" y="1317729"/>
                        <a:pt x="1862116" y="1275612"/>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66" name="Freeform: Shape 565">
                  <a:extLst>
                    <a:ext uri="{FF2B5EF4-FFF2-40B4-BE49-F238E27FC236}">
                      <a16:creationId xmlns:a16="http://schemas.microsoft.com/office/drawing/2014/main" id="{4FD88F53-4B02-5AE6-225A-6E87952F4D7B}"/>
                    </a:ext>
                  </a:extLst>
                </p:cNvPr>
                <p:cNvSpPr/>
                <p:nvPr/>
              </p:nvSpPr>
              <p:spPr>
                <a:xfrm>
                  <a:off x="345321" y="4176350"/>
                  <a:ext cx="2877111" cy="201073"/>
                </a:xfrm>
                <a:custGeom>
                  <a:avLst/>
                  <a:gdLst>
                    <a:gd name="connsiteX0" fmla="*/ 20911 w 2877111"/>
                    <a:gd name="connsiteY0" fmla="*/ 0 h 201073"/>
                    <a:gd name="connsiteX1" fmla="*/ 41467 w 2877111"/>
                    <a:gd name="connsiteY1" fmla="*/ 17957 h 201073"/>
                    <a:gd name="connsiteX2" fmla="*/ 849069 w 2877111"/>
                    <a:gd name="connsiteY2" fmla="*/ 17957 h 201073"/>
                    <a:gd name="connsiteX3" fmla="*/ 1026278 w 2877111"/>
                    <a:gd name="connsiteY3" fmla="*/ 195166 h 201073"/>
                    <a:gd name="connsiteX4" fmla="*/ 1438585 w 2877111"/>
                    <a:gd name="connsiteY4" fmla="*/ 195166 h 201073"/>
                    <a:gd name="connsiteX5" fmla="*/ 1850833 w 2877111"/>
                    <a:gd name="connsiteY5" fmla="*/ 195166 h 201073"/>
                    <a:gd name="connsiteX6" fmla="*/ 2028042 w 2877111"/>
                    <a:gd name="connsiteY6" fmla="*/ 17957 h 201073"/>
                    <a:gd name="connsiteX7" fmla="*/ 2835644 w 2877111"/>
                    <a:gd name="connsiteY7" fmla="*/ 17957 h 201073"/>
                    <a:gd name="connsiteX8" fmla="*/ 2856201 w 2877111"/>
                    <a:gd name="connsiteY8" fmla="*/ 0 h 201073"/>
                    <a:gd name="connsiteX9" fmla="*/ 2877111 w 2877111"/>
                    <a:gd name="connsiteY9" fmla="*/ 20911 h 201073"/>
                    <a:gd name="connsiteX10" fmla="*/ 2856201 w 2877111"/>
                    <a:gd name="connsiteY10" fmla="*/ 41821 h 201073"/>
                    <a:gd name="connsiteX11" fmla="*/ 2835644 w 2877111"/>
                    <a:gd name="connsiteY11" fmla="*/ 23864 h 201073"/>
                    <a:gd name="connsiteX12" fmla="*/ 2030523 w 2877111"/>
                    <a:gd name="connsiteY12" fmla="*/ 23864 h 201073"/>
                    <a:gd name="connsiteX13" fmla="*/ 1853314 w 2877111"/>
                    <a:gd name="connsiteY13" fmla="*/ 201073 h 201073"/>
                    <a:gd name="connsiteX14" fmla="*/ 1438585 w 2877111"/>
                    <a:gd name="connsiteY14" fmla="*/ 201073 h 201073"/>
                    <a:gd name="connsiteX15" fmla="*/ 1023856 w 2877111"/>
                    <a:gd name="connsiteY15" fmla="*/ 201073 h 201073"/>
                    <a:gd name="connsiteX16" fmla="*/ 846647 w 2877111"/>
                    <a:gd name="connsiteY16" fmla="*/ 23864 h 201073"/>
                    <a:gd name="connsiteX17" fmla="*/ 41467 w 2877111"/>
                    <a:gd name="connsiteY17" fmla="*/ 23864 h 201073"/>
                    <a:gd name="connsiteX18" fmla="*/ 20911 w 2877111"/>
                    <a:gd name="connsiteY18" fmla="*/ 41821 h 201073"/>
                    <a:gd name="connsiteX19" fmla="*/ 0 w 2877111"/>
                    <a:gd name="connsiteY19" fmla="*/ 20911 h 201073"/>
                    <a:gd name="connsiteX20" fmla="*/ 20911 w 2877111"/>
                    <a:gd name="connsiteY20" fmla="*/ 0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877111" h="201073">
                      <a:moveTo>
                        <a:pt x="20911" y="0"/>
                      </a:moveTo>
                      <a:cubicBezTo>
                        <a:pt x="31425" y="0"/>
                        <a:pt x="40049" y="7797"/>
                        <a:pt x="41467" y="17957"/>
                      </a:cubicBezTo>
                      <a:lnTo>
                        <a:pt x="849069" y="17957"/>
                      </a:lnTo>
                      <a:lnTo>
                        <a:pt x="1026278" y="195166"/>
                      </a:lnTo>
                      <a:lnTo>
                        <a:pt x="1438585" y="195166"/>
                      </a:lnTo>
                      <a:lnTo>
                        <a:pt x="1850833" y="195166"/>
                      </a:lnTo>
                      <a:lnTo>
                        <a:pt x="2028042" y="17957"/>
                      </a:lnTo>
                      <a:lnTo>
                        <a:pt x="2835644" y="17957"/>
                      </a:lnTo>
                      <a:cubicBezTo>
                        <a:pt x="2837062" y="7856"/>
                        <a:pt x="2845686" y="0"/>
                        <a:pt x="2856201" y="0"/>
                      </a:cubicBezTo>
                      <a:cubicBezTo>
                        <a:pt x="2867719" y="0"/>
                        <a:pt x="2877111" y="9333"/>
                        <a:pt x="2877111" y="20911"/>
                      </a:cubicBezTo>
                      <a:cubicBezTo>
                        <a:pt x="2877111" y="32429"/>
                        <a:pt x="2867778" y="41821"/>
                        <a:pt x="2856201" y="41821"/>
                      </a:cubicBezTo>
                      <a:cubicBezTo>
                        <a:pt x="2845686" y="41821"/>
                        <a:pt x="2837062" y="34024"/>
                        <a:pt x="2835644" y="23864"/>
                      </a:cubicBezTo>
                      <a:lnTo>
                        <a:pt x="2030523" y="23864"/>
                      </a:lnTo>
                      <a:lnTo>
                        <a:pt x="1853314" y="201073"/>
                      </a:lnTo>
                      <a:lnTo>
                        <a:pt x="1438585" y="201073"/>
                      </a:lnTo>
                      <a:lnTo>
                        <a:pt x="1023856" y="201073"/>
                      </a:lnTo>
                      <a:lnTo>
                        <a:pt x="846647" y="23864"/>
                      </a:lnTo>
                      <a:lnTo>
                        <a:pt x="41467" y="23864"/>
                      </a:lnTo>
                      <a:cubicBezTo>
                        <a:pt x="40049" y="33965"/>
                        <a:pt x="31425" y="41821"/>
                        <a:pt x="20911" y="41821"/>
                      </a:cubicBezTo>
                      <a:cubicBezTo>
                        <a:pt x="9392" y="41821"/>
                        <a:pt x="0" y="32488"/>
                        <a:pt x="0" y="20911"/>
                      </a:cubicBezTo>
                      <a:cubicBezTo>
                        <a:pt x="0" y="9333"/>
                        <a:pt x="9333" y="0"/>
                        <a:pt x="20911" y="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67" name="Freeform: Shape 566">
                  <a:extLst>
                    <a:ext uri="{FF2B5EF4-FFF2-40B4-BE49-F238E27FC236}">
                      <a16:creationId xmlns:a16="http://schemas.microsoft.com/office/drawing/2014/main" id="{2222C379-2E36-9065-EDF8-43D745C8550C}"/>
                    </a:ext>
                  </a:extLst>
                </p:cNvPr>
                <p:cNvSpPr/>
                <p:nvPr/>
              </p:nvSpPr>
              <p:spPr>
                <a:xfrm>
                  <a:off x="8624" y="2522337"/>
                  <a:ext cx="4749622" cy="1737182"/>
                </a:xfrm>
                <a:custGeom>
                  <a:avLst/>
                  <a:gdLst>
                    <a:gd name="connsiteX0" fmla="*/ 0 w 4749622"/>
                    <a:gd name="connsiteY0" fmla="*/ 552539 h 1737182"/>
                    <a:gd name="connsiteX1" fmla="*/ 20911 w 4749622"/>
                    <a:gd name="connsiteY1" fmla="*/ 573449 h 1737182"/>
                    <a:gd name="connsiteX2" fmla="*/ 41467 w 4749622"/>
                    <a:gd name="connsiteY2" fmla="*/ 555492 h 1737182"/>
                    <a:gd name="connsiteX3" fmla="*/ 1185767 w 4749622"/>
                    <a:gd name="connsiteY3" fmla="*/ 555492 h 1737182"/>
                    <a:gd name="connsiteX4" fmla="*/ 1362976 w 4749622"/>
                    <a:gd name="connsiteY4" fmla="*/ 378283 h 1737182"/>
                    <a:gd name="connsiteX5" fmla="*/ 1716863 w 4749622"/>
                    <a:gd name="connsiteY5" fmla="*/ 378283 h 1737182"/>
                    <a:gd name="connsiteX6" fmla="*/ 1772270 w 4749622"/>
                    <a:gd name="connsiteY6" fmla="*/ 433690 h 1737182"/>
                    <a:gd name="connsiteX7" fmla="*/ 1772270 w 4749622"/>
                    <a:gd name="connsiteY7" fmla="*/ 1258127 h 1737182"/>
                    <a:gd name="connsiteX8" fmla="*/ 1535637 w 4749622"/>
                    <a:gd name="connsiteY8" fmla="*/ 1497596 h 1737182"/>
                    <a:gd name="connsiteX9" fmla="*/ 1775224 w 4749622"/>
                    <a:gd name="connsiteY9" fmla="*/ 1737183 h 1737182"/>
                    <a:gd name="connsiteX10" fmla="*/ 2014811 w 4749622"/>
                    <a:gd name="connsiteY10" fmla="*/ 1497596 h 1737182"/>
                    <a:gd name="connsiteX11" fmla="*/ 1946585 w 4749622"/>
                    <a:gd name="connsiteY11" fmla="*/ 1330428 h 1737182"/>
                    <a:gd name="connsiteX12" fmla="*/ 2367162 w 4749622"/>
                    <a:gd name="connsiteY12" fmla="*/ 909852 h 1737182"/>
                    <a:gd name="connsiteX13" fmla="*/ 3664275 w 4749622"/>
                    <a:gd name="connsiteY13" fmla="*/ 909852 h 1737182"/>
                    <a:gd name="connsiteX14" fmla="*/ 3959624 w 4749622"/>
                    <a:gd name="connsiteY14" fmla="*/ 1205200 h 1737182"/>
                    <a:gd name="connsiteX15" fmla="*/ 4708156 w 4749622"/>
                    <a:gd name="connsiteY15" fmla="*/ 1205200 h 1737182"/>
                    <a:gd name="connsiteX16" fmla="*/ 4728712 w 4749622"/>
                    <a:gd name="connsiteY16" fmla="*/ 1223158 h 1737182"/>
                    <a:gd name="connsiteX17" fmla="*/ 4749623 w 4749622"/>
                    <a:gd name="connsiteY17" fmla="*/ 1202247 h 1737182"/>
                    <a:gd name="connsiteX18" fmla="*/ 4728712 w 4749622"/>
                    <a:gd name="connsiteY18" fmla="*/ 1181336 h 1737182"/>
                    <a:gd name="connsiteX19" fmla="*/ 4708156 w 4749622"/>
                    <a:gd name="connsiteY19" fmla="*/ 1199293 h 1737182"/>
                    <a:gd name="connsiteX20" fmla="*/ 3962105 w 4749622"/>
                    <a:gd name="connsiteY20" fmla="*/ 1199293 h 1737182"/>
                    <a:gd name="connsiteX21" fmla="*/ 3666756 w 4749622"/>
                    <a:gd name="connsiteY21" fmla="*/ 903945 h 1737182"/>
                    <a:gd name="connsiteX22" fmla="*/ 2364740 w 4749622"/>
                    <a:gd name="connsiteY22" fmla="*/ 903945 h 1737182"/>
                    <a:gd name="connsiteX23" fmla="*/ 1942450 w 4749622"/>
                    <a:gd name="connsiteY23" fmla="*/ 1326235 h 1737182"/>
                    <a:gd name="connsiteX24" fmla="*/ 1778236 w 4749622"/>
                    <a:gd name="connsiteY24" fmla="*/ 1258068 h 1737182"/>
                    <a:gd name="connsiteX25" fmla="*/ 1778236 w 4749622"/>
                    <a:gd name="connsiteY25" fmla="*/ 433690 h 1737182"/>
                    <a:gd name="connsiteX26" fmla="*/ 1833644 w 4749622"/>
                    <a:gd name="connsiteY26" fmla="*/ 378283 h 1737182"/>
                    <a:gd name="connsiteX27" fmla="*/ 2719159 w 4749622"/>
                    <a:gd name="connsiteY27" fmla="*/ 378283 h 1737182"/>
                    <a:gd name="connsiteX28" fmla="*/ 2955438 w 4749622"/>
                    <a:gd name="connsiteY28" fmla="*/ 614562 h 1737182"/>
                    <a:gd name="connsiteX29" fmla="*/ 4058389 w 4749622"/>
                    <a:gd name="connsiteY29" fmla="*/ 614562 h 1737182"/>
                    <a:gd name="connsiteX30" fmla="*/ 4078945 w 4749622"/>
                    <a:gd name="connsiteY30" fmla="*/ 632519 h 1737182"/>
                    <a:gd name="connsiteX31" fmla="*/ 4099856 w 4749622"/>
                    <a:gd name="connsiteY31" fmla="*/ 611608 h 1737182"/>
                    <a:gd name="connsiteX32" fmla="*/ 4078945 w 4749622"/>
                    <a:gd name="connsiteY32" fmla="*/ 590698 h 1737182"/>
                    <a:gd name="connsiteX33" fmla="*/ 4058389 w 4749622"/>
                    <a:gd name="connsiteY33" fmla="*/ 608655 h 1737182"/>
                    <a:gd name="connsiteX34" fmla="*/ 2957919 w 4749622"/>
                    <a:gd name="connsiteY34" fmla="*/ 608655 h 1737182"/>
                    <a:gd name="connsiteX35" fmla="*/ 2721640 w 4749622"/>
                    <a:gd name="connsiteY35" fmla="*/ 372376 h 1737182"/>
                    <a:gd name="connsiteX36" fmla="*/ 1833644 w 4749622"/>
                    <a:gd name="connsiteY36" fmla="*/ 372376 h 1737182"/>
                    <a:gd name="connsiteX37" fmla="*/ 1778236 w 4749622"/>
                    <a:gd name="connsiteY37" fmla="*/ 316968 h 1737182"/>
                    <a:gd name="connsiteX38" fmla="*/ 1778236 w 4749622"/>
                    <a:gd name="connsiteY38" fmla="*/ 17957 h 1737182"/>
                    <a:gd name="connsiteX39" fmla="*/ 909793 w 4749622"/>
                    <a:gd name="connsiteY39" fmla="*/ 17957 h 1737182"/>
                    <a:gd name="connsiteX40" fmla="*/ 889236 w 4749622"/>
                    <a:gd name="connsiteY40" fmla="*/ 0 h 1737182"/>
                    <a:gd name="connsiteX41" fmla="*/ 868326 w 4749622"/>
                    <a:gd name="connsiteY41" fmla="*/ 20911 h 1737182"/>
                    <a:gd name="connsiteX42" fmla="*/ 889236 w 4749622"/>
                    <a:gd name="connsiteY42" fmla="*/ 41821 h 1737182"/>
                    <a:gd name="connsiteX43" fmla="*/ 909793 w 4749622"/>
                    <a:gd name="connsiteY43" fmla="*/ 23864 h 1737182"/>
                    <a:gd name="connsiteX44" fmla="*/ 1772329 w 4749622"/>
                    <a:gd name="connsiteY44" fmla="*/ 23864 h 1737182"/>
                    <a:gd name="connsiteX45" fmla="*/ 1772329 w 4749622"/>
                    <a:gd name="connsiteY45" fmla="*/ 316968 h 1737182"/>
                    <a:gd name="connsiteX46" fmla="*/ 1716922 w 4749622"/>
                    <a:gd name="connsiteY46" fmla="*/ 372376 h 1737182"/>
                    <a:gd name="connsiteX47" fmla="*/ 1360613 w 4749622"/>
                    <a:gd name="connsiteY47" fmla="*/ 372376 h 1737182"/>
                    <a:gd name="connsiteX48" fmla="*/ 1183404 w 4749622"/>
                    <a:gd name="connsiteY48" fmla="*/ 549585 h 1737182"/>
                    <a:gd name="connsiteX49" fmla="*/ 41467 w 4749622"/>
                    <a:gd name="connsiteY49" fmla="*/ 549585 h 1737182"/>
                    <a:gd name="connsiteX50" fmla="*/ 20911 w 4749622"/>
                    <a:gd name="connsiteY50" fmla="*/ 531628 h 1737182"/>
                    <a:gd name="connsiteX51" fmla="*/ 0 w 4749622"/>
                    <a:gd name="connsiteY51" fmla="*/ 552539 h 1737182"/>
                    <a:gd name="connsiteX52" fmla="*/ 1938256 w 4749622"/>
                    <a:gd name="connsiteY52" fmla="*/ 1330488 h 1737182"/>
                    <a:gd name="connsiteX53" fmla="*/ 1814623 w 4749622"/>
                    <a:gd name="connsiteY53" fmla="*/ 1454120 h 1737182"/>
                    <a:gd name="connsiteX54" fmla="*/ 1778177 w 4749622"/>
                    <a:gd name="connsiteY54" fmla="*/ 1439058 h 1737182"/>
                    <a:gd name="connsiteX55" fmla="*/ 1778177 w 4749622"/>
                    <a:gd name="connsiteY55" fmla="*/ 1264093 h 1737182"/>
                    <a:gd name="connsiteX56" fmla="*/ 1938256 w 4749622"/>
                    <a:gd name="connsiteY56" fmla="*/ 1330488 h 1737182"/>
                    <a:gd name="connsiteX57" fmla="*/ 1772329 w 4749622"/>
                    <a:gd name="connsiteY57" fmla="*/ 1264093 h 1737182"/>
                    <a:gd name="connsiteX58" fmla="*/ 1772329 w 4749622"/>
                    <a:gd name="connsiteY58" fmla="*/ 1439058 h 1737182"/>
                    <a:gd name="connsiteX59" fmla="*/ 1716508 w 4749622"/>
                    <a:gd name="connsiteY59" fmla="*/ 1497714 h 1737182"/>
                    <a:gd name="connsiteX60" fmla="*/ 1775283 w 4749622"/>
                    <a:gd name="connsiteY60" fmla="*/ 1556489 h 1737182"/>
                    <a:gd name="connsiteX61" fmla="*/ 1834057 w 4749622"/>
                    <a:gd name="connsiteY61" fmla="*/ 1497714 h 1737182"/>
                    <a:gd name="connsiteX62" fmla="*/ 1818817 w 4749622"/>
                    <a:gd name="connsiteY62" fmla="*/ 1458315 h 1737182"/>
                    <a:gd name="connsiteX63" fmla="*/ 1942450 w 4749622"/>
                    <a:gd name="connsiteY63" fmla="*/ 1334682 h 1737182"/>
                    <a:gd name="connsiteX64" fmla="*/ 2008904 w 4749622"/>
                    <a:gd name="connsiteY64" fmla="*/ 1497714 h 1737182"/>
                    <a:gd name="connsiteX65" fmla="*/ 1775224 w 4749622"/>
                    <a:gd name="connsiteY65" fmla="*/ 1731394 h 1737182"/>
                    <a:gd name="connsiteX66" fmla="*/ 1541544 w 4749622"/>
                    <a:gd name="connsiteY66" fmla="*/ 1497714 h 1737182"/>
                    <a:gd name="connsiteX67" fmla="*/ 1772329 w 4749622"/>
                    <a:gd name="connsiteY67" fmla="*/ 1264093 h 173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4749622" h="1737182">
                      <a:moveTo>
                        <a:pt x="0" y="552539"/>
                      </a:moveTo>
                      <a:cubicBezTo>
                        <a:pt x="0" y="564057"/>
                        <a:pt x="9333" y="573449"/>
                        <a:pt x="20911" y="573449"/>
                      </a:cubicBezTo>
                      <a:cubicBezTo>
                        <a:pt x="31425" y="573449"/>
                        <a:pt x="40049" y="565652"/>
                        <a:pt x="41467" y="555492"/>
                      </a:cubicBezTo>
                      <a:lnTo>
                        <a:pt x="1185767" y="555492"/>
                      </a:lnTo>
                      <a:lnTo>
                        <a:pt x="1362976" y="378283"/>
                      </a:lnTo>
                      <a:lnTo>
                        <a:pt x="1716863" y="378283"/>
                      </a:lnTo>
                      <a:cubicBezTo>
                        <a:pt x="1718340" y="408231"/>
                        <a:pt x="1742322" y="432213"/>
                        <a:pt x="1772270" y="433690"/>
                      </a:cubicBezTo>
                      <a:lnTo>
                        <a:pt x="1772270" y="1258127"/>
                      </a:lnTo>
                      <a:cubicBezTo>
                        <a:pt x="1641549" y="1259722"/>
                        <a:pt x="1535637" y="1366520"/>
                        <a:pt x="1535637" y="1497596"/>
                      </a:cubicBezTo>
                      <a:cubicBezTo>
                        <a:pt x="1535637" y="1629676"/>
                        <a:pt x="1643085" y="1737183"/>
                        <a:pt x="1775224" y="1737183"/>
                      </a:cubicBezTo>
                      <a:cubicBezTo>
                        <a:pt x="1907304" y="1737183"/>
                        <a:pt x="2014811" y="1629735"/>
                        <a:pt x="2014811" y="1497596"/>
                      </a:cubicBezTo>
                      <a:cubicBezTo>
                        <a:pt x="2014811" y="1432619"/>
                        <a:pt x="1988761" y="1373608"/>
                        <a:pt x="1946585" y="1330428"/>
                      </a:cubicBezTo>
                      <a:lnTo>
                        <a:pt x="2367162" y="909852"/>
                      </a:lnTo>
                      <a:lnTo>
                        <a:pt x="3664275" y="909852"/>
                      </a:lnTo>
                      <a:lnTo>
                        <a:pt x="3959624" y="1205200"/>
                      </a:lnTo>
                      <a:lnTo>
                        <a:pt x="4708156" y="1205200"/>
                      </a:lnTo>
                      <a:cubicBezTo>
                        <a:pt x="4709574" y="1215301"/>
                        <a:pt x="4718198" y="1223158"/>
                        <a:pt x="4728712" y="1223158"/>
                      </a:cubicBezTo>
                      <a:cubicBezTo>
                        <a:pt x="4740231" y="1223158"/>
                        <a:pt x="4749623" y="1213825"/>
                        <a:pt x="4749623" y="1202247"/>
                      </a:cubicBezTo>
                      <a:cubicBezTo>
                        <a:pt x="4749623" y="1190729"/>
                        <a:pt x="4740290" y="1181336"/>
                        <a:pt x="4728712" y="1181336"/>
                      </a:cubicBezTo>
                      <a:cubicBezTo>
                        <a:pt x="4718198" y="1181336"/>
                        <a:pt x="4709574" y="1189134"/>
                        <a:pt x="4708156" y="1199293"/>
                      </a:cubicBezTo>
                      <a:lnTo>
                        <a:pt x="3962105" y="1199293"/>
                      </a:lnTo>
                      <a:lnTo>
                        <a:pt x="3666756" y="903945"/>
                      </a:lnTo>
                      <a:lnTo>
                        <a:pt x="2364740" y="903945"/>
                      </a:lnTo>
                      <a:lnTo>
                        <a:pt x="1942450" y="1326235"/>
                      </a:lnTo>
                      <a:cubicBezTo>
                        <a:pt x="1899920" y="1284708"/>
                        <a:pt x="1842032" y="1258895"/>
                        <a:pt x="1778236" y="1258068"/>
                      </a:cubicBezTo>
                      <a:lnTo>
                        <a:pt x="1778236" y="433690"/>
                      </a:lnTo>
                      <a:cubicBezTo>
                        <a:pt x="1808185" y="432213"/>
                        <a:pt x="1832167" y="408231"/>
                        <a:pt x="1833644" y="378283"/>
                      </a:cubicBezTo>
                      <a:lnTo>
                        <a:pt x="2719159" y="378283"/>
                      </a:lnTo>
                      <a:lnTo>
                        <a:pt x="2955438" y="614562"/>
                      </a:lnTo>
                      <a:lnTo>
                        <a:pt x="4058389" y="614562"/>
                      </a:lnTo>
                      <a:cubicBezTo>
                        <a:pt x="4059806" y="624663"/>
                        <a:pt x="4068430" y="632519"/>
                        <a:pt x="4078945" y="632519"/>
                      </a:cubicBezTo>
                      <a:cubicBezTo>
                        <a:pt x="4090463" y="632519"/>
                        <a:pt x="4099856" y="623186"/>
                        <a:pt x="4099856" y="611608"/>
                      </a:cubicBezTo>
                      <a:cubicBezTo>
                        <a:pt x="4099856" y="600031"/>
                        <a:pt x="4090523" y="590698"/>
                        <a:pt x="4078945" y="590698"/>
                      </a:cubicBezTo>
                      <a:cubicBezTo>
                        <a:pt x="4068430" y="590698"/>
                        <a:pt x="4059806" y="598495"/>
                        <a:pt x="4058389" y="608655"/>
                      </a:cubicBezTo>
                      <a:lnTo>
                        <a:pt x="2957919" y="608655"/>
                      </a:lnTo>
                      <a:lnTo>
                        <a:pt x="2721640" y="372376"/>
                      </a:lnTo>
                      <a:lnTo>
                        <a:pt x="1833644" y="372376"/>
                      </a:lnTo>
                      <a:cubicBezTo>
                        <a:pt x="1832167" y="342427"/>
                        <a:pt x="1808185" y="318445"/>
                        <a:pt x="1778236" y="316968"/>
                      </a:cubicBezTo>
                      <a:lnTo>
                        <a:pt x="1778236" y="17957"/>
                      </a:lnTo>
                      <a:lnTo>
                        <a:pt x="909793" y="17957"/>
                      </a:lnTo>
                      <a:cubicBezTo>
                        <a:pt x="908375" y="7856"/>
                        <a:pt x="899751" y="0"/>
                        <a:pt x="889236" y="0"/>
                      </a:cubicBezTo>
                      <a:cubicBezTo>
                        <a:pt x="877718" y="0"/>
                        <a:pt x="868326" y="9333"/>
                        <a:pt x="868326" y="20911"/>
                      </a:cubicBezTo>
                      <a:cubicBezTo>
                        <a:pt x="868326" y="32488"/>
                        <a:pt x="877659" y="41821"/>
                        <a:pt x="889236" y="41821"/>
                      </a:cubicBezTo>
                      <a:cubicBezTo>
                        <a:pt x="899751" y="41821"/>
                        <a:pt x="908375" y="34024"/>
                        <a:pt x="909793" y="23864"/>
                      </a:cubicBezTo>
                      <a:lnTo>
                        <a:pt x="1772329" y="23864"/>
                      </a:lnTo>
                      <a:lnTo>
                        <a:pt x="1772329" y="316968"/>
                      </a:lnTo>
                      <a:cubicBezTo>
                        <a:pt x="1742381" y="318445"/>
                        <a:pt x="1718399" y="342427"/>
                        <a:pt x="1716922" y="372376"/>
                      </a:cubicBezTo>
                      <a:lnTo>
                        <a:pt x="1360613" y="372376"/>
                      </a:lnTo>
                      <a:lnTo>
                        <a:pt x="1183404" y="549585"/>
                      </a:lnTo>
                      <a:lnTo>
                        <a:pt x="41467" y="549585"/>
                      </a:lnTo>
                      <a:cubicBezTo>
                        <a:pt x="40049" y="539484"/>
                        <a:pt x="31425" y="531628"/>
                        <a:pt x="20911" y="531628"/>
                      </a:cubicBezTo>
                      <a:cubicBezTo>
                        <a:pt x="9333" y="531687"/>
                        <a:pt x="0" y="541020"/>
                        <a:pt x="0" y="552539"/>
                      </a:cubicBezTo>
                      <a:close/>
                      <a:moveTo>
                        <a:pt x="1938256" y="1330488"/>
                      </a:moveTo>
                      <a:lnTo>
                        <a:pt x="1814623" y="1454120"/>
                      </a:lnTo>
                      <a:cubicBezTo>
                        <a:pt x="1804877" y="1445319"/>
                        <a:pt x="1792177" y="1439767"/>
                        <a:pt x="1778177" y="1439058"/>
                      </a:cubicBezTo>
                      <a:lnTo>
                        <a:pt x="1778177" y="1264093"/>
                      </a:lnTo>
                      <a:cubicBezTo>
                        <a:pt x="1840437" y="1264861"/>
                        <a:pt x="1896789" y="1290025"/>
                        <a:pt x="1938256" y="1330488"/>
                      </a:cubicBezTo>
                      <a:close/>
                      <a:moveTo>
                        <a:pt x="1772329" y="1264093"/>
                      </a:moveTo>
                      <a:lnTo>
                        <a:pt x="1772329" y="1439058"/>
                      </a:lnTo>
                      <a:cubicBezTo>
                        <a:pt x="1741259" y="1440594"/>
                        <a:pt x="1716508" y="1466230"/>
                        <a:pt x="1716508" y="1497714"/>
                      </a:cubicBezTo>
                      <a:cubicBezTo>
                        <a:pt x="1716508" y="1530202"/>
                        <a:pt x="1742794" y="1556489"/>
                        <a:pt x="1775283" y="1556489"/>
                      </a:cubicBezTo>
                      <a:cubicBezTo>
                        <a:pt x="1807771" y="1556489"/>
                        <a:pt x="1834057" y="1530202"/>
                        <a:pt x="1834057" y="1497714"/>
                      </a:cubicBezTo>
                      <a:cubicBezTo>
                        <a:pt x="1834057" y="1482533"/>
                        <a:pt x="1828268" y="1468770"/>
                        <a:pt x="1818817" y="1458315"/>
                      </a:cubicBezTo>
                      <a:lnTo>
                        <a:pt x="1942450" y="1334682"/>
                      </a:lnTo>
                      <a:cubicBezTo>
                        <a:pt x="1983563" y="1376798"/>
                        <a:pt x="2008904" y="1434332"/>
                        <a:pt x="2008904" y="1497714"/>
                      </a:cubicBezTo>
                      <a:cubicBezTo>
                        <a:pt x="2008904" y="1626545"/>
                        <a:pt x="1904055" y="1731394"/>
                        <a:pt x="1775224" y="1731394"/>
                      </a:cubicBezTo>
                      <a:cubicBezTo>
                        <a:pt x="1646393" y="1731394"/>
                        <a:pt x="1541544" y="1626545"/>
                        <a:pt x="1541544" y="1497714"/>
                      </a:cubicBezTo>
                      <a:cubicBezTo>
                        <a:pt x="1541603" y="1369828"/>
                        <a:pt x="1644857" y="1265688"/>
                        <a:pt x="1772329" y="12640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68" name="Freeform: Shape 567">
                  <a:extLst>
                    <a:ext uri="{FF2B5EF4-FFF2-40B4-BE49-F238E27FC236}">
                      <a16:creationId xmlns:a16="http://schemas.microsoft.com/office/drawing/2014/main" id="{2DC3F2F1-421C-DA65-E5A2-BA10458A85F4}"/>
                    </a:ext>
                  </a:extLst>
                </p:cNvPr>
                <p:cNvSpPr/>
                <p:nvPr/>
              </p:nvSpPr>
              <p:spPr>
                <a:xfrm>
                  <a:off x="1113287" y="1831457"/>
                  <a:ext cx="2936180" cy="201073"/>
                </a:xfrm>
                <a:custGeom>
                  <a:avLst/>
                  <a:gdLst>
                    <a:gd name="connsiteX0" fmla="*/ 2915270 w 2936180"/>
                    <a:gd name="connsiteY0" fmla="*/ 201073 h 201073"/>
                    <a:gd name="connsiteX1" fmla="*/ 2894714 w 2936180"/>
                    <a:gd name="connsiteY1" fmla="*/ 183116 h 201073"/>
                    <a:gd name="connsiteX2" fmla="*/ 1791704 w 2936180"/>
                    <a:gd name="connsiteY2" fmla="*/ 183116 h 201073"/>
                    <a:gd name="connsiteX3" fmla="*/ 1614495 w 2936180"/>
                    <a:gd name="connsiteY3" fmla="*/ 5907 h 201073"/>
                    <a:gd name="connsiteX4" fmla="*/ 671860 w 2936180"/>
                    <a:gd name="connsiteY4" fmla="*/ 5907 h 201073"/>
                    <a:gd name="connsiteX5" fmla="*/ 553720 w 2936180"/>
                    <a:gd name="connsiteY5" fmla="*/ 124047 h 201073"/>
                    <a:gd name="connsiteX6" fmla="*/ 41467 w 2936180"/>
                    <a:gd name="connsiteY6" fmla="*/ 124047 h 201073"/>
                    <a:gd name="connsiteX7" fmla="*/ 20911 w 2936180"/>
                    <a:gd name="connsiteY7" fmla="*/ 142004 h 201073"/>
                    <a:gd name="connsiteX8" fmla="*/ 0 w 2936180"/>
                    <a:gd name="connsiteY8" fmla="*/ 121093 h 201073"/>
                    <a:gd name="connsiteX9" fmla="*/ 20911 w 2936180"/>
                    <a:gd name="connsiteY9" fmla="*/ 100182 h 201073"/>
                    <a:gd name="connsiteX10" fmla="*/ 41467 w 2936180"/>
                    <a:gd name="connsiteY10" fmla="*/ 118140 h 201073"/>
                    <a:gd name="connsiteX11" fmla="*/ 551298 w 2936180"/>
                    <a:gd name="connsiteY11" fmla="*/ 118140 h 201073"/>
                    <a:gd name="connsiteX12" fmla="*/ 669438 w 2936180"/>
                    <a:gd name="connsiteY12" fmla="*/ 0 h 201073"/>
                    <a:gd name="connsiteX13" fmla="*/ 1616976 w 2936180"/>
                    <a:gd name="connsiteY13" fmla="*/ 0 h 201073"/>
                    <a:gd name="connsiteX14" fmla="*/ 1794185 w 2936180"/>
                    <a:gd name="connsiteY14" fmla="*/ 177209 h 201073"/>
                    <a:gd name="connsiteX15" fmla="*/ 2894714 w 2936180"/>
                    <a:gd name="connsiteY15" fmla="*/ 177209 h 201073"/>
                    <a:gd name="connsiteX16" fmla="*/ 2915270 w 2936180"/>
                    <a:gd name="connsiteY16" fmla="*/ 159252 h 201073"/>
                    <a:gd name="connsiteX17" fmla="*/ 2936181 w 2936180"/>
                    <a:gd name="connsiteY17" fmla="*/ 180163 h 201073"/>
                    <a:gd name="connsiteX18" fmla="*/ 2915270 w 2936180"/>
                    <a:gd name="connsiteY18" fmla="*/ 201073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36180" h="201073">
                      <a:moveTo>
                        <a:pt x="2915270" y="201073"/>
                      </a:moveTo>
                      <a:cubicBezTo>
                        <a:pt x="2904756" y="201073"/>
                        <a:pt x="2896132" y="193276"/>
                        <a:pt x="2894714" y="183116"/>
                      </a:cubicBezTo>
                      <a:lnTo>
                        <a:pt x="1791704" y="183116"/>
                      </a:lnTo>
                      <a:lnTo>
                        <a:pt x="1614495" y="5907"/>
                      </a:lnTo>
                      <a:lnTo>
                        <a:pt x="671860" y="5907"/>
                      </a:lnTo>
                      <a:lnTo>
                        <a:pt x="553720" y="124047"/>
                      </a:lnTo>
                      <a:lnTo>
                        <a:pt x="41467" y="124047"/>
                      </a:lnTo>
                      <a:cubicBezTo>
                        <a:pt x="40049" y="134147"/>
                        <a:pt x="31425" y="142004"/>
                        <a:pt x="20911" y="142004"/>
                      </a:cubicBezTo>
                      <a:cubicBezTo>
                        <a:pt x="9392" y="142004"/>
                        <a:pt x="0" y="132671"/>
                        <a:pt x="0" y="121093"/>
                      </a:cubicBezTo>
                      <a:cubicBezTo>
                        <a:pt x="0" y="109574"/>
                        <a:pt x="9333" y="100182"/>
                        <a:pt x="20911" y="100182"/>
                      </a:cubicBezTo>
                      <a:cubicBezTo>
                        <a:pt x="31425" y="100182"/>
                        <a:pt x="40049" y="107980"/>
                        <a:pt x="41467" y="118140"/>
                      </a:cubicBezTo>
                      <a:lnTo>
                        <a:pt x="551298" y="118140"/>
                      </a:lnTo>
                      <a:lnTo>
                        <a:pt x="669438" y="0"/>
                      </a:lnTo>
                      <a:lnTo>
                        <a:pt x="1616976" y="0"/>
                      </a:lnTo>
                      <a:lnTo>
                        <a:pt x="1794185" y="177209"/>
                      </a:lnTo>
                      <a:lnTo>
                        <a:pt x="2894714" y="177209"/>
                      </a:lnTo>
                      <a:cubicBezTo>
                        <a:pt x="2896132" y="167108"/>
                        <a:pt x="2904756" y="159252"/>
                        <a:pt x="2915270" y="159252"/>
                      </a:cubicBezTo>
                      <a:cubicBezTo>
                        <a:pt x="2926789" y="159252"/>
                        <a:pt x="2936181" y="168585"/>
                        <a:pt x="2936181" y="180163"/>
                      </a:cubicBezTo>
                      <a:cubicBezTo>
                        <a:pt x="2936181" y="191741"/>
                        <a:pt x="2926789" y="201073"/>
                        <a:pt x="2915270" y="20107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69" name="Freeform: Shape 568">
                  <a:extLst>
                    <a:ext uri="{FF2B5EF4-FFF2-40B4-BE49-F238E27FC236}">
                      <a16:creationId xmlns:a16="http://schemas.microsoft.com/office/drawing/2014/main" id="{6AC66C17-1A60-392B-2ACA-E016E44C44B3}"/>
                    </a:ext>
                  </a:extLst>
                </p:cNvPr>
                <p:cNvSpPr/>
                <p:nvPr/>
              </p:nvSpPr>
              <p:spPr>
                <a:xfrm>
                  <a:off x="3939625" y="1922670"/>
                  <a:ext cx="177764" cy="177840"/>
                </a:xfrm>
                <a:custGeom>
                  <a:avLst/>
                  <a:gdLst>
                    <a:gd name="connsiteX0" fmla="*/ 19348 w 177764"/>
                    <a:gd name="connsiteY0" fmla="*/ 144416 h 177840"/>
                    <a:gd name="connsiteX1" fmla="*/ 19348 w 177764"/>
                    <a:gd name="connsiteY1" fmla="*/ 175369 h 177840"/>
                    <a:gd name="connsiteX2" fmla="*/ 27736 w 177764"/>
                    <a:gd name="connsiteY2" fmla="*/ 166922 h 177840"/>
                    <a:gd name="connsiteX3" fmla="*/ 27736 w 177764"/>
                    <a:gd name="connsiteY3" fmla="*/ 153513 h 177840"/>
                    <a:gd name="connsiteX4" fmla="*/ 144340 w 177764"/>
                    <a:gd name="connsiteY4" fmla="*/ 158475 h 177840"/>
                    <a:gd name="connsiteX5" fmla="*/ 175293 w 177764"/>
                    <a:gd name="connsiteY5" fmla="*/ 158475 h 177840"/>
                    <a:gd name="connsiteX6" fmla="*/ 166846 w 177764"/>
                    <a:gd name="connsiteY6" fmla="*/ 150028 h 177840"/>
                    <a:gd name="connsiteX7" fmla="*/ 153437 w 177764"/>
                    <a:gd name="connsiteY7" fmla="*/ 150028 h 177840"/>
                    <a:gd name="connsiteX8" fmla="*/ 158399 w 177764"/>
                    <a:gd name="connsiteY8" fmla="*/ 33424 h 177840"/>
                    <a:gd name="connsiteX9" fmla="*/ 158399 w 177764"/>
                    <a:gd name="connsiteY9" fmla="*/ 2472 h 177840"/>
                    <a:gd name="connsiteX10" fmla="*/ 149952 w 177764"/>
                    <a:gd name="connsiteY10" fmla="*/ 10919 h 177840"/>
                    <a:gd name="connsiteX11" fmla="*/ 149952 w 177764"/>
                    <a:gd name="connsiteY11" fmla="*/ 24327 h 177840"/>
                    <a:gd name="connsiteX12" fmla="*/ 33348 w 177764"/>
                    <a:gd name="connsiteY12" fmla="*/ 19366 h 177840"/>
                    <a:gd name="connsiteX13" fmla="*/ 2395 w 177764"/>
                    <a:gd name="connsiteY13" fmla="*/ 19366 h 177840"/>
                    <a:gd name="connsiteX14" fmla="*/ 10843 w 177764"/>
                    <a:gd name="connsiteY14" fmla="*/ 27813 h 177840"/>
                    <a:gd name="connsiteX15" fmla="*/ 24251 w 177764"/>
                    <a:gd name="connsiteY15" fmla="*/ 27813 h 177840"/>
                    <a:gd name="connsiteX16" fmla="*/ 19348 w 177764"/>
                    <a:gd name="connsiteY16" fmla="*/ 144416 h 177840"/>
                    <a:gd name="connsiteX17" fmla="*/ 27796 w 177764"/>
                    <a:gd name="connsiteY17" fmla="*/ 30530 h 177840"/>
                    <a:gd name="connsiteX18" fmla="*/ 27796 w 177764"/>
                    <a:gd name="connsiteY18" fmla="*/ 44707 h 177840"/>
                    <a:gd name="connsiteX19" fmla="*/ 36242 w 177764"/>
                    <a:gd name="connsiteY19" fmla="*/ 53154 h 177840"/>
                    <a:gd name="connsiteX20" fmla="*/ 36242 w 177764"/>
                    <a:gd name="connsiteY20" fmla="*/ 22792 h 177840"/>
                    <a:gd name="connsiteX21" fmla="*/ 147412 w 177764"/>
                    <a:gd name="connsiteY21" fmla="*/ 27872 h 177840"/>
                    <a:gd name="connsiteX22" fmla="*/ 133235 w 177764"/>
                    <a:gd name="connsiteY22" fmla="*/ 27872 h 177840"/>
                    <a:gd name="connsiteX23" fmla="*/ 124788 w 177764"/>
                    <a:gd name="connsiteY23" fmla="*/ 36319 h 177840"/>
                    <a:gd name="connsiteX24" fmla="*/ 155150 w 177764"/>
                    <a:gd name="connsiteY24" fmla="*/ 36319 h 177840"/>
                    <a:gd name="connsiteX25" fmla="*/ 150070 w 177764"/>
                    <a:gd name="connsiteY25" fmla="*/ 147488 h 177840"/>
                    <a:gd name="connsiteX26" fmla="*/ 150070 w 177764"/>
                    <a:gd name="connsiteY26" fmla="*/ 133311 h 177840"/>
                    <a:gd name="connsiteX27" fmla="*/ 141623 w 177764"/>
                    <a:gd name="connsiteY27" fmla="*/ 124864 h 177840"/>
                    <a:gd name="connsiteX28" fmla="*/ 141623 w 177764"/>
                    <a:gd name="connsiteY28" fmla="*/ 155226 h 177840"/>
                    <a:gd name="connsiteX29" fmla="*/ 30453 w 177764"/>
                    <a:gd name="connsiteY29" fmla="*/ 150146 h 177840"/>
                    <a:gd name="connsiteX30" fmla="*/ 44630 w 177764"/>
                    <a:gd name="connsiteY30" fmla="*/ 150146 h 177840"/>
                    <a:gd name="connsiteX31" fmla="*/ 53077 w 177764"/>
                    <a:gd name="connsiteY31" fmla="*/ 141699 h 177840"/>
                    <a:gd name="connsiteX32" fmla="*/ 22715 w 177764"/>
                    <a:gd name="connsiteY32" fmla="*/ 141699 h 177840"/>
                    <a:gd name="connsiteX33" fmla="*/ 27796 w 177764"/>
                    <a:gd name="connsiteY33" fmla="*/ 30530 h 177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840">
                      <a:moveTo>
                        <a:pt x="19348" y="144416"/>
                      </a:moveTo>
                      <a:lnTo>
                        <a:pt x="19348" y="175369"/>
                      </a:lnTo>
                      <a:lnTo>
                        <a:pt x="27736" y="166922"/>
                      </a:lnTo>
                      <a:lnTo>
                        <a:pt x="27736" y="153513"/>
                      </a:lnTo>
                      <a:cubicBezTo>
                        <a:pt x="60107" y="184170"/>
                        <a:pt x="110080" y="185883"/>
                        <a:pt x="144340" y="158475"/>
                      </a:cubicBezTo>
                      <a:lnTo>
                        <a:pt x="175293" y="158475"/>
                      </a:lnTo>
                      <a:lnTo>
                        <a:pt x="166846" y="150028"/>
                      </a:lnTo>
                      <a:lnTo>
                        <a:pt x="153437" y="150028"/>
                      </a:lnTo>
                      <a:cubicBezTo>
                        <a:pt x="184094" y="117599"/>
                        <a:pt x="185807" y="67685"/>
                        <a:pt x="158399" y="33424"/>
                      </a:cubicBezTo>
                      <a:lnTo>
                        <a:pt x="158399" y="2472"/>
                      </a:lnTo>
                      <a:lnTo>
                        <a:pt x="149952" y="10919"/>
                      </a:lnTo>
                      <a:lnTo>
                        <a:pt x="149952" y="24327"/>
                      </a:lnTo>
                      <a:cubicBezTo>
                        <a:pt x="117581" y="-6330"/>
                        <a:pt x="67609" y="-8043"/>
                        <a:pt x="33348" y="19366"/>
                      </a:cubicBezTo>
                      <a:lnTo>
                        <a:pt x="2395" y="19366"/>
                      </a:lnTo>
                      <a:lnTo>
                        <a:pt x="10843" y="27813"/>
                      </a:lnTo>
                      <a:lnTo>
                        <a:pt x="24251" y="27813"/>
                      </a:lnTo>
                      <a:cubicBezTo>
                        <a:pt x="-6347" y="60242"/>
                        <a:pt x="-8001" y="110156"/>
                        <a:pt x="19348" y="144416"/>
                      </a:cubicBezTo>
                      <a:close/>
                      <a:moveTo>
                        <a:pt x="27796" y="30530"/>
                      </a:moveTo>
                      <a:lnTo>
                        <a:pt x="27796" y="44707"/>
                      </a:lnTo>
                      <a:lnTo>
                        <a:pt x="36242" y="53154"/>
                      </a:lnTo>
                      <a:lnTo>
                        <a:pt x="36242" y="22792"/>
                      </a:lnTo>
                      <a:cubicBezTo>
                        <a:pt x="68967" y="-3317"/>
                        <a:pt x="116636" y="-1604"/>
                        <a:pt x="147412" y="27872"/>
                      </a:cubicBezTo>
                      <a:lnTo>
                        <a:pt x="133235" y="27872"/>
                      </a:lnTo>
                      <a:lnTo>
                        <a:pt x="124788" y="36319"/>
                      </a:lnTo>
                      <a:lnTo>
                        <a:pt x="155150" y="36319"/>
                      </a:lnTo>
                      <a:cubicBezTo>
                        <a:pt x="181259" y="69043"/>
                        <a:pt x="179546" y="116713"/>
                        <a:pt x="150070" y="147488"/>
                      </a:cubicBezTo>
                      <a:lnTo>
                        <a:pt x="150070" y="133311"/>
                      </a:lnTo>
                      <a:lnTo>
                        <a:pt x="141623" y="124864"/>
                      </a:lnTo>
                      <a:lnTo>
                        <a:pt x="141623" y="155226"/>
                      </a:lnTo>
                      <a:cubicBezTo>
                        <a:pt x="108898" y="181335"/>
                        <a:pt x="61229" y="179622"/>
                        <a:pt x="30453" y="150146"/>
                      </a:cubicBezTo>
                      <a:lnTo>
                        <a:pt x="44630" y="150146"/>
                      </a:lnTo>
                      <a:lnTo>
                        <a:pt x="53077" y="141699"/>
                      </a:lnTo>
                      <a:lnTo>
                        <a:pt x="22715" y="141699"/>
                      </a:lnTo>
                      <a:cubicBezTo>
                        <a:pt x="-3334" y="108974"/>
                        <a:pt x="-1681" y="61305"/>
                        <a:pt x="27796" y="305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70" name="Freeform: Shape 569">
                  <a:extLst>
                    <a:ext uri="{FF2B5EF4-FFF2-40B4-BE49-F238E27FC236}">
                      <a16:creationId xmlns:a16="http://schemas.microsoft.com/office/drawing/2014/main" id="{952637A7-393A-ECB5-F799-B428C053E091}"/>
                    </a:ext>
                  </a:extLst>
                </p:cNvPr>
                <p:cNvSpPr/>
                <p:nvPr/>
              </p:nvSpPr>
              <p:spPr>
                <a:xfrm>
                  <a:off x="3112330" y="4108370"/>
                  <a:ext cx="177787" cy="177790"/>
                </a:xfrm>
                <a:custGeom>
                  <a:avLst/>
                  <a:gdLst>
                    <a:gd name="connsiteX0" fmla="*/ 19372 w 177787"/>
                    <a:gd name="connsiteY0" fmla="*/ 144357 h 177790"/>
                    <a:gd name="connsiteX1" fmla="*/ 19372 w 177787"/>
                    <a:gd name="connsiteY1" fmla="*/ 175310 h 177790"/>
                    <a:gd name="connsiteX2" fmla="*/ 27760 w 177787"/>
                    <a:gd name="connsiteY2" fmla="*/ 166863 h 177790"/>
                    <a:gd name="connsiteX3" fmla="*/ 27760 w 177787"/>
                    <a:gd name="connsiteY3" fmla="*/ 153454 h 177790"/>
                    <a:gd name="connsiteX4" fmla="*/ 144363 w 177787"/>
                    <a:gd name="connsiteY4" fmla="*/ 158475 h 177790"/>
                    <a:gd name="connsiteX5" fmla="*/ 175316 w 177787"/>
                    <a:gd name="connsiteY5" fmla="*/ 158475 h 177790"/>
                    <a:gd name="connsiteX6" fmla="*/ 166869 w 177787"/>
                    <a:gd name="connsiteY6" fmla="*/ 150028 h 177790"/>
                    <a:gd name="connsiteX7" fmla="*/ 153460 w 177787"/>
                    <a:gd name="connsiteY7" fmla="*/ 150028 h 177790"/>
                    <a:gd name="connsiteX8" fmla="*/ 158422 w 177787"/>
                    <a:gd name="connsiteY8" fmla="*/ 33424 h 177790"/>
                    <a:gd name="connsiteX9" fmla="*/ 158422 w 177787"/>
                    <a:gd name="connsiteY9" fmla="*/ 2472 h 177790"/>
                    <a:gd name="connsiteX10" fmla="*/ 149975 w 177787"/>
                    <a:gd name="connsiteY10" fmla="*/ 10918 h 177790"/>
                    <a:gd name="connsiteX11" fmla="*/ 149975 w 177787"/>
                    <a:gd name="connsiteY11" fmla="*/ 24327 h 177790"/>
                    <a:gd name="connsiteX12" fmla="*/ 33371 w 177787"/>
                    <a:gd name="connsiteY12" fmla="*/ 19365 h 177790"/>
                    <a:gd name="connsiteX13" fmla="*/ 2419 w 177787"/>
                    <a:gd name="connsiteY13" fmla="*/ 19365 h 177790"/>
                    <a:gd name="connsiteX14" fmla="*/ 10866 w 177787"/>
                    <a:gd name="connsiteY14" fmla="*/ 27812 h 177790"/>
                    <a:gd name="connsiteX15" fmla="*/ 24275 w 177787"/>
                    <a:gd name="connsiteY15" fmla="*/ 27812 h 177790"/>
                    <a:gd name="connsiteX16" fmla="*/ 19372 w 177787"/>
                    <a:gd name="connsiteY16" fmla="*/ 144357 h 177790"/>
                    <a:gd name="connsiteX17" fmla="*/ 27760 w 177787"/>
                    <a:gd name="connsiteY17" fmla="*/ 30411 h 177790"/>
                    <a:gd name="connsiteX18" fmla="*/ 27760 w 177787"/>
                    <a:gd name="connsiteY18" fmla="*/ 44588 h 177790"/>
                    <a:gd name="connsiteX19" fmla="*/ 36207 w 177787"/>
                    <a:gd name="connsiteY19" fmla="*/ 53035 h 177790"/>
                    <a:gd name="connsiteX20" fmla="*/ 36207 w 177787"/>
                    <a:gd name="connsiteY20" fmla="*/ 22673 h 177790"/>
                    <a:gd name="connsiteX21" fmla="*/ 147376 w 177787"/>
                    <a:gd name="connsiteY21" fmla="*/ 27754 h 177790"/>
                    <a:gd name="connsiteX22" fmla="*/ 133199 w 177787"/>
                    <a:gd name="connsiteY22" fmla="*/ 27754 h 177790"/>
                    <a:gd name="connsiteX23" fmla="*/ 124752 w 177787"/>
                    <a:gd name="connsiteY23" fmla="*/ 36201 h 177790"/>
                    <a:gd name="connsiteX24" fmla="*/ 155114 w 177787"/>
                    <a:gd name="connsiteY24" fmla="*/ 36201 h 177790"/>
                    <a:gd name="connsiteX25" fmla="*/ 150034 w 177787"/>
                    <a:gd name="connsiteY25" fmla="*/ 147370 h 177790"/>
                    <a:gd name="connsiteX26" fmla="*/ 150034 w 177787"/>
                    <a:gd name="connsiteY26" fmla="*/ 133193 h 177790"/>
                    <a:gd name="connsiteX27" fmla="*/ 141587 w 177787"/>
                    <a:gd name="connsiteY27" fmla="*/ 124746 h 177790"/>
                    <a:gd name="connsiteX28" fmla="*/ 141587 w 177787"/>
                    <a:gd name="connsiteY28" fmla="*/ 155108 h 177790"/>
                    <a:gd name="connsiteX29" fmla="*/ 30418 w 177787"/>
                    <a:gd name="connsiteY29" fmla="*/ 150028 h 177790"/>
                    <a:gd name="connsiteX30" fmla="*/ 44595 w 177787"/>
                    <a:gd name="connsiteY30" fmla="*/ 150028 h 177790"/>
                    <a:gd name="connsiteX31" fmla="*/ 53041 w 177787"/>
                    <a:gd name="connsiteY31" fmla="*/ 141581 h 177790"/>
                    <a:gd name="connsiteX32" fmla="*/ 22680 w 177787"/>
                    <a:gd name="connsiteY32" fmla="*/ 141581 h 177790"/>
                    <a:gd name="connsiteX33" fmla="*/ 27760 w 177787"/>
                    <a:gd name="connsiteY33" fmla="*/ 30411 h 177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87" h="177790">
                      <a:moveTo>
                        <a:pt x="19372" y="144357"/>
                      </a:moveTo>
                      <a:lnTo>
                        <a:pt x="19372" y="175310"/>
                      </a:lnTo>
                      <a:lnTo>
                        <a:pt x="27760" y="166863"/>
                      </a:lnTo>
                      <a:lnTo>
                        <a:pt x="27760" y="153454"/>
                      </a:lnTo>
                      <a:cubicBezTo>
                        <a:pt x="60130" y="184111"/>
                        <a:pt x="110103" y="185824"/>
                        <a:pt x="144363" y="158475"/>
                      </a:cubicBezTo>
                      <a:lnTo>
                        <a:pt x="175316" y="158475"/>
                      </a:lnTo>
                      <a:lnTo>
                        <a:pt x="166869" y="150028"/>
                      </a:lnTo>
                      <a:lnTo>
                        <a:pt x="153460" y="150028"/>
                      </a:lnTo>
                      <a:cubicBezTo>
                        <a:pt x="184117" y="117598"/>
                        <a:pt x="185830" y="67684"/>
                        <a:pt x="158422" y="33424"/>
                      </a:cubicBezTo>
                      <a:lnTo>
                        <a:pt x="158422" y="2472"/>
                      </a:lnTo>
                      <a:lnTo>
                        <a:pt x="149975" y="10918"/>
                      </a:lnTo>
                      <a:lnTo>
                        <a:pt x="149975" y="24327"/>
                      </a:lnTo>
                      <a:cubicBezTo>
                        <a:pt x="117605" y="-6330"/>
                        <a:pt x="67632" y="-8043"/>
                        <a:pt x="33371" y="19365"/>
                      </a:cubicBezTo>
                      <a:lnTo>
                        <a:pt x="2419" y="19365"/>
                      </a:lnTo>
                      <a:lnTo>
                        <a:pt x="10866" y="27812"/>
                      </a:lnTo>
                      <a:lnTo>
                        <a:pt x="24275" y="27812"/>
                      </a:lnTo>
                      <a:cubicBezTo>
                        <a:pt x="-6324" y="60124"/>
                        <a:pt x="-8036" y="110038"/>
                        <a:pt x="19372" y="144357"/>
                      </a:cubicBezTo>
                      <a:close/>
                      <a:moveTo>
                        <a:pt x="27760" y="30411"/>
                      </a:moveTo>
                      <a:lnTo>
                        <a:pt x="27760" y="44588"/>
                      </a:lnTo>
                      <a:lnTo>
                        <a:pt x="36207" y="53035"/>
                      </a:lnTo>
                      <a:lnTo>
                        <a:pt x="36207" y="22673"/>
                      </a:lnTo>
                      <a:cubicBezTo>
                        <a:pt x="68931" y="-3435"/>
                        <a:pt x="116601" y="-1723"/>
                        <a:pt x="147376" y="27754"/>
                      </a:cubicBezTo>
                      <a:lnTo>
                        <a:pt x="133199" y="27754"/>
                      </a:lnTo>
                      <a:lnTo>
                        <a:pt x="124752" y="36201"/>
                      </a:lnTo>
                      <a:lnTo>
                        <a:pt x="155114" y="36201"/>
                      </a:lnTo>
                      <a:cubicBezTo>
                        <a:pt x="181223" y="68925"/>
                        <a:pt x="179510" y="116594"/>
                        <a:pt x="150034" y="147370"/>
                      </a:cubicBezTo>
                      <a:lnTo>
                        <a:pt x="150034" y="133193"/>
                      </a:lnTo>
                      <a:lnTo>
                        <a:pt x="141587" y="124746"/>
                      </a:lnTo>
                      <a:lnTo>
                        <a:pt x="141587" y="155108"/>
                      </a:lnTo>
                      <a:cubicBezTo>
                        <a:pt x="108862" y="181158"/>
                        <a:pt x="61193" y="179504"/>
                        <a:pt x="30418" y="150028"/>
                      </a:cubicBezTo>
                      <a:lnTo>
                        <a:pt x="44595" y="150028"/>
                      </a:lnTo>
                      <a:lnTo>
                        <a:pt x="53041" y="141581"/>
                      </a:lnTo>
                      <a:lnTo>
                        <a:pt x="22680" y="141581"/>
                      </a:lnTo>
                      <a:cubicBezTo>
                        <a:pt x="-3370" y="108856"/>
                        <a:pt x="-1657" y="61187"/>
                        <a:pt x="27760" y="30411"/>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71" name="Freeform: Shape 570">
                  <a:extLst>
                    <a:ext uri="{FF2B5EF4-FFF2-40B4-BE49-F238E27FC236}">
                      <a16:creationId xmlns:a16="http://schemas.microsoft.com/office/drawing/2014/main" id="{210FBE6B-9239-3AB1-9331-9FE08D9F7375}"/>
                    </a:ext>
                  </a:extLst>
                </p:cNvPr>
                <p:cNvSpPr/>
                <p:nvPr/>
              </p:nvSpPr>
              <p:spPr>
                <a:xfrm>
                  <a:off x="808927" y="2454830"/>
                  <a:ext cx="177764" cy="177731"/>
                </a:xfrm>
                <a:custGeom>
                  <a:avLst/>
                  <a:gdLst>
                    <a:gd name="connsiteX0" fmla="*/ 19348 w 177764"/>
                    <a:gd name="connsiteY0" fmla="*/ 144239 h 177731"/>
                    <a:gd name="connsiteX1" fmla="*/ 19348 w 177764"/>
                    <a:gd name="connsiteY1" fmla="*/ 175192 h 177731"/>
                    <a:gd name="connsiteX2" fmla="*/ 27736 w 177764"/>
                    <a:gd name="connsiteY2" fmla="*/ 166804 h 177731"/>
                    <a:gd name="connsiteX3" fmla="*/ 27736 w 177764"/>
                    <a:gd name="connsiteY3" fmla="*/ 153395 h 177731"/>
                    <a:gd name="connsiteX4" fmla="*/ 144340 w 177764"/>
                    <a:gd name="connsiteY4" fmla="*/ 158416 h 177731"/>
                    <a:gd name="connsiteX5" fmla="*/ 175293 w 177764"/>
                    <a:gd name="connsiteY5" fmla="*/ 158416 h 177731"/>
                    <a:gd name="connsiteX6" fmla="*/ 166846 w 177764"/>
                    <a:gd name="connsiteY6" fmla="*/ 150028 h 177731"/>
                    <a:gd name="connsiteX7" fmla="*/ 153437 w 177764"/>
                    <a:gd name="connsiteY7" fmla="*/ 150028 h 177731"/>
                    <a:gd name="connsiteX8" fmla="*/ 158399 w 177764"/>
                    <a:gd name="connsiteY8" fmla="*/ 33424 h 177731"/>
                    <a:gd name="connsiteX9" fmla="*/ 158399 w 177764"/>
                    <a:gd name="connsiteY9" fmla="*/ 2472 h 177731"/>
                    <a:gd name="connsiteX10" fmla="*/ 149952 w 177764"/>
                    <a:gd name="connsiteY10" fmla="*/ 10919 h 177731"/>
                    <a:gd name="connsiteX11" fmla="*/ 149952 w 177764"/>
                    <a:gd name="connsiteY11" fmla="*/ 24328 h 177731"/>
                    <a:gd name="connsiteX12" fmla="*/ 33348 w 177764"/>
                    <a:gd name="connsiteY12" fmla="*/ 19365 h 177731"/>
                    <a:gd name="connsiteX13" fmla="*/ 2395 w 177764"/>
                    <a:gd name="connsiteY13" fmla="*/ 19365 h 177731"/>
                    <a:gd name="connsiteX14" fmla="*/ 10842 w 177764"/>
                    <a:gd name="connsiteY14" fmla="*/ 27813 h 177731"/>
                    <a:gd name="connsiteX15" fmla="*/ 24251 w 177764"/>
                    <a:gd name="connsiteY15" fmla="*/ 27813 h 177731"/>
                    <a:gd name="connsiteX16" fmla="*/ 19348 w 177764"/>
                    <a:gd name="connsiteY16" fmla="*/ 144239 h 177731"/>
                    <a:gd name="connsiteX17" fmla="*/ 27795 w 177764"/>
                    <a:gd name="connsiteY17" fmla="*/ 30293 h 177731"/>
                    <a:gd name="connsiteX18" fmla="*/ 27795 w 177764"/>
                    <a:gd name="connsiteY18" fmla="*/ 44470 h 177731"/>
                    <a:gd name="connsiteX19" fmla="*/ 36242 w 177764"/>
                    <a:gd name="connsiteY19" fmla="*/ 52917 h 177731"/>
                    <a:gd name="connsiteX20" fmla="*/ 36242 w 177764"/>
                    <a:gd name="connsiteY20" fmla="*/ 22555 h 177731"/>
                    <a:gd name="connsiteX21" fmla="*/ 147412 w 177764"/>
                    <a:gd name="connsiteY21" fmla="*/ 27635 h 177731"/>
                    <a:gd name="connsiteX22" fmla="*/ 133235 w 177764"/>
                    <a:gd name="connsiteY22" fmla="*/ 27635 h 177731"/>
                    <a:gd name="connsiteX23" fmla="*/ 124788 w 177764"/>
                    <a:gd name="connsiteY23" fmla="*/ 36082 h 177731"/>
                    <a:gd name="connsiteX24" fmla="*/ 155150 w 177764"/>
                    <a:gd name="connsiteY24" fmla="*/ 36082 h 177731"/>
                    <a:gd name="connsiteX25" fmla="*/ 150070 w 177764"/>
                    <a:gd name="connsiteY25" fmla="*/ 147252 h 177731"/>
                    <a:gd name="connsiteX26" fmla="*/ 150070 w 177764"/>
                    <a:gd name="connsiteY26" fmla="*/ 133075 h 177731"/>
                    <a:gd name="connsiteX27" fmla="*/ 141623 w 177764"/>
                    <a:gd name="connsiteY27" fmla="*/ 124628 h 177731"/>
                    <a:gd name="connsiteX28" fmla="*/ 141623 w 177764"/>
                    <a:gd name="connsiteY28" fmla="*/ 154990 h 177731"/>
                    <a:gd name="connsiteX29" fmla="*/ 30454 w 177764"/>
                    <a:gd name="connsiteY29" fmla="*/ 149910 h 177731"/>
                    <a:gd name="connsiteX30" fmla="*/ 44630 w 177764"/>
                    <a:gd name="connsiteY30" fmla="*/ 149910 h 177731"/>
                    <a:gd name="connsiteX31" fmla="*/ 53077 w 177764"/>
                    <a:gd name="connsiteY31" fmla="*/ 141463 h 177731"/>
                    <a:gd name="connsiteX32" fmla="*/ 22715 w 177764"/>
                    <a:gd name="connsiteY32" fmla="*/ 141463 h 177731"/>
                    <a:gd name="connsiteX33" fmla="*/ 27795 w 177764"/>
                    <a:gd name="connsiteY33" fmla="*/ 30293 h 177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731">
                      <a:moveTo>
                        <a:pt x="19348" y="144239"/>
                      </a:moveTo>
                      <a:lnTo>
                        <a:pt x="19348" y="175192"/>
                      </a:lnTo>
                      <a:lnTo>
                        <a:pt x="27736" y="166804"/>
                      </a:lnTo>
                      <a:lnTo>
                        <a:pt x="27736" y="153395"/>
                      </a:lnTo>
                      <a:cubicBezTo>
                        <a:pt x="60107" y="184052"/>
                        <a:pt x="110080" y="185765"/>
                        <a:pt x="144340" y="158416"/>
                      </a:cubicBezTo>
                      <a:lnTo>
                        <a:pt x="175293" y="158416"/>
                      </a:lnTo>
                      <a:lnTo>
                        <a:pt x="166846" y="150028"/>
                      </a:lnTo>
                      <a:lnTo>
                        <a:pt x="153437" y="150028"/>
                      </a:lnTo>
                      <a:cubicBezTo>
                        <a:pt x="184094" y="117599"/>
                        <a:pt x="185807" y="67685"/>
                        <a:pt x="158399" y="33424"/>
                      </a:cubicBezTo>
                      <a:lnTo>
                        <a:pt x="158399" y="2472"/>
                      </a:lnTo>
                      <a:lnTo>
                        <a:pt x="149952" y="10919"/>
                      </a:lnTo>
                      <a:lnTo>
                        <a:pt x="149952" y="24328"/>
                      </a:lnTo>
                      <a:cubicBezTo>
                        <a:pt x="117582" y="-6330"/>
                        <a:pt x="67608" y="-8043"/>
                        <a:pt x="33348" y="19365"/>
                      </a:cubicBezTo>
                      <a:lnTo>
                        <a:pt x="2395" y="19365"/>
                      </a:lnTo>
                      <a:lnTo>
                        <a:pt x="10842" y="27813"/>
                      </a:lnTo>
                      <a:lnTo>
                        <a:pt x="24251" y="27813"/>
                      </a:lnTo>
                      <a:cubicBezTo>
                        <a:pt x="-6347" y="60006"/>
                        <a:pt x="-8001" y="109920"/>
                        <a:pt x="19348" y="144239"/>
                      </a:cubicBezTo>
                      <a:close/>
                      <a:moveTo>
                        <a:pt x="27795" y="30293"/>
                      </a:moveTo>
                      <a:lnTo>
                        <a:pt x="27795" y="44470"/>
                      </a:lnTo>
                      <a:lnTo>
                        <a:pt x="36242" y="52917"/>
                      </a:lnTo>
                      <a:lnTo>
                        <a:pt x="36242" y="22555"/>
                      </a:lnTo>
                      <a:cubicBezTo>
                        <a:pt x="68967" y="-3553"/>
                        <a:pt x="116636" y="-1841"/>
                        <a:pt x="147412" y="27635"/>
                      </a:cubicBezTo>
                      <a:lnTo>
                        <a:pt x="133235" y="27635"/>
                      </a:lnTo>
                      <a:lnTo>
                        <a:pt x="124788" y="36082"/>
                      </a:lnTo>
                      <a:lnTo>
                        <a:pt x="155150" y="36082"/>
                      </a:lnTo>
                      <a:cubicBezTo>
                        <a:pt x="181259" y="68807"/>
                        <a:pt x="179546" y="116476"/>
                        <a:pt x="150070" y="147252"/>
                      </a:cubicBezTo>
                      <a:lnTo>
                        <a:pt x="150070" y="133075"/>
                      </a:lnTo>
                      <a:lnTo>
                        <a:pt x="141623" y="124628"/>
                      </a:lnTo>
                      <a:lnTo>
                        <a:pt x="141623" y="154990"/>
                      </a:lnTo>
                      <a:cubicBezTo>
                        <a:pt x="108898" y="181040"/>
                        <a:pt x="61229" y="179386"/>
                        <a:pt x="30454" y="149910"/>
                      </a:cubicBezTo>
                      <a:lnTo>
                        <a:pt x="44630" y="149910"/>
                      </a:lnTo>
                      <a:lnTo>
                        <a:pt x="53077" y="141463"/>
                      </a:lnTo>
                      <a:lnTo>
                        <a:pt x="22715" y="141463"/>
                      </a:lnTo>
                      <a:cubicBezTo>
                        <a:pt x="-3334" y="108738"/>
                        <a:pt x="-1680" y="61069"/>
                        <a:pt x="27795" y="302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572" name="Graphic 4773">
                  <a:extLst>
                    <a:ext uri="{FF2B5EF4-FFF2-40B4-BE49-F238E27FC236}">
                      <a16:creationId xmlns:a16="http://schemas.microsoft.com/office/drawing/2014/main" id="{E7F76124-81F3-B8C9-5F52-05BA8532B5AF}"/>
                    </a:ext>
                  </a:extLst>
                </p:cNvPr>
                <p:cNvGrpSpPr/>
                <p:nvPr/>
              </p:nvGrpSpPr>
              <p:grpSpPr>
                <a:xfrm>
                  <a:off x="1739250" y="2188416"/>
                  <a:ext cx="502742" cy="119025"/>
                  <a:chOff x="1739250" y="2188416"/>
                  <a:chExt cx="502742" cy="119025"/>
                </a:xfrm>
                <a:grpFill/>
              </p:grpSpPr>
              <p:sp>
                <p:nvSpPr>
                  <p:cNvPr id="693" name="Freeform: Shape 692">
                    <a:extLst>
                      <a:ext uri="{FF2B5EF4-FFF2-40B4-BE49-F238E27FC236}">
                        <a16:creationId xmlns:a16="http://schemas.microsoft.com/office/drawing/2014/main" id="{AF129D39-1C40-728A-77BC-61655419D516}"/>
                      </a:ext>
                    </a:extLst>
                  </p:cNvPr>
                  <p:cNvSpPr/>
                  <p:nvPr/>
                </p:nvSpPr>
                <p:spPr>
                  <a:xfrm>
                    <a:off x="2096208" y="2188475"/>
                    <a:ext cx="145784" cy="118966"/>
                  </a:xfrm>
                  <a:custGeom>
                    <a:avLst/>
                    <a:gdLst>
                      <a:gd name="connsiteX0" fmla="*/ 0 w 145784"/>
                      <a:gd name="connsiteY0" fmla="*/ 35678 h 118966"/>
                      <a:gd name="connsiteX1" fmla="*/ 0 w 145784"/>
                      <a:gd name="connsiteY1" fmla="*/ 83289 h 118966"/>
                      <a:gd name="connsiteX2" fmla="*/ 35678 w 145784"/>
                      <a:gd name="connsiteY2" fmla="*/ 118967 h 118966"/>
                      <a:gd name="connsiteX3" fmla="*/ 83288 w 145784"/>
                      <a:gd name="connsiteY3" fmla="*/ 118967 h 118966"/>
                      <a:gd name="connsiteX4" fmla="*/ 118494 w 145784"/>
                      <a:gd name="connsiteY4" fmla="*/ 88959 h 118966"/>
                      <a:gd name="connsiteX5" fmla="*/ 145784 w 145784"/>
                      <a:gd name="connsiteY5" fmla="*/ 59483 h 118966"/>
                      <a:gd name="connsiteX6" fmla="*/ 118494 w 145784"/>
                      <a:gd name="connsiteY6" fmla="*/ 30008 h 118966"/>
                      <a:gd name="connsiteX7" fmla="*/ 83288 w 145784"/>
                      <a:gd name="connsiteY7" fmla="*/ 0 h 118966"/>
                      <a:gd name="connsiteX8" fmla="*/ 35678 w 145784"/>
                      <a:gd name="connsiteY8" fmla="*/ 0 h 118966"/>
                      <a:gd name="connsiteX9" fmla="*/ 0 w 145784"/>
                      <a:gd name="connsiteY9" fmla="*/ 35678 h 118966"/>
                      <a:gd name="connsiteX10" fmla="*/ 5966 w 145784"/>
                      <a:gd name="connsiteY10" fmla="*/ 35678 h 118966"/>
                      <a:gd name="connsiteX11" fmla="*/ 35678 w 145784"/>
                      <a:gd name="connsiteY11" fmla="*/ 5907 h 118966"/>
                      <a:gd name="connsiteX12" fmla="*/ 83288 w 145784"/>
                      <a:gd name="connsiteY12" fmla="*/ 5907 h 118966"/>
                      <a:gd name="connsiteX13" fmla="*/ 112469 w 145784"/>
                      <a:gd name="connsiteY13" fmla="*/ 30067 h 118966"/>
                      <a:gd name="connsiteX14" fmla="*/ 86242 w 145784"/>
                      <a:gd name="connsiteY14" fmla="*/ 59424 h 118966"/>
                      <a:gd name="connsiteX15" fmla="*/ 112469 w 145784"/>
                      <a:gd name="connsiteY15" fmla="*/ 88782 h 118966"/>
                      <a:gd name="connsiteX16" fmla="*/ 83288 w 145784"/>
                      <a:gd name="connsiteY16" fmla="*/ 112942 h 118966"/>
                      <a:gd name="connsiteX17" fmla="*/ 35678 w 145784"/>
                      <a:gd name="connsiteY17" fmla="*/ 112942 h 118966"/>
                      <a:gd name="connsiteX18" fmla="*/ 5966 w 145784"/>
                      <a:gd name="connsiteY18" fmla="*/ 83171 h 118966"/>
                      <a:gd name="connsiteX19" fmla="*/ 5966 w 145784"/>
                      <a:gd name="connsiteY19" fmla="*/ 3567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0" y="35678"/>
                        </a:moveTo>
                        <a:lnTo>
                          <a:pt x="0" y="83289"/>
                        </a:lnTo>
                        <a:cubicBezTo>
                          <a:pt x="0" y="103018"/>
                          <a:pt x="16008" y="118967"/>
                          <a:pt x="35678" y="118967"/>
                        </a:cubicBezTo>
                        <a:lnTo>
                          <a:pt x="83288" y="118967"/>
                        </a:lnTo>
                        <a:cubicBezTo>
                          <a:pt x="101068" y="118967"/>
                          <a:pt x="115777" y="105971"/>
                          <a:pt x="118494" y="88959"/>
                        </a:cubicBezTo>
                        <a:cubicBezTo>
                          <a:pt x="133734" y="87660"/>
                          <a:pt x="145784" y="75019"/>
                          <a:pt x="145784" y="59483"/>
                        </a:cubicBezTo>
                        <a:cubicBezTo>
                          <a:pt x="145784" y="43948"/>
                          <a:pt x="133734" y="31248"/>
                          <a:pt x="118494" y="30008"/>
                        </a:cubicBezTo>
                        <a:cubicBezTo>
                          <a:pt x="115777" y="12996"/>
                          <a:pt x="101068" y="0"/>
                          <a:pt x="83288" y="0"/>
                        </a:cubicBezTo>
                        <a:lnTo>
                          <a:pt x="35678" y="0"/>
                        </a:lnTo>
                        <a:cubicBezTo>
                          <a:pt x="16008" y="-59"/>
                          <a:pt x="0" y="15949"/>
                          <a:pt x="0" y="35678"/>
                        </a:cubicBezTo>
                        <a:close/>
                        <a:moveTo>
                          <a:pt x="5966" y="35678"/>
                        </a:moveTo>
                        <a:cubicBezTo>
                          <a:pt x="5966" y="19257"/>
                          <a:pt x="19316" y="5907"/>
                          <a:pt x="35678" y="5907"/>
                        </a:cubicBezTo>
                        <a:lnTo>
                          <a:pt x="83288" y="5907"/>
                        </a:lnTo>
                        <a:cubicBezTo>
                          <a:pt x="97761" y="5907"/>
                          <a:pt x="109870" y="16303"/>
                          <a:pt x="112469" y="30067"/>
                        </a:cubicBezTo>
                        <a:cubicBezTo>
                          <a:pt x="97761" y="31839"/>
                          <a:pt x="86242" y="44244"/>
                          <a:pt x="86242" y="59424"/>
                        </a:cubicBezTo>
                        <a:cubicBezTo>
                          <a:pt x="86242" y="74664"/>
                          <a:pt x="97701" y="87010"/>
                          <a:pt x="112469" y="88782"/>
                        </a:cubicBezTo>
                        <a:cubicBezTo>
                          <a:pt x="109870" y="102545"/>
                          <a:pt x="97761" y="112942"/>
                          <a:pt x="83288" y="112942"/>
                        </a:cubicBezTo>
                        <a:lnTo>
                          <a:pt x="35678" y="112942"/>
                        </a:lnTo>
                        <a:cubicBezTo>
                          <a:pt x="19257" y="112942"/>
                          <a:pt x="5966" y="99592"/>
                          <a:pt x="5966" y="83171"/>
                        </a:cubicBezTo>
                        <a:lnTo>
                          <a:pt x="5966" y="35678"/>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94" name="Freeform: Shape 693">
                    <a:extLst>
                      <a:ext uri="{FF2B5EF4-FFF2-40B4-BE49-F238E27FC236}">
                        <a16:creationId xmlns:a16="http://schemas.microsoft.com/office/drawing/2014/main" id="{4C4E2650-2367-675D-7A2D-94E7F142C64B}"/>
                      </a:ext>
                    </a:extLst>
                  </p:cNvPr>
                  <p:cNvSpPr/>
                  <p:nvPr/>
                </p:nvSpPr>
                <p:spPr>
                  <a:xfrm>
                    <a:off x="1739250" y="2188416"/>
                    <a:ext cx="145784" cy="118966"/>
                  </a:xfrm>
                  <a:custGeom>
                    <a:avLst/>
                    <a:gdLst>
                      <a:gd name="connsiteX0" fmla="*/ 145784 w 145784"/>
                      <a:gd name="connsiteY0" fmla="*/ 83288 h 118966"/>
                      <a:gd name="connsiteX1" fmla="*/ 145784 w 145784"/>
                      <a:gd name="connsiteY1" fmla="*/ 35678 h 118966"/>
                      <a:gd name="connsiteX2" fmla="*/ 110106 w 145784"/>
                      <a:gd name="connsiteY2" fmla="*/ 0 h 118966"/>
                      <a:gd name="connsiteX3" fmla="*/ 62496 w 145784"/>
                      <a:gd name="connsiteY3" fmla="*/ 0 h 118966"/>
                      <a:gd name="connsiteX4" fmla="*/ 27290 w 145784"/>
                      <a:gd name="connsiteY4" fmla="*/ 30007 h 118966"/>
                      <a:gd name="connsiteX5" fmla="*/ 0 w 145784"/>
                      <a:gd name="connsiteY5" fmla="*/ 59483 h 118966"/>
                      <a:gd name="connsiteX6" fmla="*/ 27290 w 145784"/>
                      <a:gd name="connsiteY6" fmla="*/ 88959 h 118966"/>
                      <a:gd name="connsiteX7" fmla="*/ 62496 w 145784"/>
                      <a:gd name="connsiteY7" fmla="*/ 118966 h 118966"/>
                      <a:gd name="connsiteX8" fmla="*/ 110106 w 145784"/>
                      <a:gd name="connsiteY8" fmla="*/ 118966 h 118966"/>
                      <a:gd name="connsiteX9" fmla="*/ 145784 w 145784"/>
                      <a:gd name="connsiteY9" fmla="*/ 83288 h 118966"/>
                      <a:gd name="connsiteX10" fmla="*/ 139877 w 145784"/>
                      <a:gd name="connsiteY10" fmla="*/ 83288 h 118966"/>
                      <a:gd name="connsiteX11" fmla="*/ 110106 w 145784"/>
                      <a:gd name="connsiteY11" fmla="*/ 113059 h 118966"/>
                      <a:gd name="connsiteX12" fmla="*/ 62496 w 145784"/>
                      <a:gd name="connsiteY12" fmla="*/ 113059 h 118966"/>
                      <a:gd name="connsiteX13" fmla="*/ 33315 w 145784"/>
                      <a:gd name="connsiteY13" fmla="*/ 88900 h 118966"/>
                      <a:gd name="connsiteX14" fmla="*/ 59542 w 145784"/>
                      <a:gd name="connsiteY14" fmla="*/ 59542 h 118966"/>
                      <a:gd name="connsiteX15" fmla="*/ 33315 w 145784"/>
                      <a:gd name="connsiteY15" fmla="*/ 30185 h 118966"/>
                      <a:gd name="connsiteX16" fmla="*/ 62496 w 145784"/>
                      <a:gd name="connsiteY16" fmla="*/ 6025 h 118966"/>
                      <a:gd name="connsiteX17" fmla="*/ 110106 w 145784"/>
                      <a:gd name="connsiteY17" fmla="*/ 6025 h 118966"/>
                      <a:gd name="connsiteX18" fmla="*/ 139877 w 145784"/>
                      <a:gd name="connsiteY18" fmla="*/ 35796 h 118966"/>
                      <a:gd name="connsiteX19" fmla="*/ 139877 w 145784"/>
                      <a:gd name="connsiteY19" fmla="*/ 8328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145784" y="83288"/>
                        </a:moveTo>
                        <a:lnTo>
                          <a:pt x="145784" y="35678"/>
                        </a:lnTo>
                        <a:cubicBezTo>
                          <a:pt x="145784" y="15949"/>
                          <a:pt x="129776" y="0"/>
                          <a:pt x="110106" y="0"/>
                        </a:cubicBezTo>
                        <a:lnTo>
                          <a:pt x="62496" y="0"/>
                        </a:lnTo>
                        <a:cubicBezTo>
                          <a:pt x="44716" y="0"/>
                          <a:pt x="30007" y="12995"/>
                          <a:pt x="27290" y="30007"/>
                        </a:cubicBezTo>
                        <a:cubicBezTo>
                          <a:pt x="12050" y="31307"/>
                          <a:pt x="0" y="43889"/>
                          <a:pt x="0" y="59483"/>
                        </a:cubicBezTo>
                        <a:cubicBezTo>
                          <a:pt x="0" y="75078"/>
                          <a:pt x="12050" y="87718"/>
                          <a:pt x="27290" y="88959"/>
                        </a:cubicBezTo>
                        <a:cubicBezTo>
                          <a:pt x="30007" y="105971"/>
                          <a:pt x="44716" y="118966"/>
                          <a:pt x="62496" y="118966"/>
                        </a:cubicBezTo>
                        <a:lnTo>
                          <a:pt x="110106" y="118966"/>
                        </a:lnTo>
                        <a:cubicBezTo>
                          <a:pt x="129835" y="118966"/>
                          <a:pt x="145784" y="103018"/>
                          <a:pt x="145784" y="83288"/>
                        </a:cubicBezTo>
                        <a:close/>
                        <a:moveTo>
                          <a:pt x="139877" y="83288"/>
                        </a:moveTo>
                        <a:cubicBezTo>
                          <a:pt x="139877" y="99710"/>
                          <a:pt x="126527" y="113059"/>
                          <a:pt x="110106" y="113059"/>
                        </a:cubicBezTo>
                        <a:lnTo>
                          <a:pt x="62496" y="113059"/>
                        </a:lnTo>
                        <a:cubicBezTo>
                          <a:pt x="48024" y="113059"/>
                          <a:pt x="35914" y="102663"/>
                          <a:pt x="33315" y="88900"/>
                        </a:cubicBezTo>
                        <a:cubicBezTo>
                          <a:pt x="48083" y="87128"/>
                          <a:pt x="59542" y="74723"/>
                          <a:pt x="59542" y="59542"/>
                        </a:cubicBezTo>
                        <a:cubicBezTo>
                          <a:pt x="59542" y="44361"/>
                          <a:pt x="48083" y="31957"/>
                          <a:pt x="33315" y="30185"/>
                        </a:cubicBezTo>
                        <a:cubicBezTo>
                          <a:pt x="35914" y="16421"/>
                          <a:pt x="48024" y="6025"/>
                          <a:pt x="62496" y="6025"/>
                        </a:cubicBezTo>
                        <a:lnTo>
                          <a:pt x="110106" y="6025"/>
                        </a:lnTo>
                        <a:cubicBezTo>
                          <a:pt x="126527" y="6025"/>
                          <a:pt x="139877" y="19375"/>
                          <a:pt x="139877" y="35796"/>
                        </a:cubicBezTo>
                        <a:lnTo>
                          <a:pt x="139877" y="83288"/>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95" name="Freeform: Shape 694">
                    <a:extLst>
                      <a:ext uri="{FF2B5EF4-FFF2-40B4-BE49-F238E27FC236}">
                        <a16:creationId xmlns:a16="http://schemas.microsoft.com/office/drawing/2014/main" id="{72624DCB-B4FC-F103-B044-C9F68619AF61}"/>
                      </a:ext>
                    </a:extLst>
                  </p:cNvPr>
                  <p:cNvSpPr/>
                  <p:nvPr/>
                </p:nvSpPr>
                <p:spPr>
                  <a:xfrm>
                    <a:off x="1900510" y="2188475"/>
                    <a:ext cx="176559" cy="118907"/>
                  </a:xfrm>
                  <a:custGeom>
                    <a:avLst/>
                    <a:gdLst>
                      <a:gd name="connsiteX0" fmla="*/ 28354 w 176559"/>
                      <a:gd name="connsiteY0" fmla="*/ 89018 h 118907"/>
                      <a:gd name="connsiteX1" fmla="*/ 63559 w 176559"/>
                      <a:gd name="connsiteY1" fmla="*/ 118907 h 118907"/>
                      <a:gd name="connsiteX2" fmla="*/ 111170 w 176559"/>
                      <a:gd name="connsiteY2" fmla="*/ 118907 h 118907"/>
                      <a:gd name="connsiteX3" fmla="*/ 146316 w 176559"/>
                      <a:gd name="connsiteY3" fmla="*/ 89136 h 118907"/>
                      <a:gd name="connsiteX4" fmla="*/ 146848 w 176559"/>
                      <a:gd name="connsiteY4" fmla="*/ 89195 h 118907"/>
                      <a:gd name="connsiteX5" fmla="*/ 176560 w 176559"/>
                      <a:gd name="connsiteY5" fmla="*/ 59483 h 118907"/>
                      <a:gd name="connsiteX6" fmla="*/ 146848 w 176559"/>
                      <a:gd name="connsiteY6" fmla="*/ 29712 h 118907"/>
                      <a:gd name="connsiteX7" fmla="*/ 146316 w 176559"/>
                      <a:gd name="connsiteY7" fmla="*/ 29771 h 118907"/>
                      <a:gd name="connsiteX8" fmla="*/ 111170 w 176559"/>
                      <a:gd name="connsiteY8" fmla="*/ 0 h 118907"/>
                      <a:gd name="connsiteX9" fmla="*/ 63559 w 176559"/>
                      <a:gd name="connsiteY9" fmla="*/ 0 h 118907"/>
                      <a:gd name="connsiteX10" fmla="*/ 28354 w 176559"/>
                      <a:gd name="connsiteY10" fmla="*/ 29889 h 118907"/>
                      <a:gd name="connsiteX11" fmla="*/ 0 w 176559"/>
                      <a:gd name="connsiteY11" fmla="*/ 59483 h 118907"/>
                      <a:gd name="connsiteX12" fmla="*/ 28354 w 176559"/>
                      <a:gd name="connsiteY12" fmla="*/ 89018 h 118907"/>
                      <a:gd name="connsiteX13" fmla="*/ 34320 w 176559"/>
                      <a:gd name="connsiteY13" fmla="*/ 88723 h 118907"/>
                      <a:gd name="connsiteX14" fmla="*/ 59424 w 176559"/>
                      <a:gd name="connsiteY14" fmla="*/ 59424 h 118907"/>
                      <a:gd name="connsiteX15" fmla="*/ 34320 w 176559"/>
                      <a:gd name="connsiteY15" fmla="*/ 30126 h 118907"/>
                      <a:gd name="connsiteX16" fmla="*/ 63500 w 176559"/>
                      <a:gd name="connsiteY16" fmla="*/ 5848 h 118907"/>
                      <a:gd name="connsiteX17" fmla="*/ 111110 w 176559"/>
                      <a:gd name="connsiteY17" fmla="*/ 5848 h 118907"/>
                      <a:gd name="connsiteX18" fmla="*/ 140350 w 176559"/>
                      <a:gd name="connsiteY18" fmla="*/ 30421 h 118907"/>
                      <a:gd name="connsiteX19" fmla="*/ 117077 w 176559"/>
                      <a:gd name="connsiteY19" fmla="*/ 59424 h 118907"/>
                      <a:gd name="connsiteX20" fmla="*/ 140350 w 176559"/>
                      <a:gd name="connsiteY20" fmla="*/ 88427 h 118907"/>
                      <a:gd name="connsiteX21" fmla="*/ 111110 w 176559"/>
                      <a:gd name="connsiteY21" fmla="*/ 113001 h 118907"/>
                      <a:gd name="connsiteX22" fmla="*/ 63500 w 176559"/>
                      <a:gd name="connsiteY22" fmla="*/ 113001 h 118907"/>
                      <a:gd name="connsiteX23" fmla="*/ 34320 w 176559"/>
                      <a:gd name="connsiteY23" fmla="*/ 88723 h 118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559" h="118907">
                        <a:moveTo>
                          <a:pt x="28354" y="89018"/>
                        </a:moveTo>
                        <a:cubicBezTo>
                          <a:pt x="31130" y="105971"/>
                          <a:pt x="45779" y="118907"/>
                          <a:pt x="63559" y="118907"/>
                        </a:cubicBezTo>
                        <a:lnTo>
                          <a:pt x="111170" y="118907"/>
                        </a:lnTo>
                        <a:cubicBezTo>
                          <a:pt x="128890" y="118907"/>
                          <a:pt x="143540" y="106030"/>
                          <a:pt x="146316" y="89136"/>
                        </a:cubicBezTo>
                        <a:cubicBezTo>
                          <a:pt x="146493" y="89136"/>
                          <a:pt x="146671" y="89195"/>
                          <a:pt x="146848" y="89195"/>
                        </a:cubicBezTo>
                        <a:cubicBezTo>
                          <a:pt x="163269" y="89195"/>
                          <a:pt x="176560" y="75905"/>
                          <a:pt x="176560" y="59483"/>
                        </a:cubicBezTo>
                        <a:cubicBezTo>
                          <a:pt x="176560" y="43062"/>
                          <a:pt x="163269" y="29712"/>
                          <a:pt x="146848" y="29712"/>
                        </a:cubicBezTo>
                        <a:cubicBezTo>
                          <a:pt x="146671" y="29712"/>
                          <a:pt x="146493" y="29771"/>
                          <a:pt x="146316" y="29771"/>
                        </a:cubicBezTo>
                        <a:cubicBezTo>
                          <a:pt x="143481" y="12877"/>
                          <a:pt x="128831" y="0"/>
                          <a:pt x="111170" y="0"/>
                        </a:cubicBezTo>
                        <a:lnTo>
                          <a:pt x="63559" y="0"/>
                        </a:lnTo>
                        <a:cubicBezTo>
                          <a:pt x="45838" y="0"/>
                          <a:pt x="31189" y="12936"/>
                          <a:pt x="28354" y="29889"/>
                        </a:cubicBezTo>
                        <a:cubicBezTo>
                          <a:pt x="12582" y="30598"/>
                          <a:pt x="0" y="43534"/>
                          <a:pt x="0" y="59483"/>
                        </a:cubicBezTo>
                        <a:cubicBezTo>
                          <a:pt x="-59" y="75432"/>
                          <a:pt x="12582" y="88309"/>
                          <a:pt x="28354" y="89018"/>
                        </a:cubicBezTo>
                        <a:close/>
                        <a:moveTo>
                          <a:pt x="34320" y="88723"/>
                        </a:moveTo>
                        <a:cubicBezTo>
                          <a:pt x="48556" y="86478"/>
                          <a:pt x="59424" y="74310"/>
                          <a:pt x="59424" y="59424"/>
                        </a:cubicBezTo>
                        <a:cubicBezTo>
                          <a:pt x="59424" y="44598"/>
                          <a:pt x="48497" y="32370"/>
                          <a:pt x="34320" y="30126"/>
                        </a:cubicBezTo>
                        <a:cubicBezTo>
                          <a:pt x="36919" y="16362"/>
                          <a:pt x="48969" y="5848"/>
                          <a:pt x="63500" y="5848"/>
                        </a:cubicBezTo>
                        <a:lnTo>
                          <a:pt x="111110" y="5848"/>
                        </a:lnTo>
                        <a:cubicBezTo>
                          <a:pt x="125760" y="5848"/>
                          <a:pt x="137869" y="16481"/>
                          <a:pt x="140350" y="30421"/>
                        </a:cubicBezTo>
                        <a:cubicBezTo>
                          <a:pt x="127059" y="33375"/>
                          <a:pt x="117077" y="45189"/>
                          <a:pt x="117077" y="59424"/>
                        </a:cubicBezTo>
                        <a:cubicBezTo>
                          <a:pt x="117077" y="73601"/>
                          <a:pt x="127059" y="85474"/>
                          <a:pt x="140350" y="88427"/>
                        </a:cubicBezTo>
                        <a:cubicBezTo>
                          <a:pt x="137869" y="102368"/>
                          <a:pt x="125760" y="113001"/>
                          <a:pt x="111110" y="113001"/>
                        </a:cubicBezTo>
                        <a:lnTo>
                          <a:pt x="63500" y="113001"/>
                        </a:lnTo>
                        <a:cubicBezTo>
                          <a:pt x="48969" y="113001"/>
                          <a:pt x="36919" y="102486"/>
                          <a:pt x="34320" y="8872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573" name="Graphic 4773">
                  <a:extLst>
                    <a:ext uri="{FF2B5EF4-FFF2-40B4-BE49-F238E27FC236}">
                      <a16:creationId xmlns:a16="http://schemas.microsoft.com/office/drawing/2014/main" id="{9E164435-A1A6-0495-2EBD-345A9FA240F8}"/>
                    </a:ext>
                  </a:extLst>
                </p:cNvPr>
                <p:cNvGrpSpPr/>
                <p:nvPr/>
              </p:nvGrpSpPr>
              <p:grpSpPr>
                <a:xfrm>
                  <a:off x="2558193" y="4022355"/>
                  <a:ext cx="400670" cy="114063"/>
                  <a:chOff x="2558193" y="4022355"/>
                  <a:chExt cx="400670" cy="114063"/>
                </a:xfrm>
                <a:grpFill/>
              </p:grpSpPr>
              <p:grpSp>
                <p:nvGrpSpPr>
                  <p:cNvPr id="683" name="Graphic 4773">
                    <a:extLst>
                      <a:ext uri="{FF2B5EF4-FFF2-40B4-BE49-F238E27FC236}">
                        <a16:creationId xmlns:a16="http://schemas.microsoft.com/office/drawing/2014/main" id="{EB9A10D1-667E-97B7-C5EF-D02B4DC3311C}"/>
                      </a:ext>
                    </a:extLst>
                  </p:cNvPr>
                  <p:cNvGrpSpPr/>
                  <p:nvPr/>
                </p:nvGrpSpPr>
                <p:grpSpPr>
                  <a:xfrm>
                    <a:off x="2558193" y="4022355"/>
                    <a:ext cx="114004" cy="114004"/>
                    <a:chOff x="2558193" y="4022355"/>
                    <a:chExt cx="114004" cy="114004"/>
                  </a:xfrm>
                  <a:grpFill/>
                </p:grpSpPr>
                <p:sp>
                  <p:nvSpPr>
                    <p:cNvPr id="691" name="Freeform: Shape 690">
                      <a:extLst>
                        <a:ext uri="{FF2B5EF4-FFF2-40B4-BE49-F238E27FC236}">
                          <a16:creationId xmlns:a16="http://schemas.microsoft.com/office/drawing/2014/main" id="{FDCE2899-FBEA-7747-BCBC-1FCED2F07DA7}"/>
                        </a:ext>
                      </a:extLst>
                    </p:cNvPr>
                    <p:cNvSpPr/>
                    <p:nvPr/>
                  </p:nvSpPr>
                  <p:spPr>
                    <a:xfrm>
                      <a:off x="2558193" y="4022355"/>
                      <a:ext cx="114004" cy="114004"/>
                    </a:xfrm>
                    <a:custGeom>
                      <a:avLst/>
                      <a:gdLst>
                        <a:gd name="connsiteX0" fmla="*/ 34201 w 114004"/>
                        <a:gd name="connsiteY0" fmla="*/ 114005 h 114004"/>
                        <a:gd name="connsiteX1" fmla="*/ 79803 w 114004"/>
                        <a:gd name="connsiteY1" fmla="*/ 114005 h 114004"/>
                        <a:gd name="connsiteX2" fmla="*/ 114005 w 114004"/>
                        <a:gd name="connsiteY2" fmla="*/ 79803 h 114004"/>
                        <a:gd name="connsiteX3" fmla="*/ 114005 w 114004"/>
                        <a:gd name="connsiteY3" fmla="*/ 34201 h 114004"/>
                        <a:gd name="connsiteX4" fmla="*/ 79803 w 114004"/>
                        <a:gd name="connsiteY4" fmla="*/ 0 h 114004"/>
                        <a:gd name="connsiteX5" fmla="*/ 34201 w 114004"/>
                        <a:gd name="connsiteY5" fmla="*/ 0 h 114004"/>
                        <a:gd name="connsiteX6" fmla="*/ 0 w 114004"/>
                        <a:gd name="connsiteY6" fmla="*/ 34201 h 114004"/>
                        <a:gd name="connsiteX7" fmla="*/ 0 w 114004"/>
                        <a:gd name="connsiteY7" fmla="*/ 79803 h 114004"/>
                        <a:gd name="connsiteX8" fmla="*/ 34201 w 114004"/>
                        <a:gd name="connsiteY8" fmla="*/ 114005 h 114004"/>
                        <a:gd name="connsiteX9" fmla="*/ 34201 w 114004"/>
                        <a:gd name="connsiteY9" fmla="*/ 108334 h 114004"/>
                        <a:gd name="connsiteX10" fmla="*/ 5730 w 114004"/>
                        <a:gd name="connsiteY10" fmla="*/ 79862 h 114004"/>
                        <a:gd name="connsiteX11" fmla="*/ 5730 w 114004"/>
                        <a:gd name="connsiteY11" fmla="*/ 34260 h 114004"/>
                        <a:gd name="connsiteX12" fmla="*/ 34201 w 114004"/>
                        <a:gd name="connsiteY12" fmla="*/ 5789 h 114004"/>
                        <a:gd name="connsiteX13" fmla="*/ 79803 w 114004"/>
                        <a:gd name="connsiteY13" fmla="*/ 5789 h 114004"/>
                        <a:gd name="connsiteX14" fmla="*/ 108275 w 114004"/>
                        <a:gd name="connsiteY14" fmla="*/ 34260 h 114004"/>
                        <a:gd name="connsiteX15" fmla="*/ 108275 w 114004"/>
                        <a:gd name="connsiteY15" fmla="*/ 79862 h 114004"/>
                        <a:gd name="connsiteX16" fmla="*/ 79803 w 114004"/>
                        <a:gd name="connsiteY16" fmla="*/ 108334 h 114004"/>
                        <a:gd name="connsiteX17" fmla="*/ 34201 w 114004"/>
                        <a:gd name="connsiteY17" fmla="*/ 108334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34201" y="114005"/>
                          </a:moveTo>
                          <a:lnTo>
                            <a:pt x="79803" y="114005"/>
                          </a:lnTo>
                          <a:cubicBezTo>
                            <a:pt x="98706" y="114005"/>
                            <a:pt x="114005" y="98705"/>
                            <a:pt x="114005" y="79803"/>
                          </a:cubicBezTo>
                          <a:lnTo>
                            <a:pt x="114005" y="34201"/>
                          </a:lnTo>
                          <a:cubicBezTo>
                            <a:pt x="114005" y="15299"/>
                            <a:pt x="98706" y="0"/>
                            <a:pt x="79803" y="0"/>
                          </a:cubicBezTo>
                          <a:lnTo>
                            <a:pt x="34201" y="0"/>
                          </a:lnTo>
                          <a:cubicBezTo>
                            <a:pt x="15299" y="0"/>
                            <a:pt x="0" y="15299"/>
                            <a:pt x="0" y="34201"/>
                          </a:cubicBezTo>
                          <a:lnTo>
                            <a:pt x="0" y="79803"/>
                          </a:lnTo>
                          <a:cubicBezTo>
                            <a:pt x="0" y="98705"/>
                            <a:pt x="15358" y="114005"/>
                            <a:pt x="34201" y="114005"/>
                          </a:cubicBezTo>
                          <a:close/>
                          <a:moveTo>
                            <a:pt x="34201" y="108334"/>
                          </a:moveTo>
                          <a:cubicBezTo>
                            <a:pt x="18489" y="108334"/>
                            <a:pt x="5730" y="95575"/>
                            <a:pt x="5730" y="79862"/>
                          </a:cubicBezTo>
                          <a:lnTo>
                            <a:pt x="5730" y="34260"/>
                          </a:lnTo>
                          <a:cubicBezTo>
                            <a:pt x="5730" y="18548"/>
                            <a:pt x="18489" y="5789"/>
                            <a:pt x="34201" y="5789"/>
                          </a:cubicBezTo>
                          <a:lnTo>
                            <a:pt x="79803" y="5789"/>
                          </a:lnTo>
                          <a:cubicBezTo>
                            <a:pt x="95516" y="5789"/>
                            <a:pt x="108275" y="18548"/>
                            <a:pt x="108275" y="34260"/>
                          </a:cubicBezTo>
                          <a:lnTo>
                            <a:pt x="108275" y="79862"/>
                          </a:lnTo>
                          <a:cubicBezTo>
                            <a:pt x="108275" y="95575"/>
                            <a:pt x="95516" y="108334"/>
                            <a:pt x="79803" y="108334"/>
                          </a:cubicBezTo>
                          <a:lnTo>
                            <a:pt x="34201" y="10833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92" name="Freeform: Shape 691">
                      <a:extLst>
                        <a:ext uri="{FF2B5EF4-FFF2-40B4-BE49-F238E27FC236}">
                          <a16:creationId xmlns:a16="http://schemas.microsoft.com/office/drawing/2014/main" id="{A874ADAB-70A6-2F7F-DD8B-410AC3E2EB01}"/>
                        </a:ext>
                      </a:extLst>
                    </p:cNvPr>
                    <p:cNvSpPr/>
                    <p:nvPr/>
                  </p:nvSpPr>
                  <p:spPr>
                    <a:xfrm>
                      <a:off x="2593812" y="4054725"/>
                      <a:ext cx="42766" cy="49323"/>
                    </a:xfrm>
                    <a:custGeom>
                      <a:avLst/>
                      <a:gdLst>
                        <a:gd name="connsiteX0" fmla="*/ 42767 w 42766"/>
                        <a:gd name="connsiteY0" fmla="*/ 0 h 49323"/>
                        <a:gd name="connsiteX1" fmla="*/ 42767 w 42766"/>
                        <a:gd name="connsiteY1" fmla="*/ 49323 h 49323"/>
                        <a:gd name="connsiteX2" fmla="*/ 0 w 42766"/>
                        <a:gd name="connsiteY2" fmla="*/ 24691 h 49323"/>
                      </a:gdLst>
                      <a:ahLst/>
                      <a:cxnLst>
                        <a:cxn ang="0">
                          <a:pos x="connsiteX0" y="connsiteY0"/>
                        </a:cxn>
                        <a:cxn ang="0">
                          <a:pos x="connsiteX1" y="connsiteY1"/>
                        </a:cxn>
                        <a:cxn ang="0">
                          <a:pos x="connsiteX2" y="connsiteY2"/>
                        </a:cxn>
                      </a:cxnLst>
                      <a:rect l="l" t="t" r="r" b="b"/>
                      <a:pathLst>
                        <a:path w="42766" h="49323">
                          <a:moveTo>
                            <a:pt x="42767" y="0"/>
                          </a:moveTo>
                          <a:lnTo>
                            <a:pt x="42767" y="49323"/>
                          </a:lnTo>
                          <a:lnTo>
                            <a:pt x="0" y="2469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684" name="Graphic 4773">
                    <a:extLst>
                      <a:ext uri="{FF2B5EF4-FFF2-40B4-BE49-F238E27FC236}">
                        <a16:creationId xmlns:a16="http://schemas.microsoft.com/office/drawing/2014/main" id="{412810D4-DE74-D212-109B-7E683D5F4604}"/>
                      </a:ext>
                    </a:extLst>
                  </p:cNvPr>
                  <p:cNvGrpSpPr/>
                  <p:nvPr/>
                </p:nvGrpSpPr>
                <p:grpSpPr>
                  <a:xfrm>
                    <a:off x="2844858" y="4022414"/>
                    <a:ext cx="114004" cy="114004"/>
                    <a:chOff x="2844858" y="4022414"/>
                    <a:chExt cx="114004" cy="114004"/>
                  </a:xfrm>
                  <a:grpFill/>
                </p:grpSpPr>
                <p:sp>
                  <p:nvSpPr>
                    <p:cNvPr id="689" name="Freeform: Shape 688">
                      <a:extLst>
                        <a:ext uri="{FF2B5EF4-FFF2-40B4-BE49-F238E27FC236}">
                          <a16:creationId xmlns:a16="http://schemas.microsoft.com/office/drawing/2014/main" id="{D6D06CEB-05B5-5C16-01A9-5FBC08E26A2E}"/>
                        </a:ext>
                      </a:extLst>
                    </p:cNvPr>
                    <p:cNvSpPr/>
                    <p:nvPr/>
                  </p:nvSpPr>
                  <p:spPr>
                    <a:xfrm>
                      <a:off x="2844858" y="4022414"/>
                      <a:ext cx="114004" cy="114004"/>
                    </a:xfrm>
                    <a:custGeom>
                      <a:avLst/>
                      <a:gdLst>
                        <a:gd name="connsiteX0" fmla="*/ 79803 w 114004"/>
                        <a:gd name="connsiteY0" fmla="*/ 0 h 114004"/>
                        <a:gd name="connsiteX1" fmla="*/ 34201 w 114004"/>
                        <a:gd name="connsiteY1" fmla="*/ 0 h 114004"/>
                        <a:gd name="connsiteX2" fmla="*/ 0 w 114004"/>
                        <a:gd name="connsiteY2" fmla="*/ 34201 h 114004"/>
                        <a:gd name="connsiteX3" fmla="*/ 0 w 114004"/>
                        <a:gd name="connsiteY3" fmla="*/ 79803 h 114004"/>
                        <a:gd name="connsiteX4" fmla="*/ 34201 w 114004"/>
                        <a:gd name="connsiteY4" fmla="*/ 114005 h 114004"/>
                        <a:gd name="connsiteX5" fmla="*/ 79803 w 114004"/>
                        <a:gd name="connsiteY5" fmla="*/ 114005 h 114004"/>
                        <a:gd name="connsiteX6" fmla="*/ 114005 w 114004"/>
                        <a:gd name="connsiteY6" fmla="*/ 79803 h 114004"/>
                        <a:gd name="connsiteX7" fmla="*/ 114005 w 114004"/>
                        <a:gd name="connsiteY7" fmla="*/ 34201 h 114004"/>
                        <a:gd name="connsiteX8" fmla="*/ 79803 w 114004"/>
                        <a:gd name="connsiteY8" fmla="*/ 0 h 114004"/>
                        <a:gd name="connsiteX9" fmla="*/ 79803 w 114004"/>
                        <a:gd name="connsiteY9" fmla="*/ 5670 h 114004"/>
                        <a:gd name="connsiteX10" fmla="*/ 108275 w 114004"/>
                        <a:gd name="connsiteY10" fmla="*/ 34142 h 114004"/>
                        <a:gd name="connsiteX11" fmla="*/ 108275 w 114004"/>
                        <a:gd name="connsiteY11" fmla="*/ 79744 h 114004"/>
                        <a:gd name="connsiteX12" fmla="*/ 79803 w 114004"/>
                        <a:gd name="connsiteY12" fmla="*/ 108216 h 114004"/>
                        <a:gd name="connsiteX13" fmla="*/ 34201 w 114004"/>
                        <a:gd name="connsiteY13" fmla="*/ 108216 h 114004"/>
                        <a:gd name="connsiteX14" fmla="*/ 5730 w 114004"/>
                        <a:gd name="connsiteY14" fmla="*/ 79744 h 114004"/>
                        <a:gd name="connsiteX15" fmla="*/ 5730 w 114004"/>
                        <a:gd name="connsiteY15" fmla="*/ 34142 h 114004"/>
                        <a:gd name="connsiteX16" fmla="*/ 34201 w 114004"/>
                        <a:gd name="connsiteY16" fmla="*/ 5670 h 114004"/>
                        <a:gd name="connsiteX17" fmla="*/ 79803 w 114004"/>
                        <a:gd name="connsiteY17" fmla="*/ 5670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79803" y="0"/>
                          </a:moveTo>
                          <a:lnTo>
                            <a:pt x="34201" y="0"/>
                          </a:lnTo>
                          <a:cubicBezTo>
                            <a:pt x="15299" y="0"/>
                            <a:pt x="0" y="15299"/>
                            <a:pt x="0" y="34201"/>
                          </a:cubicBez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close/>
                          <a:moveTo>
                            <a:pt x="79803" y="5670"/>
                          </a:moveTo>
                          <a:cubicBezTo>
                            <a:pt x="95516" y="5670"/>
                            <a:pt x="108275" y="18489"/>
                            <a:pt x="108275" y="34142"/>
                          </a:cubicBezTo>
                          <a:lnTo>
                            <a:pt x="108275" y="79744"/>
                          </a:lnTo>
                          <a:cubicBezTo>
                            <a:pt x="108275" y="95457"/>
                            <a:pt x="95516" y="108216"/>
                            <a:pt x="79803" y="108216"/>
                          </a:cubicBezTo>
                          <a:lnTo>
                            <a:pt x="34201" y="108216"/>
                          </a:lnTo>
                          <a:cubicBezTo>
                            <a:pt x="18489" y="108216"/>
                            <a:pt x="5730" y="95457"/>
                            <a:pt x="5730" y="79744"/>
                          </a:cubicBezTo>
                          <a:lnTo>
                            <a:pt x="5730" y="34142"/>
                          </a:lnTo>
                          <a:cubicBezTo>
                            <a:pt x="5730" y="18430"/>
                            <a:pt x="18489" y="5670"/>
                            <a:pt x="34201" y="5670"/>
                          </a:cubicBezTo>
                          <a:lnTo>
                            <a:pt x="79803" y="56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90" name="Freeform: Shape 689">
                      <a:extLst>
                        <a:ext uri="{FF2B5EF4-FFF2-40B4-BE49-F238E27FC236}">
                          <a16:creationId xmlns:a16="http://schemas.microsoft.com/office/drawing/2014/main" id="{3EB5002A-F1E5-F038-3952-8833CF48AFE9}"/>
                        </a:ext>
                      </a:extLst>
                    </p:cNvPr>
                    <p:cNvSpPr/>
                    <p:nvPr/>
                  </p:nvSpPr>
                  <p:spPr>
                    <a:xfrm>
                      <a:off x="2880537" y="4054725"/>
                      <a:ext cx="42707" cy="49323"/>
                    </a:xfrm>
                    <a:custGeom>
                      <a:avLst/>
                      <a:gdLst>
                        <a:gd name="connsiteX0" fmla="*/ 0 w 42707"/>
                        <a:gd name="connsiteY0" fmla="*/ 49323 h 49323"/>
                        <a:gd name="connsiteX1" fmla="*/ 0 w 42707"/>
                        <a:gd name="connsiteY1" fmla="*/ 0 h 49323"/>
                        <a:gd name="connsiteX2" fmla="*/ 42708 w 42707"/>
                        <a:gd name="connsiteY2" fmla="*/ 24691 h 49323"/>
                      </a:gdLst>
                      <a:ahLst/>
                      <a:cxnLst>
                        <a:cxn ang="0">
                          <a:pos x="connsiteX0" y="connsiteY0"/>
                        </a:cxn>
                        <a:cxn ang="0">
                          <a:pos x="connsiteX1" y="connsiteY1"/>
                        </a:cxn>
                        <a:cxn ang="0">
                          <a:pos x="connsiteX2" y="connsiteY2"/>
                        </a:cxn>
                      </a:cxnLst>
                      <a:rect l="l" t="t" r="r" b="b"/>
                      <a:pathLst>
                        <a:path w="42707" h="49323">
                          <a:moveTo>
                            <a:pt x="0" y="49323"/>
                          </a:moveTo>
                          <a:lnTo>
                            <a:pt x="0" y="0"/>
                          </a:lnTo>
                          <a:lnTo>
                            <a:pt x="42708" y="2469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685" name="Graphic 4773">
                    <a:extLst>
                      <a:ext uri="{FF2B5EF4-FFF2-40B4-BE49-F238E27FC236}">
                        <a16:creationId xmlns:a16="http://schemas.microsoft.com/office/drawing/2014/main" id="{38218033-9F6F-BEB9-F8C6-FC45CEC43C01}"/>
                      </a:ext>
                    </a:extLst>
                  </p:cNvPr>
                  <p:cNvGrpSpPr/>
                  <p:nvPr/>
                </p:nvGrpSpPr>
                <p:grpSpPr>
                  <a:xfrm>
                    <a:off x="2702441" y="4022414"/>
                    <a:ext cx="114004" cy="114004"/>
                    <a:chOff x="2702441" y="4022414"/>
                    <a:chExt cx="114004" cy="114004"/>
                  </a:xfrm>
                  <a:grpFill/>
                </p:grpSpPr>
                <p:sp>
                  <p:nvSpPr>
                    <p:cNvPr id="686" name="Freeform: Shape 685">
                      <a:extLst>
                        <a:ext uri="{FF2B5EF4-FFF2-40B4-BE49-F238E27FC236}">
                          <a16:creationId xmlns:a16="http://schemas.microsoft.com/office/drawing/2014/main" id="{755B5459-9ACB-A473-276E-7811F2EB3FCF}"/>
                        </a:ext>
                      </a:extLst>
                    </p:cNvPr>
                    <p:cNvSpPr/>
                    <p:nvPr/>
                  </p:nvSpPr>
                  <p:spPr>
                    <a:xfrm>
                      <a:off x="2702441" y="4022414"/>
                      <a:ext cx="114004" cy="114004"/>
                    </a:xfrm>
                    <a:custGeom>
                      <a:avLst/>
                      <a:gdLst>
                        <a:gd name="connsiteX0" fmla="*/ 0 w 114004"/>
                        <a:gd name="connsiteY0" fmla="*/ 34201 h 114004"/>
                        <a:gd name="connsiteX1" fmla="*/ 0 w 114004"/>
                        <a:gd name="connsiteY1" fmla="*/ 79803 h 114004"/>
                        <a:gd name="connsiteX2" fmla="*/ 34201 w 114004"/>
                        <a:gd name="connsiteY2" fmla="*/ 114005 h 114004"/>
                        <a:gd name="connsiteX3" fmla="*/ 79803 w 114004"/>
                        <a:gd name="connsiteY3" fmla="*/ 114005 h 114004"/>
                        <a:gd name="connsiteX4" fmla="*/ 114005 w 114004"/>
                        <a:gd name="connsiteY4" fmla="*/ 79803 h 114004"/>
                        <a:gd name="connsiteX5" fmla="*/ 114005 w 114004"/>
                        <a:gd name="connsiteY5" fmla="*/ 34201 h 114004"/>
                        <a:gd name="connsiteX6" fmla="*/ 79803 w 114004"/>
                        <a:gd name="connsiteY6" fmla="*/ 0 h 114004"/>
                        <a:gd name="connsiteX7" fmla="*/ 34201 w 114004"/>
                        <a:gd name="connsiteY7" fmla="*/ 0 h 114004"/>
                        <a:gd name="connsiteX8" fmla="*/ 0 w 114004"/>
                        <a:gd name="connsiteY8" fmla="*/ 34201 h 114004"/>
                        <a:gd name="connsiteX9" fmla="*/ 5730 w 114004"/>
                        <a:gd name="connsiteY9" fmla="*/ 34201 h 114004"/>
                        <a:gd name="connsiteX10" fmla="*/ 34201 w 114004"/>
                        <a:gd name="connsiteY10" fmla="*/ 5730 h 114004"/>
                        <a:gd name="connsiteX11" fmla="*/ 79803 w 114004"/>
                        <a:gd name="connsiteY11" fmla="*/ 5730 h 114004"/>
                        <a:gd name="connsiteX12" fmla="*/ 108275 w 114004"/>
                        <a:gd name="connsiteY12" fmla="*/ 34201 h 114004"/>
                        <a:gd name="connsiteX13" fmla="*/ 108275 w 114004"/>
                        <a:gd name="connsiteY13" fmla="*/ 79803 h 114004"/>
                        <a:gd name="connsiteX14" fmla="*/ 79803 w 114004"/>
                        <a:gd name="connsiteY14" fmla="*/ 108275 h 114004"/>
                        <a:gd name="connsiteX15" fmla="*/ 34201 w 114004"/>
                        <a:gd name="connsiteY15" fmla="*/ 108275 h 114004"/>
                        <a:gd name="connsiteX16" fmla="*/ 5730 w 114004"/>
                        <a:gd name="connsiteY16" fmla="*/ 79803 h 114004"/>
                        <a:gd name="connsiteX17" fmla="*/ 5730 w 114004"/>
                        <a:gd name="connsiteY17" fmla="*/ 34201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0" y="34201"/>
                          </a:move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lnTo>
                            <a:pt x="34201" y="0"/>
                          </a:lnTo>
                          <a:cubicBezTo>
                            <a:pt x="15358" y="0"/>
                            <a:pt x="0" y="15299"/>
                            <a:pt x="0" y="34201"/>
                          </a:cubicBezTo>
                          <a:close/>
                          <a:moveTo>
                            <a:pt x="5730" y="34201"/>
                          </a:moveTo>
                          <a:cubicBezTo>
                            <a:pt x="5730" y="18489"/>
                            <a:pt x="18489" y="5730"/>
                            <a:pt x="34201" y="5730"/>
                          </a:cubicBezTo>
                          <a:lnTo>
                            <a:pt x="79803" y="5730"/>
                          </a:lnTo>
                          <a:cubicBezTo>
                            <a:pt x="95516" y="5730"/>
                            <a:pt x="108275" y="18489"/>
                            <a:pt x="108275" y="34201"/>
                          </a:cubicBezTo>
                          <a:lnTo>
                            <a:pt x="108275" y="79803"/>
                          </a:lnTo>
                          <a:cubicBezTo>
                            <a:pt x="108275" y="95516"/>
                            <a:pt x="95516" y="108275"/>
                            <a:pt x="79803" y="108275"/>
                          </a:cubicBezTo>
                          <a:lnTo>
                            <a:pt x="34201" y="108275"/>
                          </a:lnTo>
                          <a:cubicBezTo>
                            <a:pt x="18489" y="108275"/>
                            <a:pt x="5730" y="95516"/>
                            <a:pt x="5730" y="79803"/>
                          </a:cubicBezTo>
                          <a:lnTo>
                            <a:pt x="5730" y="3420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87" name="Freeform: Shape 686">
                      <a:extLst>
                        <a:ext uri="{FF2B5EF4-FFF2-40B4-BE49-F238E27FC236}">
                          <a16:creationId xmlns:a16="http://schemas.microsoft.com/office/drawing/2014/main" id="{4771D0B6-B562-6F41-8B83-BD0E8297624C}"/>
                        </a:ext>
                      </a:extLst>
                    </p:cNvPr>
                    <p:cNvSpPr/>
                    <p:nvPr/>
                  </p:nvSpPr>
                  <p:spPr>
                    <a:xfrm>
                      <a:off x="2765114"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88" name="Freeform: Shape 687">
                      <a:extLst>
                        <a:ext uri="{FF2B5EF4-FFF2-40B4-BE49-F238E27FC236}">
                          <a16:creationId xmlns:a16="http://schemas.microsoft.com/office/drawing/2014/main" id="{AD51A748-BD23-2DDD-FEC8-0DB14EAE2C38}"/>
                        </a:ext>
                      </a:extLst>
                    </p:cNvPr>
                    <p:cNvSpPr/>
                    <p:nvPr/>
                  </p:nvSpPr>
                  <p:spPr>
                    <a:xfrm>
                      <a:off x="2738533"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574" name="Graphic 4773">
                  <a:extLst>
                    <a:ext uri="{FF2B5EF4-FFF2-40B4-BE49-F238E27FC236}">
                      <a16:creationId xmlns:a16="http://schemas.microsoft.com/office/drawing/2014/main" id="{FC18F719-43A6-9AA8-9440-1D393282C5CA}"/>
                    </a:ext>
                  </a:extLst>
                </p:cNvPr>
                <p:cNvGrpSpPr/>
                <p:nvPr/>
              </p:nvGrpSpPr>
              <p:grpSpPr>
                <a:xfrm>
                  <a:off x="4176882" y="1893185"/>
                  <a:ext cx="116840" cy="236869"/>
                  <a:chOff x="4176882" y="1893185"/>
                  <a:chExt cx="116840" cy="236869"/>
                </a:xfrm>
                <a:grpFill/>
              </p:grpSpPr>
              <p:sp>
                <p:nvSpPr>
                  <p:cNvPr id="681" name="Freeform: Shape 680">
                    <a:extLst>
                      <a:ext uri="{FF2B5EF4-FFF2-40B4-BE49-F238E27FC236}">
                        <a16:creationId xmlns:a16="http://schemas.microsoft.com/office/drawing/2014/main" id="{9BCCF2BC-CF96-382C-6CB5-2F4E151AD68F}"/>
                      </a:ext>
                    </a:extLst>
                  </p:cNvPr>
                  <p:cNvSpPr/>
                  <p:nvPr/>
                </p:nvSpPr>
                <p:spPr>
                  <a:xfrm>
                    <a:off x="4176941" y="2013274"/>
                    <a:ext cx="116781" cy="116781"/>
                  </a:xfrm>
                  <a:custGeom>
                    <a:avLst/>
                    <a:gdLst>
                      <a:gd name="connsiteX0" fmla="*/ 116781 w 116781"/>
                      <a:gd name="connsiteY0" fmla="*/ 97524 h 116781"/>
                      <a:gd name="connsiteX1" fmla="*/ 39813 w 116781"/>
                      <a:gd name="connsiteY1" fmla="*/ 20556 h 116781"/>
                      <a:gd name="connsiteX2" fmla="*/ 102782 w 116781"/>
                      <a:gd name="connsiteY2" fmla="*/ 20556 h 116781"/>
                      <a:gd name="connsiteX3" fmla="*/ 82225 w 116781"/>
                      <a:gd name="connsiteY3" fmla="*/ 0 h 116781"/>
                      <a:gd name="connsiteX4" fmla="*/ 0 w 116781"/>
                      <a:gd name="connsiteY4" fmla="*/ 0 h 116781"/>
                      <a:gd name="connsiteX5" fmla="*/ 0 w 116781"/>
                      <a:gd name="connsiteY5" fmla="*/ 82225 h 116781"/>
                      <a:gd name="connsiteX6" fmla="*/ 20556 w 116781"/>
                      <a:gd name="connsiteY6" fmla="*/ 102782 h 116781"/>
                      <a:gd name="connsiteX7" fmla="*/ 20556 w 116781"/>
                      <a:gd name="connsiteY7" fmla="*/ 39813 h 116781"/>
                      <a:gd name="connsiteX8" fmla="*/ 97524 w 116781"/>
                      <a:gd name="connsiteY8" fmla="*/ 116781 h 116781"/>
                      <a:gd name="connsiteX9" fmla="*/ 116781 w 116781"/>
                      <a:gd name="connsiteY9" fmla="*/ 97524 h 116781"/>
                      <a:gd name="connsiteX10" fmla="*/ 37746 w 116781"/>
                      <a:gd name="connsiteY10" fmla="*/ 22624 h 116781"/>
                      <a:gd name="connsiteX11" fmla="*/ 112646 w 116781"/>
                      <a:gd name="connsiteY11" fmla="*/ 97524 h 116781"/>
                      <a:gd name="connsiteX12" fmla="*/ 97465 w 116781"/>
                      <a:gd name="connsiteY12" fmla="*/ 112705 h 116781"/>
                      <a:gd name="connsiteX13" fmla="*/ 22565 w 116781"/>
                      <a:gd name="connsiteY13" fmla="*/ 37805 h 116781"/>
                      <a:gd name="connsiteX14" fmla="*/ 17603 w 116781"/>
                      <a:gd name="connsiteY14" fmla="*/ 32843 h 116781"/>
                      <a:gd name="connsiteX15" fmla="*/ 17603 w 116781"/>
                      <a:gd name="connsiteY15" fmla="*/ 39872 h 116781"/>
                      <a:gd name="connsiteX16" fmla="*/ 17603 w 116781"/>
                      <a:gd name="connsiteY16" fmla="*/ 95870 h 116781"/>
                      <a:gd name="connsiteX17" fmla="*/ 2835 w 116781"/>
                      <a:gd name="connsiteY17" fmla="*/ 81103 h 116781"/>
                      <a:gd name="connsiteX18" fmla="*/ 2835 w 116781"/>
                      <a:gd name="connsiteY18" fmla="*/ 2953 h 116781"/>
                      <a:gd name="connsiteX19" fmla="*/ 80985 w 116781"/>
                      <a:gd name="connsiteY19" fmla="*/ 2953 h 116781"/>
                      <a:gd name="connsiteX20" fmla="*/ 95752 w 116781"/>
                      <a:gd name="connsiteY20" fmla="*/ 17721 h 116781"/>
                      <a:gd name="connsiteX21" fmla="*/ 39813 w 116781"/>
                      <a:gd name="connsiteY21" fmla="*/ 17721 h 116781"/>
                      <a:gd name="connsiteX22" fmla="*/ 32784 w 116781"/>
                      <a:gd name="connsiteY22" fmla="*/ 17721 h 116781"/>
                      <a:gd name="connsiteX23" fmla="*/ 37746 w 116781"/>
                      <a:gd name="connsiteY23" fmla="*/ 2262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1">
                        <a:moveTo>
                          <a:pt x="116781" y="97524"/>
                        </a:moveTo>
                        <a:lnTo>
                          <a:pt x="39813" y="20556"/>
                        </a:lnTo>
                        <a:lnTo>
                          <a:pt x="102782" y="20556"/>
                        </a:lnTo>
                        <a:lnTo>
                          <a:pt x="82225" y="0"/>
                        </a:lnTo>
                        <a:lnTo>
                          <a:pt x="0" y="0"/>
                        </a:lnTo>
                        <a:lnTo>
                          <a:pt x="0" y="82225"/>
                        </a:lnTo>
                        <a:lnTo>
                          <a:pt x="20556" y="102782"/>
                        </a:lnTo>
                        <a:lnTo>
                          <a:pt x="20556" y="39813"/>
                        </a:lnTo>
                        <a:lnTo>
                          <a:pt x="97524" y="116781"/>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82" name="Freeform: Shape 681">
                    <a:extLst>
                      <a:ext uri="{FF2B5EF4-FFF2-40B4-BE49-F238E27FC236}">
                        <a16:creationId xmlns:a16="http://schemas.microsoft.com/office/drawing/2014/main" id="{B9CBA934-083A-08ED-3991-D5D0FA664602}"/>
                      </a:ext>
                    </a:extLst>
                  </p:cNvPr>
                  <p:cNvSpPr/>
                  <p:nvPr/>
                </p:nvSpPr>
                <p:spPr>
                  <a:xfrm>
                    <a:off x="4176882" y="1893185"/>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7 w 116781"/>
                      <a:gd name="connsiteY5" fmla="*/ 76968 h 116780"/>
                      <a:gd name="connsiteX6" fmla="*/ 20557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7 h 116780"/>
                      <a:gd name="connsiteX11" fmla="*/ 2894 w 116781"/>
                      <a:gd name="connsiteY11" fmla="*/ 113887 h 116780"/>
                      <a:gd name="connsiteX12" fmla="*/ 2894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76 h 116780"/>
                      <a:gd name="connsiteX18" fmla="*/ 112705 w 116781"/>
                      <a:gd name="connsiteY18" fmla="*/ 19257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7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7" y="76968"/>
                        </a:lnTo>
                        <a:lnTo>
                          <a:pt x="20557" y="14000"/>
                        </a:lnTo>
                        <a:lnTo>
                          <a:pt x="0" y="34556"/>
                        </a:lnTo>
                        <a:lnTo>
                          <a:pt x="0" y="116781"/>
                        </a:lnTo>
                        <a:lnTo>
                          <a:pt x="82225" y="116781"/>
                        </a:lnTo>
                        <a:close/>
                        <a:moveTo>
                          <a:pt x="81044" y="113887"/>
                        </a:moveTo>
                        <a:lnTo>
                          <a:pt x="2894" y="113887"/>
                        </a:lnTo>
                        <a:lnTo>
                          <a:pt x="2894" y="35737"/>
                        </a:lnTo>
                        <a:lnTo>
                          <a:pt x="17662" y="20970"/>
                        </a:lnTo>
                        <a:lnTo>
                          <a:pt x="17662" y="76909"/>
                        </a:lnTo>
                        <a:lnTo>
                          <a:pt x="17662" y="83938"/>
                        </a:lnTo>
                        <a:lnTo>
                          <a:pt x="22624" y="78976"/>
                        </a:lnTo>
                        <a:lnTo>
                          <a:pt x="97524" y="4076"/>
                        </a:lnTo>
                        <a:lnTo>
                          <a:pt x="112705" y="19257"/>
                        </a:lnTo>
                        <a:lnTo>
                          <a:pt x="37805" y="94157"/>
                        </a:lnTo>
                        <a:lnTo>
                          <a:pt x="32843" y="99119"/>
                        </a:lnTo>
                        <a:lnTo>
                          <a:pt x="39872" y="99119"/>
                        </a:lnTo>
                        <a:lnTo>
                          <a:pt x="95811" y="99119"/>
                        </a:lnTo>
                        <a:lnTo>
                          <a:pt x="81044" y="11388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575" name="Graphic 4773">
                  <a:extLst>
                    <a:ext uri="{FF2B5EF4-FFF2-40B4-BE49-F238E27FC236}">
                      <a16:creationId xmlns:a16="http://schemas.microsoft.com/office/drawing/2014/main" id="{4D9BA5A4-26AA-0F32-970F-E4F9EE5998D4}"/>
                    </a:ext>
                  </a:extLst>
                </p:cNvPr>
                <p:cNvGrpSpPr/>
                <p:nvPr/>
              </p:nvGrpSpPr>
              <p:grpSpPr>
                <a:xfrm>
                  <a:off x="632696" y="2425108"/>
                  <a:ext cx="116780" cy="236869"/>
                  <a:chOff x="632696" y="2425108"/>
                  <a:chExt cx="116780" cy="236869"/>
                </a:xfrm>
                <a:grpFill/>
              </p:grpSpPr>
              <p:sp>
                <p:nvSpPr>
                  <p:cNvPr id="679" name="Freeform: Shape 678">
                    <a:extLst>
                      <a:ext uri="{FF2B5EF4-FFF2-40B4-BE49-F238E27FC236}">
                        <a16:creationId xmlns:a16="http://schemas.microsoft.com/office/drawing/2014/main" id="{E5F90124-312B-79C6-6089-C7648AD0A677}"/>
                      </a:ext>
                    </a:extLst>
                  </p:cNvPr>
                  <p:cNvSpPr/>
                  <p:nvPr/>
                </p:nvSpPr>
                <p:spPr>
                  <a:xfrm>
                    <a:off x="632696" y="2425108"/>
                    <a:ext cx="116780" cy="116781"/>
                  </a:xfrm>
                  <a:custGeom>
                    <a:avLst/>
                    <a:gdLst>
                      <a:gd name="connsiteX0" fmla="*/ 0 w 116780"/>
                      <a:gd name="connsiteY0" fmla="*/ 19257 h 116781"/>
                      <a:gd name="connsiteX1" fmla="*/ 76968 w 116780"/>
                      <a:gd name="connsiteY1" fmla="*/ 96225 h 116781"/>
                      <a:gd name="connsiteX2" fmla="*/ 14000 w 116780"/>
                      <a:gd name="connsiteY2" fmla="*/ 96225 h 116781"/>
                      <a:gd name="connsiteX3" fmla="*/ 34556 w 116780"/>
                      <a:gd name="connsiteY3" fmla="*/ 116781 h 116781"/>
                      <a:gd name="connsiteX4" fmla="*/ 116781 w 116780"/>
                      <a:gd name="connsiteY4" fmla="*/ 116781 h 116781"/>
                      <a:gd name="connsiteX5" fmla="*/ 116781 w 116780"/>
                      <a:gd name="connsiteY5" fmla="*/ 34556 h 116781"/>
                      <a:gd name="connsiteX6" fmla="*/ 96225 w 116780"/>
                      <a:gd name="connsiteY6" fmla="*/ 14000 h 116781"/>
                      <a:gd name="connsiteX7" fmla="*/ 96225 w 116780"/>
                      <a:gd name="connsiteY7" fmla="*/ 76968 h 116781"/>
                      <a:gd name="connsiteX8" fmla="*/ 19257 w 116780"/>
                      <a:gd name="connsiteY8" fmla="*/ 0 h 116781"/>
                      <a:gd name="connsiteX9" fmla="*/ 0 w 116780"/>
                      <a:gd name="connsiteY9" fmla="*/ 19257 h 116781"/>
                      <a:gd name="connsiteX10" fmla="*/ 79035 w 116780"/>
                      <a:gd name="connsiteY10" fmla="*/ 94216 h 116781"/>
                      <a:gd name="connsiteX11" fmla="*/ 4135 w 116780"/>
                      <a:gd name="connsiteY11" fmla="*/ 19316 h 116781"/>
                      <a:gd name="connsiteX12" fmla="*/ 19316 w 116780"/>
                      <a:gd name="connsiteY12" fmla="*/ 4135 h 116781"/>
                      <a:gd name="connsiteX13" fmla="*/ 94216 w 116780"/>
                      <a:gd name="connsiteY13" fmla="*/ 79035 h 116781"/>
                      <a:gd name="connsiteX14" fmla="*/ 99178 w 116780"/>
                      <a:gd name="connsiteY14" fmla="*/ 83997 h 116781"/>
                      <a:gd name="connsiteX15" fmla="*/ 99178 w 116780"/>
                      <a:gd name="connsiteY15" fmla="*/ 76968 h 116781"/>
                      <a:gd name="connsiteX16" fmla="*/ 99178 w 116780"/>
                      <a:gd name="connsiteY16" fmla="*/ 20970 h 116781"/>
                      <a:gd name="connsiteX17" fmla="*/ 113946 w 116780"/>
                      <a:gd name="connsiteY17" fmla="*/ 35737 h 116781"/>
                      <a:gd name="connsiteX18" fmla="*/ 113946 w 116780"/>
                      <a:gd name="connsiteY18" fmla="*/ 113887 h 116781"/>
                      <a:gd name="connsiteX19" fmla="*/ 35796 w 116780"/>
                      <a:gd name="connsiteY19" fmla="*/ 113887 h 116781"/>
                      <a:gd name="connsiteX20" fmla="*/ 21029 w 116780"/>
                      <a:gd name="connsiteY20" fmla="*/ 99119 h 116781"/>
                      <a:gd name="connsiteX21" fmla="*/ 76968 w 116780"/>
                      <a:gd name="connsiteY21" fmla="*/ 99119 h 116781"/>
                      <a:gd name="connsiteX22" fmla="*/ 83997 w 116780"/>
                      <a:gd name="connsiteY22" fmla="*/ 99119 h 116781"/>
                      <a:gd name="connsiteX23" fmla="*/ 79035 w 116780"/>
                      <a:gd name="connsiteY23" fmla="*/ 94216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0" y="19257"/>
                        </a:moveTo>
                        <a:lnTo>
                          <a:pt x="76968" y="96225"/>
                        </a:lnTo>
                        <a:lnTo>
                          <a:pt x="14000" y="96225"/>
                        </a:lnTo>
                        <a:lnTo>
                          <a:pt x="34556" y="116781"/>
                        </a:lnTo>
                        <a:lnTo>
                          <a:pt x="116781" y="116781"/>
                        </a:lnTo>
                        <a:lnTo>
                          <a:pt x="116781" y="34556"/>
                        </a:lnTo>
                        <a:lnTo>
                          <a:pt x="96225" y="14000"/>
                        </a:lnTo>
                        <a:lnTo>
                          <a:pt x="96225" y="76968"/>
                        </a:lnTo>
                        <a:lnTo>
                          <a:pt x="19257" y="0"/>
                        </a:lnTo>
                        <a:lnTo>
                          <a:pt x="0" y="19257"/>
                        </a:lnTo>
                        <a:close/>
                        <a:moveTo>
                          <a:pt x="79035" y="94216"/>
                        </a:moveTo>
                        <a:lnTo>
                          <a:pt x="4135" y="19316"/>
                        </a:lnTo>
                        <a:lnTo>
                          <a:pt x="19316" y="4135"/>
                        </a:lnTo>
                        <a:lnTo>
                          <a:pt x="94216" y="79035"/>
                        </a:lnTo>
                        <a:lnTo>
                          <a:pt x="99178" y="83997"/>
                        </a:lnTo>
                        <a:lnTo>
                          <a:pt x="99178" y="76968"/>
                        </a:lnTo>
                        <a:lnTo>
                          <a:pt x="99178" y="20970"/>
                        </a:lnTo>
                        <a:lnTo>
                          <a:pt x="113946" y="35737"/>
                        </a:lnTo>
                        <a:lnTo>
                          <a:pt x="113946" y="113887"/>
                        </a:lnTo>
                        <a:lnTo>
                          <a:pt x="35796" y="113887"/>
                        </a:lnTo>
                        <a:lnTo>
                          <a:pt x="21029" y="99119"/>
                        </a:lnTo>
                        <a:lnTo>
                          <a:pt x="76968" y="99119"/>
                        </a:lnTo>
                        <a:lnTo>
                          <a:pt x="83997" y="99119"/>
                        </a:lnTo>
                        <a:lnTo>
                          <a:pt x="79035" y="9421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80" name="Freeform: Shape 679">
                    <a:extLst>
                      <a:ext uri="{FF2B5EF4-FFF2-40B4-BE49-F238E27FC236}">
                        <a16:creationId xmlns:a16="http://schemas.microsoft.com/office/drawing/2014/main" id="{A617479A-9D2E-70F9-3063-98B653903038}"/>
                      </a:ext>
                    </a:extLst>
                  </p:cNvPr>
                  <p:cNvSpPr/>
                  <p:nvPr/>
                </p:nvSpPr>
                <p:spPr>
                  <a:xfrm>
                    <a:off x="632696" y="2545197"/>
                    <a:ext cx="116780" cy="116780"/>
                  </a:xfrm>
                  <a:custGeom>
                    <a:avLst/>
                    <a:gdLst>
                      <a:gd name="connsiteX0" fmla="*/ 34556 w 116780"/>
                      <a:gd name="connsiteY0" fmla="*/ 0 h 116780"/>
                      <a:gd name="connsiteX1" fmla="*/ 14000 w 116780"/>
                      <a:gd name="connsiteY1" fmla="*/ 20556 h 116780"/>
                      <a:gd name="connsiteX2" fmla="*/ 76968 w 116780"/>
                      <a:gd name="connsiteY2" fmla="*/ 20556 h 116780"/>
                      <a:gd name="connsiteX3" fmla="*/ 0 w 116780"/>
                      <a:gd name="connsiteY3" fmla="*/ 97524 h 116780"/>
                      <a:gd name="connsiteX4" fmla="*/ 19257 w 116780"/>
                      <a:gd name="connsiteY4" fmla="*/ 116781 h 116780"/>
                      <a:gd name="connsiteX5" fmla="*/ 96225 w 116780"/>
                      <a:gd name="connsiteY5" fmla="*/ 39813 h 116780"/>
                      <a:gd name="connsiteX6" fmla="*/ 96225 w 116780"/>
                      <a:gd name="connsiteY6" fmla="*/ 102781 h 116780"/>
                      <a:gd name="connsiteX7" fmla="*/ 116781 w 116780"/>
                      <a:gd name="connsiteY7" fmla="*/ 82225 h 116780"/>
                      <a:gd name="connsiteX8" fmla="*/ 116781 w 116780"/>
                      <a:gd name="connsiteY8" fmla="*/ 0 h 116780"/>
                      <a:gd name="connsiteX9" fmla="*/ 34556 w 116780"/>
                      <a:gd name="connsiteY9" fmla="*/ 0 h 116780"/>
                      <a:gd name="connsiteX10" fmla="*/ 35796 w 116780"/>
                      <a:gd name="connsiteY10" fmla="*/ 2894 h 116780"/>
                      <a:gd name="connsiteX11" fmla="*/ 113946 w 116780"/>
                      <a:gd name="connsiteY11" fmla="*/ 2894 h 116780"/>
                      <a:gd name="connsiteX12" fmla="*/ 113946 w 116780"/>
                      <a:gd name="connsiteY12" fmla="*/ 81044 h 116780"/>
                      <a:gd name="connsiteX13" fmla="*/ 99178 w 116780"/>
                      <a:gd name="connsiteY13" fmla="*/ 95811 h 116780"/>
                      <a:gd name="connsiteX14" fmla="*/ 99178 w 116780"/>
                      <a:gd name="connsiteY14" fmla="*/ 39872 h 116780"/>
                      <a:gd name="connsiteX15" fmla="*/ 99178 w 116780"/>
                      <a:gd name="connsiteY15" fmla="*/ 32843 h 116780"/>
                      <a:gd name="connsiteX16" fmla="*/ 94216 w 116780"/>
                      <a:gd name="connsiteY16" fmla="*/ 37805 h 116780"/>
                      <a:gd name="connsiteX17" fmla="*/ 19316 w 116780"/>
                      <a:gd name="connsiteY17" fmla="*/ 112705 h 116780"/>
                      <a:gd name="connsiteX18" fmla="*/ 4135 w 116780"/>
                      <a:gd name="connsiteY18" fmla="*/ 97524 h 116780"/>
                      <a:gd name="connsiteX19" fmla="*/ 79035 w 116780"/>
                      <a:gd name="connsiteY19" fmla="*/ 22624 h 116780"/>
                      <a:gd name="connsiteX20" fmla="*/ 83997 w 116780"/>
                      <a:gd name="connsiteY20" fmla="*/ 17662 h 116780"/>
                      <a:gd name="connsiteX21" fmla="*/ 76968 w 116780"/>
                      <a:gd name="connsiteY21" fmla="*/ 17662 h 116780"/>
                      <a:gd name="connsiteX22" fmla="*/ 21029 w 116780"/>
                      <a:gd name="connsiteY22" fmla="*/ 17662 h 116780"/>
                      <a:gd name="connsiteX23" fmla="*/ 35796 w 116780"/>
                      <a:gd name="connsiteY23" fmla="*/ 2894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0">
                        <a:moveTo>
                          <a:pt x="34556" y="0"/>
                        </a:moveTo>
                        <a:lnTo>
                          <a:pt x="14000" y="20556"/>
                        </a:lnTo>
                        <a:lnTo>
                          <a:pt x="76968" y="20556"/>
                        </a:lnTo>
                        <a:lnTo>
                          <a:pt x="0" y="97524"/>
                        </a:lnTo>
                        <a:lnTo>
                          <a:pt x="19257" y="116781"/>
                        </a:lnTo>
                        <a:lnTo>
                          <a:pt x="96225" y="39813"/>
                        </a:lnTo>
                        <a:lnTo>
                          <a:pt x="96225" y="102781"/>
                        </a:lnTo>
                        <a:lnTo>
                          <a:pt x="116781" y="82225"/>
                        </a:lnTo>
                        <a:lnTo>
                          <a:pt x="116781" y="0"/>
                        </a:lnTo>
                        <a:lnTo>
                          <a:pt x="34556" y="0"/>
                        </a:lnTo>
                        <a:close/>
                        <a:moveTo>
                          <a:pt x="35796" y="2894"/>
                        </a:moveTo>
                        <a:lnTo>
                          <a:pt x="113946" y="2894"/>
                        </a:lnTo>
                        <a:lnTo>
                          <a:pt x="113946" y="81044"/>
                        </a:lnTo>
                        <a:lnTo>
                          <a:pt x="99178" y="95811"/>
                        </a:lnTo>
                        <a:lnTo>
                          <a:pt x="99178" y="39872"/>
                        </a:lnTo>
                        <a:lnTo>
                          <a:pt x="99178" y="32843"/>
                        </a:lnTo>
                        <a:lnTo>
                          <a:pt x="94216" y="37805"/>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576" name="Graphic 4773">
                  <a:extLst>
                    <a:ext uri="{FF2B5EF4-FFF2-40B4-BE49-F238E27FC236}">
                      <a16:creationId xmlns:a16="http://schemas.microsoft.com/office/drawing/2014/main" id="{B19B5E90-2142-F1BB-2FBA-41904D862DDE}"/>
                    </a:ext>
                  </a:extLst>
                </p:cNvPr>
                <p:cNvGrpSpPr/>
                <p:nvPr/>
              </p:nvGrpSpPr>
              <p:grpSpPr>
                <a:xfrm>
                  <a:off x="1371068" y="3902502"/>
                  <a:ext cx="116780" cy="236929"/>
                  <a:chOff x="1371068" y="3902502"/>
                  <a:chExt cx="116780" cy="236929"/>
                </a:xfrm>
                <a:grpFill/>
              </p:grpSpPr>
              <p:sp>
                <p:nvSpPr>
                  <p:cNvPr id="677" name="Freeform: Shape 676">
                    <a:extLst>
                      <a:ext uri="{FF2B5EF4-FFF2-40B4-BE49-F238E27FC236}">
                        <a16:creationId xmlns:a16="http://schemas.microsoft.com/office/drawing/2014/main" id="{DBAE3792-1199-A5DE-A2DF-9B24295A0172}"/>
                      </a:ext>
                    </a:extLst>
                  </p:cNvPr>
                  <p:cNvSpPr/>
                  <p:nvPr/>
                </p:nvSpPr>
                <p:spPr>
                  <a:xfrm>
                    <a:off x="1371068" y="3902502"/>
                    <a:ext cx="116780" cy="116840"/>
                  </a:xfrm>
                  <a:custGeom>
                    <a:avLst/>
                    <a:gdLst>
                      <a:gd name="connsiteX0" fmla="*/ 0 w 116780"/>
                      <a:gd name="connsiteY0" fmla="*/ 19316 h 116840"/>
                      <a:gd name="connsiteX1" fmla="*/ 76968 w 116780"/>
                      <a:gd name="connsiteY1" fmla="*/ 96284 h 116840"/>
                      <a:gd name="connsiteX2" fmla="*/ 14000 w 116780"/>
                      <a:gd name="connsiteY2" fmla="*/ 96284 h 116840"/>
                      <a:gd name="connsiteX3" fmla="*/ 34556 w 116780"/>
                      <a:gd name="connsiteY3" fmla="*/ 116840 h 116840"/>
                      <a:gd name="connsiteX4" fmla="*/ 116781 w 116780"/>
                      <a:gd name="connsiteY4" fmla="*/ 116840 h 116840"/>
                      <a:gd name="connsiteX5" fmla="*/ 116781 w 116780"/>
                      <a:gd name="connsiteY5" fmla="*/ 34556 h 116840"/>
                      <a:gd name="connsiteX6" fmla="*/ 96225 w 116780"/>
                      <a:gd name="connsiteY6" fmla="*/ 14000 h 116840"/>
                      <a:gd name="connsiteX7" fmla="*/ 96225 w 116780"/>
                      <a:gd name="connsiteY7" fmla="*/ 76968 h 116840"/>
                      <a:gd name="connsiteX8" fmla="*/ 19257 w 116780"/>
                      <a:gd name="connsiteY8" fmla="*/ 0 h 116840"/>
                      <a:gd name="connsiteX9" fmla="*/ 0 w 116780"/>
                      <a:gd name="connsiteY9" fmla="*/ 19316 h 116840"/>
                      <a:gd name="connsiteX10" fmla="*/ 79035 w 116780"/>
                      <a:gd name="connsiteY10" fmla="*/ 94216 h 116840"/>
                      <a:gd name="connsiteX11" fmla="*/ 4135 w 116780"/>
                      <a:gd name="connsiteY11" fmla="*/ 19316 h 116840"/>
                      <a:gd name="connsiteX12" fmla="*/ 19316 w 116780"/>
                      <a:gd name="connsiteY12" fmla="*/ 4135 h 116840"/>
                      <a:gd name="connsiteX13" fmla="*/ 94216 w 116780"/>
                      <a:gd name="connsiteY13" fmla="*/ 79035 h 116840"/>
                      <a:gd name="connsiteX14" fmla="*/ 99178 w 116780"/>
                      <a:gd name="connsiteY14" fmla="*/ 83997 h 116840"/>
                      <a:gd name="connsiteX15" fmla="*/ 99178 w 116780"/>
                      <a:gd name="connsiteY15" fmla="*/ 76968 h 116840"/>
                      <a:gd name="connsiteX16" fmla="*/ 99178 w 116780"/>
                      <a:gd name="connsiteY16" fmla="*/ 21029 h 116840"/>
                      <a:gd name="connsiteX17" fmla="*/ 113946 w 116780"/>
                      <a:gd name="connsiteY17" fmla="*/ 35796 h 116840"/>
                      <a:gd name="connsiteX18" fmla="*/ 113946 w 116780"/>
                      <a:gd name="connsiteY18" fmla="*/ 113946 h 116840"/>
                      <a:gd name="connsiteX19" fmla="*/ 35796 w 116780"/>
                      <a:gd name="connsiteY19" fmla="*/ 113946 h 116840"/>
                      <a:gd name="connsiteX20" fmla="*/ 21029 w 116780"/>
                      <a:gd name="connsiteY20" fmla="*/ 99178 h 116840"/>
                      <a:gd name="connsiteX21" fmla="*/ 76968 w 116780"/>
                      <a:gd name="connsiteY21" fmla="*/ 99178 h 116840"/>
                      <a:gd name="connsiteX22" fmla="*/ 83997 w 116780"/>
                      <a:gd name="connsiteY22" fmla="*/ 99178 h 116840"/>
                      <a:gd name="connsiteX23" fmla="*/ 79035 w 116780"/>
                      <a:gd name="connsiteY23" fmla="*/ 94216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840">
                        <a:moveTo>
                          <a:pt x="0" y="19316"/>
                        </a:moveTo>
                        <a:lnTo>
                          <a:pt x="76968" y="96284"/>
                        </a:lnTo>
                        <a:lnTo>
                          <a:pt x="14000" y="96284"/>
                        </a:lnTo>
                        <a:lnTo>
                          <a:pt x="34556" y="116840"/>
                        </a:lnTo>
                        <a:lnTo>
                          <a:pt x="116781" y="116840"/>
                        </a:lnTo>
                        <a:lnTo>
                          <a:pt x="116781" y="34556"/>
                        </a:lnTo>
                        <a:lnTo>
                          <a:pt x="96225" y="14000"/>
                        </a:lnTo>
                        <a:lnTo>
                          <a:pt x="96225" y="76968"/>
                        </a:lnTo>
                        <a:lnTo>
                          <a:pt x="19257" y="0"/>
                        </a:lnTo>
                        <a:lnTo>
                          <a:pt x="0" y="19316"/>
                        </a:lnTo>
                        <a:close/>
                        <a:moveTo>
                          <a:pt x="79035" y="94216"/>
                        </a:moveTo>
                        <a:lnTo>
                          <a:pt x="4135" y="19316"/>
                        </a:lnTo>
                        <a:lnTo>
                          <a:pt x="19316" y="4135"/>
                        </a:lnTo>
                        <a:lnTo>
                          <a:pt x="94216" y="79035"/>
                        </a:lnTo>
                        <a:lnTo>
                          <a:pt x="99178" y="83997"/>
                        </a:lnTo>
                        <a:lnTo>
                          <a:pt x="99178" y="76968"/>
                        </a:lnTo>
                        <a:lnTo>
                          <a:pt x="99178" y="21029"/>
                        </a:lnTo>
                        <a:lnTo>
                          <a:pt x="113946" y="35796"/>
                        </a:lnTo>
                        <a:lnTo>
                          <a:pt x="113946" y="113946"/>
                        </a:lnTo>
                        <a:lnTo>
                          <a:pt x="35796" y="113946"/>
                        </a:lnTo>
                        <a:lnTo>
                          <a:pt x="21029" y="99178"/>
                        </a:lnTo>
                        <a:lnTo>
                          <a:pt x="76968" y="99178"/>
                        </a:lnTo>
                        <a:lnTo>
                          <a:pt x="83997" y="99178"/>
                        </a:lnTo>
                        <a:lnTo>
                          <a:pt x="79035" y="9421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78" name="Freeform: Shape 677">
                    <a:extLst>
                      <a:ext uri="{FF2B5EF4-FFF2-40B4-BE49-F238E27FC236}">
                        <a16:creationId xmlns:a16="http://schemas.microsoft.com/office/drawing/2014/main" id="{AC698A40-8669-42E0-0103-948CB291C9B1}"/>
                      </a:ext>
                    </a:extLst>
                  </p:cNvPr>
                  <p:cNvSpPr/>
                  <p:nvPr/>
                </p:nvSpPr>
                <p:spPr>
                  <a:xfrm>
                    <a:off x="1371068" y="4022650"/>
                    <a:ext cx="116780" cy="116781"/>
                  </a:xfrm>
                  <a:custGeom>
                    <a:avLst/>
                    <a:gdLst>
                      <a:gd name="connsiteX0" fmla="*/ 34556 w 116780"/>
                      <a:gd name="connsiteY0" fmla="*/ 0 h 116781"/>
                      <a:gd name="connsiteX1" fmla="*/ 14000 w 116780"/>
                      <a:gd name="connsiteY1" fmla="*/ 20556 h 116781"/>
                      <a:gd name="connsiteX2" fmla="*/ 76968 w 116780"/>
                      <a:gd name="connsiteY2" fmla="*/ 20556 h 116781"/>
                      <a:gd name="connsiteX3" fmla="*/ 0 w 116780"/>
                      <a:gd name="connsiteY3" fmla="*/ 97524 h 116781"/>
                      <a:gd name="connsiteX4" fmla="*/ 19257 w 116780"/>
                      <a:gd name="connsiteY4" fmla="*/ 116781 h 116781"/>
                      <a:gd name="connsiteX5" fmla="*/ 96225 w 116780"/>
                      <a:gd name="connsiteY5" fmla="*/ 39813 h 116781"/>
                      <a:gd name="connsiteX6" fmla="*/ 96225 w 116780"/>
                      <a:gd name="connsiteY6" fmla="*/ 102782 h 116781"/>
                      <a:gd name="connsiteX7" fmla="*/ 116781 w 116780"/>
                      <a:gd name="connsiteY7" fmla="*/ 82225 h 116781"/>
                      <a:gd name="connsiteX8" fmla="*/ 116781 w 116780"/>
                      <a:gd name="connsiteY8" fmla="*/ 0 h 116781"/>
                      <a:gd name="connsiteX9" fmla="*/ 34556 w 116780"/>
                      <a:gd name="connsiteY9" fmla="*/ 0 h 116781"/>
                      <a:gd name="connsiteX10" fmla="*/ 35796 w 116780"/>
                      <a:gd name="connsiteY10" fmla="*/ 2894 h 116781"/>
                      <a:gd name="connsiteX11" fmla="*/ 113946 w 116780"/>
                      <a:gd name="connsiteY11" fmla="*/ 2894 h 116781"/>
                      <a:gd name="connsiteX12" fmla="*/ 113946 w 116780"/>
                      <a:gd name="connsiteY12" fmla="*/ 80985 h 116781"/>
                      <a:gd name="connsiteX13" fmla="*/ 99178 w 116780"/>
                      <a:gd name="connsiteY13" fmla="*/ 95752 h 116781"/>
                      <a:gd name="connsiteX14" fmla="*/ 99178 w 116780"/>
                      <a:gd name="connsiteY14" fmla="*/ 39813 h 116781"/>
                      <a:gd name="connsiteX15" fmla="*/ 99178 w 116780"/>
                      <a:gd name="connsiteY15" fmla="*/ 32784 h 116781"/>
                      <a:gd name="connsiteX16" fmla="*/ 94216 w 116780"/>
                      <a:gd name="connsiteY16" fmla="*/ 37746 h 116781"/>
                      <a:gd name="connsiteX17" fmla="*/ 19316 w 116780"/>
                      <a:gd name="connsiteY17" fmla="*/ 112705 h 116781"/>
                      <a:gd name="connsiteX18" fmla="*/ 4135 w 116780"/>
                      <a:gd name="connsiteY18" fmla="*/ 97524 h 116781"/>
                      <a:gd name="connsiteX19" fmla="*/ 79035 w 116780"/>
                      <a:gd name="connsiteY19" fmla="*/ 22624 h 116781"/>
                      <a:gd name="connsiteX20" fmla="*/ 83997 w 116780"/>
                      <a:gd name="connsiteY20" fmla="*/ 17662 h 116781"/>
                      <a:gd name="connsiteX21" fmla="*/ 76968 w 116780"/>
                      <a:gd name="connsiteY21" fmla="*/ 17662 h 116781"/>
                      <a:gd name="connsiteX22" fmla="*/ 21029 w 116780"/>
                      <a:gd name="connsiteY22" fmla="*/ 17662 h 116781"/>
                      <a:gd name="connsiteX23" fmla="*/ 35796 w 116780"/>
                      <a:gd name="connsiteY23" fmla="*/ 289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34556" y="0"/>
                        </a:moveTo>
                        <a:lnTo>
                          <a:pt x="14000" y="20556"/>
                        </a:lnTo>
                        <a:lnTo>
                          <a:pt x="76968" y="20556"/>
                        </a:lnTo>
                        <a:lnTo>
                          <a:pt x="0" y="97524"/>
                        </a:lnTo>
                        <a:lnTo>
                          <a:pt x="19257" y="116781"/>
                        </a:lnTo>
                        <a:lnTo>
                          <a:pt x="96225" y="39813"/>
                        </a:lnTo>
                        <a:lnTo>
                          <a:pt x="96225" y="102782"/>
                        </a:lnTo>
                        <a:lnTo>
                          <a:pt x="116781" y="82225"/>
                        </a:lnTo>
                        <a:lnTo>
                          <a:pt x="116781" y="0"/>
                        </a:lnTo>
                        <a:lnTo>
                          <a:pt x="34556" y="0"/>
                        </a:lnTo>
                        <a:close/>
                        <a:moveTo>
                          <a:pt x="35796" y="2894"/>
                        </a:moveTo>
                        <a:lnTo>
                          <a:pt x="113946" y="2894"/>
                        </a:lnTo>
                        <a:lnTo>
                          <a:pt x="113946" y="80985"/>
                        </a:lnTo>
                        <a:lnTo>
                          <a:pt x="99178" y="95752"/>
                        </a:lnTo>
                        <a:lnTo>
                          <a:pt x="99178" y="39813"/>
                        </a:lnTo>
                        <a:lnTo>
                          <a:pt x="99178" y="32784"/>
                        </a:lnTo>
                        <a:lnTo>
                          <a:pt x="94216" y="37746"/>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577" name="Graphic 4773">
                  <a:extLst>
                    <a:ext uri="{FF2B5EF4-FFF2-40B4-BE49-F238E27FC236}">
                      <a16:creationId xmlns:a16="http://schemas.microsoft.com/office/drawing/2014/main" id="{D49341AA-DF82-AD89-3BD7-BECEE5F5D0D8}"/>
                    </a:ext>
                  </a:extLst>
                </p:cNvPr>
                <p:cNvGrpSpPr/>
                <p:nvPr/>
              </p:nvGrpSpPr>
              <p:grpSpPr>
                <a:xfrm>
                  <a:off x="2079905" y="3900907"/>
                  <a:ext cx="116840" cy="236928"/>
                  <a:chOff x="2079905" y="3900907"/>
                  <a:chExt cx="116840" cy="236928"/>
                </a:xfrm>
                <a:grpFill/>
              </p:grpSpPr>
              <p:sp>
                <p:nvSpPr>
                  <p:cNvPr id="675" name="Freeform: Shape 674">
                    <a:extLst>
                      <a:ext uri="{FF2B5EF4-FFF2-40B4-BE49-F238E27FC236}">
                        <a16:creationId xmlns:a16="http://schemas.microsoft.com/office/drawing/2014/main" id="{E2553BF4-8A6E-A80C-D19D-5C693D581ACF}"/>
                      </a:ext>
                    </a:extLst>
                  </p:cNvPr>
                  <p:cNvSpPr/>
                  <p:nvPr/>
                </p:nvSpPr>
                <p:spPr>
                  <a:xfrm>
                    <a:off x="2079964" y="4020996"/>
                    <a:ext cx="116781" cy="116840"/>
                  </a:xfrm>
                  <a:custGeom>
                    <a:avLst/>
                    <a:gdLst>
                      <a:gd name="connsiteX0" fmla="*/ 116781 w 116781"/>
                      <a:gd name="connsiteY0" fmla="*/ 97524 h 116840"/>
                      <a:gd name="connsiteX1" fmla="*/ 39813 w 116781"/>
                      <a:gd name="connsiteY1" fmla="*/ 20557 h 116840"/>
                      <a:gd name="connsiteX2" fmla="*/ 102781 w 116781"/>
                      <a:gd name="connsiteY2" fmla="*/ 20557 h 116840"/>
                      <a:gd name="connsiteX3" fmla="*/ 82225 w 116781"/>
                      <a:gd name="connsiteY3" fmla="*/ 0 h 116840"/>
                      <a:gd name="connsiteX4" fmla="*/ 0 w 116781"/>
                      <a:gd name="connsiteY4" fmla="*/ 0 h 116840"/>
                      <a:gd name="connsiteX5" fmla="*/ 0 w 116781"/>
                      <a:gd name="connsiteY5" fmla="*/ 82225 h 116840"/>
                      <a:gd name="connsiteX6" fmla="*/ 20556 w 116781"/>
                      <a:gd name="connsiteY6" fmla="*/ 102782 h 116840"/>
                      <a:gd name="connsiteX7" fmla="*/ 20556 w 116781"/>
                      <a:gd name="connsiteY7" fmla="*/ 39813 h 116840"/>
                      <a:gd name="connsiteX8" fmla="*/ 97465 w 116781"/>
                      <a:gd name="connsiteY8" fmla="*/ 116840 h 116840"/>
                      <a:gd name="connsiteX9" fmla="*/ 116781 w 116781"/>
                      <a:gd name="connsiteY9" fmla="*/ 97524 h 116840"/>
                      <a:gd name="connsiteX10" fmla="*/ 37746 w 116781"/>
                      <a:gd name="connsiteY10" fmla="*/ 22624 h 116840"/>
                      <a:gd name="connsiteX11" fmla="*/ 112646 w 116781"/>
                      <a:gd name="connsiteY11" fmla="*/ 97524 h 116840"/>
                      <a:gd name="connsiteX12" fmla="*/ 97465 w 116781"/>
                      <a:gd name="connsiteY12" fmla="*/ 112705 h 116840"/>
                      <a:gd name="connsiteX13" fmla="*/ 22565 w 116781"/>
                      <a:gd name="connsiteY13" fmla="*/ 37805 h 116840"/>
                      <a:gd name="connsiteX14" fmla="*/ 17603 w 116781"/>
                      <a:gd name="connsiteY14" fmla="*/ 32843 h 116840"/>
                      <a:gd name="connsiteX15" fmla="*/ 17603 w 116781"/>
                      <a:gd name="connsiteY15" fmla="*/ 39872 h 116840"/>
                      <a:gd name="connsiteX16" fmla="*/ 17603 w 116781"/>
                      <a:gd name="connsiteY16" fmla="*/ 95870 h 116840"/>
                      <a:gd name="connsiteX17" fmla="*/ 2835 w 116781"/>
                      <a:gd name="connsiteY17" fmla="*/ 81103 h 116840"/>
                      <a:gd name="connsiteX18" fmla="*/ 2835 w 116781"/>
                      <a:gd name="connsiteY18" fmla="*/ 2953 h 116840"/>
                      <a:gd name="connsiteX19" fmla="*/ 80985 w 116781"/>
                      <a:gd name="connsiteY19" fmla="*/ 2953 h 116840"/>
                      <a:gd name="connsiteX20" fmla="*/ 95752 w 116781"/>
                      <a:gd name="connsiteY20" fmla="*/ 17721 h 116840"/>
                      <a:gd name="connsiteX21" fmla="*/ 39813 w 116781"/>
                      <a:gd name="connsiteY21" fmla="*/ 17721 h 116840"/>
                      <a:gd name="connsiteX22" fmla="*/ 32784 w 116781"/>
                      <a:gd name="connsiteY22" fmla="*/ 17721 h 116840"/>
                      <a:gd name="connsiteX23" fmla="*/ 37746 w 116781"/>
                      <a:gd name="connsiteY23" fmla="*/ 22624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840">
                        <a:moveTo>
                          <a:pt x="116781" y="97524"/>
                        </a:moveTo>
                        <a:lnTo>
                          <a:pt x="39813" y="20557"/>
                        </a:lnTo>
                        <a:lnTo>
                          <a:pt x="102781" y="20557"/>
                        </a:lnTo>
                        <a:lnTo>
                          <a:pt x="82225" y="0"/>
                        </a:lnTo>
                        <a:lnTo>
                          <a:pt x="0" y="0"/>
                        </a:lnTo>
                        <a:lnTo>
                          <a:pt x="0" y="82225"/>
                        </a:lnTo>
                        <a:lnTo>
                          <a:pt x="20556" y="102782"/>
                        </a:lnTo>
                        <a:lnTo>
                          <a:pt x="20556" y="39813"/>
                        </a:lnTo>
                        <a:lnTo>
                          <a:pt x="97465" y="116840"/>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76" name="Freeform: Shape 675">
                    <a:extLst>
                      <a:ext uri="{FF2B5EF4-FFF2-40B4-BE49-F238E27FC236}">
                        <a16:creationId xmlns:a16="http://schemas.microsoft.com/office/drawing/2014/main" id="{B7B7B776-922A-83F5-B327-763234165BBA}"/>
                      </a:ext>
                    </a:extLst>
                  </p:cNvPr>
                  <p:cNvSpPr/>
                  <p:nvPr/>
                </p:nvSpPr>
                <p:spPr>
                  <a:xfrm>
                    <a:off x="2079905" y="3900907"/>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6 w 116781"/>
                      <a:gd name="connsiteY5" fmla="*/ 76968 h 116780"/>
                      <a:gd name="connsiteX6" fmla="*/ 20556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6 h 116780"/>
                      <a:gd name="connsiteX11" fmla="*/ 2895 w 116781"/>
                      <a:gd name="connsiteY11" fmla="*/ 113886 h 116780"/>
                      <a:gd name="connsiteX12" fmla="*/ 2895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17 h 116780"/>
                      <a:gd name="connsiteX18" fmla="*/ 112705 w 116781"/>
                      <a:gd name="connsiteY18" fmla="*/ 19198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6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6" y="76968"/>
                        </a:lnTo>
                        <a:lnTo>
                          <a:pt x="20556" y="14000"/>
                        </a:lnTo>
                        <a:lnTo>
                          <a:pt x="0" y="34556"/>
                        </a:lnTo>
                        <a:lnTo>
                          <a:pt x="0" y="116781"/>
                        </a:lnTo>
                        <a:lnTo>
                          <a:pt x="82225" y="116781"/>
                        </a:lnTo>
                        <a:close/>
                        <a:moveTo>
                          <a:pt x="81044" y="113886"/>
                        </a:moveTo>
                        <a:lnTo>
                          <a:pt x="2895" y="113886"/>
                        </a:lnTo>
                        <a:lnTo>
                          <a:pt x="2895" y="35737"/>
                        </a:lnTo>
                        <a:lnTo>
                          <a:pt x="17662" y="20970"/>
                        </a:lnTo>
                        <a:lnTo>
                          <a:pt x="17662" y="76909"/>
                        </a:lnTo>
                        <a:lnTo>
                          <a:pt x="17662" y="83938"/>
                        </a:lnTo>
                        <a:lnTo>
                          <a:pt x="22624" y="78976"/>
                        </a:lnTo>
                        <a:lnTo>
                          <a:pt x="97524" y="4017"/>
                        </a:lnTo>
                        <a:lnTo>
                          <a:pt x="112705" y="19198"/>
                        </a:lnTo>
                        <a:lnTo>
                          <a:pt x="37805" y="94157"/>
                        </a:lnTo>
                        <a:lnTo>
                          <a:pt x="32843" y="99119"/>
                        </a:lnTo>
                        <a:lnTo>
                          <a:pt x="39872" y="99119"/>
                        </a:lnTo>
                        <a:lnTo>
                          <a:pt x="95811" y="99119"/>
                        </a:lnTo>
                        <a:lnTo>
                          <a:pt x="81044" y="11388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578" name="Graphic 4773">
                  <a:extLst>
                    <a:ext uri="{FF2B5EF4-FFF2-40B4-BE49-F238E27FC236}">
                      <a16:creationId xmlns:a16="http://schemas.microsoft.com/office/drawing/2014/main" id="{3805CEC9-E823-CEA6-6F8F-E40F4982EA24}"/>
                    </a:ext>
                  </a:extLst>
                </p:cNvPr>
                <p:cNvGrpSpPr/>
                <p:nvPr/>
              </p:nvGrpSpPr>
              <p:grpSpPr>
                <a:xfrm>
                  <a:off x="1932349" y="1658589"/>
                  <a:ext cx="648231" cy="115451"/>
                  <a:chOff x="1932349" y="1658589"/>
                  <a:chExt cx="648231" cy="115451"/>
                </a:xfrm>
                <a:grpFill/>
              </p:grpSpPr>
              <p:sp>
                <p:nvSpPr>
                  <p:cNvPr id="659" name="Freeform: Shape 658">
                    <a:extLst>
                      <a:ext uri="{FF2B5EF4-FFF2-40B4-BE49-F238E27FC236}">
                        <a16:creationId xmlns:a16="http://schemas.microsoft.com/office/drawing/2014/main" id="{3489B132-6D5B-18C7-D701-14438A90786D}"/>
                      </a:ext>
                    </a:extLst>
                  </p:cNvPr>
                  <p:cNvSpPr/>
                  <p:nvPr/>
                </p:nvSpPr>
                <p:spPr>
                  <a:xfrm>
                    <a:off x="2171286" y="170398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70" y="22210"/>
                          <a:pt x="2540" y="17839"/>
                          <a:pt x="2540" y="12405"/>
                        </a:cubicBezTo>
                        <a:cubicBezTo>
                          <a:pt x="2540" y="6970"/>
                          <a:pt x="6911" y="2599"/>
                          <a:pt x="12346" y="2599"/>
                        </a:cubicBezTo>
                        <a:lnTo>
                          <a:pt x="12346" y="2599"/>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60" name="Freeform: Shape 659">
                    <a:extLst>
                      <a:ext uri="{FF2B5EF4-FFF2-40B4-BE49-F238E27FC236}">
                        <a16:creationId xmlns:a16="http://schemas.microsoft.com/office/drawing/2014/main" id="{315A42FC-DAB7-36B8-CED7-B0EC83D331EC}"/>
                      </a:ext>
                    </a:extLst>
                  </p:cNvPr>
                  <p:cNvSpPr/>
                  <p:nvPr/>
                </p:nvSpPr>
                <p:spPr>
                  <a:xfrm>
                    <a:off x="222255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61" name="Freeform: Shape 660">
                    <a:extLst>
                      <a:ext uri="{FF2B5EF4-FFF2-40B4-BE49-F238E27FC236}">
                        <a16:creationId xmlns:a16="http://schemas.microsoft.com/office/drawing/2014/main" id="{6354186A-04B0-6A78-E8B2-813C2637416C}"/>
                      </a:ext>
                    </a:extLst>
                  </p:cNvPr>
                  <p:cNvSpPr/>
                  <p:nvPr/>
                </p:nvSpPr>
                <p:spPr>
                  <a:xfrm>
                    <a:off x="2248254"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62" name="Freeform: Shape 661">
                    <a:extLst>
                      <a:ext uri="{FF2B5EF4-FFF2-40B4-BE49-F238E27FC236}">
                        <a16:creationId xmlns:a16="http://schemas.microsoft.com/office/drawing/2014/main" id="{066E639B-67F4-5E2C-4287-2D9E06B3929C}"/>
                      </a:ext>
                    </a:extLst>
                  </p:cNvPr>
                  <p:cNvSpPr/>
                  <p:nvPr/>
                </p:nvSpPr>
                <p:spPr>
                  <a:xfrm>
                    <a:off x="2299467"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750"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63" name="Freeform: Shape 662">
                    <a:extLst>
                      <a:ext uri="{FF2B5EF4-FFF2-40B4-BE49-F238E27FC236}">
                        <a16:creationId xmlns:a16="http://schemas.microsoft.com/office/drawing/2014/main" id="{449D5B75-51C9-7710-FBB0-38F797D25595}"/>
                      </a:ext>
                    </a:extLst>
                  </p:cNvPr>
                  <p:cNvSpPr/>
                  <p:nvPr/>
                </p:nvSpPr>
                <p:spPr>
                  <a:xfrm>
                    <a:off x="235079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64" name="Freeform: Shape 663">
                    <a:extLst>
                      <a:ext uri="{FF2B5EF4-FFF2-40B4-BE49-F238E27FC236}">
                        <a16:creationId xmlns:a16="http://schemas.microsoft.com/office/drawing/2014/main" id="{F6DB1BE3-98D7-6D2D-61EA-074BEDDF68EC}"/>
                      </a:ext>
                    </a:extLst>
                  </p:cNvPr>
                  <p:cNvSpPr/>
                  <p:nvPr/>
                </p:nvSpPr>
                <p:spPr>
                  <a:xfrm>
                    <a:off x="2376435"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80"/>
                          <a:pt x="17780" y="22151"/>
                          <a:pt x="12346" y="22151"/>
                        </a:cubicBezTo>
                        <a:cubicBezTo>
                          <a:pt x="6970" y="22151"/>
                          <a:pt x="2540" y="17721"/>
                          <a:pt x="2540" y="12346"/>
                        </a:cubicBezTo>
                        <a:cubicBezTo>
                          <a:pt x="2540" y="6970"/>
                          <a:pt x="6911"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65" name="Freeform: Shape 664">
                    <a:extLst>
                      <a:ext uri="{FF2B5EF4-FFF2-40B4-BE49-F238E27FC236}">
                        <a16:creationId xmlns:a16="http://schemas.microsoft.com/office/drawing/2014/main" id="{36D30315-C598-CE60-D72D-ABE3EEADDE2F}"/>
                      </a:ext>
                    </a:extLst>
                  </p:cNvPr>
                  <p:cNvSpPr/>
                  <p:nvPr/>
                </p:nvSpPr>
                <p:spPr>
                  <a:xfrm>
                    <a:off x="2402072"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66" name="Freeform: Shape 665">
                    <a:extLst>
                      <a:ext uri="{FF2B5EF4-FFF2-40B4-BE49-F238E27FC236}">
                        <a16:creationId xmlns:a16="http://schemas.microsoft.com/office/drawing/2014/main" id="{5D0A055F-A074-7E43-0843-2A0470D89FF9}"/>
                      </a:ext>
                    </a:extLst>
                  </p:cNvPr>
                  <p:cNvSpPr/>
                  <p:nvPr/>
                </p:nvSpPr>
                <p:spPr>
                  <a:xfrm>
                    <a:off x="2453344"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21"/>
                          <a:pt x="2540" y="12346"/>
                        </a:cubicBezTo>
                        <a:cubicBezTo>
                          <a:pt x="2540" y="6970"/>
                          <a:pt x="6911" y="2540"/>
                          <a:pt x="12346" y="2540"/>
                        </a:cubicBezTo>
                        <a:lnTo>
                          <a:pt x="12346" y="2540"/>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49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67" name="Freeform: Shape 666">
                    <a:extLst>
                      <a:ext uri="{FF2B5EF4-FFF2-40B4-BE49-F238E27FC236}">
                        <a16:creationId xmlns:a16="http://schemas.microsoft.com/office/drawing/2014/main" id="{C40CDD98-7CB8-4E67-7FA3-2253E60A7699}"/>
                      </a:ext>
                    </a:extLst>
                  </p:cNvPr>
                  <p:cNvSpPr/>
                  <p:nvPr/>
                </p:nvSpPr>
                <p:spPr>
                  <a:xfrm>
                    <a:off x="2504617"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68" name="Freeform: Shape 667">
                    <a:extLst>
                      <a:ext uri="{FF2B5EF4-FFF2-40B4-BE49-F238E27FC236}">
                        <a16:creationId xmlns:a16="http://schemas.microsoft.com/office/drawing/2014/main" id="{912FFF59-0AEB-2D71-D7EF-96D3BC7D3192}"/>
                      </a:ext>
                    </a:extLst>
                  </p:cNvPr>
                  <p:cNvSpPr/>
                  <p:nvPr/>
                </p:nvSpPr>
                <p:spPr>
                  <a:xfrm>
                    <a:off x="2530253"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69" name="Freeform: Shape 668">
                    <a:extLst>
                      <a:ext uri="{FF2B5EF4-FFF2-40B4-BE49-F238E27FC236}">
                        <a16:creationId xmlns:a16="http://schemas.microsoft.com/office/drawing/2014/main" id="{0950B106-0695-EF5A-6A36-77A85F3C20DE}"/>
                      </a:ext>
                    </a:extLst>
                  </p:cNvPr>
                  <p:cNvSpPr/>
                  <p:nvPr/>
                </p:nvSpPr>
                <p:spPr>
                  <a:xfrm>
                    <a:off x="2555889"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70"/>
                          <a:pt x="22151" y="12346"/>
                        </a:cubicBezTo>
                        <a:cubicBezTo>
                          <a:pt x="22151" y="17780"/>
                          <a:pt x="17780" y="22151"/>
                          <a:pt x="12346" y="22151"/>
                        </a:cubicBezTo>
                        <a:cubicBezTo>
                          <a:pt x="6911" y="22151"/>
                          <a:pt x="2540" y="17721"/>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49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70" name="Freeform: Shape 669">
                    <a:extLst>
                      <a:ext uri="{FF2B5EF4-FFF2-40B4-BE49-F238E27FC236}">
                        <a16:creationId xmlns:a16="http://schemas.microsoft.com/office/drawing/2014/main" id="{2CD16F4F-7A7C-BD10-3F83-02D6EC374580}"/>
                      </a:ext>
                    </a:extLst>
                  </p:cNvPr>
                  <p:cNvSpPr/>
                  <p:nvPr/>
                </p:nvSpPr>
                <p:spPr>
                  <a:xfrm>
                    <a:off x="2137498" y="1658767"/>
                    <a:ext cx="66719" cy="115274"/>
                  </a:xfrm>
                  <a:custGeom>
                    <a:avLst/>
                    <a:gdLst>
                      <a:gd name="connsiteX0" fmla="*/ 60310 w 66719"/>
                      <a:gd name="connsiteY0" fmla="*/ 115275 h 115274"/>
                      <a:gd name="connsiteX1" fmla="*/ 64859 w 66719"/>
                      <a:gd name="connsiteY1" fmla="*/ 113384 h 115274"/>
                      <a:gd name="connsiteX2" fmla="*/ 64859 w 66719"/>
                      <a:gd name="connsiteY2" fmla="*/ 104347 h 115274"/>
                      <a:gd name="connsiteX3" fmla="*/ 18134 w 66719"/>
                      <a:gd name="connsiteY3" fmla="*/ 57623 h 115274"/>
                      <a:gd name="connsiteX4" fmla="*/ 64859 w 66719"/>
                      <a:gd name="connsiteY4" fmla="*/ 10898 h 115274"/>
                      <a:gd name="connsiteX5" fmla="*/ 64859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9" y="113384"/>
                        </a:cubicBezTo>
                        <a:cubicBezTo>
                          <a:pt x="67340" y="110903"/>
                          <a:pt x="67340" y="106828"/>
                          <a:pt x="64859" y="104347"/>
                        </a:cubicBezTo>
                        <a:lnTo>
                          <a:pt x="18134" y="57623"/>
                        </a:lnTo>
                        <a:lnTo>
                          <a:pt x="64859" y="10898"/>
                        </a:lnTo>
                        <a:cubicBezTo>
                          <a:pt x="67340" y="8417"/>
                          <a:pt x="67340" y="4342"/>
                          <a:pt x="64859" y="1861"/>
                        </a:cubicBezTo>
                        <a:cubicBezTo>
                          <a:pt x="62378" y="-620"/>
                          <a:pt x="58302" y="-620"/>
                          <a:pt x="55821" y="1861"/>
                        </a:cubicBezTo>
                        <a:lnTo>
                          <a:pt x="0" y="57682"/>
                        </a:lnTo>
                        <a:lnTo>
                          <a:pt x="55821" y="113503"/>
                        </a:lnTo>
                        <a:cubicBezTo>
                          <a:pt x="57002" y="114684"/>
                          <a:pt x="58656" y="115275"/>
                          <a:pt x="60310" y="115275"/>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71" name="Freeform: Shape 670">
                    <a:extLst>
                      <a:ext uri="{FF2B5EF4-FFF2-40B4-BE49-F238E27FC236}">
                        <a16:creationId xmlns:a16="http://schemas.microsoft.com/office/drawing/2014/main" id="{0ACBD056-2CF5-B2C3-2032-13094B051C3D}"/>
                      </a:ext>
                    </a:extLst>
                  </p:cNvPr>
                  <p:cNvSpPr/>
                  <p:nvPr/>
                </p:nvSpPr>
                <p:spPr>
                  <a:xfrm>
                    <a:off x="2086107" y="1658708"/>
                    <a:ext cx="66778" cy="115333"/>
                  </a:xfrm>
                  <a:custGeom>
                    <a:avLst/>
                    <a:gdLst>
                      <a:gd name="connsiteX0" fmla="*/ 60369 w 66778"/>
                      <a:gd name="connsiteY0" fmla="*/ 115334 h 115333"/>
                      <a:gd name="connsiteX1" fmla="*/ 64918 w 66778"/>
                      <a:gd name="connsiteY1" fmla="*/ 113443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3"/>
                        </a:cubicBezTo>
                        <a:cubicBezTo>
                          <a:pt x="67399" y="110963"/>
                          <a:pt x="67399" y="106887"/>
                          <a:pt x="64918" y="104347"/>
                        </a:cubicBezTo>
                        <a:lnTo>
                          <a:pt x="18134" y="57623"/>
                        </a:lnTo>
                        <a:lnTo>
                          <a:pt x="64918" y="10898"/>
                        </a:lnTo>
                        <a:cubicBezTo>
                          <a:pt x="67399" y="8417"/>
                          <a:pt x="67399" y="4342"/>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72" name="Freeform: Shape 671">
                    <a:extLst>
                      <a:ext uri="{FF2B5EF4-FFF2-40B4-BE49-F238E27FC236}">
                        <a16:creationId xmlns:a16="http://schemas.microsoft.com/office/drawing/2014/main" id="{EB45A50B-BC1E-7AF9-E33E-8BC472840646}"/>
                      </a:ext>
                    </a:extLst>
                  </p:cNvPr>
                  <p:cNvSpPr/>
                  <p:nvPr/>
                </p:nvSpPr>
                <p:spPr>
                  <a:xfrm>
                    <a:off x="2034894" y="165858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7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73" name="Freeform: Shape 672">
                    <a:extLst>
                      <a:ext uri="{FF2B5EF4-FFF2-40B4-BE49-F238E27FC236}">
                        <a16:creationId xmlns:a16="http://schemas.microsoft.com/office/drawing/2014/main" id="{998047BA-BCD3-5949-8043-409E06864E0F}"/>
                      </a:ext>
                    </a:extLst>
                  </p:cNvPr>
                  <p:cNvSpPr/>
                  <p:nvPr/>
                </p:nvSpPr>
                <p:spPr>
                  <a:xfrm>
                    <a:off x="1983621" y="165858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618" y="114684"/>
                          <a:pt x="64859" y="113444"/>
                        </a:cubicBezTo>
                        <a:cubicBezTo>
                          <a:pt x="67340" y="110963"/>
                          <a:pt x="67340" y="106887"/>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74" name="Freeform: Shape 673">
                    <a:extLst>
                      <a:ext uri="{FF2B5EF4-FFF2-40B4-BE49-F238E27FC236}">
                        <a16:creationId xmlns:a16="http://schemas.microsoft.com/office/drawing/2014/main" id="{82735277-138D-F3DF-10E6-B52FC675959D}"/>
                      </a:ext>
                    </a:extLst>
                  </p:cNvPr>
                  <p:cNvSpPr/>
                  <p:nvPr/>
                </p:nvSpPr>
                <p:spPr>
                  <a:xfrm>
                    <a:off x="1932349" y="1658648"/>
                    <a:ext cx="66719" cy="115274"/>
                  </a:xfrm>
                  <a:custGeom>
                    <a:avLst/>
                    <a:gdLst>
                      <a:gd name="connsiteX0" fmla="*/ 60310 w 66719"/>
                      <a:gd name="connsiteY0" fmla="*/ 115275 h 115274"/>
                      <a:gd name="connsiteX1" fmla="*/ 64858 w 66719"/>
                      <a:gd name="connsiteY1" fmla="*/ 113384 h 115274"/>
                      <a:gd name="connsiteX2" fmla="*/ 64858 w 66719"/>
                      <a:gd name="connsiteY2" fmla="*/ 104347 h 115274"/>
                      <a:gd name="connsiteX3" fmla="*/ 18134 w 66719"/>
                      <a:gd name="connsiteY3" fmla="*/ 57623 h 115274"/>
                      <a:gd name="connsiteX4" fmla="*/ 64858 w 66719"/>
                      <a:gd name="connsiteY4" fmla="*/ 10898 h 115274"/>
                      <a:gd name="connsiteX5" fmla="*/ 64858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8" y="113384"/>
                        </a:cubicBezTo>
                        <a:cubicBezTo>
                          <a:pt x="67340" y="110904"/>
                          <a:pt x="67340" y="106828"/>
                          <a:pt x="64858" y="104347"/>
                        </a:cubicBezTo>
                        <a:lnTo>
                          <a:pt x="18134" y="57623"/>
                        </a:lnTo>
                        <a:lnTo>
                          <a:pt x="64858" y="10898"/>
                        </a:lnTo>
                        <a:cubicBezTo>
                          <a:pt x="67340" y="8417"/>
                          <a:pt x="67340" y="4342"/>
                          <a:pt x="64858" y="1861"/>
                        </a:cubicBezTo>
                        <a:cubicBezTo>
                          <a:pt x="62378" y="-620"/>
                          <a:pt x="58302" y="-620"/>
                          <a:pt x="55821" y="1861"/>
                        </a:cubicBezTo>
                        <a:lnTo>
                          <a:pt x="0" y="57682"/>
                        </a:lnTo>
                        <a:lnTo>
                          <a:pt x="55821" y="113503"/>
                        </a:lnTo>
                        <a:cubicBezTo>
                          <a:pt x="57002" y="114625"/>
                          <a:pt x="58656" y="115275"/>
                          <a:pt x="60310" y="115275"/>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579" name="Graphic 4773">
                  <a:extLst>
                    <a:ext uri="{FF2B5EF4-FFF2-40B4-BE49-F238E27FC236}">
                      <a16:creationId xmlns:a16="http://schemas.microsoft.com/office/drawing/2014/main" id="{AFA6E1C4-F415-4C08-E769-29C08A3A6488}"/>
                    </a:ext>
                  </a:extLst>
                </p:cNvPr>
                <p:cNvGrpSpPr/>
                <p:nvPr/>
              </p:nvGrpSpPr>
              <p:grpSpPr>
                <a:xfrm>
                  <a:off x="455605" y="4257600"/>
                  <a:ext cx="648231" cy="115511"/>
                  <a:chOff x="455605" y="4257600"/>
                  <a:chExt cx="648231" cy="115511"/>
                </a:xfrm>
                <a:grpFill/>
              </p:grpSpPr>
              <p:sp>
                <p:nvSpPr>
                  <p:cNvPr id="643" name="Freeform: Shape 642">
                    <a:extLst>
                      <a:ext uri="{FF2B5EF4-FFF2-40B4-BE49-F238E27FC236}">
                        <a16:creationId xmlns:a16="http://schemas.microsoft.com/office/drawing/2014/main" id="{C204C2BB-0AEF-3CCB-4BEF-022FE11FB6C0}"/>
                      </a:ext>
                    </a:extLst>
                  </p:cNvPr>
                  <p:cNvSpPr/>
                  <p:nvPr/>
                </p:nvSpPr>
                <p:spPr>
                  <a:xfrm>
                    <a:off x="694542" y="4303054"/>
                    <a:ext cx="24691" cy="24750"/>
                  </a:xfrm>
                  <a:custGeom>
                    <a:avLst/>
                    <a:gdLst>
                      <a:gd name="connsiteX0" fmla="*/ 12346 w 24691"/>
                      <a:gd name="connsiteY0" fmla="*/ 2599 h 24750"/>
                      <a:gd name="connsiteX1" fmla="*/ 22151 w 24691"/>
                      <a:gd name="connsiteY1" fmla="*/ 12405 h 24750"/>
                      <a:gd name="connsiteX2" fmla="*/ 12346 w 24691"/>
                      <a:gd name="connsiteY2" fmla="*/ 22210 h 24750"/>
                      <a:gd name="connsiteX3" fmla="*/ 2540 w 24691"/>
                      <a:gd name="connsiteY3" fmla="*/ 12405 h 24750"/>
                      <a:gd name="connsiteX4" fmla="*/ 12346 w 24691"/>
                      <a:gd name="connsiteY4" fmla="*/ 2599 h 24750"/>
                      <a:gd name="connsiteX5" fmla="*/ 12346 w 24691"/>
                      <a:gd name="connsiteY5" fmla="*/ 2599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99"/>
                        </a:moveTo>
                        <a:cubicBezTo>
                          <a:pt x="17780" y="2599"/>
                          <a:pt x="22151" y="6971"/>
                          <a:pt x="22151" y="12405"/>
                        </a:cubicBezTo>
                        <a:cubicBezTo>
                          <a:pt x="22151" y="17839"/>
                          <a:pt x="17780" y="22210"/>
                          <a:pt x="12346" y="22210"/>
                        </a:cubicBezTo>
                        <a:cubicBezTo>
                          <a:pt x="6911" y="22210"/>
                          <a:pt x="2540" y="17839"/>
                          <a:pt x="2540" y="12405"/>
                        </a:cubicBezTo>
                        <a:cubicBezTo>
                          <a:pt x="2540" y="6971"/>
                          <a:pt x="6911" y="2599"/>
                          <a:pt x="12346" y="2599"/>
                        </a:cubicBezTo>
                        <a:lnTo>
                          <a:pt x="12346" y="2599"/>
                        </a:lnTo>
                        <a:close/>
                        <a:moveTo>
                          <a:pt x="12346" y="0"/>
                        </a:moveTo>
                        <a:cubicBezTo>
                          <a:pt x="5493" y="0"/>
                          <a:pt x="0" y="5553"/>
                          <a:pt x="0" y="12346"/>
                        </a:cubicBezTo>
                        <a:cubicBezTo>
                          <a:pt x="0" y="19198"/>
                          <a:pt x="5553" y="24750"/>
                          <a:pt x="12346" y="24750"/>
                        </a:cubicBezTo>
                        <a:cubicBezTo>
                          <a:pt x="19198" y="24750"/>
                          <a:pt x="24691" y="19198"/>
                          <a:pt x="24691" y="12346"/>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44" name="Freeform: Shape 643">
                    <a:extLst>
                      <a:ext uri="{FF2B5EF4-FFF2-40B4-BE49-F238E27FC236}">
                        <a16:creationId xmlns:a16="http://schemas.microsoft.com/office/drawing/2014/main" id="{0F237503-7DF8-CA52-03B6-E49A02FE6A87}"/>
                      </a:ext>
                    </a:extLst>
                  </p:cNvPr>
                  <p:cNvSpPr/>
                  <p:nvPr/>
                </p:nvSpPr>
                <p:spPr>
                  <a:xfrm>
                    <a:off x="745814"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98"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45" name="Freeform: Shape 644">
                    <a:extLst>
                      <a:ext uri="{FF2B5EF4-FFF2-40B4-BE49-F238E27FC236}">
                        <a16:creationId xmlns:a16="http://schemas.microsoft.com/office/drawing/2014/main" id="{A7C4FD2E-D402-ABF7-BF04-FC7F92D2544F}"/>
                      </a:ext>
                    </a:extLst>
                  </p:cNvPr>
                  <p:cNvSpPr/>
                  <p:nvPr/>
                </p:nvSpPr>
                <p:spPr>
                  <a:xfrm>
                    <a:off x="771510"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46" name="Freeform: Shape 645">
                    <a:extLst>
                      <a:ext uri="{FF2B5EF4-FFF2-40B4-BE49-F238E27FC236}">
                        <a16:creationId xmlns:a16="http://schemas.microsoft.com/office/drawing/2014/main" id="{E4345ADB-02B5-2906-76C8-5E1BE32E1DCF}"/>
                      </a:ext>
                    </a:extLst>
                  </p:cNvPr>
                  <p:cNvSpPr/>
                  <p:nvPr/>
                </p:nvSpPr>
                <p:spPr>
                  <a:xfrm>
                    <a:off x="822723" y="4303054"/>
                    <a:ext cx="24691" cy="24750"/>
                  </a:xfrm>
                  <a:custGeom>
                    <a:avLst/>
                    <a:gdLst>
                      <a:gd name="connsiteX0" fmla="*/ 12346 w 24691"/>
                      <a:gd name="connsiteY0" fmla="*/ 2540 h 24750"/>
                      <a:gd name="connsiteX1" fmla="*/ 22151 w 24691"/>
                      <a:gd name="connsiteY1" fmla="*/ 12346 h 24750"/>
                      <a:gd name="connsiteX2" fmla="*/ 12346 w 24691"/>
                      <a:gd name="connsiteY2" fmla="*/ 22151 h 24750"/>
                      <a:gd name="connsiteX3" fmla="*/ 2540 w 24691"/>
                      <a:gd name="connsiteY3" fmla="*/ 12346 h 24750"/>
                      <a:gd name="connsiteX4" fmla="*/ 12346 w 24691"/>
                      <a:gd name="connsiteY4" fmla="*/ 2540 h 24750"/>
                      <a:gd name="connsiteX5" fmla="*/ 12346 w 24691"/>
                      <a:gd name="connsiteY5" fmla="*/ 2540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1"/>
                          <a:pt x="6970" y="2540"/>
                          <a:pt x="12346" y="2540"/>
                        </a:cubicBezTo>
                        <a:lnTo>
                          <a:pt x="12346" y="2540"/>
                        </a:lnTo>
                        <a:close/>
                        <a:moveTo>
                          <a:pt x="12346" y="0"/>
                        </a:moveTo>
                        <a:cubicBezTo>
                          <a:pt x="5494" y="0"/>
                          <a:pt x="0" y="5553"/>
                          <a:pt x="0" y="12346"/>
                        </a:cubicBezTo>
                        <a:cubicBezTo>
                          <a:pt x="0" y="19198"/>
                          <a:pt x="5553" y="24750"/>
                          <a:pt x="12346" y="24750"/>
                        </a:cubicBezTo>
                        <a:cubicBezTo>
                          <a:pt x="19198" y="24750"/>
                          <a:pt x="24691" y="19198"/>
                          <a:pt x="24691" y="12346"/>
                        </a:cubicBezTo>
                        <a:cubicBezTo>
                          <a:pt x="24750"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47" name="Freeform: Shape 646">
                    <a:extLst>
                      <a:ext uri="{FF2B5EF4-FFF2-40B4-BE49-F238E27FC236}">
                        <a16:creationId xmlns:a16="http://schemas.microsoft.com/office/drawing/2014/main" id="{80C3C2E0-64E3-3AEC-76D2-D3BA58343360}"/>
                      </a:ext>
                    </a:extLst>
                  </p:cNvPr>
                  <p:cNvSpPr/>
                  <p:nvPr/>
                </p:nvSpPr>
                <p:spPr>
                  <a:xfrm>
                    <a:off x="874055"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48" name="Freeform: Shape 647">
                    <a:extLst>
                      <a:ext uri="{FF2B5EF4-FFF2-40B4-BE49-F238E27FC236}">
                        <a16:creationId xmlns:a16="http://schemas.microsoft.com/office/drawing/2014/main" id="{DC960B1B-E9BF-B574-EAD7-41C5044E9DFE}"/>
                      </a:ext>
                    </a:extLst>
                  </p:cNvPr>
                  <p:cNvSpPr/>
                  <p:nvPr/>
                </p:nvSpPr>
                <p:spPr>
                  <a:xfrm>
                    <a:off x="899691"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21"/>
                          <a:pt x="17780" y="22151"/>
                          <a:pt x="12346" y="22151"/>
                        </a:cubicBezTo>
                        <a:cubicBezTo>
                          <a:pt x="6970" y="22151"/>
                          <a:pt x="2540" y="17721"/>
                          <a:pt x="2540" y="12346"/>
                        </a:cubicBezTo>
                        <a:cubicBezTo>
                          <a:pt x="2540" y="6971"/>
                          <a:pt x="6911" y="2540"/>
                          <a:pt x="12346" y="2540"/>
                        </a:cubicBezTo>
                        <a:lnTo>
                          <a:pt x="12346" y="2540"/>
                        </a:lnTo>
                        <a:close/>
                        <a:moveTo>
                          <a:pt x="12346" y="0"/>
                        </a:moveTo>
                        <a:cubicBezTo>
                          <a:pt x="5494"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49" name="Freeform: Shape 648">
                    <a:extLst>
                      <a:ext uri="{FF2B5EF4-FFF2-40B4-BE49-F238E27FC236}">
                        <a16:creationId xmlns:a16="http://schemas.microsoft.com/office/drawing/2014/main" id="{FC69D74D-CC57-5D6E-A0CA-1AE462BC2EC7}"/>
                      </a:ext>
                    </a:extLst>
                  </p:cNvPr>
                  <p:cNvSpPr/>
                  <p:nvPr/>
                </p:nvSpPr>
                <p:spPr>
                  <a:xfrm>
                    <a:off x="925327"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4" y="24750"/>
                          <a:pt x="0" y="19198"/>
                          <a:pt x="0" y="12346"/>
                        </a:cubicBezTo>
                        <a:cubicBezTo>
                          <a:pt x="0" y="5494"/>
                          <a:pt x="5553" y="0"/>
                          <a:pt x="12346" y="0"/>
                        </a:cubicBezTo>
                        <a:cubicBezTo>
                          <a:pt x="19139"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50" name="Freeform: Shape 649">
                    <a:extLst>
                      <a:ext uri="{FF2B5EF4-FFF2-40B4-BE49-F238E27FC236}">
                        <a16:creationId xmlns:a16="http://schemas.microsoft.com/office/drawing/2014/main" id="{75FFFE49-0B64-B2C2-85B6-53BB9C436EB0}"/>
                      </a:ext>
                    </a:extLst>
                  </p:cNvPr>
                  <p:cNvSpPr/>
                  <p:nvPr/>
                </p:nvSpPr>
                <p:spPr>
                  <a:xfrm>
                    <a:off x="976600"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80"/>
                          <a:pt x="2540" y="12346"/>
                        </a:cubicBezTo>
                        <a:cubicBezTo>
                          <a:pt x="2540" y="6971"/>
                          <a:pt x="6911" y="2540"/>
                          <a:pt x="12346" y="2540"/>
                        </a:cubicBezTo>
                        <a:lnTo>
                          <a:pt x="12346" y="2540"/>
                        </a:lnTo>
                        <a:close/>
                        <a:moveTo>
                          <a:pt x="12346" y="0"/>
                        </a:moveTo>
                        <a:cubicBezTo>
                          <a:pt x="5493"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51" name="Freeform: Shape 650">
                    <a:extLst>
                      <a:ext uri="{FF2B5EF4-FFF2-40B4-BE49-F238E27FC236}">
                        <a16:creationId xmlns:a16="http://schemas.microsoft.com/office/drawing/2014/main" id="{8BEC7F03-D29F-D378-106A-7340DA1AB321}"/>
                      </a:ext>
                    </a:extLst>
                  </p:cNvPr>
                  <p:cNvSpPr/>
                  <p:nvPr/>
                </p:nvSpPr>
                <p:spPr>
                  <a:xfrm>
                    <a:off x="1027872"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553"/>
                          <a:pt x="5553" y="0"/>
                          <a:pt x="12346" y="0"/>
                        </a:cubicBezTo>
                        <a:cubicBezTo>
                          <a:pt x="19198"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52" name="Freeform: Shape 651">
                    <a:extLst>
                      <a:ext uri="{FF2B5EF4-FFF2-40B4-BE49-F238E27FC236}">
                        <a16:creationId xmlns:a16="http://schemas.microsoft.com/office/drawing/2014/main" id="{FF3E6206-C151-8613-7133-03457C3F61DE}"/>
                      </a:ext>
                    </a:extLst>
                  </p:cNvPr>
                  <p:cNvSpPr/>
                  <p:nvPr/>
                </p:nvSpPr>
                <p:spPr>
                  <a:xfrm>
                    <a:off x="1053509"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3" y="24750"/>
                          <a:pt x="0" y="19198"/>
                          <a:pt x="0" y="12346"/>
                        </a:cubicBezTo>
                        <a:cubicBezTo>
                          <a:pt x="0" y="5494"/>
                          <a:pt x="5552" y="0"/>
                          <a:pt x="12346" y="0"/>
                        </a:cubicBezTo>
                        <a:cubicBezTo>
                          <a:pt x="19198"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53" name="Freeform: Shape 652">
                    <a:extLst>
                      <a:ext uri="{FF2B5EF4-FFF2-40B4-BE49-F238E27FC236}">
                        <a16:creationId xmlns:a16="http://schemas.microsoft.com/office/drawing/2014/main" id="{75E41CA6-F99D-3026-D04F-E01EAAC48EB1}"/>
                      </a:ext>
                    </a:extLst>
                  </p:cNvPr>
                  <p:cNvSpPr/>
                  <p:nvPr/>
                </p:nvSpPr>
                <p:spPr>
                  <a:xfrm>
                    <a:off x="1079145" y="430299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5 h 24691"/>
                      <a:gd name="connsiteX8" fmla="*/ 12346 w 24691"/>
                      <a:gd name="connsiteY8" fmla="*/ 24691 h 24691"/>
                      <a:gd name="connsiteX9" fmla="*/ 24691 w 24691"/>
                      <a:gd name="connsiteY9" fmla="*/ 12345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11" y="22210"/>
                          <a:pt x="2540" y="17839"/>
                          <a:pt x="2540" y="12405"/>
                        </a:cubicBezTo>
                        <a:cubicBezTo>
                          <a:pt x="2540" y="6970"/>
                          <a:pt x="6970" y="2599"/>
                          <a:pt x="12346" y="2599"/>
                        </a:cubicBezTo>
                        <a:lnTo>
                          <a:pt x="12346" y="2599"/>
                        </a:lnTo>
                        <a:close/>
                        <a:moveTo>
                          <a:pt x="12346" y="0"/>
                        </a:moveTo>
                        <a:cubicBezTo>
                          <a:pt x="5493" y="0"/>
                          <a:pt x="0" y="5553"/>
                          <a:pt x="0" y="12345"/>
                        </a:cubicBezTo>
                        <a:cubicBezTo>
                          <a:pt x="0" y="19198"/>
                          <a:pt x="5553" y="24691"/>
                          <a:pt x="12346" y="24691"/>
                        </a:cubicBezTo>
                        <a:cubicBezTo>
                          <a:pt x="19198" y="24691"/>
                          <a:pt x="24691" y="19139"/>
                          <a:pt x="24691" y="12345"/>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54" name="Freeform: Shape 653">
                    <a:extLst>
                      <a:ext uri="{FF2B5EF4-FFF2-40B4-BE49-F238E27FC236}">
                        <a16:creationId xmlns:a16="http://schemas.microsoft.com/office/drawing/2014/main" id="{DF435FE5-C449-6132-54DE-D4F8FB8C39D8}"/>
                      </a:ext>
                    </a:extLst>
                  </p:cNvPr>
                  <p:cNvSpPr/>
                  <p:nvPr/>
                </p:nvSpPr>
                <p:spPr>
                  <a:xfrm>
                    <a:off x="660754" y="4257777"/>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7"/>
                        </a:lnTo>
                        <a:cubicBezTo>
                          <a:pt x="67340" y="8476"/>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55" name="Freeform: Shape 654">
                    <a:extLst>
                      <a:ext uri="{FF2B5EF4-FFF2-40B4-BE49-F238E27FC236}">
                        <a16:creationId xmlns:a16="http://schemas.microsoft.com/office/drawing/2014/main" id="{00B050B0-8416-E83A-7C3F-5EE59EF77033}"/>
                      </a:ext>
                    </a:extLst>
                  </p:cNvPr>
                  <p:cNvSpPr/>
                  <p:nvPr/>
                </p:nvSpPr>
                <p:spPr>
                  <a:xfrm>
                    <a:off x="609363" y="4257777"/>
                    <a:ext cx="66778" cy="115333"/>
                  </a:xfrm>
                  <a:custGeom>
                    <a:avLst/>
                    <a:gdLst>
                      <a:gd name="connsiteX0" fmla="*/ 60369 w 66778"/>
                      <a:gd name="connsiteY0" fmla="*/ 115334 h 115333"/>
                      <a:gd name="connsiteX1" fmla="*/ 64918 w 66778"/>
                      <a:gd name="connsiteY1" fmla="*/ 113444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4"/>
                        </a:cubicBezTo>
                        <a:cubicBezTo>
                          <a:pt x="67399" y="110963"/>
                          <a:pt x="67399" y="106887"/>
                          <a:pt x="64918" y="104347"/>
                        </a:cubicBezTo>
                        <a:lnTo>
                          <a:pt x="18134" y="57623"/>
                        </a:lnTo>
                        <a:lnTo>
                          <a:pt x="64918" y="10898"/>
                        </a:lnTo>
                        <a:cubicBezTo>
                          <a:pt x="67399" y="8417"/>
                          <a:pt x="67399" y="4341"/>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56" name="Freeform: Shape 655">
                    <a:extLst>
                      <a:ext uri="{FF2B5EF4-FFF2-40B4-BE49-F238E27FC236}">
                        <a16:creationId xmlns:a16="http://schemas.microsoft.com/office/drawing/2014/main" id="{1575E5DF-FEC2-8625-DB91-C9063CC56960}"/>
                      </a:ext>
                    </a:extLst>
                  </p:cNvPr>
                  <p:cNvSpPr/>
                  <p:nvPr/>
                </p:nvSpPr>
                <p:spPr>
                  <a:xfrm>
                    <a:off x="558150" y="425765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57" name="Freeform: Shape 656">
                    <a:extLst>
                      <a:ext uri="{FF2B5EF4-FFF2-40B4-BE49-F238E27FC236}">
                        <a16:creationId xmlns:a16="http://schemas.microsoft.com/office/drawing/2014/main" id="{F65D98EF-EF86-428F-5C87-46F7126C9ED1}"/>
                      </a:ext>
                    </a:extLst>
                  </p:cNvPr>
                  <p:cNvSpPr/>
                  <p:nvPr/>
                </p:nvSpPr>
                <p:spPr>
                  <a:xfrm>
                    <a:off x="506877" y="4257600"/>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7"/>
                          <a:pt x="67340" y="4401"/>
                          <a:pt x="64859" y="1861"/>
                        </a:cubicBezTo>
                        <a:cubicBezTo>
                          <a:pt x="62378" y="-620"/>
                          <a:pt x="58302" y="-620"/>
                          <a:pt x="55821" y="1861"/>
                        </a:cubicBezTo>
                        <a:lnTo>
                          <a:pt x="0" y="57682"/>
                        </a:lnTo>
                        <a:lnTo>
                          <a:pt x="55821" y="113503"/>
                        </a:lnTo>
                        <a:cubicBezTo>
                          <a:pt x="57002" y="114802"/>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58" name="Freeform: Shape 657">
                    <a:extLst>
                      <a:ext uri="{FF2B5EF4-FFF2-40B4-BE49-F238E27FC236}">
                        <a16:creationId xmlns:a16="http://schemas.microsoft.com/office/drawing/2014/main" id="{ED15A6C8-7C28-06AB-AD3B-06857E212634}"/>
                      </a:ext>
                    </a:extLst>
                  </p:cNvPr>
                  <p:cNvSpPr/>
                  <p:nvPr/>
                </p:nvSpPr>
                <p:spPr>
                  <a:xfrm>
                    <a:off x="455605" y="425765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8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02" y="114684"/>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580" name="Graphic 4773">
                  <a:extLst>
                    <a:ext uri="{FF2B5EF4-FFF2-40B4-BE49-F238E27FC236}">
                      <a16:creationId xmlns:a16="http://schemas.microsoft.com/office/drawing/2014/main" id="{138ECC92-614F-5E93-10EB-0C74435F8061}"/>
                    </a:ext>
                  </a:extLst>
                </p:cNvPr>
                <p:cNvGrpSpPr/>
                <p:nvPr/>
              </p:nvGrpSpPr>
              <p:grpSpPr>
                <a:xfrm>
                  <a:off x="3234542" y="2956736"/>
                  <a:ext cx="583845" cy="119557"/>
                  <a:chOff x="3234542" y="2956736"/>
                  <a:chExt cx="583845" cy="119557"/>
                </a:xfrm>
                <a:grpFill/>
              </p:grpSpPr>
              <p:grpSp>
                <p:nvGrpSpPr>
                  <p:cNvPr id="632" name="Graphic 4773">
                    <a:extLst>
                      <a:ext uri="{FF2B5EF4-FFF2-40B4-BE49-F238E27FC236}">
                        <a16:creationId xmlns:a16="http://schemas.microsoft.com/office/drawing/2014/main" id="{8AFC90AF-4543-81A4-90C4-909AA2A90EC5}"/>
                      </a:ext>
                    </a:extLst>
                  </p:cNvPr>
                  <p:cNvGrpSpPr/>
                  <p:nvPr/>
                </p:nvGrpSpPr>
                <p:grpSpPr>
                  <a:xfrm>
                    <a:off x="3234542" y="2956736"/>
                    <a:ext cx="119557" cy="119557"/>
                    <a:chOff x="3234542" y="2956736"/>
                    <a:chExt cx="119557" cy="119557"/>
                  </a:xfrm>
                  <a:grpFill/>
                </p:grpSpPr>
                <p:sp>
                  <p:nvSpPr>
                    <p:cNvPr id="641" name="Freeform: Shape 640">
                      <a:extLst>
                        <a:ext uri="{FF2B5EF4-FFF2-40B4-BE49-F238E27FC236}">
                          <a16:creationId xmlns:a16="http://schemas.microsoft.com/office/drawing/2014/main" id="{AC62CA3B-AEAD-B828-1471-EB729BBE334E}"/>
                        </a:ext>
                      </a:extLst>
                    </p:cNvPr>
                    <p:cNvSpPr/>
                    <p:nvPr/>
                  </p:nvSpPr>
                  <p:spPr>
                    <a:xfrm>
                      <a:off x="3273941" y="2978474"/>
                      <a:ext cx="40698" cy="76199"/>
                    </a:xfrm>
                    <a:custGeom>
                      <a:avLst/>
                      <a:gdLst>
                        <a:gd name="connsiteX0" fmla="*/ 38868 w 40698"/>
                        <a:gd name="connsiteY0" fmla="*/ 76200 h 76199"/>
                        <a:gd name="connsiteX1" fmla="*/ 40167 w 40698"/>
                        <a:gd name="connsiteY1" fmla="*/ 75668 h 76199"/>
                        <a:gd name="connsiteX2" fmla="*/ 40167 w 40698"/>
                        <a:gd name="connsiteY2" fmla="*/ 73128 h 76199"/>
                        <a:gd name="connsiteX3" fmla="*/ 5139 w 40698"/>
                        <a:gd name="connsiteY3" fmla="*/ 38100 h 76199"/>
                        <a:gd name="connsiteX4" fmla="*/ 40167 w 40698"/>
                        <a:gd name="connsiteY4" fmla="*/ 3072 h 76199"/>
                        <a:gd name="connsiteX5" fmla="*/ 40167 w 40698"/>
                        <a:gd name="connsiteY5" fmla="*/ 532 h 76199"/>
                        <a:gd name="connsiteX6" fmla="*/ 37627 w 40698"/>
                        <a:gd name="connsiteY6" fmla="*/ 532 h 76199"/>
                        <a:gd name="connsiteX7" fmla="*/ 0 w 40698"/>
                        <a:gd name="connsiteY7" fmla="*/ 38159 h 76199"/>
                        <a:gd name="connsiteX8" fmla="*/ 37627 w 40698"/>
                        <a:gd name="connsiteY8" fmla="*/ 75786 h 76199"/>
                        <a:gd name="connsiteX9" fmla="*/ 38868 w 40698"/>
                        <a:gd name="connsiteY9" fmla="*/ 76200 h 76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8" h="76199">
                          <a:moveTo>
                            <a:pt x="38868" y="76200"/>
                          </a:moveTo>
                          <a:cubicBezTo>
                            <a:pt x="39340" y="76200"/>
                            <a:pt x="39813" y="76023"/>
                            <a:pt x="40167" y="75668"/>
                          </a:cubicBezTo>
                          <a:cubicBezTo>
                            <a:pt x="40876" y="74960"/>
                            <a:pt x="40876" y="73837"/>
                            <a:pt x="40167" y="73128"/>
                          </a:cubicBezTo>
                          <a:lnTo>
                            <a:pt x="5139" y="38100"/>
                          </a:lnTo>
                          <a:lnTo>
                            <a:pt x="40167" y="3072"/>
                          </a:lnTo>
                          <a:cubicBezTo>
                            <a:pt x="40876" y="2363"/>
                            <a:pt x="40876" y="1240"/>
                            <a:pt x="40167" y="532"/>
                          </a:cubicBezTo>
                          <a:cubicBezTo>
                            <a:pt x="39459" y="-177"/>
                            <a:pt x="38336" y="-177"/>
                            <a:pt x="37627" y="532"/>
                          </a:cubicBezTo>
                          <a:lnTo>
                            <a:pt x="0" y="38159"/>
                          </a:lnTo>
                          <a:lnTo>
                            <a:pt x="37627" y="75786"/>
                          </a:lnTo>
                          <a:cubicBezTo>
                            <a:pt x="37982" y="76023"/>
                            <a:pt x="38454" y="76200"/>
                            <a:pt x="38868" y="7620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42" name="Freeform: Shape 641">
                      <a:extLst>
                        <a:ext uri="{FF2B5EF4-FFF2-40B4-BE49-F238E27FC236}">
                          <a16:creationId xmlns:a16="http://schemas.microsoft.com/office/drawing/2014/main" id="{5CD6F866-49BC-09AF-C9F5-87F11F0B193F}"/>
                        </a:ext>
                      </a:extLst>
                    </p:cNvPr>
                    <p:cNvSpPr/>
                    <p:nvPr/>
                  </p:nvSpPr>
                  <p:spPr>
                    <a:xfrm>
                      <a:off x="3234542" y="2956736"/>
                      <a:ext cx="119557" cy="119557"/>
                    </a:xfrm>
                    <a:custGeom>
                      <a:avLst/>
                      <a:gdLst>
                        <a:gd name="connsiteX0" fmla="*/ 59779 w 119557"/>
                        <a:gd name="connsiteY0" fmla="*/ 6025 h 119557"/>
                        <a:gd name="connsiteX1" fmla="*/ 113532 w 119557"/>
                        <a:gd name="connsiteY1" fmla="*/ 59779 h 119557"/>
                        <a:gd name="connsiteX2" fmla="*/ 59779 w 119557"/>
                        <a:gd name="connsiteY2" fmla="*/ 113532 h 119557"/>
                        <a:gd name="connsiteX3" fmla="*/ 6025 w 119557"/>
                        <a:gd name="connsiteY3" fmla="*/ 59779 h 119557"/>
                        <a:gd name="connsiteX4" fmla="*/ 59779 w 119557"/>
                        <a:gd name="connsiteY4" fmla="*/ 6025 h 119557"/>
                        <a:gd name="connsiteX5" fmla="*/ 59779 w 119557"/>
                        <a:gd name="connsiteY5" fmla="*/ 6025 h 119557"/>
                        <a:gd name="connsiteX6" fmla="*/ 59779 w 119557"/>
                        <a:gd name="connsiteY6" fmla="*/ 0 h 119557"/>
                        <a:gd name="connsiteX7" fmla="*/ 0 w 119557"/>
                        <a:gd name="connsiteY7" fmla="*/ 59779 h 119557"/>
                        <a:gd name="connsiteX8" fmla="*/ 59779 w 119557"/>
                        <a:gd name="connsiteY8" fmla="*/ 119557 h 119557"/>
                        <a:gd name="connsiteX9" fmla="*/ 119557 w 119557"/>
                        <a:gd name="connsiteY9" fmla="*/ 59779 h 119557"/>
                        <a:gd name="connsiteX10" fmla="*/ 59779 w 119557"/>
                        <a:gd name="connsiteY10" fmla="*/ 0 h 119557"/>
                        <a:gd name="connsiteX11" fmla="*/ 59779 w 119557"/>
                        <a:gd name="connsiteY11" fmla="*/ 0 h 119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9557" h="119557">
                          <a:moveTo>
                            <a:pt x="59779" y="6025"/>
                          </a:moveTo>
                          <a:cubicBezTo>
                            <a:pt x="89431" y="6025"/>
                            <a:pt x="113532" y="30126"/>
                            <a:pt x="113532" y="59779"/>
                          </a:cubicBezTo>
                          <a:cubicBezTo>
                            <a:pt x="113532" y="89432"/>
                            <a:pt x="89431" y="113532"/>
                            <a:pt x="59779" y="113532"/>
                          </a:cubicBezTo>
                          <a:cubicBezTo>
                            <a:pt x="30125" y="113532"/>
                            <a:pt x="6025" y="89432"/>
                            <a:pt x="6025" y="59779"/>
                          </a:cubicBezTo>
                          <a:cubicBezTo>
                            <a:pt x="6025" y="30126"/>
                            <a:pt x="30125" y="6025"/>
                            <a:pt x="59779" y="6025"/>
                          </a:cubicBezTo>
                          <a:lnTo>
                            <a:pt x="59779" y="6025"/>
                          </a:lnTo>
                          <a:close/>
                          <a:moveTo>
                            <a:pt x="59779" y="0"/>
                          </a:moveTo>
                          <a:cubicBezTo>
                            <a:pt x="26758" y="0"/>
                            <a:pt x="0" y="26759"/>
                            <a:pt x="0" y="59779"/>
                          </a:cubicBezTo>
                          <a:cubicBezTo>
                            <a:pt x="0" y="92799"/>
                            <a:pt x="26758" y="119557"/>
                            <a:pt x="59779" y="119557"/>
                          </a:cubicBezTo>
                          <a:cubicBezTo>
                            <a:pt x="92798" y="119557"/>
                            <a:pt x="119557" y="92799"/>
                            <a:pt x="119557" y="59779"/>
                          </a:cubicBezTo>
                          <a:cubicBezTo>
                            <a:pt x="119498" y="26759"/>
                            <a:pt x="92740" y="0"/>
                            <a:pt x="59779" y="0"/>
                          </a:cubicBezTo>
                          <a:lnTo>
                            <a:pt x="59779"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633" name="Freeform: Shape 632">
                    <a:extLst>
                      <a:ext uri="{FF2B5EF4-FFF2-40B4-BE49-F238E27FC236}">
                        <a16:creationId xmlns:a16="http://schemas.microsoft.com/office/drawing/2014/main" id="{FABE551E-A34F-D4F7-5E5E-1781E1EF2C8D}"/>
                      </a:ext>
                    </a:extLst>
                  </p:cNvPr>
                  <p:cNvSpPr/>
                  <p:nvPr/>
                </p:nvSpPr>
                <p:spPr>
                  <a:xfrm>
                    <a:off x="3376250"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34" name="Freeform: Shape 633">
                    <a:extLst>
                      <a:ext uri="{FF2B5EF4-FFF2-40B4-BE49-F238E27FC236}">
                        <a16:creationId xmlns:a16="http://schemas.microsoft.com/office/drawing/2014/main" id="{B3102F72-76C2-375F-4C49-5CA0B4670171}"/>
                      </a:ext>
                    </a:extLst>
                  </p:cNvPr>
                  <p:cNvSpPr/>
                  <p:nvPr/>
                </p:nvSpPr>
                <p:spPr>
                  <a:xfrm>
                    <a:off x="345729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51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35" name="Freeform: Shape 634">
                    <a:extLst>
                      <a:ext uri="{FF2B5EF4-FFF2-40B4-BE49-F238E27FC236}">
                        <a16:creationId xmlns:a16="http://schemas.microsoft.com/office/drawing/2014/main" id="{1730570F-AA06-11C0-FF20-7C1189002863}"/>
                      </a:ext>
                    </a:extLst>
                  </p:cNvPr>
                  <p:cNvSpPr/>
                  <p:nvPr/>
                </p:nvSpPr>
                <p:spPr>
                  <a:xfrm>
                    <a:off x="3497816"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514"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649"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36" name="Freeform: Shape 635">
                    <a:extLst>
                      <a:ext uri="{FF2B5EF4-FFF2-40B4-BE49-F238E27FC236}">
                        <a16:creationId xmlns:a16="http://schemas.microsoft.com/office/drawing/2014/main" id="{69F69310-CFAD-8202-2EB5-5D2816B0A1AC}"/>
                      </a:ext>
                    </a:extLst>
                  </p:cNvPr>
                  <p:cNvSpPr/>
                  <p:nvPr/>
                </p:nvSpPr>
                <p:spPr>
                  <a:xfrm>
                    <a:off x="353833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37" name="Freeform: Shape 636">
                    <a:extLst>
                      <a:ext uri="{FF2B5EF4-FFF2-40B4-BE49-F238E27FC236}">
                        <a16:creationId xmlns:a16="http://schemas.microsoft.com/office/drawing/2014/main" id="{22324286-EBCC-9D34-DEE3-54FD91E0C062}"/>
                      </a:ext>
                    </a:extLst>
                  </p:cNvPr>
                  <p:cNvSpPr/>
                  <p:nvPr/>
                </p:nvSpPr>
                <p:spPr>
                  <a:xfrm>
                    <a:off x="3619381"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649"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38" name="Freeform: Shape 637">
                    <a:extLst>
                      <a:ext uri="{FF2B5EF4-FFF2-40B4-BE49-F238E27FC236}">
                        <a16:creationId xmlns:a16="http://schemas.microsoft.com/office/drawing/2014/main" id="{60DB1082-B9EF-DA9F-B024-A2B701966A29}"/>
                      </a:ext>
                    </a:extLst>
                  </p:cNvPr>
                  <p:cNvSpPr/>
                  <p:nvPr/>
                </p:nvSpPr>
                <p:spPr>
                  <a:xfrm>
                    <a:off x="3659962"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39" name="Freeform: Shape 638">
                    <a:extLst>
                      <a:ext uri="{FF2B5EF4-FFF2-40B4-BE49-F238E27FC236}">
                        <a16:creationId xmlns:a16="http://schemas.microsoft.com/office/drawing/2014/main" id="{5B67B920-F27A-8A33-AE3A-488F8B4F7FF7}"/>
                      </a:ext>
                    </a:extLst>
                  </p:cNvPr>
                  <p:cNvSpPr/>
                  <p:nvPr/>
                </p:nvSpPr>
                <p:spPr>
                  <a:xfrm>
                    <a:off x="370048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40" name="Freeform: Shape 639">
                    <a:extLst>
                      <a:ext uri="{FF2B5EF4-FFF2-40B4-BE49-F238E27FC236}">
                        <a16:creationId xmlns:a16="http://schemas.microsoft.com/office/drawing/2014/main" id="{41FA502A-9220-7005-9F13-98DBCF3C4740}"/>
                      </a:ext>
                    </a:extLst>
                  </p:cNvPr>
                  <p:cNvSpPr/>
                  <p:nvPr/>
                </p:nvSpPr>
                <p:spPr>
                  <a:xfrm>
                    <a:off x="378152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581" name="Graphic 4773">
                  <a:extLst>
                    <a:ext uri="{FF2B5EF4-FFF2-40B4-BE49-F238E27FC236}">
                      <a16:creationId xmlns:a16="http://schemas.microsoft.com/office/drawing/2014/main" id="{38CF1E24-8693-EB59-C4F7-E762A28AC82A}"/>
                    </a:ext>
                  </a:extLst>
                </p:cNvPr>
                <p:cNvGrpSpPr/>
                <p:nvPr/>
              </p:nvGrpSpPr>
              <p:grpSpPr>
                <a:xfrm>
                  <a:off x="2640418" y="2129759"/>
                  <a:ext cx="886046" cy="59069"/>
                  <a:chOff x="2640418" y="2129759"/>
                  <a:chExt cx="886046" cy="59069"/>
                </a:xfrm>
                <a:grpFill/>
              </p:grpSpPr>
              <p:sp>
                <p:nvSpPr>
                  <p:cNvPr id="624" name="Freeform: Shape 623">
                    <a:extLst>
                      <a:ext uri="{FF2B5EF4-FFF2-40B4-BE49-F238E27FC236}">
                        <a16:creationId xmlns:a16="http://schemas.microsoft.com/office/drawing/2014/main" id="{70357887-FDA5-E6E7-1762-A9642B6DD918}"/>
                      </a:ext>
                    </a:extLst>
                  </p:cNvPr>
                  <p:cNvSpPr/>
                  <p:nvPr/>
                </p:nvSpPr>
                <p:spPr>
                  <a:xfrm>
                    <a:off x="3467395"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25" name="Freeform: Shape 624">
                    <a:extLst>
                      <a:ext uri="{FF2B5EF4-FFF2-40B4-BE49-F238E27FC236}">
                        <a16:creationId xmlns:a16="http://schemas.microsoft.com/office/drawing/2014/main" id="{D5E377FC-B1E6-AB35-57D8-CE4DCEA08770}"/>
                      </a:ext>
                    </a:extLst>
                  </p:cNvPr>
                  <p:cNvSpPr/>
                  <p:nvPr/>
                </p:nvSpPr>
                <p:spPr>
                  <a:xfrm>
                    <a:off x="3349255"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26" name="Freeform: Shape 625">
                    <a:extLst>
                      <a:ext uri="{FF2B5EF4-FFF2-40B4-BE49-F238E27FC236}">
                        <a16:creationId xmlns:a16="http://schemas.microsoft.com/office/drawing/2014/main" id="{C5D08C6E-38CB-A48D-4051-589D3EE02EAA}"/>
                      </a:ext>
                    </a:extLst>
                  </p:cNvPr>
                  <p:cNvSpPr/>
                  <p:nvPr/>
                </p:nvSpPr>
                <p:spPr>
                  <a:xfrm>
                    <a:off x="3231116"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27" name="Freeform: Shape 626">
                    <a:extLst>
                      <a:ext uri="{FF2B5EF4-FFF2-40B4-BE49-F238E27FC236}">
                        <a16:creationId xmlns:a16="http://schemas.microsoft.com/office/drawing/2014/main" id="{2047CCD6-2105-34C9-9567-422879CFE106}"/>
                      </a:ext>
                    </a:extLst>
                  </p:cNvPr>
                  <p:cNvSpPr/>
                  <p:nvPr/>
                </p:nvSpPr>
                <p:spPr>
                  <a:xfrm>
                    <a:off x="3112976"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28" name="Freeform: Shape 627">
                    <a:extLst>
                      <a:ext uri="{FF2B5EF4-FFF2-40B4-BE49-F238E27FC236}">
                        <a16:creationId xmlns:a16="http://schemas.microsoft.com/office/drawing/2014/main" id="{699246B7-68EE-BA0B-E029-A34C22592FA9}"/>
                      </a:ext>
                    </a:extLst>
                  </p:cNvPr>
                  <p:cNvSpPr/>
                  <p:nvPr/>
                </p:nvSpPr>
                <p:spPr>
                  <a:xfrm>
                    <a:off x="2994837"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29" name="Freeform: Shape 628">
                    <a:extLst>
                      <a:ext uri="{FF2B5EF4-FFF2-40B4-BE49-F238E27FC236}">
                        <a16:creationId xmlns:a16="http://schemas.microsoft.com/office/drawing/2014/main" id="{60CEFE15-FE8B-578B-9E2C-227D7BEF5E3E}"/>
                      </a:ext>
                    </a:extLst>
                  </p:cNvPr>
                  <p:cNvSpPr/>
                  <p:nvPr/>
                </p:nvSpPr>
                <p:spPr>
                  <a:xfrm>
                    <a:off x="2876697"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30" name="Freeform: Shape 629">
                    <a:extLst>
                      <a:ext uri="{FF2B5EF4-FFF2-40B4-BE49-F238E27FC236}">
                        <a16:creationId xmlns:a16="http://schemas.microsoft.com/office/drawing/2014/main" id="{7FC5FA0A-8036-797B-19BF-97E93265DF8F}"/>
                      </a:ext>
                    </a:extLst>
                  </p:cNvPr>
                  <p:cNvSpPr/>
                  <p:nvPr/>
                </p:nvSpPr>
                <p:spPr>
                  <a:xfrm>
                    <a:off x="2758558"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31" name="Freeform: Shape 630">
                    <a:extLst>
                      <a:ext uri="{FF2B5EF4-FFF2-40B4-BE49-F238E27FC236}">
                        <a16:creationId xmlns:a16="http://schemas.microsoft.com/office/drawing/2014/main" id="{991EFB66-E11E-F19A-C97D-8D73273DA7D9}"/>
                      </a:ext>
                    </a:extLst>
                  </p:cNvPr>
                  <p:cNvSpPr/>
                  <p:nvPr/>
                </p:nvSpPr>
                <p:spPr>
                  <a:xfrm>
                    <a:off x="2640418"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582" name="Graphic 4773">
                  <a:extLst>
                    <a:ext uri="{FF2B5EF4-FFF2-40B4-BE49-F238E27FC236}">
                      <a16:creationId xmlns:a16="http://schemas.microsoft.com/office/drawing/2014/main" id="{B4D16B86-6756-B722-ECD9-6B82AC805F1D}"/>
                    </a:ext>
                  </a:extLst>
                </p:cNvPr>
                <p:cNvGrpSpPr/>
                <p:nvPr/>
              </p:nvGrpSpPr>
              <p:grpSpPr>
                <a:xfrm>
                  <a:off x="1990651" y="4610690"/>
                  <a:ext cx="886046" cy="59069"/>
                  <a:chOff x="1990651" y="4610690"/>
                  <a:chExt cx="886046" cy="59069"/>
                </a:xfrm>
                <a:grpFill/>
              </p:grpSpPr>
              <p:sp>
                <p:nvSpPr>
                  <p:cNvPr id="616" name="Freeform: Shape 615">
                    <a:extLst>
                      <a:ext uri="{FF2B5EF4-FFF2-40B4-BE49-F238E27FC236}">
                        <a16:creationId xmlns:a16="http://schemas.microsoft.com/office/drawing/2014/main" id="{22EFF6C5-75F0-90C3-EC19-F4B1F6C9D587}"/>
                      </a:ext>
                    </a:extLst>
                  </p:cNvPr>
                  <p:cNvSpPr/>
                  <p:nvPr/>
                </p:nvSpPr>
                <p:spPr>
                  <a:xfrm>
                    <a:off x="2817627"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17" name="Freeform: Shape 616">
                    <a:extLst>
                      <a:ext uri="{FF2B5EF4-FFF2-40B4-BE49-F238E27FC236}">
                        <a16:creationId xmlns:a16="http://schemas.microsoft.com/office/drawing/2014/main" id="{B443D6B2-1A89-6088-E815-65134D9973D3}"/>
                      </a:ext>
                    </a:extLst>
                  </p:cNvPr>
                  <p:cNvSpPr/>
                  <p:nvPr/>
                </p:nvSpPr>
                <p:spPr>
                  <a:xfrm>
                    <a:off x="2699488"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18" name="Freeform: Shape 617">
                    <a:extLst>
                      <a:ext uri="{FF2B5EF4-FFF2-40B4-BE49-F238E27FC236}">
                        <a16:creationId xmlns:a16="http://schemas.microsoft.com/office/drawing/2014/main" id="{3E39CFB7-7A16-3DEB-5987-ABA4E14E5BEC}"/>
                      </a:ext>
                    </a:extLst>
                  </p:cNvPr>
                  <p:cNvSpPr/>
                  <p:nvPr/>
                </p:nvSpPr>
                <p:spPr>
                  <a:xfrm>
                    <a:off x="2581348"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19" name="Freeform: Shape 618">
                    <a:extLst>
                      <a:ext uri="{FF2B5EF4-FFF2-40B4-BE49-F238E27FC236}">
                        <a16:creationId xmlns:a16="http://schemas.microsoft.com/office/drawing/2014/main" id="{C0D79447-FE93-C9FC-974B-E3594AF99E06}"/>
                      </a:ext>
                    </a:extLst>
                  </p:cNvPr>
                  <p:cNvSpPr/>
                  <p:nvPr/>
                </p:nvSpPr>
                <p:spPr>
                  <a:xfrm>
                    <a:off x="246320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20" name="Freeform: Shape 619">
                    <a:extLst>
                      <a:ext uri="{FF2B5EF4-FFF2-40B4-BE49-F238E27FC236}">
                        <a16:creationId xmlns:a16="http://schemas.microsoft.com/office/drawing/2014/main" id="{7A84B92A-A8F3-0FDC-C276-8E258C87CDA0}"/>
                      </a:ext>
                    </a:extLst>
                  </p:cNvPr>
                  <p:cNvSpPr/>
                  <p:nvPr/>
                </p:nvSpPr>
                <p:spPr>
                  <a:xfrm>
                    <a:off x="234506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21" name="Freeform: Shape 620">
                    <a:extLst>
                      <a:ext uri="{FF2B5EF4-FFF2-40B4-BE49-F238E27FC236}">
                        <a16:creationId xmlns:a16="http://schemas.microsoft.com/office/drawing/2014/main" id="{02F8A10D-C5DF-2C3C-9B72-D786A0A78DF8}"/>
                      </a:ext>
                    </a:extLst>
                  </p:cNvPr>
                  <p:cNvSpPr/>
                  <p:nvPr/>
                </p:nvSpPr>
                <p:spPr>
                  <a:xfrm>
                    <a:off x="2226930"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22" name="Freeform: Shape 621">
                    <a:extLst>
                      <a:ext uri="{FF2B5EF4-FFF2-40B4-BE49-F238E27FC236}">
                        <a16:creationId xmlns:a16="http://schemas.microsoft.com/office/drawing/2014/main" id="{01130576-E9B8-E8A2-BD2F-5CD057B98588}"/>
                      </a:ext>
                    </a:extLst>
                  </p:cNvPr>
                  <p:cNvSpPr/>
                  <p:nvPr/>
                </p:nvSpPr>
                <p:spPr>
                  <a:xfrm>
                    <a:off x="2108790"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23" name="Freeform: Shape 622">
                    <a:extLst>
                      <a:ext uri="{FF2B5EF4-FFF2-40B4-BE49-F238E27FC236}">
                        <a16:creationId xmlns:a16="http://schemas.microsoft.com/office/drawing/2014/main" id="{E0986515-A045-9D80-38FC-73A46BE59D44}"/>
                      </a:ext>
                    </a:extLst>
                  </p:cNvPr>
                  <p:cNvSpPr/>
                  <p:nvPr/>
                </p:nvSpPr>
                <p:spPr>
                  <a:xfrm>
                    <a:off x="1990651"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583" name="Freeform: Shape 582">
                  <a:extLst>
                    <a:ext uri="{FF2B5EF4-FFF2-40B4-BE49-F238E27FC236}">
                      <a16:creationId xmlns:a16="http://schemas.microsoft.com/office/drawing/2014/main" id="{3D686C83-1687-A5BB-BA90-6028F78B3FCB}"/>
                    </a:ext>
                  </a:extLst>
                </p:cNvPr>
                <p:cNvSpPr/>
                <p:nvPr/>
              </p:nvSpPr>
              <p:spPr>
                <a:xfrm rot="-2700000">
                  <a:off x="3497758" y="3223441"/>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84" name="Freeform: Shape 583">
                  <a:extLst>
                    <a:ext uri="{FF2B5EF4-FFF2-40B4-BE49-F238E27FC236}">
                      <a16:creationId xmlns:a16="http://schemas.microsoft.com/office/drawing/2014/main" id="{69725AB9-F017-5A1E-8C25-1F35730FBC6A}"/>
                    </a:ext>
                  </a:extLst>
                </p:cNvPr>
                <p:cNvSpPr/>
                <p:nvPr/>
              </p:nvSpPr>
              <p:spPr>
                <a:xfrm>
                  <a:off x="3350142"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85" name="Freeform: Shape 584">
                  <a:extLst>
                    <a:ext uri="{FF2B5EF4-FFF2-40B4-BE49-F238E27FC236}">
                      <a16:creationId xmlns:a16="http://schemas.microsoft.com/office/drawing/2014/main" id="{68769706-98E0-8524-20A1-5BA774F6CDED}"/>
                    </a:ext>
                  </a:extLst>
                </p:cNvPr>
                <p:cNvSpPr/>
                <p:nvPr/>
              </p:nvSpPr>
              <p:spPr>
                <a:xfrm>
                  <a:off x="3202467"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86" name="Freeform: Shape 585">
                  <a:extLst>
                    <a:ext uri="{FF2B5EF4-FFF2-40B4-BE49-F238E27FC236}">
                      <a16:creationId xmlns:a16="http://schemas.microsoft.com/office/drawing/2014/main" id="{E749A72A-8349-3D81-69BE-2A9500E61EBD}"/>
                    </a:ext>
                  </a:extLst>
                </p:cNvPr>
                <p:cNvSpPr/>
                <p:nvPr/>
              </p:nvSpPr>
              <p:spPr>
                <a:xfrm rot="-2700000">
                  <a:off x="3054737" y="3223438"/>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87" name="Freeform: Shape 586">
                  <a:extLst>
                    <a:ext uri="{FF2B5EF4-FFF2-40B4-BE49-F238E27FC236}">
                      <a16:creationId xmlns:a16="http://schemas.microsoft.com/office/drawing/2014/main" id="{B7FCEFB8-2CE3-485F-A3F3-EF282A9FFDE0}"/>
                    </a:ext>
                  </a:extLst>
                </p:cNvPr>
                <p:cNvSpPr/>
                <p:nvPr/>
              </p:nvSpPr>
              <p:spPr>
                <a:xfrm rot="-2700000">
                  <a:off x="2907066" y="3223435"/>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88" name="Freeform: Shape 587">
                  <a:extLst>
                    <a:ext uri="{FF2B5EF4-FFF2-40B4-BE49-F238E27FC236}">
                      <a16:creationId xmlns:a16="http://schemas.microsoft.com/office/drawing/2014/main" id="{D8BC126A-5F84-7ECE-2DC9-BDAC972AA335}"/>
                    </a:ext>
                  </a:extLst>
                </p:cNvPr>
                <p:cNvSpPr/>
                <p:nvPr/>
              </p:nvSpPr>
              <p:spPr>
                <a:xfrm>
                  <a:off x="2759444"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89" name="Freeform: Shape 588">
                  <a:extLst>
                    <a:ext uri="{FF2B5EF4-FFF2-40B4-BE49-F238E27FC236}">
                      <a16:creationId xmlns:a16="http://schemas.microsoft.com/office/drawing/2014/main" id="{D2905EE6-56D9-B096-6F91-42CC7EE50925}"/>
                    </a:ext>
                  </a:extLst>
                </p:cNvPr>
                <p:cNvSpPr/>
                <p:nvPr/>
              </p:nvSpPr>
              <p:spPr>
                <a:xfrm>
                  <a:off x="2611769"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90" name="Freeform: Shape 589">
                  <a:extLst>
                    <a:ext uri="{FF2B5EF4-FFF2-40B4-BE49-F238E27FC236}">
                      <a16:creationId xmlns:a16="http://schemas.microsoft.com/office/drawing/2014/main" id="{669AB4EB-9A7F-7051-1897-90821EC18F0F}"/>
                    </a:ext>
                  </a:extLst>
                </p:cNvPr>
                <p:cNvSpPr/>
                <p:nvPr/>
              </p:nvSpPr>
              <p:spPr>
                <a:xfrm rot="-2700000">
                  <a:off x="2464040" y="3223432"/>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91" name="Freeform: Shape 590">
                  <a:extLst>
                    <a:ext uri="{FF2B5EF4-FFF2-40B4-BE49-F238E27FC236}">
                      <a16:creationId xmlns:a16="http://schemas.microsoft.com/office/drawing/2014/main" id="{B89F2EE0-2023-00CB-713B-25CE8B34FA28}"/>
                    </a:ext>
                  </a:extLst>
                </p:cNvPr>
                <p:cNvSpPr/>
                <p:nvPr/>
              </p:nvSpPr>
              <p:spPr>
                <a:xfrm>
                  <a:off x="1038446" y="3340749"/>
                  <a:ext cx="191326" cy="177091"/>
                </a:xfrm>
                <a:custGeom>
                  <a:avLst/>
                  <a:gdLst>
                    <a:gd name="connsiteX0" fmla="*/ 88546 w 191326"/>
                    <a:gd name="connsiteY0" fmla="*/ 0 h 177091"/>
                    <a:gd name="connsiteX1" fmla="*/ 113887 w 191326"/>
                    <a:gd name="connsiteY1" fmla="*/ 25341 h 177091"/>
                    <a:gd name="connsiteX2" fmla="*/ 71474 w 191326"/>
                    <a:gd name="connsiteY2" fmla="*/ 67694 h 177091"/>
                    <a:gd name="connsiteX3" fmla="*/ 191327 w 191326"/>
                    <a:gd name="connsiteY3" fmla="*/ 67694 h 177091"/>
                    <a:gd name="connsiteX4" fmla="*/ 191327 w 191326"/>
                    <a:gd name="connsiteY4" fmla="*/ 106916 h 177091"/>
                    <a:gd name="connsiteX5" fmla="*/ 68934 w 191326"/>
                    <a:gd name="connsiteY5" fmla="*/ 106916 h 177091"/>
                    <a:gd name="connsiteX6" fmla="*/ 113887 w 191326"/>
                    <a:gd name="connsiteY6" fmla="*/ 151809 h 177091"/>
                    <a:gd name="connsiteX7" fmla="*/ 88546 w 191326"/>
                    <a:gd name="connsiteY7" fmla="*/ 177091 h 177091"/>
                    <a:gd name="connsiteX8" fmla="*/ 0 w 191326"/>
                    <a:gd name="connsiteY8" fmla="*/ 88546 h 177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326" h="177091">
                      <a:moveTo>
                        <a:pt x="88546" y="0"/>
                      </a:moveTo>
                      <a:lnTo>
                        <a:pt x="113887" y="25341"/>
                      </a:lnTo>
                      <a:lnTo>
                        <a:pt x="71474" y="67694"/>
                      </a:lnTo>
                      <a:lnTo>
                        <a:pt x="191327" y="67694"/>
                      </a:lnTo>
                      <a:lnTo>
                        <a:pt x="191327" y="106916"/>
                      </a:lnTo>
                      <a:lnTo>
                        <a:pt x="68934" y="106916"/>
                      </a:lnTo>
                      <a:lnTo>
                        <a:pt x="113887" y="151809"/>
                      </a:lnTo>
                      <a:lnTo>
                        <a:pt x="88546" y="177091"/>
                      </a:lnTo>
                      <a:lnTo>
                        <a:pt x="0" y="8854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92" name="Freeform: Shape 591">
                  <a:extLst>
                    <a:ext uri="{FF2B5EF4-FFF2-40B4-BE49-F238E27FC236}">
                      <a16:creationId xmlns:a16="http://schemas.microsoft.com/office/drawing/2014/main" id="{64BB12FB-26BB-6B34-5F81-09325827946F}"/>
                    </a:ext>
                  </a:extLst>
                </p:cNvPr>
                <p:cNvSpPr/>
                <p:nvPr/>
              </p:nvSpPr>
              <p:spPr>
                <a:xfrm>
                  <a:off x="5004626" y="1576512"/>
                  <a:ext cx="174374" cy="161437"/>
                </a:xfrm>
                <a:custGeom>
                  <a:avLst/>
                  <a:gdLst>
                    <a:gd name="connsiteX0" fmla="*/ 80690 w 174374"/>
                    <a:gd name="connsiteY0" fmla="*/ 0 h 161437"/>
                    <a:gd name="connsiteX1" fmla="*/ 103727 w 174374"/>
                    <a:gd name="connsiteY1" fmla="*/ 23037 h 161437"/>
                    <a:gd name="connsiteX2" fmla="*/ 65154 w 174374"/>
                    <a:gd name="connsiteY2" fmla="*/ 61669 h 161437"/>
                    <a:gd name="connsiteX3" fmla="*/ 174374 w 174374"/>
                    <a:gd name="connsiteY3" fmla="*/ 61669 h 161437"/>
                    <a:gd name="connsiteX4" fmla="*/ 174374 w 174374"/>
                    <a:gd name="connsiteY4" fmla="*/ 97406 h 161437"/>
                    <a:gd name="connsiteX5" fmla="*/ 62850 w 174374"/>
                    <a:gd name="connsiteY5" fmla="*/ 97406 h 161437"/>
                    <a:gd name="connsiteX6" fmla="*/ 103727 w 174374"/>
                    <a:gd name="connsiteY6" fmla="*/ 138341 h 161437"/>
                    <a:gd name="connsiteX7" fmla="*/ 80690 w 174374"/>
                    <a:gd name="connsiteY7" fmla="*/ 161438 h 161437"/>
                    <a:gd name="connsiteX8" fmla="*/ 0 w 174374"/>
                    <a:gd name="connsiteY8" fmla="*/ 80689 h 16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4374" h="161437">
                      <a:moveTo>
                        <a:pt x="80690" y="0"/>
                      </a:moveTo>
                      <a:lnTo>
                        <a:pt x="103727" y="23037"/>
                      </a:lnTo>
                      <a:lnTo>
                        <a:pt x="65154" y="61669"/>
                      </a:lnTo>
                      <a:lnTo>
                        <a:pt x="174374" y="61669"/>
                      </a:lnTo>
                      <a:lnTo>
                        <a:pt x="174374" y="97406"/>
                      </a:lnTo>
                      <a:lnTo>
                        <a:pt x="62850" y="97406"/>
                      </a:lnTo>
                      <a:lnTo>
                        <a:pt x="103727" y="138341"/>
                      </a:lnTo>
                      <a:lnTo>
                        <a:pt x="80690" y="161438"/>
                      </a:lnTo>
                      <a:lnTo>
                        <a:pt x="0" y="8068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593" name="Graphic 4773">
                  <a:extLst>
                    <a:ext uri="{FF2B5EF4-FFF2-40B4-BE49-F238E27FC236}">
                      <a16:creationId xmlns:a16="http://schemas.microsoft.com/office/drawing/2014/main" id="{5363A274-B860-6EC4-F27E-C1A4204EAE2B}"/>
                    </a:ext>
                  </a:extLst>
                </p:cNvPr>
                <p:cNvGrpSpPr/>
                <p:nvPr/>
              </p:nvGrpSpPr>
              <p:grpSpPr>
                <a:xfrm>
                  <a:off x="457259" y="2897903"/>
                  <a:ext cx="526784" cy="117726"/>
                  <a:chOff x="457259" y="2897903"/>
                  <a:chExt cx="526784" cy="117726"/>
                </a:xfrm>
                <a:grpFill/>
              </p:grpSpPr>
              <p:sp>
                <p:nvSpPr>
                  <p:cNvPr id="594" name="Freeform: Shape 593">
                    <a:extLst>
                      <a:ext uri="{FF2B5EF4-FFF2-40B4-BE49-F238E27FC236}">
                        <a16:creationId xmlns:a16="http://schemas.microsoft.com/office/drawing/2014/main" id="{5EEF7BC2-307C-91AA-7A84-CA31B70C0C66}"/>
                      </a:ext>
                    </a:extLst>
                  </p:cNvPr>
                  <p:cNvSpPr/>
                  <p:nvPr/>
                </p:nvSpPr>
                <p:spPr>
                  <a:xfrm>
                    <a:off x="882147" y="2924248"/>
                    <a:ext cx="8269" cy="9214"/>
                  </a:xfrm>
                  <a:custGeom>
                    <a:avLst/>
                    <a:gdLst>
                      <a:gd name="connsiteX0" fmla="*/ 0 w 8269"/>
                      <a:gd name="connsiteY0" fmla="*/ 3131 h 9214"/>
                      <a:gd name="connsiteX1" fmla="*/ 5316 w 8269"/>
                      <a:gd name="connsiteY1" fmla="*/ 0 h 9214"/>
                      <a:gd name="connsiteX2" fmla="*/ 8270 w 8269"/>
                      <a:gd name="connsiteY2" fmla="*/ 5139 h 9214"/>
                      <a:gd name="connsiteX3" fmla="*/ 5907 w 8269"/>
                      <a:gd name="connsiteY3" fmla="*/ 6498 h 9214"/>
                      <a:gd name="connsiteX4" fmla="*/ 5907 w 8269"/>
                      <a:gd name="connsiteY4" fmla="*/ 9215 h 9214"/>
                      <a:gd name="connsiteX5" fmla="*/ 0 w 8269"/>
                      <a:gd name="connsiteY5" fmla="*/ 9215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0" y="3131"/>
                        </a:moveTo>
                        <a:lnTo>
                          <a:pt x="5316" y="0"/>
                        </a:lnTo>
                        <a:lnTo>
                          <a:pt x="8270" y="5139"/>
                        </a:lnTo>
                        <a:lnTo>
                          <a:pt x="5907" y="6498"/>
                        </a:lnTo>
                        <a:lnTo>
                          <a:pt x="5907" y="9215"/>
                        </a:lnTo>
                        <a:lnTo>
                          <a:pt x="0" y="9215"/>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95" name="Freeform: Shape 594">
                    <a:extLst>
                      <a:ext uri="{FF2B5EF4-FFF2-40B4-BE49-F238E27FC236}">
                        <a16:creationId xmlns:a16="http://schemas.microsoft.com/office/drawing/2014/main" id="{B2755C13-745B-7059-0B94-5A477E823467}"/>
                      </a:ext>
                    </a:extLst>
                  </p:cNvPr>
                  <p:cNvSpPr/>
                  <p:nvPr/>
                </p:nvSpPr>
                <p:spPr>
                  <a:xfrm rot="-1800341">
                    <a:off x="896354" y="2917003"/>
                    <a:ext cx="9333" cy="5907"/>
                  </a:xfrm>
                  <a:custGeom>
                    <a:avLst/>
                    <a:gdLst>
                      <a:gd name="connsiteX0" fmla="*/ 0 w 9333"/>
                      <a:gd name="connsiteY0" fmla="*/ 0 h 5907"/>
                      <a:gd name="connsiteX1" fmla="*/ 9333 w 9333"/>
                      <a:gd name="connsiteY1" fmla="*/ 0 h 5907"/>
                      <a:gd name="connsiteX2" fmla="*/ 9333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3" y="0"/>
                        </a:lnTo>
                        <a:lnTo>
                          <a:pt x="9333"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96" name="Freeform: Shape 595">
                    <a:extLst>
                      <a:ext uri="{FF2B5EF4-FFF2-40B4-BE49-F238E27FC236}">
                        <a16:creationId xmlns:a16="http://schemas.microsoft.com/office/drawing/2014/main" id="{7DF318A9-4223-FB29-9506-B23CF582C08B}"/>
                      </a:ext>
                    </a:extLst>
                  </p:cNvPr>
                  <p:cNvSpPr/>
                  <p:nvPr/>
                </p:nvSpPr>
                <p:spPr>
                  <a:xfrm>
                    <a:off x="911682" y="2905641"/>
                    <a:ext cx="10986" cy="9805"/>
                  </a:xfrm>
                  <a:custGeom>
                    <a:avLst/>
                    <a:gdLst>
                      <a:gd name="connsiteX0" fmla="*/ 8033 w 10986"/>
                      <a:gd name="connsiteY0" fmla="*/ 0 h 9805"/>
                      <a:gd name="connsiteX1" fmla="*/ 10987 w 10986"/>
                      <a:gd name="connsiteY1" fmla="*/ 5139 h 9805"/>
                      <a:gd name="connsiteX2" fmla="*/ 2953 w 10986"/>
                      <a:gd name="connsiteY2" fmla="*/ 9806 h 9805"/>
                      <a:gd name="connsiteX3" fmla="*/ 0 w 10986"/>
                      <a:gd name="connsiteY3" fmla="*/ 4667 h 9805"/>
                    </a:gdLst>
                    <a:ahLst/>
                    <a:cxnLst>
                      <a:cxn ang="0">
                        <a:pos x="connsiteX0" y="connsiteY0"/>
                      </a:cxn>
                      <a:cxn ang="0">
                        <a:pos x="connsiteX1" y="connsiteY1"/>
                      </a:cxn>
                      <a:cxn ang="0">
                        <a:pos x="connsiteX2" y="connsiteY2"/>
                      </a:cxn>
                      <a:cxn ang="0">
                        <a:pos x="connsiteX3" y="connsiteY3"/>
                      </a:cxn>
                    </a:cxnLst>
                    <a:rect l="l" t="t" r="r" b="b"/>
                    <a:pathLst>
                      <a:path w="10986" h="9805">
                        <a:moveTo>
                          <a:pt x="8033" y="0"/>
                        </a:moveTo>
                        <a:lnTo>
                          <a:pt x="10987" y="5139"/>
                        </a:lnTo>
                        <a:lnTo>
                          <a:pt x="2953" y="9806"/>
                        </a:lnTo>
                        <a:lnTo>
                          <a:pt x="0" y="466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97" name="Freeform: Shape 596">
                    <a:extLst>
                      <a:ext uri="{FF2B5EF4-FFF2-40B4-BE49-F238E27FC236}">
                        <a16:creationId xmlns:a16="http://schemas.microsoft.com/office/drawing/2014/main" id="{6458F356-85CD-52CE-199B-AF7BEFC02626}"/>
                      </a:ext>
                    </a:extLst>
                  </p:cNvPr>
                  <p:cNvSpPr/>
                  <p:nvPr/>
                </p:nvSpPr>
                <p:spPr>
                  <a:xfrm>
                    <a:off x="927808" y="2897903"/>
                    <a:ext cx="10632" cy="8210"/>
                  </a:xfrm>
                  <a:custGeom>
                    <a:avLst/>
                    <a:gdLst>
                      <a:gd name="connsiteX0" fmla="*/ 5257 w 10632"/>
                      <a:gd name="connsiteY0" fmla="*/ 0 h 8210"/>
                      <a:gd name="connsiteX1" fmla="*/ 10632 w 10632"/>
                      <a:gd name="connsiteY1" fmla="*/ 3072 h 8210"/>
                      <a:gd name="connsiteX2" fmla="*/ 7679 w 10632"/>
                      <a:gd name="connsiteY2" fmla="*/ 8211 h 8210"/>
                      <a:gd name="connsiteX3" fmla="*/ 5257 w 10632"/>
                      <a:gd name="connsiteY3" fmla="*/ 6852 h 8210"/>
                      <a:gd name="connsiteX4" fmla="*/ 2953 w 10632"/>
                      <a:gd name="connsiteY4" fmla="*/ 8211 h 8210"/>
                      <a:gd name="connsiteX5" fmla="*/ 0 w 10632"/>
                      <a:gd name="connsiteY5" fmla="*/ 3072 h 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10">
                        <a:moveTo>
                          <a:pt x="5257" y="0"/>
                        </a:moveTo>
                        <a:lnTo>
                          <a:pt x="10632" y="3072"/>
                        </a:lnTo>
                        <a:lnTo>
                          <a:pt x="7679" y="8211"/>
                        </a:lnTo>
                        <a:lnTo>
                          <a:pt x="5257" y="6852"/>
                        </a:lnTo>
                        <a:lnTo>
                          <a:pt x="2953" y="8211"/>
                        </a:lnTo>
                        <a:lnTo>
                          <a:pt x="0" y="3072"/>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98" name="Freeform: Shape 597">
                    <a:extLst>
                      <a:ext uri="{FF2B5EF4-FFF2-40B4-BE49-F238E27FC236}">
                        <a16:creationId xmlns:a16="http://schemas.microsoft.com/office/drawing/2014/main" id="{953C90B5-064F-72A8-CADD-A5EAC0A4312A}"/>
                      </a:ext>
                    </a:extLst>
                  </p:cNvPr>
                  <p:cNvSpPr/>
                  <p:nvPr/>
                </p:nvSpPr>
                <p:spPr>
                  <a:xfrm>
                    <a:off x="959647" y="2914915"/>
                    <a:ext cx="11046" cy="9805"/>
                  </a:xfrm>
                  <a:custGeom>
                    <a:avLst/>
                    <a:gdLst>
                      <a:gd name="connsiteX0" fmla="*/ 2953 w 11046"/>
                      <a:gd name="connsiteY0" fmla="*/ 0 h 9805"/>
                      <a:gd name="connsiteX1" fmla="*/ 11046 w 11046"/>
                      <a:gd name="connsiteY1" fmla="*/ 4726 h 9805"/>
                      <a:gd name="connsiteX2" fmla="*/ 8033 w 11046"/>
                      <a:gd name="connsiteY2" fmla="*/ 9806 h 9805"/>
                      <a:gd name="connsiteX3" fmla="*/ 0 w 11046"/>
                      <a:gd name="connsiteY3" fmla="*/ 5139 h 9805"/>
                    </a:gdLst>
                    <a:ahLst/>
                    <a:cxnLst>
                      <a:cxn ang="0">
                        <a:pos x="connsiteX0" y="connsiteY0"/>
                      </a:cxn>
                      <a:cxn ang="0">
                        <a:pos x="connsiteX1" y="connsiteY1"/>
                      </a:cxn>
                      <a:cxn ang="0">
                        <a:pos x="connsiteX2" y="connsiteY2"/>
                      </a:cxn>
                      <a:cxn ang="0">
                        <a:pos x="connsiteX3" y="connsiteY3"/>
                      </a:cxn>
                    </a:cxnLst>
                    <a:rect l="l" t="t" r="r" b="b"/>
                    <a:pathLst>
                      <a:path w="11046" h="9805">
                        <a:moveTo>
                          <a:pt x="2953" y="0"/>
                        </a:moveTo>
                        <a:lnTo>
                          <a:pt x="11046" y="4726"/>
                        </a:lnTo>
                        <a:lnTo>
                          <a:pt x="8033" y="9806"/>
                        </a:lnTo>
                        <a:lnTo>
                          <a:pt x="0" y="513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99" name="Freeform: Shape 598">
                    <a:extLst>
                      <a:ext uri="{FF2B5EF4-FFF2-40B4-BE49-F238E27FC236}">
                        <a16:creationId xmlns:a16="http://schemas.microsoft.com/office/drawing/2014/main" id="{6A3979C6-4BAE-688D-3D31-6B1C8D22C876}"/>
                      </a:ext>
                    </a:extLst>
                  </p:cNvPr>
                  <p:cNvSpPr/>
                  <p:nvPr/>
                </p:nvSpPr>
                <p:spPr>
                  <a:xfrm rot="-3600896">
                    <a:off x="946174" y="2906009"/>
                    <a:ext cx="5907" cy="9274"/>
                  </a:xfrm>
                  <a:custGeom>
                    <a:avLst/>
                    <a:gdLst>
                      <a:gd name="connsiteX0" fmla="*/ 0 w 5907"/>
                      <a:gd name="connsiteY0" fmla="*/ 0 h 9274"/>
                      <a:gd name="connsiteX1" fmla="*/ 5907 w 5907"/>
                      <a:gd name="connsiteY1" fmla="*/ 0 h 9274"/>
                      <a:gd name="connsiteX2" fmla="*/ 5907 w 5907"/>
                      <a:gd name="connsiteY2" fmla="*/ 9275 h 9274"/>
                      <a:gd name="connsiteX3" fmla="*/ 0 w 5907"/>
                      <a:gd name="connsiteY3" fmla="*/ 9275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5"/>
                        </a:lnTo>
                        <a:lnTo>
                          <a:pt x="0" y="9275"/>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00" name="Freeform: Shape 599">
                    <a:extLst>
                      <a:ext uri="{FF2B5EF4-FFF2-40B4-BE49-F238E27FC236}">
                        <a16:creationId xmlns:a16="http://schemas.microsoft.com/office/drawing/2014/main" id="{504E25A9-1C23-6A3C-56BA-06F8D2727E8E}"/>
                      </a:ext>
                    </a:extLst>
                  </p:cNvPr>
                  <p:cNvSpPr/>
                  <p:nvPr/>
                </p:nvSpPr>
                <p:spPr>
                  <a:xfrm>
                    <a:off x="975773" y="2924248"/>
                    <a:ext cx="8269" cy="9214"/>
                  </a:xfrm>
                  <a:custGeom>
                    <a:avLst/>
                    <a:gdLst>
                      <a:gd name="connsiteX0" fmla="*/ 2953 w 8269"/>
                      <a:gd name="connsiteY0" fmla="*/ 0 h 9214"/>
                      <a:gd name="connsiteX1" fmla="*/ 8270 w 8269"/>
                      <a:gd name="connsiteY1" fmla="*/ 3131 h 9214"/>
                      <a:gd name="connsiteX2" fmla="*/ 8270 w 8269"/>
                      <a:gd name="connsiteY2" fmla="*/ 9215 h 9214"/>
                      <a:gd name="connsiteX3" fmla="*/ 2304 w 8269"/>
                      <a:gd name="connsiteY3" fmla="*/ 9215 h 9214"/>
                      <a:gd name="connsiteX4" fmla="*/ 2304 w 8269"/>
                      <a:gd name="connsiteY4" fmla="*/ 6498 h 9214"/>
                      <a:gd name="connsiteX5" fmla="*/ 0 w 8269"/>
                      <a:gd name="connsiteY5" fmla="*/ 5139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2953" y="0"/>
                        </a:moveTo>
                        <a:lnTo>
                          <a:pt x="8270" y="3131"/>
                        </a:lnTo>
                        <a:lnTo>
                          <a:pt x="8270" y="9215"/>
                        </a:lnTo>
                        <a:lnTo>
                          <a:pt x="2304" y="9215"/>
                        </a:lnTo>
                        <a:lnTo>
                          <a:pt x="2304" y="6498"/>
                        </a:lnTo>
                        <a:lnTo>
                          <a:pt x="0" y="513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01" name="Freeform: Shape 600">
                    <a:extLst>
                      <a:ext uri="{FF2B5EF4-FFF2-40B4-BE49-F238E27FC236}">
                        <a16:creationId xmlns:a16="http://schemas.microsoft.com/office/drawing/2014/main" id="{0848A367-7DD9-FFBD-D80C-36DA8EB92CDB}"/>
                      </a:ext>
                    </a:extLst>
                  </p:cNvPr>
                  <p:cNvSpPr/>
                  <p:nvPr/>
                </p:nvSpPr>
                <p:spPr>
                  <a:xfrm>
                    <a:off x="978077" y="2961403"/>
                    <a:ext cx="5966" cy="9273"/>
                  </a:xfrm>
                  <a:custGeom>
                    <a:avLst/>
                    <a:gdLst>
                      <a:gd name="connsiteX0" fmla="*/ 0 w 5966"/>
                      <a:gd name="connsiteY0" fmla="*/ 0 h 9273"/>
                      <a:gd name="connsiteX1" fmla="*/ 5966 w 5966"/>
                      <a:gd name="connsiteY1" fmla="*/ 0 h 9273"/>
                      <a:gd name="connsiteX2" fmla="*/ 5966 w 5966"/>
                      <a:gd name="connsiteY2" fmla="*/ 9274 h 9273"/>
                      <a:gd name="connsiteX3" fmla="*/ 0 w 5966"/>
                      <a:gd name="connsiteY3" fmla="*/ 9274 h 9273"/>
                    </a:gdLst>
                    <a:ahLst/>
                    <a:cxnLst>
                      <a:cxn ang="0">
                        <a:pos x="connsiteX0" y="connsiteY0"/>
                      </a:cxn>
                      <a:cxn ang="0">
                        <a:pos x="connsiteX1" y="connsiteY1"/>
                      </a:cxn>
                      <a:cxn ang="0">
                        <a:pos x="connsiteX2" y="connsiteY2"/>
                      </a:cxn>
                      <a:cxn ang="0">
                        <a:pos x="connsiteX3" y="connsiteY3"/>
                      </a:cxn>
                    </a:cxnLst>
                    <a:rect l="l" t="t" r="r" b="b"/>
                    <a:pathLst>
                      <a:path w="5966" h="9273">
                        <a:moveTo>
                          <a:pt x="0" y="0"/>
                        </a:moveTo>
                        <a:lnTo>
                          <a:pt x="5966" y="0"/>
                        </a:lnTo>
                        <a:lnTo>
                          <a:pt x="5966"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02" name="Freeform: Shape 601">
                    <a:extLst>
                      <a:ext uri="{FF2B5EF4-FFF2-40B4-BE49-F238E27FC236}">
                        <a16:creationId xmlns:a16="http://schemas.microsoft.com/office/drawing/2014/main" id="{3EBD5CED-E0F5-8D4B-9E88-CB555D3849FB}"/>
                      </a:ext>
                    </a:extLst>
                  </p:cNvPr>
                  <p:cNvSpPr/>
                  <p:nvPr/>
                </p:nvSpPr>
                <p:spPr>
                  <a:xfrm>
                    <a:off x="978077" y="2942796"/>
                    <a:ext cx="5966" cy="9333"/>
                  </a:xfrm>
                  <a:custGeom>
                    <a:avLst/>
                    <a:gdLst>
                      <a:gd name="connsiteX0" fmla="*/ 0 w 5966"/>
                      <a:gd name="connsiteY0" fmla="*/ 0 h 9333"/>
                      <a:gd name="connsiteX1" fmla="*/ 5966 w 5966"/>
                      <a:gd name="connsiteY1" fmla="*/ 0 h 9333"/>
                      <a:gd name="connsiteX2" fmla="*/ 5966 w 5966"/>
                      <a:gd name="connsiteY2" fmla="*/ 9333 h 9333"/>
                      <a:gd name="connsiteX3" fmla="*/ 0 w 5966"/>
                      <a:gd name="connsiteY3" fmla="*/ 9333 h 9333"/>
                    </a:gdLst>
                    <a:ahLst/>
                    <a:cxnLst>
                      <a:cxn ang="0">
                        <a:pos x="connsiteX0" y="connsiteY0"/>
                      </a:cxn>
                      <a:cxn ang="0">
                        <a:pos x="connsiteX1" y="connsiteY1"/>
                      </a:cxn>
                      <a:cxn ang="0">
                        <a:pos x="connsiteX2" y="connsiteY2"/>
                      </a:cxn>
                      <a:cxn ang="0">
                        <a:pos x="connsiteX3" y="connsiteY3"/>
                      </a:cxn>
                    </a:cxnLst>
                    <a:rect l="l" t="t" r="r" b="b"/>
                    <a:pathLst>
                      <a:path w="5966" h="9333">
                        <a:moveTo>
                          <a:pt x="0" y="0"/>
                        </a:moveTo>
                        <a:lnTo>
                          <a:pt x="5966" y="0"/>
                        </a:lnTo>
                        <a:lnTo>
                          <a:pt x="5966" y="9333"/>
                        </a:lnTo>
                        <a:lnTo>
                          <a:pt x="0" y="933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03" name="Freeform: Shape 602">
                    <a:extLst>
                      <a:ext uri="{FF2B5EF4-FFF2-40B4-BE49-F238E27FC236}">
                        <a16:creationId xmlns:a16="http://schemas.microsoft.com/office/drawing/2014/main" id="{732DB9A9-698A-888A-9F1B-F1255156DCAF}"/>
                      </a:ext>
                    </a:extLst>
                  </p:cNvPr>
                  <p:cNvSpPr/>
                  <p:nvPr/>
                </p:nvSpPr>
                <p:spPr>
                  <a:xfrm>
                    <a:off x="975773" y="2980010"/>
                    <a:ext cx="8269" cy="9214"/>
                  </a:xfrm>
                  <a:custGeom>
                    <a:avLst/>
                    <a:gdLst>
                      <a:gd name="connsiteX0" fmla="*/ 8270 w 8269"/>
                      <a:gd name="connsiteY0" fmla="*/ 6143 h 9214"/>
                      <a:gd name="connsiteX1" fmla="*/ 2953 w 8269"/>
                      <a:gd name="connsiteY1" fmla="*/ 9215 h 9214"/>
                      <a:gd name="connsiteX2" fmla="*/ 0 w 8269"/>
                      <a:gd name="connsiteY2" fmla="*/ 4135 h 9214"/>
                      <a:gd name="connsiteX3" fmla="*/ 2304 w 8269"/>
                      <a:gd name="connsiteY3" fmla="*/ 2776 h 9214"/>
                      <a:gd name="connsiteX4" fmla="*/ 2304 w 8269"/>
                      <a:gd name="connsiteY4" fmla="*/ 0 h 9214"/>
                      <a:gd name="connsiteX5" fmla="*/ 8270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8270" y="6143"/>
                        </a:moveTo>
                        <a:lnTo>
                          <a:pt x="2953" y="9215"/>
                        </a:lnTo>
                        <a:lnTo>
                          <a:pt x="0" y="4135"/>
                        </a:lnTo>
                        <a:lnTo>
                          <a:pt x="2304" y="2776"/>
                        </a:lnTo>
                        <a:lnTo>
                          <a:pt x="2304" y="0"/>
                        </a:lnTo>
                        <a:lnTo>
                          <a:pt x="827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04" name="Freeform: Shape 603">
                    <a:extLst>
                      <a:ext uri="{FF2B5EF4-FFF2-40B4-BE49-F238E27FC236}">
                        <a16:creationId xmlns:a16="http://schemas.microsoft.com/office/drawing/2014/main" id="{3E661B22-4B31-A1A6-2ACE-3DED0340CE87}"/>
                      </a:ext>
                    </a:extLst>
                  </p:cNvPr>
                  <p:cNvSpPr/>
                  <p:nvPr/>
                </p:nvSpPr>
                <p:spPr>
                  <a:xfrm rot="-1801109">
                    <a:off x="960619" y="2990764"/>
                    <a:ext cx="9274" cy="5907"/>
                  </a:xfrm>
                  <a:custGeom>
                    <a:avLst/>
                    <a:gdLst>
                      <a:gd name="connsiteX0" fmla="*/ 0 w 9274"/>
                      <a:gd name="connsiteY0" fmla="*/ 0 h 5907"/>
                      <a:gd name="connsiteX1" fmla="*/ 9274 w 9274"/>
                      <a:gd name="connsiteY1" fmla="*/ 0 h 5907"/>
                      <a:gd name="connsiteX2" fmla="*/ 9274 w 9274"/>
                      <a:gd name="connsiteY2" fmla="*/ 5907 h 5907"/>
                      <a:gd name="connsiteX3" fmla="*/ 0 w 9274"/>
                      <a:gd name="connsiteY3" fmla="*/ 5907 h 5907"/>
                    </a:gdLst>
                    <a:ahLst/>
                    <a:cxnLst>
                      <a:cxn ang="0">
                        <a:pos x="connsiteX0" y="connsiteY0"/>
                      </a:cxn>
                      <a:cxn ang="0">
                        <a:pos x="connsiteX1" y="connsiteY1"/>
                      </a:cxn>
                      <a:cxn ang="0">
                        <a:pos x="connsiteX2" y="connsiteY2"/>
                      </a:cxn>
                      <a:cxn ang="0">
                        <a:pos x="connsiteX3" y="connsiteY3"/>
                      </a:cxn>
                    </a:cxnLst>
                    <a:rect l="l" t="t" r="r" b="b"/>
                    <a:pathLst>
                      <a:path w="9274" h="5907">
                        <a:moveTo>
                          <a:pt x="0" y="0"/>
                        </a:moveTo>
                        <a:lnTo>
                          <a:pt x="9274" y="0"/>
                        </a:lnTo>
                        <a:lnTo>
                          <a:pt x="9274"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05" name="Freeform: Shape 604">
                    <a:extLst>
                      <a:ext uri="{FF2B5EF4-FFF2-40B4-BE49-F238E27FC236}">
                        <a16:creationId xmlns:a16="http://schemas.microsoft.com/office/drawing/2014/main" id="{8D95853E-5C15-8020-AAC0-6740F9B91C1E}"/>
                      </a:ext>
                    </a:extLst>
                  </p:cNvPr>
                  <p:cNvSpPr/>
                  <p:nvPr/>
                </p:nvSpPr>
                <p:spPr>
                  <a:xfrm rot="-1806651">
                    <a:off x="944560" y="3000057"/>
                    <a:ext cx="9333" cy="5907"/>
                  </a:xfrm>
                  <a:custGeom>
                    <a:avLst/>
                    <a:gdLst>
                      <a:gd name="connsiteX0" fmla="*/ 0 w 9333"/>
                      <a:gd name="connsiteY0" fmla="*/ 0 h 5907"/>
                      <a:gd name="connsiteX1" fmla="*/ 9334 w 9333"/>
                      <a:gd name="connsiteY1" fmla="*/ 0 h 5907"/>
                      <a:gd name="connsiteX2" fmla="*/ 9334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4" y="0"/>
                        </a:lnTo>
                        <a:lnTo>
                          <a:pt x="9334"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06" name="Freeform: Shape 605">
                    <a:extLst>
                      <a:ext uri="{FF2B5EF4-FFF2-40B4-BE49-F238E27FC236}">
                        <a16:creationId xmlns:a16="http://schemas.microsoft.com/office/drawing/2014/main" id="{ED61382D-3774-5CB0-181B-13CA6009823A}"/>
                      </a:ext>
                    </a:extLst>
                  </p:cNvPr>
                  <p:cNvSpPr/>
                  <p:nvPr/>
                </p:nvSpPr>
                <p:spPr>
                  <a:xfrm>
                    <a:off x="927808" y="3007359"/>
                    <a:ext cx="10632" cy="8269"/>
                  </a:xfrm>
                  <a:custGeom>
                    <a:avLst/>
                    <a:gdLst>
                      <a:gd name="connsiteX0" fmla="*/ 5257 w 10632"/>
                      <a:gd name="connsiteY0" fmla="*/ 1418 h 8269"/>
                      <a:gd name="connsiteX1" fmla="*/ 7679 w 10632"/>
                      <a:gd name="connsiteY1" fmla="*/ 0 h 8269"/>
                      <a:gd name="connsiteX2" fmla="*/ 10632 w 10632"/>
                      <a:gd name="connsiteY2" fmla="*/ 5139 h 8269"/>
                      <a:gd name="connsiteX3" fmla="*/ 5257 w 10632"/>
                      <a:gd name="connsiteY3" fmla="*/ 8270 h 8269"/>
                      <a:gd name="connsiteX4" fmla="*/ 0 w 10632"/>
                      <a:gd name="connsiteY4" fmla="*/ 5139 h 8269"/>
                      <a:gd name="connsiteX5" fmla="*/ 2953 w 10632"/>
                      <a:gd name="connsiteY5" fmla="*/ 0 h 8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69">
                        <a:moveTo>
                          <a:pt x="5257" y="1418"/>
                        </a:moveTo>
                        <a:lnTo>
                          <a:pt x="7679" y="0"/>
                        </a:lnTo>
                        <a:lnTo>
                          <a:pt x="10632" y="5139"/>
                        </a:lnTo>
                        <a:lnTo>
                          <a:pt x="5257" y="8270"/>
                        </a:lnTo>
                        <a:lnTo>
                          <a:pt x="0" y="5139"/>
                        </a:lnTo>
                        <a:lnTo>
                          <a:pt x="2953"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07" name="Freeform: Shape 606">
                    <a:extLst>
                      <a:ext uri="{FF2B5EF4-FFF2-40B4-BE49-F238E27FC236}">
                        <a16:creationId xmlns:a16="http://schemas.microsoft.com/office/drawing/2014/main" id="{F2A5CFAD-A38E-4064-26AD-C9B082C44C7A}"/>
                      </a:ext>
                    </a:extLst>
                  </p:cNvPr>
                  <p:cNvSpPr/>
                  <p:nvPr/>
                </p:nvSpPr>
                <p:spPr>
                  <a:xfrm rot="-3604434">
                    <a:off x="898141" y="2989017"/>
                    <a:ext cx="5966" cy="9274"/>
                  </a:xfrm>
                  <a:custGeom>
                    <a:avLst/>
                    <a:gdLst>
                      <a:gd name="connsiteX0" fmla="*/ 0 w 5966"/>
                      <a:gd name="connsiteY0" fmla="*/ 0 h 9274"/>
                      <a:gd name="connsiteX1" fmla="*/ 5966 w 5966"/>
                      <a:gd name="connsiteY1" fmla="*/ 0 h 9274"/>
                      <a:gd name="connsiteX2" fmla="*/ 5966 w 5966"/>
                      <a:gd name="connsiteY2" fmla="*/ 9274 h 9274"/>
                      <a:gd name="connsiteX3" fmla="*/ 0 w 5966"/>
                      <a:gd name="connsiteY3" fmla="*/ 9274 h 9274"/>
                    </a:gdLst>
                    <a:ahLst/>
                    <a:cxnLst>
                      <a:cxn ang="0">
                        <a:pos x="connsiteX0" y="connsiteY0"/>
                      </a:cxn>
                      <a:cxn ang="0">
                        <a:pos x="connsiteX1" y="connsiteY1"/>
                      </a:cxn>
                      <a:cxn ang="0">
                        <a:pos x="connsiteX2" y="connsiteY2"/>
                      </a:cxn>
                      <a:cxn ang="0">
                        <a:pos x="connsiteX3" y="connsiteY3"/>
                      </a:cxn>
                    </a:cxnLst>
                    <a:rect l="l" t="t" r="r" b="b"/>
                    <a:pathLst>
                      <a:path w="5966" h="9274">
                        <a:moveTo>
                          <a:pt x="0" y="0"/>
                        </a:moveTo>
                        <a:lnTo>
                          <a:pt x="5966" y="0"/>
                        </a:lnTo>
                        <a:lnTo>
                          <a:pt x="5966"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08" name="Freeform: Shape 607">
                    <a:extLst>
                      <a:ext uri="{FF2B5EF4-FFF2-40B4-BE49-F238E27FC236}">
                        <a16:creationId xmlns:a16="http://schemas.microsoft.com/office/drawing/2014/main" id="{503DC74F-04F1-A8B9-62B7-4A4C77D7C4B8}"/>
                      </a:ext>
                    </a:extLst>
                  </p:cNvPr>
                  <p:cNvSpPr/>
                  <p:nvPr/>
                </p:nvSpPr>
                <p:spPr>
                  <a:xfrm rot="-3587633">
                    <a:off x="914188" y="2998227"/>
                    <a:ext cx="5906" cy="9332"/>
                  </a:xfrm>
                  <a:custGeom>
                    <a:avLst/>
                    <a:gdLst>
                      <a:gd name="connsiteX0" fmla="*/ 0 w 5906"/>
                      <a:gd name="connsiteY0" fmla="*/ 0 h 9332"/>
                      <a:gd name="connsiteX1" fmla="*/ 5907 w 5906"/>
                      <a:gd name="connsiteY1" fmla="*/ 0 h 9332"/>
                      <a:gd name="connsiteX2" fmla="*/ 5907 w 5906"/>
                      <a:gd name="connsiteY2" fmla="*/ 9333 h 9332"/>
                      <a:gd name="connsiteX3" fmla="*/ 0 w 5906"/>
                      <a:gd name="connsiteY3" fmla="*/ 9333 h 9332"/>
                    </a:gdLst>
                    <a:ahLst/>
                    <a:cxnLst>
                      <a:cxn ang="0">
                        <a:pos x="connsiteX0" y="connsiteY0"/>
                      </a:cxn>
                      <a:cxn ang="0">
                        <a:pos x="connsiteX1" y="connsiteY1"/>
                      </a:cxn>
                      <a:cxn ang="0">
                        <a:pos x="connsiteX2" y="connsiteY2"/>
                      </a:cxn>
                      <a:cxn ang="0">
                        <a:pos x="connsiteX3" y="connsiteY3"/>
                      </a:cxn>
                    </a:cxnLst>
                    <a:rect l="l" t="t" r="r" b="b"/>
                    <a:pathLst>
                      <a:path w="5906" h="9332">
                        <a:moveTo>
                          <a:pt x="0" y="0"/>
                        </a:moveTo>
                        <a:lnTo>
                          <a:pt x="5907" y="0"/>
                        </a:lnTo>
                        <a:lnTo>
                          <a:pt x="5907" y="9333"/>
                        </a:lnTo>
                        <a:lnTo>
                          <a:pt x="0" y="933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09" name="Freeform: Shape 608">
                    <a:extLst>
                      <a:ext uri="{FF2B5EF4-FFF2-40B4-BE49-F238E27FC236}">
                        <a16:creationId xmlns:a16="http://schemas.microsoft.com/office/drawing/2014/main" id="{56979236-AC78-EB4F-8B7B-6BD8A1DA3169}"/>
                      </a:ext>
                    </a:extLst>
                  </p:cNvPr>
                  <p:cNvSpPr/>
                  <p:nvPr/>
                </p:nvSpPr>
                <p:spPr>
                  <a:xfrm>
                    <a:off x="882147" y="2980010"/>
                    <a:ext cx="8269" cy="9214"/>
                  </a:xfrm>
                  <a:custGeom>
                    <a:avLst/>
                    <a:gdLst>
                      <a:gd name="connsiteX0" fmla="*/ 5907 w 8269"/>
                      <a:gd name="connsiteY0" fmla="*/ 2776 h 9214"/>
                      <a:gd name="connsiteX1" fmla="*/ 8270 w 8269"/>
                      <a:gd name="connsiteY1" fmla="*/ 4135 h 9214"/>
                      <a:gd name="connsiteX2" fmla="*/ 5316 w 8269"/>
                      <a:gd name="connsiteY2" fmla="*/ 9215 h 9214"/>
                      <a:gd name="connsiteX3" fmla="*/ 0 w 8269"/>
                      <a:gd name="connsiteY3" fmla="*/ 6143 h 9214"/>
                      <a:gd name="connsiteX4" fmla="*/ 0 w 8269"/>
                      <a:gd name="connsiteY4" fmla="*/ 0 h 9214"/>
                      <a:gd name="connsiteX5" fmla="*/ 5907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5907" y="2776"/>
                        </a:moveTo>
                        <a:lnTo>
                          <a:pt x="8270" y="4135"/>
                        </a:lnTo>
                        <a:lnTo>
                          <a:pt x="5316" y="9215"/>
                        </a:lnTo>
                        <a:lnTo>
                          <a:pt x="0" y="6143"/>
                        </a:lnTo>
                        <a:lnTo>
                          <a:pt x="0" y="0"/>
                        </a:lnTo>
                        <a:lnTo>
                          <a:pt x="5907"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10" name="Freeform: Shape 609">
                    <a:extLst>
                      <a:ext uri="{FF2B5EF4-FFF2-40B4-BE49-F238E27FC236}">
                        <a16:creationId xmlns:a16="http://schemas.microsoft.com/office/drawing/2014/main" id="{D7A7035D-15DA-4D29-C2D2-60D262F215A9}"/>
                      </a:ext>
                    </a:extLst>
                  </p:cNvPr>
                  <p:cNvSpPr/>
                  <p:nvPr/>
                </p:nvSpPr>
                <p:spPr>
                  <a:xfrm rot="-23376">
                    <a:off x="882168" y="2961460"/>
                    <a:ext cx="5907" cy="9274"/>
                  </a:xfrm>
                  <a:custGeom>
                    <a:avLst/>
                    <a:gdLst>
                      <a:gd name="connsiteX0" fmla="*/ 0 w 5907"/>
                      <a:gd name="connsiteY0" fmla="*/ 0 h 9274"/>
                      <a:gd name="connsiteX1" fmla="*/ 5907 w 5907"/>
                      <a:gd name="connsiteY1" fmla="*/ 0 h 9274"/>
                      <a:gd name="connsiteX2" fmla="*/ 5907 w 5907"/>
                      <a:gd name="connsiteY2" fmla="*/ 9274 h 9274"/>
                      <a:gd name="connsiteX3" fmla="*/ 0 w 5907"/>
                      <a:gd name="connsiteY3" fmla="*/ 9274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11" name="Freeform: Shape 610">
                    <a:extLst>
                      <a:ext uri="{FF2B5EF4-FFF2-40B4-BE49-F238E27FC236}">
                        <a16:creationId xmlns:a16="http://schemas.microsoft.com/office/drawing/2014/main" id="{8DDFAE90-FD02-5844-C945-6AC09AE472E8}"/>
                      </a:ext>
                    </a:extLst>
                  </p:cNvPr>
                  <p:cNvSpPr/>
                  <p:nvPr/>
                </p:nvSpPr>
                <p:spPr>
                  <a:xfrm rot="-5391765">
                    <a:off x="880458" y="2944505"/>
                    <a:ext cx="9333" cy="5906"/>
                  </a:xfrm>
                  <a:custGeom>
                    <a:avLst/>
                    <a:gdLst>
                      <a:gd name="connsiteX0" fmla="*/ 0 w 9333"/>
                      <a:gd name="connsiteY0" fmla="*/ 0 h 5906"/>
                      <a:gd name="connsiteX1" fmla="*/ 9333 w 9333"/>
                      <a:gd name="connsiteY1" fmla="*/ 0 h 5906"/>
                      <a:gd name="connsiteX2" fmla="*/ 9333 w 9333"/>
                      <a:gd name="connsiteY2" fmla="*/ 5907 h 5906"/>
                      <a:gd name="connsiteX3" fmla="*/ 0 w 9333"/>
                      <a:gd name="connsiteY3" fmla="*/ 5907 h 5906"/>
                    </a:gdLst>
                    <a:ahLst/>
                    <a:cxnLst>
                      <a:cxn ang="0">
                        <a:pos x="connsiteX0" y="connsiteY0"/>
                      </a:cxn>
                      <a:cxn ang="0">
                        <a:pos x="connsiteX1" y="connsiteY1"/>
                      </a:cxn>
                      <a:cxn ang="0">
                        <a:pos x="connsiteX2" y="connsiteY2"/>
                      </a:cxn>
                      <a:cxn ang="0">
                        <a:pos x="connsiteX3" y="connsiteY3"/>
                      </a:cxn>
                    </a:cxnLst>
                    <a:rect l="l" t="t" r="r" b="b"/>
                    <a:pathLst>
                      <a:path w="9333" h="5906">
                        <a:moveTo>
                          <a:pt x="0" y="0"/>
                        </a:moveTo>
                        <a:lnTo>
                          <a:pt x="9333" y="0"/>
                        </a:lnTo>
                        <a:lnTo>
                          <a:pt x="9333"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12" name="Freeform: Shape 611">
                    <a:extLst>
                      <a:ext uri="{FF2B5EF4-FFF2-40B4-BE49-F238E27FC236}">
                        <a16:creationId xmlns:a16="http://schemas.microsoft.com/office/drawing/2014/main" id="{DF1BFF47-F5E5-96D2-6C25-07B271DA0846}"/>
                      </a:ext>
                    </a:extLst>
                  </p:cNvPr>
                  <p:cNvSpPr/>
                  <p:nvPr/>
                </p:nvSpPr>
                <p:spPr>
                  <a:xfrm>
                    <a:off x="564234" y="2900915"/>
                    <a:ext cx="96047" cy="110873"/>
                  </a:xfrm>
                  <a:custGeom>
                    <a:avLst/>
                    <a:gdLst>
                      <a:gd name="connsiteX0" fmla="*/ 96047 w 96047"/>
                      <a:gd name="connsiteY0" fmla="*/ 83111 h 110873"/>
                      <a:gd name="connsiteX1" fmla="*/ 48024 w 96047"/>
                      <a:gd name="connsiteY1" fmla="*/ 110874 h 110873"/>
                      <a:gd name="connsiteX2" fmla="*/ 0 w 96047"/>
                      <a:gd name="connsiteY2" fmla="*/ 83111 h 110873"/>
                      <a:gd name="connsiteX3" fmla="*/ 0 w 96047"/>
                      <a:gd name="connsiteY3" fmla="*/ 27763 h 110873"/>
                      <a:gd name="connsiteX4" fmla="*/ 48024 w 96047"/>
                      <a:gd name="connsiteY4" fmla="*/ 0 h 110873"/>
                      <a:gd name="connsiteX5" fmla="*/ 96047 w 96047"/>
                      <a:gd name="connsiteY5" fmla="*/ 27763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47" h="110873">
                        <a:moveTo>
                          <a:pt x="96047" y="83111"/>
                        </a:moveTo>
                        <a:lnTo>
                          <a:pt x="48024" y="110874"/>
                        </a:lnTo>
                        <a:lnTo>
                          <a:pt x="0" y="83111"/>
                        </a:lnTo>
                        <a:lnTo>
                          <a:pt x="0" y="27763"/>
                        </a:lnTo>
                        <a:lnTo>
                          <a:pt x="48024" y="0"/>
                        </a:lnTo>
                        <a:lnTo>
                          <a:pt x="96047" y="2776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13" name="Freeform: Shape 612">
                    <a:extLst>
                      <a:ext uri="{FF2B5EF4-FFF2-40B4-BE49-F238E27FC236}">
                        <a16:creationId xmlns:a16="http://schemas.microsoft.com/office/drawing/2014/main" id="{7F64C4CA-C421-4D58-936C-3E78DA4939C0}"/>
                      </a:ext>
                    </a:extLst>
                  </p:cNvPr>
                  <p:cNvSpPr/>
                  <p:nvPr/>
                </p:nvSpPr>
                <p:spPr>
                  <a:xfrm>
                    <a:off x="669437" y="2901329"/>
                    <a:ext cx="95988" cy="110873"/>
                  </a:xfrm>
                  <a:custGeom>
                    <a:avLst/>
                    <a:gdLst>
                      <a:gd name="connsiteX0" fmla="*/ 47965 w 95988"/>
                      <a:gd name="connsiteY0" fmla="*/ 0 h 110873"/>
                      <a:gd name="connsiteX1" fmla="*/ 0 w 95988"/>
                      <a:gd name="connsiteY1" fmla="*/ 27763 h 110873"/>
                      <a:gd name="connsiteX2" fmla="*/ 0 w 95988"/>
                      <a:gd name="connsiteY2" fmla="*/ 83170 h 110873"/>
                      <a:gd name="connsiteX3" fmla="*/ 47965 w 95988"/>
                      <a:gd name="connsiteY3" fmla="*/ 110874 h 110873"/>
                      <a:gd name="connsiteX4" fmla="*/ 95988 w 95988"/>
                      <a:gd name="connsiteY4" fmla="*/ 83170 h 110873"/>
                      <a:gd name="connsiteX5" fmla="*/ 95988 w 95988"/>
                      <a:gd name="connsiteY5" fmla="*/ 27763 h 110873"/>
                      <a:gd name="connsiteX6" fmla="*/ 47965 w 95988"/>
                      <a:gd name="connsiteY6" fmla="*/ 0 h 110873"/>
                      <a:gd name="connsiteX7" fmla="*/ 70707 w 95988"/>
                      <a:gd name="connsiteY7" fmla="*/ 46074 h 110873"/>
                      <a:gd name="connsiteX8" fmla="*/ 60842 w 95988"/>
                      <a:gd name="connsiteY8" fmla="*/ 40404 h 110873"/>
                      <a:gd name="connsiteX9" fmla="*/ 60842 w 95988"/>
                      <a:gd name="connsiteY9" fmla="*/ 29003 h 110873"/>
                      <a:gd name="connsiteX10" fmla="*/ 70707 w 95988"/>
                      <a:gd name="connsiteY10" fmla="*/ 23332 h 110873"/>
                      <a:gd name="connsiteX11" fmla="*/ 80571 w 95988"/>
                      <a:gd name="connsiteY11" fmla="*/ 29003 h 110873"/>
                      <a:gd name="connsiteX12" fmla="*/ 80571 w 95988"/>
                      <a:gd name="connsiteY12" fmla="*/ 40404 h 110873"/>
                      <a:gd name="connsiteX13" fmla="*/ 70707 w 95988"/>
                      <a:gd name="connsiteY13" fmla="*/ 46074 h 110873"/>
                      <a:gd name="connsiteX14" fmla="*/ 47965 w 95988"/>
                      <a:gd name="connsiteY14" fmla="*/ 77086 h 110873"/>
                      <a:gd name="connsiteX15" fmla="*/ 57829 w 95988"/>
                      <a:gd name="connsiteY15" fmla="*/ 71415 h 110873"/>
                      <a:gd name="connsiteX16" fmla="*/ 67694 w 95988"/>
                      <a:gd name="connsiteY16" fmla="*/ 77086 h 110873"/>
                      <a:gd name="connsiteX17" fmla="*/ 67694 w 95988"/>
                      <a:gd name="connsiteY17" fmla="*/ 88427 h 110873"/>
                      <a:gd name="connsiteX18" fmla="*/ 57829 w 95988"/>
                      <a:gd name="connsiteY18" fmla="*/ 94098 h 110873"/>
                      <a:gd name="connsiteX19" fmla="*/ 47965 w 95988"/>
                      <a:gd name="connsiteY19" fmla="*/ 88427 h 110873"/>
                      <a:gd name="connsiteX20" fmla="*/ 47965 w 95988"/>
                      <a:gd name="connsiteY20" fmla="*/ 77086 h 110873"/>
                      <a:gd name="connsiteX21" fmla="*/ 35206 w 95988"/>
                      <a:gd name="connsiteY21" fmla="*/ 61137 h 110873"/>
                      <a:gd name="connsiteX22" fmla="*/ 25341 w 95988"/>
                      <a:gd name="connsiteY22" fmla="*/ 66808 h 110873"/>
                      <a:gd name="connsiteX23" fmla="*/ 15476 w 95988"/>
                      <a:gd name="connsiteY23" fmla="*/ 61137 h 110873"/>
                      <a:gd name="connsiteX24" fmla="*/ 15476 w 95988"/>
                      <a:gd name="connsiteY24" fmla="*/ 49737 h 110873"/>
                      <a:gd name="connsiteX25" fmla="*/ 25341 w 95988"/>
                      <a:gd name="connsiteY25" fmla="*/ 44066 h 110873"/>
                      <a:gd name="connsiteX26" fmla="*/ 35206 w 95988"/>
                      <a:gd name="connsiteY26" fmla="*/ 49737 h 110873"/>
                      <a:gd name="connsiteX27" fmla="*/ 35206 w 95988"/>
                      <a:gd name="connsiteY27" fmla="*/ 61137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5988" h="110873">
                        <a:moveTo>
                          <a:pt x="47965" y="0"/>
                        </a:moveTo>
                        <a:lnTo>
                          <a:pt x="0" y="27763"/>
                        </a:lnTo>
                        <a:lnTo>
                          <a:pt x="0" y="83170"/>
                        </a:lnTo>
                        <a:lnTo>
                          <a:pt x="47965" y="110874"/>
                        </a:lnTo>
                        <a:lnTo>
                          <a:pt x="95988" y="83170"/>
                        </a:lnTo>
                        <a:lnTo>
                          <a:pt x="95988" y="27763"/>
                        </a:lnTo>
                        <a:lnTo>
                          <a:pt x="47965" y="0"/>
                        </a:lnTo>
                        <a:close/>
                        <a:moveTo>
                          <a:pt x="70707" y="46074"/>
                        </a:moveTo>
                        <a:lnTo>
                          <a:pt x="60842" y="40404"/>
                        </a:lnTo>
                        <a:lnTo>
                          <a:pt x="60842" y="29003"/>
                        </a:lnTo>
                        <a:lnTo>
                          <a:pt x="70707" y="23332"/>
                        </a:lnTo>
                        <a:lnTo>
                          <a:pt x="80571" y="29003"/>
                        </a:lnTo>
                        <a:lnTo>
                          <a:pt x="80571" y="40404"/>
                        </a:lnTo>
                        <a:lnTo>
                          <a:pt x="70707" y="46074"/>
                        </a:lnTo>
                        <a:close/>
                        <a:moveTo>
                          <a:pt x="47965" y="77086"/>
                        </a:moveTo>
                        <a:lnTo>
                          <a:pt x="57829" y="71415"/>
                        </a:lnTo>
                        <a:lnTo>
                          <a:pt x="67694" y="77086"/>
                        </a:lnTo>
                        <a:lnTo>
                          <a:pt x="67694" y="88427"/>
                        </a:lnTo>
                        <a:lnTo>
                          <a:pt x="57829" y="94098"/>
                        </a:lnTo>
                        <a:lnTo>
                          <a:pt x="47965" y="88427"/>
                        </a:lnTo>
                        <a:lnTo>
                          <a:pt x="47965" y="77086"/>
                        </a:lnTo>
                        <a:close/>
                        <a:moveTo>
                          <a:pt x="35206" y="61137"/>
                        </a:moveTo>
                        <a:lnTo>
                          <a:pt x="25341" y="66808"/>
                        </a:lnTo>
                        <a:lnTo>
                          <a:pt x="15476" y="61137"/>
                        </a:lnTo>
                        <a:lnTo>
                          <a:pt x="15476" y="49737"/>
                        </a:lnTo>
                        <a:lnTo>
                          <a:pt x="25341" y="44066"/>
                        </a:lnTo>
                        <a:lnTo>
                          <a:pt x="35206" y="49737"/>
                        </a:lnTo>
                        <a:lnTo>
                          <a:pt x="35206" y="6113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14" name="Freeform: Shape 613">
                    <a:extLst>
                      <a:ext uri="{FF2B5EF4-FFF2-40B4-BE49-F238E27FC236}">
                        <a16:creationId xmlns:a16="http://schemas.microsoft.com/office/drawing/2014/main" id="{369B680C-A433-A2BD-AD8F-B2896118740C}"/>
                      </a:ext>
                    </a:extLst>
                  </p:cNvPr>
                  <p:cNvSpPr/>
                  <p:nvPr/>
                </p:nvSpPr>
                <p:spPr>
                  <a:xfrm>
                    <a:off x="775172" y="2900974"/>
                    <a:ext cx="95988" cy="110874"/>
                  </a:xfrm>
                  <a:custGeom>
                    <a:avLst/>
                    <a:gdLst>
                      <a:gd name="connsiteX0" fmla="*/ 95988 w 95988"/>
                      <a:gd name="connsiteY0" fmla="*/ 27704 h 110874"/>
                      <a:gd name="connsiteX1" fmla="*/ 47965 w 95988"/>
                      <a:gd name="connsiteY1" fmla="*/ 0 h 110874"/>
                      <a:gd name="connsiteX2" fmla="*/ 0 w 95988"/>
                      <a:gd name="connsiteY2" fmla="*/ 27704 h 110874"/>
                      <a:gd name="connsiteX3" fmla="*/ 0 w 95988"/>
                      <a:gd name="connsiteY3" fmla="*/ 83111 h 110874"/>
                      <a:gd name="connsiteX4" fmla="*/ 47965 w 95988"/>
                      <a:gd name="connsiteY4" fmla="*/ 110874 h 110874"/>
                      <a:gd name="connsiteX5" fmla="*/ 95988 w 95988"/>
                      <a:gd name="connsiteY5" fmla="*/ 83111 h 110874"/>
                      <a:gd name="connsiteX6" fmla="*/ 95988 w 95988"/>
                      <a:gd name="connsiteY6" fmla="*/ 27704 h 110874"/>
                      <a:gd name="connsiteX7" fmla="*/ 65390 w 95988"/>
                      <a:gd name="connsiteY7" fmla="*/ 45307 h 110874"/>
                      <a:gd name="connsiteX8" fmla="*/ 65390 w 95988"/>
                      <a:gd name="connsiteY8" fmla="*/ 65449 h 110874"/>
                      <a:gd name="connsiteX9" fmla="*/ 48024 w 95988"/>
                      <a:gd name="connsiteY9" fmla="*/ 75491 h 110874"/>
                      <a:gd name="connsiteX10" fmla="*/ 30598 w 95988"/>
                      <a:gd name="connsiteY10" fmla="*/ 65449 h 110874"/>
                      <a:gd name="connsiteX11" fmla="*/ 30598 w 95988"/>
                      <a:gd name="connsiteY11" fmla="*/ 45307 h 110874"/>
                      <a:gd name="connsiteX12" fmla="*/ 48024 w 95988"/>
                      <a:gd name="connsiteY12" fmla="*/ 35265 h 110874"/>
                      <a:gd name="connsiteX13" fmla="*/ 65390 w 95988"/>
                      <a:gd name="connsiteY13" fmla="*/ 45307 h 11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88" h="110874">
                        <a:moveTo>
                          <a:pt x="95988" y="27704"/>
                        </a:moveTo>
                        <a:lnTo>
                          <a:pt x="47965" y="0"/>
                        </a:lnTo>
                        <a:lnTo>
                          <a:pt x="0" y="27704"/>
                        </a:lnTo>
                        <a:lnTo>
                          <a:pt x="0" y="83111"/>
                        </a:lnTo>
                        <a:lnTo>
                          <a:pt x="47965" y="110874"/>
                        </a:lnTo>
                        <a:lnTo>
                          <a:pt x="95988" y="83111"/>
                        </a:lnTo>
                        <a:lnTo>
                          <a:pt x="95988" y="27704"/>
                        </a:lnTo>
                        <a:close/>
                        <a:moveTo>
                          <a:pt x="65390" y="45307"/>
                        </a:moveTo>
                        <a:lnTo>
                          <a:pt x="65390" y="65449"/>
                        </a:lnTo>
                        <a:lnTo>
                          <a:pt x="48024" y="75491"/>
                        </a:lnTo>
                        <a:lnTo>
                          <a:pt x="30598" y="65449"/>
                        </a:lnTo>
                        <a:lnTo>
                          <a:pt x="30598" y="45307"/>
                        </a:lnTo>
                        <a:lnTo>
                          <a:pt x="48024" y="35265"/>
                        </a:lnTo>
                        <a:lnTo>
                          <a:pt x="65390" y="453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615" name="Freeform: Shape 614">
                    <a:extLst>
                      <a:ext uri="{FF2B5EF4-FFF2-40B4-BE49-F238E27FC236}">
                        <a16:creationId xmlns:a16="http://schemas.microsoft.com/office/drawing/2014/main" id="{0D1DAA4C-4E99-7155-93C5-B12B25A8F5CE}"/>
                      </a:ext>
                    </a:extLst>
                  </p:cNvPr>
                  <p:cNvSpPr/>
                  <p:nvPr/>
                </p:nvSpPr>
                <p:spPr>
                  <a:xfrm>
                    <a:off x="457259" y="2900974"/>
                    <a:ext cx="95929" cy="110814"/>
                  </a:xfrm>
                  <a:custGeom>
                    <a:avLst/>
                    <a:gdLst>
                      <a:gd name="connsiteX0" fmla="*/ 47965 w 95929"/>
                      <a:gd name="connsiteY0" fmla="*/ 110815 h 110814"/>
                      <a:gd name="connsiteX1" fmla="*/ 95929 w 95929"/>
                      <a:gd name="connsiteY1" fmla="*/ 83052 h 110814"/>
                      <a:gd name="connsiteX2" fmla="*/ 95929 w 95929"/>
                      <a:gd name="connsiteY2" fmla="*/ 27704 h 110814"/>
                      <a:gd name="connsiteX3" fmla="*/ 47965 w 95929"/>
                      <a:gd name="connsiteY3" fmla="*/ 0 h 110814"/>
                      <a:gd name="connsiteX4" fmla="*/ 0 w 95929"/>
                      <a:gd name="connsiteY4" fmla="*/ 27704 h 110814"/>
                      <a:gd name="connsiteX5" fmla="*/ 0 w 95929"/>
                      <a:gd name="connsiteY5" fmla="*/ 83052 h 110814"/>
                      <a:gd name="connsiteX6" fmla="*/ 47965 w 95929"/>
                      <a:gd name="connsiteY6" fmla="*/ 110815 h 110814"/>
                      <a:gd name="connsiteX7" fmla="*/ 61373 w 95929"/>
                      <a:gd name="connsiteY7" fmla="*/ 78681 h 110814"/>
                      <a:gd name="connsiteX8" fmla="*/ 34497 w 95929"/>
                      <a:gd name="connsiteY8" fmla="*/ 78681 h 110814"/>
                      <a:gd name="connsiteX9" fmla="*/ 21029 w 95929"/>
                      <a:gd name="connsiteY9" fmla="*/ 55349 h 110814"/>
                      <a:gd name="connsiteX10" fmla="*/ 34497 w 95929"/>
                      <a:gd name="connsiteY10" fmla="*/ 32016 h 110814"/>
                      <a:gd name="connsiteX11" fmla="*/ 61373 w 95929"/>
                      <a:gd name="connsiteY11" fmla="*/ 32016 h 110814"/>
                      <a:gd name="connsiteX12" fmla="*/ 74841 w 95929"/>
                      <a:gd name="connsiteY12" fmla="*/ 55349 h 110814"/>
                      <a:gd name="connsiteX13" fmla="*/ 61373 w 95929"/>
                      <a:gd name="connsiteY13" fmla="*/ 78681 h 110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29" h="110814">
                        <a:moveTo>
                          <a:pt x="47965" y="110815"/>
                        </a:moveTo>
                        <a:lnTo>
                          <a:pt x="95929" y="83052"/>
                        </a:lnTo>
                        <a:lnTo>
                          <a:pt x="95929" y="27704"/>
                        </a:lnTo>
                        <a:lnTo>
                          <a:pt x="47965" y="0"/>
                        </a:lnTo>
                        <a:lnTo>
                          <a:pt x="0" y="27704"/>
                        </a:lnTo>
                        <a:lnTo>
                          <a:pt x="0" y="83052"/>
                        </a:lnTo>
                        <a:lnTo>
                          <a:pt x="47965" y="110815"/>
                        </a:lnTo>
                        <a:close/>
                        <a:moveTo>
                          <a:pt x="61373" y="78681"/>
                        </a:moveTo>
                        <a:lnTo>
                          <a:pt x="34497" y="78681"/>
                        </a:lnTo>
                        <a:lnTo>
                          <a:pt x="21029" y="55349"/>
                        </a:lnTo>
                        <a:lnTo>
                          <a:pt x="34497" y="32016"/>
                        </a:lnTo>
                        <a:lnTo>
                          <a:pt x="61373" y="32016"/>
                        </a:lnTo>
                        <a:lnTo>
                          <a:pt x="74841" y="55349"/>
                        </a:lnTo>
                        <a:lnTo>
                          <a:pt x="61373" y="7868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561" name="Graphic 4773">
                <a:extLst>
                  <a:ext uri="{FF2B5EF4-FFF2-40B4-BE49-F238E27FC236}">
                    <a16:creationId xmlns:a16="http://schemas.microsoft.com/office/drawing/2014/main" id="{A99A882F-7441-1A8C-375F-ABD08683D547}"/>
                  </a:ext>
                </a:extLst>
              </p:cNvPr>
              <p:cNvGrpSpPr/>
              <p:nvPr/>
            </p:nvGrpSpPr>
            <p:grpSpPr>
              <a:xfrm>
                <a:off x="3924418" y="4634731"/>
                <a:ext cx="680365" cy="187664"/>
                <a:chOff x="3924418" y="4634731"/>
                <a:chExt cx="680365" cy="187664"/>
              </a:xfrm>
              <a:grpFill/>
            </p:grpSpPr>
            <p:sp>
              <p:nvSpPr>
                <p:cNvPr id="562" name="Freeform: Shape 561">
                  <a:extLst>
                    <a:ext uri="{FF2B5EF4-FFF2-40B4-BE49-F238E27FC236}">
                      <a16:creationId xmlns:a16="http://schemas.microsoft.com/office/drawing/2014/main" id="{19EC47AB-0804-0A58-1850-1DD4B11BE741}"/>
                    </a:ext>
                  </a:extLst>
                </p:cNvPr>
                <p:cNvSpPr/>
                <p:nvPr/>
              </p:nvSpPr>
              <p:spPr>
                <a:xfrm>
                  <a:off x="3924418" y="4634731"/>
                  <a:ext cx="680365" cy="187664"/>
                </a:xfrm>
                <a:custGeom>
                  <a:avLst/>
                  <a:gdLst>
                    <a:gd name="connsiteX0" fmla="*/ 89491 w 680365"/>
                    <a:gd name="connsiteY0" fmla="*/ 122452 h 187664"/>
                    <a:gd name="connsiteX1" fmla="*/ 497545 w 680365"/>
                    <a:gd name="connsiteY1" fmla="*/ 122452 h 187664"/>
                    <a:gd name="connsiteX2" fmla="*/ 586445 w 680365"/>
                    <a:gd name="connsiteY2" fmla="*/ 187665 h 187664"/>
                    <a:gd name="connsiteX3" fmla="*/ 680366 w 680365"/>
                    <a:gd name="connsiteY3" fmla="*/ 93862 h 187664"/>
                    <a:gd name="connsiteX4" fmla="*/ 586445 w 680365"/>
                    <a:gd name="connsiteY4" fmla="*/ 0 h 187664"/>
                    <a:gd name="connsiteX5" fmla="*/ 497308 w 680365"/>
                    <a:gd name="connsiteY5" fmla="*/ 66099 h 187664"/>
                    <a:gd name="connsiteX6" fmla="*/ 89491 w 680365"/>
                    <a:gd name="connsiteY6" fmla="*/ 66099 h 187664"/>
                    <a:gd name="connsiteX7" fmla="*/ 89491 w 680365"/>
                    <a:gd name="connsiteY7" fmla="*/ 71711 h 187664"/>
                    <a:gd name="connsiteX8" fmla="*/ 495536 w 680365"/>
                    <a:gd name="connsiteY8" fmla="*/ 71711 h 187664"/>
                    <a:gd name="connsiteX9" fmla="*/ 492878 w 680365"/>
                    <a:gd name="connsiteY9" fmla="*/ 91085 h 187664"/>
                    <a:gd name="connsiteX10" fmla="*/ 0 w 680365"/>
                    <a:gd name="connsiteY10" fmla="*/ 91085 h 187664"/>
                    <a:gd name="connsiteX11" fmla="*/ 0 w 680365"/>
                    <a:gd name="connsiteY11" fmla="*/ 96638 h 187664"/>
                    <a:gd name="connsiteX12" fmla="*/ 492878 w 680365"/>
                    <a:gd name="connsiteY12" fmla="*/ 96638 h 187664"/>
                    <a:gd name="connsiteX13" fmla="*/ 495773 w 680365"/>
                    <a:gd name="connsiteY13" fmla="*/ 116899 h 187664"/>
                    <a:gd name="connsiteX14" fmla="*/ 89432 w 680365"/>
                    <a:gd name="connsiteY14" fmla="*/ 116840 h 187664"/>
                    <a:gd name="connsiteX15" fmla="*/ 89432 w 680365"/>
                    <a:gd name="connsiteY15" fmla="*/ 122452 h 187664"/>
                    <a:gd name="connsiteX16" fmla="*/ 586504 w 680365"/>
                    <a:gd name="connsiteY16" fmla="*/ 19729 h 187664"/>
                    <a:gd name="connsiteX17" fmla="*/ 660577 w 680365"/>
                    <a:gd name="connsiteY17" fmla="*/ 93803 h 187664"/>
                    <a:gd name="connsiteX18" fmla="*/ 586445 w 680365"/>
                    <a:gd name="connsiteY18" fmla="*/ 167876 h 187664"/>
                    <a:gd name="connsiteX19" fmla="*/ 512371 w 680365"/>
                    <a:gd name="connsiteY19" fmla="*/ 93803 h 187664"/>
                    <a:gd name="connsiteX20" fmla="*/ 586504 w 680365"/>
                    <a:gd name="connsiteY20" fmla="*/ 19729 h 187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80365" h="187664">
                      <a:moveTo>
                        <a:pt x="89491" y="122452"/>
                      </a:moveTo>
                      <a:lnTo>
                        <a:pt x="497545" y="122452"/>
                      </a:lnTo>
                      <a:cubicBezTo>
                        <a:pt x="509713" y="160197"/>
                        <a:pt x="544682" y="187665"/>
                        <a:pt x="586445" y="187665"/>
                      </a:cubicBezTo>
                      <a:cubicBezTo>
                        <a:pt x="638308" y="187665"/>
                        <a:pt x="680366" y="145666"/>
                        <a:pt x="680366" y="93862"/>
                      </a:cubicBezTo>
                      <a:cubicBezTo>
                        <a:pt x="680366" y="41999"/>
                        <a:pt x="638367" y="0"/>
                        <a:pt x="586445" y="0"/>
                      </a:cubicBezTo>
                      <a:cubicBezTo>
                        <a:pt x="544387" y="0"/>
                        <a:pt x="509181" y="27940"/>
                        <a:pt x="497308" y="66099"/>
                      </a:cubicBezTo>
                      <a:lnTo>
                        <a:pt x="89491" y="66099"/>
                      </a:lnTo>
                      <a:lnTo>
                        <a:pt x="89491" y="71711"/>
                      </a:lnTo>
                      <a:lnTo>
                        <a:pt x="495536" y="71711"/>
                      </a:lnTo>
                      <a:cubicBezTo>
                        <a:pt x="494060" y="77972"/>
                        <a:pt x="493114" y="84411"/>
                        <a:pt x="492878" y="91085"/>
                      </a:cubicBezTo>
                      <a:lnTo>
                        <a:pt x="0" y="91085"/>
                      </a:lnTo>
                      <a:lnTo>
                        <a:pt x="0" y="96638"/>
                      </a:lnTo>
                      <a:lnTo>
                        <a:pt x="492878" y="96638"/>
                      </a:lnTo>
                      <a:cubicBezTo>
                        <a:pt x="493056" y="103608"/>
                        <a:pt x="494119" y="110401"/>
                        <a:pt x="495773" y="116899"/>
                      </a:cubicBezTo>
                      <a:lnTo>
                        <a:pt x="89432" y="116840"/>
                      </a:lnTo>
                      <a:lnTo>
                        <a:pt x="89432" y="122452"/>
                      </a:lnTo>
                      <a:close/>
                      <a:moveTo>
                        <a:pt x="586504" y="19729"/>
                      </a:moveTo>
                      <a:cubicBezTo>
                        <a:pt x="627439" y="19729"/>
                        <a:pt x="660636" y="52927"/>
                        <a:pt x="660577" y="93803"/>
                      </a:cubicBezTo>
                      <a:cubicBezTo>
                        <a:pt x="660577" y="134738"/>
                        <a:pt x="627439" y="167876"/>
                        <a:pt x="586445" y="167876"/>
                      </a:cubicBezTo>
                      <a:cubicBezTo>
                        <a:pt x="545509" y="167876"/>
                        <a:pt x="512371" y="134679"/>
                        <a:pt x="512371" y="93803"/>
                      </a:cubicBezTo>
                      <a:cubicBezTo>
                        <a:pt x="512430" y="52868"/>
                        <a:pt x="545568" y="19729"/>
                        <a:pt x="586504" y="19729"/>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563" name="Freeform: Shape 562">
                  <a:extLst>
                    <a:ext uri="{FF2B5EF4-FFF2-40B4-BE49-F238E27FC236}">
                      <a16:creationId xmlns:a16="http://schemas.microsoft.com/office/drawing/2014/main" id="{984D9268-39F1-2215-160C-FB1D5814F64A}"/>
                    </a:ext>
                  </a:extLst>
                </p:cNvPr>
                <p:cNvSpPr/>
                <p:nvPr/>
              </p:nvSpPr>
              <p:spPr>
                <a:xfrm>
                  <a:off x="4453269" y="4670941"/>
                  <a:ext cx="115186" cy="115186"/>
                </a:xfrm>
                <a:custGeom>
                  <a:avLst/>
                  <a:gdLst>
                    <a:gd name="connsiteX0" fmla="*/ 57593 w 115186"/>
                    <a:gd name="connsiteY0" fmla="*/ 115186 h 115186"/>
                    <a:gd name="connsiteX1" fmla="*/ 115186 w 115186"/>
                    <a:gd name="connsiteY1" fmla="*/ 57593 h 115186"/>
                    <a:gd name="connsiteX2" fmla="*/ 57593 w 115186"/>
                    <a:gd name="connsiteY2" fmla="*/ 0 h 115186"/>
                    <a:gd name="connsiteX3" fmla="*/ 0 w 115186"/>
                    <a:gd name="connsiteY3" fmla="*/ 57593 h 115186"/>
                    <a:gd name="connsiteX4" fmla="*/ 57593 w 115186"/>
                    <a:gd name="connsiteY4" fmla="*/ 115186 h 115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86" h="115186">
                      <a:moveTo>
                        <a:pt x="57593" y="115186"/>
                      </a:moveTo>
                      <a:cubicBezTo>
                        <a:pt x="89490" y="115186"/>
                        <a:pt x="115186" y="89432"/>
                        <a:pt x="115186" y="57593"/>
                      </a:cubicBezTo>
                      <a:cubicBezTo>
                        <a:pt x="115186" y="25813"/>
                        <a:pt x="89490" y="0"/>
                        <a:pt x="57593" y="0"/>
                      </a:cubicBezTo>
                      <a:cubicBezTo>
                        <a:pt x="25813" y="0"/>
                        <a:pt x="0" y="25813"/>
                        <a:pt x="0" y="57593"/>
                      </a:cubicBezTo>
                      <a:cubicBezTo>
                        <a:pt x="59" y="89432"/>
                        <a:pt x="25813" y="115186"/>
                        <a:pt x="57593" y="11518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grpSp>
        <p:nvGrpSpPr>
          <p:cNvPr id="832" name="Group 831">
            <a:extLst>
              <a:ext uri="{FF2B5EF4-FFF2-40B4-BE49-F238E27FC236}">
                <a16:creationId xmlns:a16="http://schemas.microsoft.com/office/drawing/2014/main" id="{980FA6CB-4428-6DF9-6D54-E5FAB345621D}"/>
              </a:ext>
            </a:extLst>
          </p:cNvPr>
          <p:cNvGrpSpPr/>
          <p:nvPr userDrawn="1"/>
        </p:nvGrpSpPr>
        <p:grpSpPr>
          <a:xfrm>
            <a:off x="1572525" y="13321617"/>
            <a:ext cx="10232284" cy="1784004"/>
            <a:chOff x="824337" y="7216576"/>
            <a:chExt cx="10232284" cy="3636623"/>
          </a:xfrm>
        </p:grpSpPr>
        <p:grpSp>
          <p:nvGrpSpPr>
            <p:cNvPr id="833" name="Graphic 4773">
              <a:extLst>
                <a:ext uri="{FF2B5EF4-FFF2-40B4-BE49-F238E27FC236}">
                  <a16:creationId xmlns:a16="http://schemas.microsoft.com/office/drawing/2014/main" id="{B2A2E557-60B6-D1CD-9015-D0A5B754C044}"/>
                </a:ext>
              </a:extLst>
            </p:cNvPr>
            <p:cNvGrpSpPr/>
            <p:nvPr userDrawn="1"/>
          </p:nvGrpSpPr>
          <p:grpSpPr>
            <a:xfrm>
              <a:off x="824337" y="7216576"/>
              <a:ext cx="4296304" cy="3636623"/>
              <a:chOff x="8624" y="1576512"/>
              <a:chExt cx="5170376" cy="3982601"/>
            </a:xfrm>
            <a:solidFill>
              <a:schemeClr val="bg1">
                <a:lumMod val="95000"/>
                <a:alpha val="76000"/>
              </a:schemeClr>
            </a:solidFill>
          </p:grpSpPr>
          <p:grpSp>
            <p:nvGrpSpPr>
              <p:cNvPr id="971" name="Graphic 4773">
                <a:extLst>
                  <a:ext uri="{FF2B5EF4-FFF2-40B4-BE49-F238E27FC236}">
                    <a16:creationId xmlns:a16="http://schemas.microsoft.com/office/drawing/2014/main" id="{92211115-BF42-5B28-3F86-9CD7880063AA}"/>
                  </a:ext>
                </a:extLst>
              </p:cNvPr>
              <p:cNvGrpSpPr/>
              <p:nvPr/>
            </p:nvGrpSpPr>
            <p:grpSpPr>
              <a:xfrm>
                <a:off x="8624" y="1576512"/>
                <a:ext cx="5170376" cy="3982601"/>
                <a:chOff x="8624" y="1576512"/>
                <a:chExt cx="5170376" cy="3982601"/>
              </a:xfrm>
              <a:grpFill/>
            </p:grpSpPr>
            <p:sp>
              <p:nvSpPr>
                <p:cNvPr id="975" name="Freeform: Shape 974">
                  <a:extLst>
                    <a:ext uri="{FF2B5EF4-FFF2-40B4-BE49-F238E27FC236}">
                      <a16:creationId xmlns:a16="http://schemas.microsoft.com/office/drawing/2014/main" id="{041D92EF-EEF2-FD99-1D17-7A17B88952E0}"/>
                    </a:ext>
                  </a:extLst>
                </p:cNvPr>
                <p:cNvSpPr/>
                <p:nvPr/>
              </p:nvSpPr>
              <p:spPr>
                <a:xfrm>
                  <a:off x="1467647" y="2244945"/>
                  <a:ext cx="3526878" cy="437352"/>
                </a:xfrm>
                <a:custGeom>
                  <a:avLst/>
                  <a:gdLst>
                    <a:gd name="connsiteX0" fmla="*/ 2146182 w 3526878"/>
                    <a:gd name="connsiteY0" fmla="*/ 5907 h 437352"/>
                    <a:gd name="connsiteX1" fmla="*/ 1085407 w 3526878"/>
                    <a:gd name="connsiteY1" fmla="*/ 5907 h 437352"/>
                    <a:gd name="connsiteX2" fmla="*/ 967267 w 3526878"/>
                    <a:gd name="connsiteY2" fmla="*/ 124047 h 437352"/>
                    <a:gd name="connsiteX3" fmla="*/ 41467 w 3526878"/>
                    <a:gd name="connsiteY3" fmla="*/ 124047 h 437352"/>
                    <a:gd name="connsiteX4" fmla="*/ 20911 w 3526878"/>
                    <a:gd name="connsiteY4" fmla="*/ 142004 h 437352"/>
                    <a:gd name="connsiteX5" fmla="*/ 0 w 3526878"/>
                    <a:gd name="connsiteY5" fmla="*/ 121093 h 437352"/>
                    <a:gd name="connsiteX6" fmla="*/ 20911 w 3526878"/>
                    <a:gd name="connsiteY6" fmla="*/ 100182 h 437352"/>
                    <a:gd name="connsiteX7" fmla="*/ 41467 w 3526878"/>
                    <a:gd name="connsiteY7" fmla="*/ 118140 h 437352"/>
                    <a:gd name="connsiteX8" fmla="*/ 964787 w 3526878"/>
                    <a:gd name="connsiteY8" fmla="*/ 118140 h 437352"/>
                    <a:gd name="connsiteX9" fmla="*/ 1082926 w 3526878"/>
                    <a:gd name="connsiteY9" fmla="*/ 0 h 437352"/>
                    <a:gd name="connsiteX10" fmla="*/ 2148604 w 3526878"/>
                    <a:gd name="connsiteY10" fmla="*/ 0 h 437352"/>
                    <a:gd name="connsiteX11" fmla="*/ 2562092 w 3526878"/>
                    <a:gd name="connsiteY11" fmla="*/ 413488 h 437352"/>
                    <a:gd name="connsiteX12" fmla="*/ 3485412 w 3526878"/>
                    <a:gd name="connsiteY12" fmla="*/ 413488 h 437352"/>
                    <a:gd name="connsiteX13" fmla="*/ 3505968 w 3526878"/>
                    <a:gd name="connsiteY13" fmla="*/ 395531 h 437352"/>
                    <a:gd name="connsiteX14" fmla="*/ 3526879 w 3526878"/>
                    <a:gd name="connsiteY14" fmla="*/ 416442 h 437352"/>
                    <a:gd name="connsiteX15" fmla="*/ 3505968 w 3526878"/>
                    <a:gd name="connsiteY15" fmla="*/ 437353 h 437352"/>
                    <a:gd name="connsiteX16" fmla="*/ 3485412 w 3526878"/>
                    <a:gd name="connsiteY16" fmla="*/ 419395 h 437352"/>
                    <a:gd name="connsiteX17" fmla="*/ 2559670 w 3526878"/>
                    <a:gd name="connsiteY17" fmla="*/ 419395 h 437352"/>
                    <a:gd name="connsiteX18" fmla="*/ 2146182 w 3526878"/>
                    <a:gd name="connsiteY18" fmla="*/ 5907 h 437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526878" h="437352">
                      <a:moveTo>
                        <a:pt x="2146182" y="5907"/>
                      </a:moveTo>
                      <a:lnTo>
                        <a:pt x="1085407" y="5907"/>
                      </a:lnTo>
                      <a:lnTo>
                        <a:pt x="967267" y="124047"/>
                      </a:lnTo>
                      <a:lnTo>
                        <a:pt x="41467" y="124047"/>
                      </a:lnTo>
                      <a:cubicBezTo>
                        <a:pt x="40049" y="134148"/>
                        <a:pt x="31425" y="142004"/>
                        <a:pt x="20911" y="142004"/>
                      </a:cubicBezTo>
                      <a:cubicBezTo>
                        <a:pt x="9392" y="142004"/>
                        <a:pt x="0" y="132671"/>
                        <a:pt x="0" y="121093"/>
                      </a:cubicBezTo>
                      <a:cubicBezTo>
                        <a:pt x="0" y="109515"/>
                        <a:pt x="9333" y="100182"/>
                        <a:pt x="20911" y="100182"/>
                      </a:cubicBezTo>
                      <a:cubicBezTo>
                        <a:pt x="31425" y="100182"/>
                        <a:pt x="40049" y="107980"/>
                        <a:pt x="41467" y="118140"/>
                      </a:cubicBezTo>
                      <a:lnTo>
                        <a:pt x="964787" y="118140"/>
                      </a:lnTo>
                      <a:lnTo>
                        <a:pt x="1082926" y="0"/>
                      </a:lnTo>
                      <a:lnTo>
                        <a:pt x="2148604" y="0"/>
                      </a:lnTo>
                      <a:lnTo>
                        <a:pt x="2562092" y="413488"/>
                      </a:lnTo>
                      <a:lnTo>
                        <a:pt x="3485412" y="413488"/>
                      </a:lnTo>
                      <a:cubicBezTo>
                        <a:pt x="3486829" y="403388"/>
                        <a:pt x="3495454" y="395531"/>
                        <a:pt x="3505968" y="395531"/>
                      </a:cubicBezTo>
                      <a:cubicBezTo>
                        <a:pt x="3517487" y="395531"/>
                        <a:pt x="3526879" y="404864"/>
                        <a:pt x="3526879" y="416442"/>
                      </a:cubicBezTo>
                      <a:cubicBezTo>
                        <a:pt x="3526879" y="427961"/>
                        <a:pt x="3517546" y="437353"/>
                        <a:pt x="3505968" y="437353"/>
                      </a:cubicBezTo>
                      <a:cubicBezTo>
                        <a:pt x="3495454" y="437353"/>
                        <a:pt x="3486829" y="429555"/>
                        <a:pt x="3485412" y="419395"/>
                      </a:cubicBezTo>
                      <a:lnTo>
                        <a:pt x="2559670" y="419395"/>
                      </a:lnTo>
                      <a:lnTo>
                        <a:pt x="2146182"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76" name="Freeform: Shape 975">
                  <a:extLst>
                    <a:ext uri="{FF2B5EF4-FFF2-40B4-BE49-F238E27FC236}">
                      <a16:creationId xmlns:a16="http://schemas.microsoft.com/office/drawing/2014/main" id="{9564BC72-00D2-9D1E-22A3-E2BAD985DD2A}"/>
                    </a:ext>
                  </a:extLst>
                </p:cNvPr>
                <p:cNvSpPr/>
                <p:nvPr/>
              </p:nvSpPr>
              <p:spPr>
                <a:xfrm>
                  <a:off x="1762996" y="3880942"/>
                  <a:ext cx="2640891" cy="1678172"/>
                </a:xfrm>
                <a:custGeom>
                  <a:avLst/>
                  <a:gdLst>
                    <a:gd name="connsiteX0" fmla="*/ 0 w 2640891"/>
                    <a:gd name="connsiteY0" fmla="*/ 670678 h 1678172"/>
                    <a:gd name="connsiteX1" fmla="*/ 20911 w 2640891"/>
                    <a:gd name="connsiteY1" fmla="*/ 691589 h 1678172"/>
                    <a:gd name="connsiteX2" fmla="*/ 41467 w 2640891"/>
                    <a:gd name="connsiteY2" fmla="*/ 673632 h 1678172"/>
                    <a:gd name="connsiteX3" fmla="*/ 1260136 w 2640891"/>
                    <a:gd name="connsiteY3" fmla="*/ 673632 h 1678172"/>
                    <a:gd name="connsiteX4" fmla="*/ 1857921 w 2640891"/>
                    <a:gd name="connsiteY4" fmla="*/ 1271418 h 1678172"/>
                    <a:gd name="connsiteX5" fmla="*/ 1789696 w 2640891"/>
                    <a:gd name="connsiteY5" fmla="*/ 1438585 h 1678172"/>
                    <a:gd name="connsiteX6" fmla="*/ 2029283 w 2640891"/>
                    <a:gd name="connsiteY6" fmla="*/ 1678172 h 1678172"/>
                    <a:gd name="connsiteX7" fmla="*/ 2268870 w 2640891"/>
                    <a:gd name="connsiteY7" fmla="*/ 1438585 h 1678172"/>
                    <a:gd name="connsiteX8" fmla="*/ 2032236 w 2640891"/>
                    <a:gd name="connsiteY8" fmla="*/ 1199116 h 1678172"/>
                    <a:gd name="connsiteX9" fmla="*/ 2032236 w 2640891"/>
                    <a:gd name="connsiteY9" fmla="*/ 23864 h 1678172"/>
                    <a:gd name="connsiteX10" fmla="*/ 2599424 w 2640891"/>
                    <a:gd name="connsiteY10" fmla="*/ 23864 h 1678172"/>
                    <a:gd name="connsiteX11" fmla="*/ 2619981 w 2640891"/>
                    <a:gd name="connsiteY11" fmla="*/ 41822 h 1678172"/>
                    <a:gd name="connsiteX12" fmla="*/ 2640891 w 2640891"/>
                    <a:gd name="connsiteY12" fmla="*/ 20911 h 1678172"/>
                    <a:gd name="connsiteX13" fmla="*/ 2619981 w 2640891"/>
                    <a:gd name="connsiteY13" fmla="*/ 0 h 1678172"/>
                    <a:gd name="connsiteX14" fmla="*/ 2599424 w 2640891"/>
                    <a:gd name="connsiteY14" fmla="*/ 17957 h 1678172"/>
                    <a:gd name="connsiteX15" fmla="*/ 2026329 w 2640891"/>
                    <a:gd name="connsiteY15" fmla="*/ 17957 h 1678172"/>
                    <a:gd name="connsiteX16" fmla="*/ 2026329 w 2640891"/>
                    <a:gd name="connsiteY16" fmla="*/ 1199116 h 1678172"/>
                    <a:gd name="connsiteX17" fmla="*/ 1862116 w 2640891"/>
                    <a:gd name="connsiteY17" fmla="*/ 1267283 h 1678172"/>
                    <a:gd name="connsiteX18" fmla="*/ 1262617 w 2640891"/>
                    <a:gd name="connsiteY18" fmla="*/ 667725 h 1678172"/>
                    <a:gd name="connsiteX19" fmla="*/ 41467 w 2640891"/>
                    <a:gd name="connsiteY19" fmla="*/ 667725 h 1678172"/>
                    <a:gd name="connsiteX20" fmla="*/ 20911 w 2640891"/>
                    <a:gd name="connsiteY20" fmla="*/ 649768 h 1678172"/>
                    <a:gd name="connsiteX21" fmla="*/ 0 w 2640891"/>
                    <a:gd name="connsiteY21" fmla="*/ 670678 h 1678172"/>
                    <a:gd name="connsiteX22" fmla="*/ 2026329 w 2640891"/>
                    <a:gd name="connsiteY22" fmla="*/ 1379456 h 1678172"/>
                    <a:gd name="connsiteX23" fmla="*/ 1989529 w 2640891"/>
                    <a:gd name="connsiteY23" fmla="*/ 1394696 h 1678172"/>
                    <a:gd name="connsiteX24" fmla="*/ 1866250 w 2640891"/>
                    <a:gd name="connsiteY24" fmla="*/ 1271418 h 1678172"/>
                    <a:gd name="connsiteX25" fmla="*/ 2026329 w 2640891"/>
                    <a:gd name="connsiteY25" fmla="*/ 1205023 h 1678172"/>
                    <a:gd name="connsiteX26" fmla="*/ 2026329 w 2640891"/>
                    <a:gd name="connsiteY26" fmla="*/ 1379456 h 1678172"/>
                    <a:gd name="connsiteX27" fmla="*/ 1862116 w 2640891"/>
                    <a:gd name="connsiteY27" fmla="*/ 1275612 h 1678172"/>
                    <a:gd name="connsiteX28" fmla="*/ 1985394 w 2640891"/>
                    <a:gd name="connsiteY28" fmla="*/ 1398890 h 1678172"/>
                    <a:gd name="connsiteX29" fmla="*/ 1970036 w 2640891"/>
                    <a:gd name="connsiteY29" fmla="*/ 1438644 h 1678172"/>
                    <a:gd name="connsiteX30" fmla="*/ 2029283 w 2640891"/>
                    <a:gd name="connsiteY30" fmla="*/ 1497891 h 1678172"/>
                    <a:gd name="connsiteX31" fmla="*/ 2088530 w 2640891"/>
                    <a:gd name="connsiteY31" fmla="*/ 1438644 h 1678172"/>
                    <a:gd name="connsiteX32" fmla="*/ 2032236 w 2640891"/>
                    <a:gd name="connsiteY32" fmla="*/ 1379515 h 1678172"/>
                    <a:gd name="connsiteX33" fmla="*/ 2032236 w 2640891"/>
                    <a:gd name="connsiteY33" fmla="*/ 1205023 h 1678172"/>
                    <a:gd name="connsiteX34" fmla="*/ 2262963 w 2640891"/>
                    <a:gd name="connsiteY34" fmla="*/ 1438585 h 1678172"/>
                    <a:gd name="connsiteX35" fmla="*/ 2029283 w 2640891"/>
                    <a:gd name="connsiteY35" fmla="*/ 1672265 h 1678172"/>
                    <a:gd name="connsiteX36" fmla="*/ 1795603 w 2640891"/>
                    <a:gd name="connsiteY36" fmla="*/ 1438585 h 1678172"/>
                    <a:gd name="connsiteX37" fmla="*/ 1862116 w 2640891"/>
                    <a:gd name="connsiteY37" fmla="*/ 1275612 h 16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640891" h="1678172">
                      <a:moveTo>
                        <a:pt x="0" y="670678"/>
                      </a:moveTo>
                      <a:cubicBezTo>
                        <a:pt x="0" y="682197"/>
                        <a:pt x="9333" y="691589"/>
                        <a:pt x="20911" y="691589"/>
                      </a:cubicBezTo>
                      <a:cubicBezTo>
                        <a:pt x="31425" y="691589"/>
                        <a:pt x="40049" y="683792"/>
                        <a:pt x="41467" y="673632"/>
                      </a:cubicBezTo>
                      <a:lnTo>
                        <a:pt x="1260136" y="673632"/>
                      </a:lnTo>
                      <a:lnTo>
                        <a:pt x="1857921" y="1271418"/>
                      </a:lnTo>
                      <a:cubicBezTo>
                        <a:pt x="1815746" y="1314598"/>
                        <a:pt x="1789696" y="1373608"/>
                        <a:pt x="1789696" y="1438585"/>
                      </a:cubicBezTo>
                      <a:cubicBezTo>
                        <a:pt x="1789696" y="1570665"/>
                        <a:pt x="1897144" y="1678172"/>
                        <a:pt x="2029283" y="1678172"/>
                      </a:cubicBezTo>
                      <a:cubicBezTo>
                        <a:pt x="2161363" y="1678172"/>
                        <a:pt x="2268870" y="1570724"/>
                        <a:pt x="2268870" y="1438585"/>
                      </a:cubicBezTo>
                      <a:cubicBezTo>
                        <a:pt x="2268870" y="1307450"/>
                        <a:pt x="2163017" y="1200711"/>
                        <a:pt x="2032236" y="1199116"/>
                      </a:cubicBezTo>
                      <a:lnTo>
                        <a:pt x="2032236" y="23864"/>
                      </a:lnTo>
                      <a:lnTo>
                        <a:pt x="2599424" y="23864"/>
                      </a:lnTo>
                      <a:cubicBezTo>
                        <a:pt x="2600842" y="33965"/>
                        <a:pt x="2609466" y="41822"/>
                        <a:pt x="2619981" y="41822"/>
                      </a:cubicBezTo>
                      <a:cubicBezTo>
                        <a:pt x="2631499" y="41822"/>
                        <a:pt x="2640891" y="32488"/>
                        <a:pt x="2640891" y="20911"/>
                      </a:cubicBezTo>
                      <a:cubicBezTo>
                        <a:pt x="2640891" y="9392"/>
                        <a:pt x="2631558" y="0"/>
                        <a:pt x="2619981" y="0"/>
                      </a:cubicBezTo>
                      <a:cubicBezTo>
                        <a:pt x="2609466" y="0"/>
                        <a:pt x="2600842" y="7797"/>
                        <a:pt x="2599424" y="17957"/>
                      </a:cubicBezTo>
                      <a:lnTo>
                        <a:pt x="2026329" y="17957"/>
                      </a:lnTo>
                      <a:lnTo>
                        <a:pt x="2026329" y="1199116"/>
                      </a:lnTo>
                      <a:cubicBezTo>
                        <a:pt x="1962534" y="1199884"/>
                        <a:pt x="1904646" y="1225757"/>
                        <a:pt x="1862116" y="1267283"/>
                      </a:cubicBezTo>
                      <a:lnTo>
                        <a:pt x="1262617" y="667725"/>
                      </a:lnTo>
                      <a:lnTo>
                        <a:pt x="41467" y="667725"/>
                      </a:lnTo>
                      <a:cubicBezTo>
                        <a:pt x="40049" y="657624"/>
                        <a:pt x="31425" y="649768"/>
                        <a:pt x="20911" y="649768"/>
                      </a:cubicBezTo>
                      <a:cubicBezTo>
                        <a:pt x="9333" y="649827"/>
                        <a:pt x="0" y="659159"/>
                        <a:pt x="0" y="670678"/>
                      </a:cubicBezTo>
                      <a:close/>
                      <a:moveTo>
                        <a:pt x="2026329" y="1379456"/>
                      </a:moveTo>
                      <a:cubicBezTo>
                        <a:pt x="2012212" y="1380165"/>
                        <a:pt x="1999394" y="1385777"/>
                        <a:pt x="1989529" y="1394696"/>
                      </a:cubicBezTo>
                      <a:lnTo>
                        <a:pt x="1866250" y="1271418"/>
                      </a:lnTo>
                      <a:cubicBezTo>
                        <a:pt x="1907717" y="1230955"/>
                        <a:pt x="1964129" y="1205791"/>
                        <a:pt x="2026329" y="1205023"/>
                      </a:cubicBezTo>
                      <a:lnTo>
                        <a:pt x="2026329" y="1379456"/>
                      </a:lnTo>
                      <a:close/>
                      <a:moveTo>
                        <a:pt x="1862116" y="1275612"/>
                      </a:moveTo>
                      <a:lnTo>
                        <a:pt x="1985394" y="1398890"/>
                      </a:lnTo>
                      <a:cubicBezTo>
                        <a:pt x="1975884" y="1409405"/>
                        <a:pt x="1970036" y="1423286"/>
                        <a:pt x="1970036" y="1438644"/>
                      </a:cubicBezTo>
                      <a:cubicBezTo>
                        <a:pt x="1970036" y="1471369"/>
                        <a:pt x="1996558" y="1497891"/>
                        <a:pt x="2029283" y="1497891"/>
                      </a:cubicBezTo>
                      <a:cubicBezTo>
                        <a:pt x="2062007" y="1497891"/>
                        <a:pt x="2088530" y="1471369"/>
                        <a:pt x="2088530" y="1438644"/>
                      </a:cubicBezTo>
                      <a:cubicBezTo>
                        <a:pt x="2088530" y="1406865"/>
                        <a:pt x="2063602" y="1381051"/>
                        <a:pt x="2032236" y="1379515"/>
                      </a:cubicBezTo>
                      <a:lnTo>
                        <a:pt x="2032236" y="1205023"/>
                      </a:lnTo>
                      <a:cubicBezTo>
                        <a:pt x="2159709" y="1206618"/>
                        <a:pt x="2262963" y="1310758"/>
                        <a:pt x="2262963" y="1438585"/>
                      </a:cubicBezTo>
                      <a:cubicBezTo>
                        <a:pt x="2262963" y="1567416"/>
                        <a:pt x="2158114" y="1672265"/>
                        <a:pt x="2029283" y="1672265"/>
                      </a:cubicBezTo>
                      <a:cubicBezTo>
                        <a:pt x="1900452" y="1672265"/>
                        <a:pt x="1795603" y="1567416"/>
                        <a:pt x="1795603" y="1438585"/>
                      </a:cubicBezTo>
                      <a:cubicBezTo>
                        <a:pt x="1795603" y="1375262"/>
                        <a:pt x="1821003" y="1317729"/>
                        <a:pt x="1862116" y="1275612"/>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77" name="Freeform: Shape 976">
                  <a:extLst>
                    <a:ext uri="{FF2B5EF4-FFF2-40B4-BE49-F238E27FC236}">
                      <a16:creationId xmlns:a16="http://schemas.microsoft.com/office/drawing/2014/main" id="{4A369380-0987-4A0D-E29F-F7D8E02D7290}"/>
                    </a:ext>
                  </a:extLst>
                </p:cNvPr>
                <p:cNvSpPr/>
                <p:nvPr/>
              </p:nvSpPr>
              <p:spPr>
                <a:xfrm>
                  <a:off x="345321" y="4176350"/>
                  <a:ext cx="2877111" cy="201073"/>
                </a:xfrm>
                <a:custGeom>
                  <a:avLst/>
                  <a:gdLst>
                    <a:gd name="connsiteX0" fmla="*/ 20911 w 2877111"/>
                    <a:gd name="connsiteY0" fmla="*/ 0 h 201073"/>
                    <a:gd name="connsiteX1" fmla="*/ 41467 w 2877111"/>
                    <a:gd name="connsiteY1" fmla="*/ 17957 h 201073"/>
                    <a:gd name="connsiteX2" fmla="*/ 849069 w 2877111"/>
                    <a:gd name="connsiteY2" fmla="*/ 17957 h 201073"/>
                    <a:gd name="connsiteX3" fmla="*/ 1026278 w 2877111"/>
                    <a:gd name="connsiteY3" fmla="*/ 195166 h 201073"/>
                    <a:gd name="connsiteX4" fmla="*/ 1438585 w 2877111"/>
                    <a:gd name="connsiteY4" fmla="*/ 195166 h 201073"/>
                    <a:gd name="connsiteX5" fmla="*/ 1850833 w 2877111"/>
                    <a:gd name="connsiteY5" fmla="*/ 195166 h 201073"/>
                    <a:gd name="connsiteX6" fmla="*/ 2028042 w 2877111"/>
                    <a:gd name="connsiteY6" fmla="*/ 17957 h 201073"/>
                    <a:gd name="connsiteX7" fmla="*/ 2835644 w 2877111"/>
                    <a:gd name="connsiteY7" fmla="*/ 17957 h 201073"/>
                    <a:gd name="connsiteX8" fmla="*/ 2856201 w 2877111"/>
                    <a:gd name="connsiteY8" fmla="*/ 0 h 201073"/>
                    <a:gd name="connsiteX9" fmla="*/ 2877111 w 2877111"/>
                    <a:gd name="connsiteY9" fmla="*/ 20911 h 201073"/>
                    <a:gd name="connsiteX10" fmla="*/ 2856201 w 2877111"/>
                    <a:gd name="connsiteY10" fmla="*/ 41821 h 201073"/>
                    <a:gd name="connsiteX11" fmla="*/ 2835644 w 2877111"/>
                    <a:gd name="connsiteY11" fmla="*/ 23864 h 201073"/>
                    <a:gd name="connsiteX12" fmla="*/ 2030523 w 2877111"/>
                    <a:gd name="connsiteY12" fmla="*/ 23864 h 201073"/>
                    <a:gd name="connsiteX13" fmla="*/ 1853314 w 2877111"/>
                    <a:gd name="connsiteY13" fmla="*/ 201073 h 201073"/>
                    <a:gd name="connsiteX14" fmla="*/ 1438585 w 2877111"/>
                    <a:gd name="connsiteY14" fmla="*/ 201073 h 201073"/>
                    <a:gd name="connsiteX15" fmla="*/ 1023856 w 2877111"/>
                    <a:gd name="connsiteY15" fmla="*/ 201073 h 201073"/>
                    <a:gd name="connsiteX16" fmla="*/ 846647 w 2877111"/>
                    <a:gd name="connsiteY16" fmla="*/ 23864 h 201073"/>
                    <a:gd name="connsiteX17" fmla="*/ 41467 w 2877111"/>
                    <a:gd name="connsiteY17" fmla="*/ 23864 h 201073"/>
                    <a:gd name="connsiteX18" fmla="*/ 20911 w 2877111"/>
                    <a:gd name="connsiteY18" fmla="*/ 41821 h 201073"/>
                    <a:gd name="connsiteX19" fmla="*/ 0 w 2877111"/>
                    <a:gd name="connsiteY19" fmla="*/ 20911 h 201073"/>
                    <a:gd name="connsiteX20" fmla="*/ 20911 w 2877111"/>
                    <a:gd name="connsiteY20" fmla="*/ 0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877111" h="201073">
                      <a:moveTo>
                        <a:pt x="20911" y="0"/>
                      </a:moveTo>
                      <a:cubicBezTo>
                        <a:pt x="31425" y="0"/>
                        <a:pt x="40049" y="7797"/>
                        <a:pt x="41467" y="17957"/>
                      </a:cubicBezTo>
                      <a:lnTo>
                        <a:pt x="849069" y="17957"/>
                      </a:lnTo>
                      <a:lnTo>
                        <a:pt x="1026278" y="195166"/>
                      </a:lnTo>
                      <a:lnTo>
                        <a:pt x="1438585" y="195166"/>
                      </a:lnTo>
                      <a:lnTo>
                        <a:pt x="1850833" y="195166"/>
                      </a:lnTo>
                      <a:lnTo>
                        <a:pt x="2028042" y="17957"/>
                      </a:lnTo>
                      <a:lnTo>
                        <a:pt x="2835644" y="17957"/>
                      </a:lnTo>
                      <a:cubicBezTo>
                        <a:pt x="2837062" y="7856"/>
                        <a:pt x="2845686" y="0"/>
                        <a:pt x="2856201" y="0"/>
                      </a:cubicBezTo>
                      <a:cubicBezTo>
                        <a:pt x="2867719" y="0"/>
                        <a:pt x="2877111" y="9333"/>
                        <a:pt x="2877111" y="20911"/>
                      </a:cubicBezTo>
                      <a:cubicBezTo>
                        <a:pt x="2877111" y="32429"/>
                        <a:pt x="2867778" y="41821"/>
                        <a:pt x="2856201" y="41821"/>
                      </a:cubicBezTo>
                      <a:cubicBezTo>
                        <a:pt x="2845686" y="41821"/>
                        <a:pt x="2837062" y="34024"/>
                        <a:pt x="2835644" y="23864"/>
                      </a:cubicBezTo>
                      <a:lnTo>
                        <a:pt x="2030523" y="23864"/>
                      </a:lnTo>
                      <a:lnTo>
                        <a:pt x="1853314" y="201073"/>
                      </a:lnTo>
                      <a:lnTo>
                        <a:pt x="1438585" y="201073"/>
                      </a:lnTo>
                      <a:lnTo>
                        <a:pt x="1023856" y="201073"/>
                      </a:lnTo>
                      <a:lnTo>
                        <a:pt x="846647" y="23864"/>
                      </a:lnTo>
                      <a:lnTo>
                        <a:pt x="41467" y="23864"/>
                      </a:lnTo>
                      <a:cubicBezTo>
                        <a:pt x="40049" y="33965"/>
                        <a:pt x="31425" y="41821"/>
                        <a:pt x="20911" y="41821"/>
                      </a:cubicBezTo>
                      <a:cubicBezTo>
                        <a:pt x="9392" y="41821"/>
                        <a:pt x="0" y="32488"/>
                        <a:pt x="0" y="20911"/>
                      </a:cubicBezTo>
                      <a:cubicBezTo>
                        <a:pt x="0" y="9333"/>
                        <a:pt x="9333" y="0"/>
                        <a:pt x="20911" y="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78" name="Freeform: Shape 977">
                  <a:extLst>
                    <a:ext uri="{FF2B5EF4-FFF2-40B4-BE49-F238E27FC236}">
                      <a16:creationId xmlns:a16="http://schemas.microsoft.com/office/drawing/2014/main" id="{3A5B9A88-EC3D-73A7-3206-5CEFBC8B359E}"/>
                    </a:ext>
                  </a:extLst>
                </p:cNvPr>
                <p:cNvSpPr/>
                <p:nvPr/>
              </p:nvSpPr>
              <p:spPr>
                <a:xfrm>
                  <a:off x="8624" y="2522337"/>
                  <a:ext cx="4749622" cy="1737182"/>
                </a:xfrm>
                <a:custGeom>
                  <a:avLst/>
                  <a:gdLst>
                    <a:gd name="connsiteX0" fmla="*/ 0 w 4749622"/>
                    <a:gd name="connsiteY0" fmla="*/ 552539 h 1737182"/>
                    <a:gd name="connsiteX1" fmla="*/ 20911 w 4749622"/>
                    <a:gd name="connsiteY1" fmla="*/ 573449 h 1737182"/>
                    <a:gd name="connsiteX2" fmla="*/ 41467 w 4749622"/>
                    <a:gd name="connsiteY2" fmla="*/ 555492 h 1737182"/>
                    <a:gd name="connsiteX3" fmla="*/ 1185767 w 4749622"/>
                    <a:gd name="connsiteY3" fmla="*/ 555492 h 1737182"/>
                    <a:gd name="connsiteX4" fmla="*/ 1362976 w 4749622"/>
                    <a:gd name="connsiteY4" fmla="*/ 378283 h 1737182"/>
                    <a:gd name="connsiteX5" fmla="*/ 1716863 w 4749622"/>
                    <a:gd name="connsiteY5" fmla="*/ 378283 h 1737182"/>
                    <a:gd name="connsiteX6" fmla="*/ 1772270 w 4749622"/>
                    <a:gd name="connsiteY6" fmla="*/ 433690 h 1737182"/>
                    <a:gd name="connsiteX7" fmla="*/ 1772270 w 4749622"/>
                    <a:gd name="connsiteY7" fmla="*/ 1258127 h 1737182"/>
                    <a:gd name="connsiteX8" fmla="*/ 1535637 w 4749622"/>
                    <a:gd name="connsiteY8" fmla="*/ 1497596 h 1737182"/>
                    <a:gd name="connsiteX9" fmla="*/ 1775224 w 4749622"/>
                    <a:gd name="connsiteY9" fmla="*/ 1737183 h 1737182"/>
                    <a:gd name="connsiteX10" fmla="*/ 2014811 w 4749622"/>
                    <a:gd name="connsiteY10" fmla="*/ 1497596 h 1737182"/>
                    <a:gd name="connsiteX11" fmla="*/ 1946585 w 4749622"/>
                    <a:gd name="connsiteY11" fmla="*/ 1330428 h 1737182"/>
                    <a:gd name="connsiteX12" fmla="*/ 2367162 w 4749622"/>
                    <a:gd name="connsiteY12" fmla="*/ 909852 h 1737182"/>
                    <a:gd name="connsiteX13" fmla="*/ 3664275 w 4749622"/>
                    <a:gd name="connsiteY13" fmla="*/ 909852 h 1737182"/>
                    <a:gd name="connsiteX14" fmla="*/ 3959624 w 4749622"/>
                    <a:gd name="connsiteY14" fmla="*/ 1205200 h 1737182"/>
                    <a:gd name="connsiteX15" fmla="*/ 4708156 w 4749622"/>
                    <a:gd name="connsiteY15" fmla="*/ 1205200 h 1737182"/>
                    <a:gd name="connsiteX16" fmla="*/ 4728712 w 4749622"/>
                    <a:gd name="connsiteY16" fmla="*/ 1223158 h 1737182"/>
                    <a:gd name="connsiteX17" fmla="*/ 4749623 w 4749622"/>
                    <a:gd name="connsiteY17" fmla="*/ 1202247 h 1737182"/>
                    <a:gd name="connsiteX18" fmla="*/ 4728712 w 4749622"/>
                    <a:gd name="connsiteY18" fmla="*/ 1181336 h 1737182"/>
                    <a:gd name="connsiteX19" fmla="*/ 4708156 w 4749622"/>
                    <a:gd name="connsiteY19" fmla="*/ 1199293 h 1737182"/>
                    <a:gd name="connsiteX20" fmla="*/ 3962105 w 4749622"/>
                    <a:gd name="connsiteY20" fmla="*/ 1199293 h 1737182"/>
                    <a:gd name="connsiteX21" fmla="*/ 3666756 w 4749622"/>
                    <a:gd name="connsiteY21" fmla="*/ 903945 h 1737182"/>
                    <a:gd name="connsiteX22" fmla="*/ 2364740 w 4749622"/>
                    <a:gd name="connsiteY22" fmla="*/ 903945 h 1737182"/>
                    <a:gd name="connsiteX23" fmla="*/ 1942450 w 4749622"/>
                    <a:gd name="connsiteY23" fmla="*/ 1326235 h 1737182"/>
                    <a:gd name="connsiteX24" fmla="*/ 1778236 w 4749622"/>
                    <a:gd name="connsiteY24" fmla="*/ 1258068 h 1737182"/>
                    <a:gd name="connsiteX25" fmla="*/ 1778236 w 4749622"/>
                    <a:gd name="connsiteY25" fmla="*/ 433690 h 1737182"/>
                    <a:gd name="connsiteX26" fmla="*/ 1833644 w 4749622"/>
                    <a:gd name="connsiteY26" fmla="*/ 378283 h 1737182"/>
                    <a:gd name="connsiteX27" fmla="*/ 2719159 w 4749622"/>
                    <a:gd name="connsiteY27" fmla="*/ 378283 h 1737182"/>
                    <a:gd name="connsiteX28" fmla="*/ 2955438 w 4749622"/>
                    <a:gd name="connsiteY28" fmla="*/ 614562 h 1737182"/>
                    <a:gd name="connsiteX29" fmla="*/ 4058389 w 4749622"/>
                    <a:gd name="connsiteY29" fmla="*/ 614562 h 1737182"/>
                    <a:gd name="connsiteX30" fmla="*/ 4078945 w 4749622"/>
                    <a:gd name="connsiteY30" fmla="*/ 632519 h 1737182"/>
                    <a:gd name="connsiteX31" fmla="*/ 4099856 w 4749622"/>
                    <a:gd name="connsiteY31" fmla="*/ 611608 h 1737182"/>
                    <a:gd name="connsiteX32" fmla="*/ 4078945 w 4749622"/>
                    <a:gd name="connsiteY32" fmla="*/ 590698 h 1737182"/>
                    <a:gd name="connsiteX33" fmla="*/ 4058389 w 4749622"/>
                    <a:gd name="connsiteY33" fmla="*/ 608655 h 1737182"/>
                    <a:gd name="connsiteX34" fmla="*/ 2957919 w 4749622"/>
                    <a:gd name="connsiteY34" fmla="*/ 608655 h 1737182"/>
                    <a:gd name="connsiteX35" fmla="*/ 2721640 w 4749622"/>
                    <a:gd name="connsiteY35" fmla="*/ 372376 h 1737182"/>
                    <a:gd name="connsiteX36" fmla="*/ 1833644 w 4749622"/>
                    <a:gd name="connsiteY36" fmla="*/ 372376 h 1737182"/>
                    <a:gd name="connsiteX37" fmla="*/ 1778236 w 4749622"/>
                    <a:gd name="connsiteY37" fmla="*/ 316968 h 1737182"/>
                    <a:gd name="connsiteX38" fmla="*/ 1778236 w 4749622"/>
                    <a:gd name="connsiteY38" fmla="*/ 17957 h 1737182"/>
                    <a:gd name="connsiteX39" fmla="*/ 909793 w 4749622"/>
                    <a:gd name="connsiteY39" fmla="*/ 17957 h 1737182"/>
                    <a:gd name="connsiteX40" fmla="*/ 889236 w 4749622"/>
                    <a:gd name="connsiteY40" fmla="*/ 0 h 1737182"/>
                    <a:gd name="connsiteX41" fmla="*/ 868326 w 4749622"/>
                    <a:gd name="connsiteY41" fmla="*/ 20911 h 1737182"/>
                    <a:gd name="connsiteX42" fmla="*/ 889236 w 4749622"/>
                    <a:gd name="connsiteY42" fmla="*/ 41821 h 1737182"/>
                    <a:gd name="connsiteX43" fmla="*/ 909793 w 4749622"/>
                    <a:gd name="connsiteY43" fmla="*/ 23864 h 1737182"/>
                    <a:gd name="connsiteX44" fmla="*/ 1772329 w 4749622"/>
                    <a:gd name="connsiteY44" fmla="*/ 23864 h 1737182"/>
                    <a:gd name="connsiteX45" fmla="*/ 1772329 w 4749622"/>
                    <a:gd name="connsiteY45" fmla="*/ 316968 h 1737182"/>
                    <a:gd name="connsiteX46" fmla="*/ 1716922 w 4749622"/>
                    <a:gd name="connsiteY46" fmla="*/ 372376 h 1737182"/>
                    <a:gd name="connsiteX47" fmla="*/ 1360613 w 4749622"/>
                    <a:gd name="connsiteY47" fmla="*/ 372376 h 1737182"/>
                    <a:gd name="connsiteX48" fmla="*/ 1183404 w 4749622"/>
                    <a:gd name="connsiteY48" fmla="*/ 549585 h 1737182"/>
                    <a:gd name="connsiteX49" fmla="*/ 41467 w 4749622"/>
                    <a:gd name="connsiteY49" fmla="*/ 549585 h 1737182"/>
                    <a:gd name="connsiteX50" fmla="*/ 20911 w 4749622"/>
                    <a:gd name="connsiteY50" fmla="*/ 531628 h 1737182"/>
                    <a:gd name="connsiteX51" fmla="*/ 0 w 4749622"/>
                    <a:gd name="connsiteY51" fmla="*/ 552539 h 1737182"/>
                    <a:gd name="connsiteX52" fmla="*/ 1938256 w 4749622"/>
                    <a:gd name="connsiteY52" fmla="*/ 1330488 h 1737182"/>
                    <a:gd name="connsiteX53" fmla="*/ 1814623 w 4749622"/>
                    <a:gd name="connsiteY53" fmla="*/ 1454120 h 1737182"/>
                    <a:gd name="connsiteX54" fmla="*/ 1778177 w 4749622"/>
                    <a:gd name="connsiteY54" fmla="*/ 1439058 h 1737182"/>
                    <a:gd name="connsiteX55" fmla="*/ 1778177 w 4749622"/>
                    <a:gd name="connsiteY55" fmla="*/ 1264093 h 1737182"/>
                    <a:gd name="connsiteX56" fmla="*/ 1938256 w 4749622"/>
                    <a:gd name="connsiteY56" fmla="*/ 1330488 h 1737182"/>
                    <a:gd name="connsiteX57" fmla="*/ 1772329 w 4749622"/>
                    <a:gd name="connsiteY57" fmla="*/ 1264093 h 1737182"/>
                    <a:gd name="connsiteX58" fmla="*/ 1772329 w 4749622"/>
                    <a:gd name="connsiteY58" fmla="*/ 1439058 h 1737182"/>
                    <a:gd name="connsiteX59" fmla="*/ 1716508 w 4749622"/>
                    <a:gd name="connsiteY59" fmla="*/ 1497714 h 1737182"/>
                    <a:gd name="connsiteX60" fmla="*/ 1775283 w 4749622"/>
                    <a:gd name="connsiteY60" fmla="*/ 1556489 h 1737182"/>
                    <a:gd name="connsiteX61" fmla="*/ 1834057 w 4749622"/>
                    <a:gd name="connsiteY61" fmla="*/ 1497714 h 1737182"/>
                    <a:gd name="connsiteX62" fmla="*/ 1818817 w 4749622"/>
                    <a:gd name="connsiteY62" fmla="*/ 1458315 h 1737182"/>
                    <a:gd name="connsiteX63" fmla="*/ 1942450 w 4749622"/>
                    <a:gd name="connsiteY63" fmla="*/ 1334682 h 1737182"/>
                    <a:gd name="connsiteX64" fmla="*/ 2008904 w 4749622"/>
                    <a:gd name="connsiteY64" fmla="*/ 1497714 h 1737182"/>
                    <a:gd name="connsiteX65" fmla="*/ 1775224 w 4749622"/>
                    <a:gd name="connsiteY65" fmla="*/ 1731394 h 1737182"/>
                    <a:gd name="connsiteX66" fmla="*/ 1541544 w 4749622"/>
                    <a:gd name="connsiteY66" fmla="*/ 1497714 h 1737182"/>
                    <a:gd name="connsiteX67" fmla="*/ 1772329 w 4749622"/>
                    <a:gd name="connsiteY67" fmla="*/ 1264093 h 173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4749622" h="1737182">
                      <a:moveTo>
                        <a:pt x="0" y="552539"/>
                      </a:moveTo>
                      <a:cubicBezTo>
                        <a:pt x="0" y="564057"/>
                        <a:pt x="9333" y="573449"/>
                        <a:pt x="20911" y="573449"/>
                      </a:cubicBezTo>
                      <a:cubicBezTo>
                        <a:pt x="31425" y="573449"/>
                        <a:pt x="40049" y="565652"/>
                        <a:pt x="41467" y="555492"/>
                      </a:cubicBezTo>
                      <a:lnTo>
                        <a:pt x="1185767" y="555492"/>
                      </a:lnTo>
                      <a:lnTo>
                        <a:pt x="1362976" y="378283"/>
                      </a:lnTo>
                      <a:lnTo>
                        <a:pt x="1716863" y="378283"/>
                      </a:lnTo>
                      <a:cubicBezTo>
                        <a:pt x="1718340" y="408231"/>
                        <a:pt x="1742322" y="432213"/>
                        <a:pt x="1772270" y="433690"/>
                      </a:cubicBezTo>
                      <a:lnTo>
                        <a:pt x="1772270" y="1258127"/>
                      </a:lnTo>
                      <a:cubicBezTo>
                        <a:pt x="1641549" y="1259722"/>
                        <a:pt x="1535637" y="1366520"/>
                        <a:pt x="1535637" y="1497596"/>
                      </a:cubicBezTo>
                      <a:cubicBezTo>
                        <a:pt x="1535637" y="1629676"/>
                        <a:pt x="1643085" y="1737183"/>
                        <a:pt x="1775224" y="1737183"/>
                      </a:cubicBezTo>
                      <a:cubicBezTo>
                        <a:pt x="1907304" y="1737183"/>
                        <a:pt x="2014811" y="1629735"/>
                        <a:pt x="2014811" y="1497596"/>
                      </a:cubicBezTo>
                      <a:cubicBezTo>
                        <a:pt x="2014811" y="1432619"/>
                        <a:pt x="1988761" y="1373608"/>
                        <a:pt x="1946585" y="1330428"/>
                      </a:cubicBezTo>
                      <a:lnTo>
                        <a:pt x="2367162" y="909852"/>
                      </a:lnTo>
                      <a:lnTo>
                        <a:pt x="3664275" y="909852"/>
                      </a:lnTo>
                      <a:lnTo>
                        <a:pt x="3959624" y="1205200"/>
                      </a:lnTo>
                      <a:lnTo>
                        <a:pt x="4708156" y="1205200"/>
                      </a:lnTo>
                      <a:cubicBezTo>
                        <a:pt x="4709574" y="1215301"/>
                        <a:pt x="4718198" y="1223158"/>
                        <a:pt x="4728712" y="1223158"/>
                      </a:cubicBezTo>
                      <a:cubicBezTo>
                        <a:pt x="4740231" y="1223158"/>
                        <a:pt x="4749623" y="1213825"/>
                        <a:pt x="4749623" y="1202247"/>
                      </a:cubicBezTo>
                      <a:cubicBezTo>
                        <a:pt x="4749623" y="1190729"/>
                        <a:pt x="4740290" y="1181336"/>
                        <a:pt x="4728712" y="1181336"/>
                      </a:cubicBezTo>
                      <a:cubicBezTo>
                        <a:pt x="4718198" y="1181336"/>
                        <a:pt x="4709574" y="1189134"/>
                        <a:pt x="4708156" y="1199293"/>
                      </a:cubicBezTo>
                      <a:lnTo>
                        <a:pt x="3962105" y="1199293"/>
                      </a:lnTo>
                      <a:lnTo>
                        <a:pt x="3666756" y="903945"/>
                      </a:lnTo>
                      <a:lnTo>
                        <a:pt x="2364740" y="903945"/>
                      </a:lnTo>
                      <a:lnTo>
                        <a:pt x="1942450" y="1326235"/>
                      </a:lnTo>
                      <a:cubicBezTo>
                        <a:pt x="1899920" y="1284708"/>
                        <a:pt x="1842032" y="1258895"/>
                        <a:pt x="1778236" y="1258068"/>
                      </a:cubicBezTo>
                      <a:lnTo>
                        <a:pt x="1778236" y="433690"/>
                      </a:lnTo>
                      <a:cubicBezTo>
                        <a:pt x="1808185" y="432213"/>
                        <a:pt x="1832167" y="408231"/>
                        <a:pt x="1833644" y="378283"/>
                      </a:cubicBezTo>
                      <a:lnTo>
                        <a:pt x="2719159" y="378283"/>
                      </a:lnTo>
                      <a:lnTo>
                        <a:pt x="2955438" y="614562"/>
                      </a:lnTo>
                      <a:lnTo>
                        <a:pt x="4058389" y="614562"/>
                      </a:lnTo>
                      <a:cubicBezTo>
                        <a:pt x="4059806" y="624663"/>
                        <a:pt x="4068430" y="632519"/>
                        <a:pt x="4078945" y="632519"/>
                      </a:cubicBezTo>
                      <a:cubicBezTo>
                        <a:pt x="4090463" y="632519"/>
                        <a:pt x="4099856" y="623186"/>
                        <a:pt x="4099856" y="611608"/>
                      </a:cubicBezTo>
                      <a:cubicBezTo>
                        <a:pt x="4099856" y="600031"/>
                        <a:pt x="4090523" y="590698"/>
                        <a:pt x="4078945" y="590698"/>
                      </a:cubicBezTo>
                      <a:cubicBezTo>
                        <a:pt x="4068430" y="590698"/>
                        <a:pt x="4059806" y="598495"/>
                        <a:pt x="4058389" y="608655"/>
                      </a:cubicBezTo>
                      <a:lnTo>
                        <a:pt x="2957919" y="608655"/>
                      </a:lnTo>
                      <a:lnTo>
                        <a:pt x="2721640" y="372376"/>
                      </a:lnTo>
                      <a:lnTo>
                        <a:pt x="1833644" y="372376"/>
                      </a:lnTo>
                      <a:cubicBezTo>
                        <a:pt x="1832167" y="342427"/>
                        <a:pt x="1808185" y="318445"/>
                        <a:pt x="1778236" y="316968"/>
                      </a:cubicBezTo>
                      <a:lnTo>
                        <a:pt x="1778236" y="17957"/>
                      </a:lnTo>
                      <a:lnTo>
                        <a:pt x="909793" y="17957"/>
                      </a:lnTo>
                      <a:cubicBezTo>
                        <a:pt x="908375" y="7856"/>
                        <a:pt x="899751" y="0"/>
                        <a:pt x="889236" y="0"/>
                      </a:cubicBezTo>
                      <a:cubicBezTo>
                        <a:pt x="877718" y="0"/>
                        <a:pt x="868326" y="9333"/>
                        <a:pt x="868326" y="20911"/>
                      </a:cubicBezTo>
                      <a:cubicBezTo>
                        <a:pt x="868326" y="32488"/>
                        <a:pt x="877659" y="41821"/>
                        <a:pt x="889236" y="41821"/>
                      </a:cubicBezTo>
                      <a:cubicBezTo>
                        <a:pt x="899751" y="41821"/>
                        <a:pt x="908375" y="34024"/>
                        <a:pt x="909793" y="23864"/>
                      </a:cubicBezTo>
                      <a:lnTo>
                        <a:pt x="1772329" y="23864"/>
                      </a:lnTo>
                      <a:lnTo>
                        <a:pt x="1772329" y="316968"/>
                      </a:lnTo>
                      <a:cubicBezTo>
                        <a:pt x="1742381" y="318445"/>
                        <a:pt x="1718399" y="342427"/>
                        <a:pt x="1716922" y="372376"/>
                      </a:cubicBezTo>
                      <a:lnTo>
                        <a:pt x="1360613" y="372376"/>
                      </a:lnTo>
                      <a:lnTo>
                        <a:pt x="1183404" y="549585"/>
                      </a:lnTo>
                      <a:lnTo>
                        <a:pt x="41467" y="549585"/>
                      </a:lnTo>
                      <a:cubicBezTo>
                        <a:pt x="40049" y="539484"/>
                        <a:pt x="31425" y="531628"/>
                        <a:pt x="20911" y="531628"/>
                      </a:cubicBezTo>
                      <a:cubicBezTo>
                        <a:pt x="9333" y="531687"/>
                        <a:pt x="0" y="541020"/>
                        <a:pt x="0" y="552539"/>
                      </a:cubicBezTo>
                      <a:close/>
                      <a:moveTo>
                        <a:pt x="1938256" y="1330488"/>
                      </a:moveTo>
                      <a:lnTo>
                        <a:pt x="1814623" y="1454120"/>
                      </a:lnTo>
                      <a:cubicBezTo>
                        <a:pt x="1804877" y="1445319"/>
                        <a:pt x="1792177" y="1439767"/>
                        <a:pt x="1778177" y="1439058"/>
                      </a:cubicBezTo>
                      <a:lnTo>
                        <a:pt x="1778177" y="1264093"/>
                      </a:lnTo>
                      <a:cubicBezTo>
                        <a:pt x="1840437" y="1264861"/>
                        <a:pt x="1896789" y="1290025"/>
                        <a:pt x="1938256" y="1330488"/>
                      </a:cubicBezTo>
                      <a:close/>
                      <a:moveTo>
                        <a:pt x="1772329" y="1264093"/>
                      </a:moveTo>
                      <a:lnTo>
                        <a:pt x="1772329" y="1439058"/>
                      </a:lnTo>
                      <a:cubicBezTo>
                        <a:pt x="1741259" y="1440594"/>
                        <a:pt x="1716508" y="1466230"/>
                        <a:pt x="1716508" y="1497714"/>
                      </a:cubicBezTo>
                      <a:cubicBezTo>
                        <a:pt x="1716508" y="1530202"/>
                        <a:pt x="1742794" y="1556489"/>
                        <a:pt x="1775283" y="1556489"/>
                      </a:cubicBezTo>
                      <a:cubicBezTo>
                        <a:pt x="1807771" y="1556489"/>
                        <a:pt x="1834057" y="1530202"/>
                        <a:pt x="1834057" y="1497714"/>
                      </a:cubicBezTo>
                      <a:cubicBezTo>
                        <a:pt x="1834057" y="1482533"/>
                        <a:pt x="1828268" y="1468770"/>
                        <a:pt x="1818817" y="1458315"/>
                      </a:cubicBezTo>
                      <a:lnTo>
                        <a:pt x="1942450" y="1334682"/>
                      </a:lnTo>
                      <a:cubicBezTo>
                        <a:pt x="1983563" y="1376798"/>
                        <a:pt x="2008904" y="1434332"/>
                        <a:pt x="2008904" y="1497714"/>
                      </a:cubicBezTo>
                      <a:cubicBezTo>
                        <a:pt x="2008904" y="1626545"/>
                        <a:pt x="1904055" y="1731394"/>
                        <a:pt x="1775224" y="1731394"/>
                      </a:cubicBezTo>
                      <a:cubicBezTo>
                        <a:pt x="1646393" y="1731394"/>
                        <a:pt x="1541544" y="1626545"/>
                        <a:pt x="1541544" y="1497714"/>
                      </a:cubicBezTo>
                      <a:cubicBezTo>
                        <a:pt x="1541603" y="1369828"/>
                        <a:pt x="1644857" y="1265688"/>
                        <a:pt x="1772329" y="12640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79" name="Freeform: Shape 978">
                  <a:extLst>
                    <a:ext uri="{FF2B5EF4-FFF2-40B4-BE49-F238E27FC236}">
                      <a16:creationId xmlns:a16="http://schemas.microsoft.com/office/drawing/2014/main" id="{E565B011-C520-F460-7A03-98D02968B69B}"/>
                    </a:ext>
                  </a:extLst>
                </p:cNvPr>
                <p:cNvSpPr/>
                <p:nvPr/>
              </p:nvSpPr>
              <p:spPr>
                <a:xfrm>
                  <a:off x="1113287" y="1831457"/>
                  <a:ext cx="2936180" cy="201073"/>
                </a:xfrm>
                <a:custGeom>
                  <a:avLst/>
                  <a:gdLst>
                    <a:gd name="connsiteX0" fmla="*/ 2915270 w 2936180"/>
                    <a:gd name="connsiteY0" fmla="*/ 201073 h 201073"/>
                    <a:gd name="connsiteX1" fmla="*/ 2894714 w 2936180"/>
                    <a:gd name="connsiteY1" fmla="*/ 183116 h 201073"/>
                    <a:gd name="connsiteX2" fmla="*/ 1791704 w 2936180"/>
                    <a:gd name="connsiteY2" fmla="*/ 183116 h 201073"/>
                    <a:gd name="connsiteX3" fmla="*/ 1614495 w 2936180"/>
                    <a:gd name="connsiteY3" fmla="*/ 5907 h 201073"/>
                    <a:gd name="connsiteX4" fmla="*/ 671860 w 2936180"/>
                    <a:gd name="connsiteY4" fmla="*/ 5907 h 201073"/>
                    <a:gd name="connsiteX5" fmla="*/ 553720 w 2936180"/>
                    <a:gd name="connsiteY5" fmla="*/ 124047 h 201073"/>
                    <a:gd name="connsiteX6" fmla="*/ 41467 w 2936180"/>
                    <a:gd name="connsiteY6" fmla="*/ 124047 h 201073"/>
                    <a:gd name="connsiteX7" fmla="*/ 20911 w 2936180"/>
                    <a:gd name="connsiteY7" fmla="*/ 142004 h 201073"/>
                    <a:gd name="connsiteX8" fmla="*/ 0 w 2936180"/>
                    <a:gd name="connsiteY8" fmla="*/ 121093 h 201073"/>
                    <a:gd name="connsiteX9" fmla="*/ 20911 w 2936180"/>
                    <a:gd name="connsiteY9" fmla="*/ 100182 h 201073"/>
                    <a:gd name="connsiteX10" fmla="*/ 41467 w 2936180"/>
                    <a:gd name="connsiteY10" fmla="*/ 118140 h 201073"/>
                    <a:gd name="connsiteX11" fmla="*/ 551298 w 2936180"/>
                    <a:gd name="connsiteY11" fmla="*/ 118140 h 201073"/>
                    <a:gd name="connsiteX12" fmla="*/ 669438 w 2936180"/>
                    <a:gd name="connsiteY12" fmla="*/ 0 h 201073"/>
                    <a:gd name="connsiteX13" fmla="*/ 1616976 w 2936180"/>
                    <a:gd name="connsiteY13" fmla="*/ 0 h 201073"/>
                    <a:gd name="connsiteX14" fmla="*/ 1794185 w 2936180"/>
                    <a:gd name="connsiteY14" fmla="*/ 177209 h 201073"/>
                    <a:gd name="connsiteX15" fmla="*/ 2894714 w 2936180"/>
                    <a:gd name="connsiteY15" fmla="*/ 177209 h 201073"/>
                    <a:gd name="connsiteX16" fmla="*/ 2915270 w 2936180"/>
                    <a:gd name="connsiteY16" fmla="*/ 159252 h 201073"/>
                    <a:gd name="connsiteX17" fmla="*/ 2936181 w 2936180"/>
                    <a:gd name="connsiteY17" fmla="*/ 180163 h 201073"/>
                    <a:gd name="connsiteX18" fmla="*/ 2915270 w 2936180"/>
                    <a:gd name="connsiteY18" fmla="*/ 201073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36180" h="201073">
                      <a:moveTo>
                        <a:pt x="2915270" y="201073"/>
                      </a:moveTo>
                      <a:cubicBezTo>
                        <a:pt x="2904756" y="201073"/>
                        <a:pt x="2896132" y="193276"/>
                        <a:pt x="2894714" y="183116"/>
                      </a:cubicBezTo>
                      <a:lnTo>
                        <a:pt x="1791704" y="183116"/>
                      </a:lnTo>
                      <a:lnTo>
                        <a:pt x="1614495" y="5907"/>
                      </a:lnTo>
                      <a:lnTo>
                        <a:pt x="671860" y="5907"/>
                      </a:lnTo>
                      <a:lnTo>
                        <a:pt x="553720" y="124047"/>
                      </a:lnTo>
                      <a:lnTo>
                        <a:pt x="41467" y="124047"/>
                      </a:lnTo>
                      <a:cubicBezTo>
                        <a:pt x="40049" y="134147"/>
                        <a:pt x="31425" y="142004"/>
                        <a:pt x="20911" y="142004"/>
                      </a:cubicBezTo>
                      <a:cubicBezTo>
                        <a:pt x="9392" y="142004"/>
                        <a:pt x="0" y="132671"/>
                        <a:pt x="0" y="121093"/>
                      </a:cubicBezTo>
                      <a:cubicBezTo>
                        <a:pt x="0" y="109574"/>
                        <a:pt x="9333" y="100182"/>
                        <a:pt x="20911" y="100182"/>
                      </a:cubicBezTo>
                      <a:cubicBezTo>
                        <a:pt x="31425" y="100182"/>
                        <a:pt x="40049" y="107980"/>
                        <a:pt x="41467" y="118140"/>
                      </a:cubicBezTo>
                      <a:lnTo>
                        <a:pt x="551298" y="118140"/>
                      </a:lnTo>
                      <a:lnTo>
                        <a:pt x="669438" y="0"/>
                      </a:lnTo>
                      <a:lnTo>
                        <a:pt x="1616976" y="0"/>
                      </a:lnTo>
                      <a:lnTo>
                        <a:pt x="1794185" y="177209"/>
                      </a:lnTo>
                      <a:lnTo>
                        <a:pt x="2894714" y="177209"/>
                      </a:lnTo>
                      <a:cubicBezTo>
                        <a:pt x="2896132" y="167108"/>
                        <a:pt x="2904756" y="159252"/>
                        <a:pt x="2915270" y="159252"/>
                      </a:cubicBezTo>
                      <a:cubicBezTo>
                        <a:pt x="2926789" y="159252"/>
                        <a:pt x="2936181" y="168585"/>
                        <a:pt x="2936181" y="180163"/>
                      </a:cubicBezTo>
                      <a:cubicBezTo>
                        <a:pt x="2936181" y="191741"/>
                        <a:pt x="2926789" y="201073"/>
                        <a:pt x="2915270" y="20107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80" name="Freeform: Shape 979">
                  <a:extLst>
                    <a:ext uri="{FF2B5EF4-FFF2-40B4-BE49-F238E27FC236}">
                      <a16:creationId xmlns:a16="http://schemas.microsoft.com/office/drawing/2014/main" id="{78555E58-EA38-1420-15F0-26B9DF7B573F}"/>
                    </a:ext>
                  </a:extLst>
                </p:cNvPr>
                <p:cNvSpPr/>
                <p:nvPr/>
              </p:nvSpPr>
              <p:spPr>
                <a:xfrm>
                  <a:off x="3939625" y="1922670"/>
                  <a:ext cx="177764" cy="177840"/>
                </a:xfrm>
                <a:custGeom>
                  <a:avLst/>
                  <a:gdLst>
                    <a:gd name="connsiteX0" fmla="*/ 19348 w 177764"/>
                    <a:gd name="connsiteY0" fmla="*/ 144416 h 177840"/>
                    <a:gd name="connsiteX1" fmla="*/ 19348 w 177764"/>
                    <a:gd name="connsiteY1" fmla="*/ 175369 h 177840"/>
                    <a:gd name="connsiteX2" fmla="*/ 27736 w 177764"/>
                    <a:gd name="connsiteY2" fmla="*/ 166922 h 177840"/>
                    <a:gd name="connsiteX3" fmla="*/ 27736 w 177764"/>
                    <a:gd name="connsiteY3" fmla="*/ 153513 h 177840"/>
                    <a:gd name="connsiteX4" fmla="*/ 144340 w 177764"/>
                    <a:gd name="connsiteY4" fmla="*/ 158475 h 177840"/>
                    <a:gd name="connsiteX5" fmla="*/ 175293 w 177764"/>
                    <a:gd name="connsiteY5" fmla="*/ 158475 h 177840"/>
                    <a:gd name="connsiteX6" fmla="*/ 166846 w 177764"/>
                    <a:gd name="connsiteY6" fmla="*/ 150028 h 177840"/>
                    <a:gd name="connsiteX7" fmla="*/ 153437 w 177764"/>
                    <a:gd name="connsiteY7" fmla="*/ 150028 h 177840"/>
                    <a:gd name="connsiteX8" fmla="*/ 158399 w 177764"/>
                    <a:gd name="connsiteY8" fmla="*/ 33424 h 177840"/>
                    <a:gd name="connsiteX9" fmla="*/ 158399 w 177764"/>
                    <a:gd name="connsiteY9" fmla="*/ 2472 h 177840"/>
                    <a:gd name="connsiteX10" fmla="*/ 149952 w 177764"/>
                    <a:gd name="connsiteY10" fmla="*/ 10919 h 177840"/>
                    <a:gd name="connsiteX11" fmla="*/ 149952 w 177764"/>
                    <a:gd name="connsiteY11" fmla="*/ 24327 h 177840"/>
                    <a:gd name="connsiteX12" fmla="*/ 33348 w 177764"/>
                    <a:gd name="connsiteY12" fmla="*/ 19366 h 177840"/>
                    <a:gd name="connsiteX13" fmla="*/ 2395 w 177764"/>
                    <a:gd name="connsiteY13" fmla="*/ 19366 h 177840"/>
                    <a:gd name="connsiteX14" fmla="*/ 10843 w 177764"/>
                    <a:gd name="connsiteY14" fmla="*/ 27813 h 177840"/>
                    <a:gd name="connsiteX15" fmla="*/ 24251 w 177764"/>
                    <a:gd name="connsiteY15" fmla="*/ 27813 h 177840"/>
                    <a:gd name="connsiteX16" fmla="*/ 19348 w 177764"/>
                    <a:gd name="connsiteY16" fmla="*/ 144416 h 177840"/>
                    <a:gd name="connsiteX17" fmla="*/ 27796 w 177764"/>
                    <a:gd name="connsiteY17" fmla="*/ 30530 h 177840"/>
                    <a:gd name="connsiteX18" fmla="*/ 27796 w 177764"/>
                    <a:gd name="connsiteY18" fmla="*/ 44707 h 177840"/>
                    <a:gd name="connsiteX19" fmla="*/ 36242 w 177764"/>
                    <a:gd name="connsiteY19" fmla="*/ 53154 h 177840"/>
                    <a:gd name="connsiteX20" fmla="*/ 36242 w 177764"/>
                    <a:gd name="connsiteY20" fmla="*/ 22792 h 177840"/>
                    <a:gd name="connsiteX21" fmla="*/ 147412 w 177764"/>
                    <a:gd name="connsiteY21" fmla="*/ 27872 h 177840"/>
                    <a:gd name="connsiteX22" fmla="*/ 133235 w 177764"/>
                    <a:gd name="connsiteY22" fmla="*/ 27872 h 177840"/>
                    <a:gd name="connsiteX23" fmla="*/ 124788 w 177764"/>
                    <a:gd name="connsiteY23" fmla="*/ 36319 h 177840"/>
                    <a:gd name="connsiteX24" fmla="*/ 155150 w 177764"/>
                    <a:gd name="connsiteY24" fmla="*/ 36319 h 177840"/>
                    <a:gd name="connsiteX25" fmla="*/ 150070 w 177764"/>
                    <a:gd name="connsiteY25" fmla="*/ 147488 h 177840"/>
                    <a:gd name="connsiteX26" fmla="*/ 150070 w 177764"/>
                    <a:gd name="connsiteY26" fmla="*/ 133311 h 177840"/>
                    <a:gd name="connsiteX27" fmla="*/ 141623 w 177764"/>
                    <a:gd name="connsiteY27" fmla="*/ 124864 h 177840"/>
                    <a:gd name="connsiteX28" fmla="*/ 141623 w 177764"/>
                    <a:gd name="connsiteY28" fmla="*/ 155226 h 177840"/>
                    <a:gd name="connsiteX29" fmla="*/ 30453 w 177764"/>
                    <a:gd name="connsiteY29" fmla="*/ 150146 h 177840"/>
                    <a:gd name="connsiteX30" fmla="*/ 44630 w 177764"/>
                    <a:gd name="connsiteY30" fmla="*/ 150146 h 177840"/>
                    <a:gd name="connsiteX31" fmla="*/ 53077 w 177764"/>
                    <a:gd name="connsiteY31" fmla="*/ 141699 h 177840"/>
                    <a:gd name="connsiteX32" fmla="*/ 22715 w 177764"/>
                    <a:gd name="connsiteY32" fmla="*/ 141699 h 177840"/>
                    <a:gd name="connsiteX33" fmla="*/ 27796 w 177764"/>
                    <a:gd name="connsiteY33" fmla="*/ 30530 h 177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840">
                      <a:moveTo>
                        <a:pt x="19348" y="144416"/>
                      </a:moveTo>
                      <a:lnTo>
                        <a:pt x="19348" y="175369"/>
                      </a:lnTo>
                      <a:lnTo>
                        <a:pt x="27736" y="166922"/>
                      </a:lnTo>
                      <a:lnTo>
                        <a:pt x="27736" y="153513"/>
                      </a:lnTo>
                      <a:cubicBezTo>
                        <a:pt x="60107" y="184170"/>
                        <a:pt x="110080" y="185883"/>
                        <a:pt x="144340" y="158475"/>
                      </a:cubicBezTo>
                      <a:lnTo>
                        <a:pt x="175293" y="158475"/>
                      </a:lnTo>
                      <a:lnTo>
                        <a:pt x="166846" y="150028"/>
                      </a:lnTo>
                      <a:lnTo>
                        <a:pt x="153437" y="150028"/>
                      </a:lnTo>
                      <a:cubicBezTo>
                        <a:pt x="184094" y="117599"/>
                        <a:pt x="185807" y="67685"/>
                        <a:pt x="158399" y="33424"/>
                      </a:cubicBezTo>
                      <a:lnTo>
                        <a:pt x="158399" y="2472"/>
                      </a:lnTo>
                      <a:lnTo>
                        <a:pt x="149952" y="10919"/>
                      </a:lnTo>
                      <a:lnTo>
                        <a:pt x="149952" y="24327"/>
                      </a:lnTo>
                      <a:cubicBezTo>
                        <a:pt x="117581" y="-6330"/>
                        <a:pt x="67609" y="-8043"/>
                        <a:pt x="33348" y="19366"/>
                      </a:cubicBezTo>
                      <a:lnTo>
                        <a:pt x="2395" y="19366"/>
                      </a:lnTo>
                      <a:lnTo>
                        <a:pt x="10843" y="27813"/>
                      </a:lnTo>
                      <a:lnTo>
                        <a:pt x="24251" y="27813"/>
                      </a:lnTo>
                      <a:cubicBezTo>
                        <a:pt x="-6347" y="60242"/>
                        <a:pt x="-8001" y="110156"/>
                        <a:pt x="19348" y="144416"/>
                      </a:cubicBezTo>
                      <a:close/>
                      <a:moveTo>
                        <a:pt x="27796" y="30530"/>
                      </a:moveTo>
                      <a:lnTo>
                        <a:pt x="27796" y="44707"/>
                      </a:lnTo>
                      <a:lnTo>
                        <a:pt x="36242" y="53154"/>
                      </a:lnTo>
                      <a:lnTo>
                        <a:pt x="36242" y="22792"/>
                      </a:lnTo>
                      <a:cubicBezTo>
                        <a:pt x="68967" y="-3317"/>
                        <a:pt x="116636" y="-1604"/>
                        <a:pt x="147412" y="27872"/>
                      </a:cubicBezTo>
                      <a:lnTo>
                        <a:pt x="133235" y="27872"/>
                      </a:lnTo>
                      <a:lnTo>
                        <a:pt x="124788" y="36319"/>
                      </a:lnTo>
                      <a:lnTo>
                        <a:pt x="155150" y="36319"/>
                      </a:lnTo>
                      <a:cubicBezTo>
                        <a:pt x="181259" y="69043"/>
                        <a:pt x="179546" y="116713"/>
                        <a:pt x="150070" y="147488"/>
                      </a:cubicBezTo>
                      <a:lnTo>
                        <a:pt x="150070" y="133311"/>
                      </a:lnTo>
                      <a:lnTo>
                        <a:pt x="141623" y="124864"/>
                      </a:lnTo>
                      <a:lnTo>
                        <a:pt x="141623" y="155226"/>
                      </a:lnTo>
                      <a:cubicBezTo>
                        <a:pt x="108898" y="181335"/>
                        <a:pt x="61229" y="179622"/>
                        <a:pt x="30453" y="150146"/>
                      </a:cubicBezTo>
                      <a:lnTo>
                        <a:pt x="44630" y="150146"/>
                      </a:lnTo>
                      <a:lnTo>
                        <a:pt x="53077" y="141699"/>
                      </a:lnTo>
                      <a:lnTo>
                        <a:pt x="22715" y="141699"/>
                      </a:lnTo>
                      <a:cubicBezTo>
                        <a:pt x="-3334" y="108974"/>
                        <a:pt x="-1681" y="61305"/>
                        <a:pt x="27796" y="305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81" name="Freeform: Shape 980">
                  <a:extLst>
                    <a:ext uri="{FF2B5EF4-FFF2-40B4-BE49-F238E27FC236}">
                      <a16:creationId xmlns:a16="http://schemas.microsoft.com/office/drawing/2014/main" id="{3D7CE2AD-BE86-44D6-A593-534D06B48C5E}"/>
                    </a:ext>
                  </a:extLst>
                </p:cNvPr>
                <p:cNvSpPr/>
                <p:nvPr/>
              </p:nvSpPr>
              <p:spPr>
                <a:xfrm>
                  <a:off x="3112330" y="4108370"/>
                  <a:ext cx="177787" cy="177790"/>
                </a:xfrm>
                <a:custGeom>
                  <a:avLst/>
                  <a:gdLst>
                    <a:gd name="connsiteX0" fmla="*/ 19372 w 177787"/>
                    <a:gd name="connsiteY0" fmla="*/ 144357 h 177790"/>
                    <a:gd name="connsiteX1" fmla="*/ 19372 w 177787"/>
                    <a:gd name="connsiteY1" fmla="*/ 175310 h 177790"/>
                    <a:gd name="connsiteX2" fmla="*/ 27760 w 177787"/>
                    <a:gd name="connsiteY2" fmla="*/ 166863 h 177790"/>
                    <a:gd name="connsiteX3" fmla="*/ 27760 w 177787"/>
                    <a:gd name="connsiteY3" fmla="*/ 153454 h 177790"/>
                    <a:gd name="connsiteX4" fmla="*/ 144363 w 177787"/>
                    <a:gd name="connsiteY4" fmla="*/ 158475 h 177790"/>
                    <a:gd name="connsiteX5" fmla="*/ 175316 w 177787"/>
                    <a:gd name="connsiteY5" fmla="*/ 158475 h 177790"/>
                    <a:gd name="connsiteX6" fmla="*/ 166869 w 177787"/>
                    <a:gd name="connsiteY6" fmla="*/ 150028 h 177790"/>
                    <a:gd name="connsiteX7" fmla="*/ 153460 w 177787"/>
                    <a:gd name="connsiteY7" fmla="*/ 150028 h 177790"/>
                    <a:gd name="connsiteX8" fmla="*/ 158422 w 177787"/>
                    <a:gd name="connsiteY8" fmla="*/ 33424 h 177790"/>
                    <a:gd name="connsiteX9" fmla="*/ 158422 w 177787"/>
                    <a:gd name="connsiteY9" fmla="*/ 2472 h 177790"/>
                    <a:gd name="connsiteX10" fmla="*/ 149975 w 177787"/>
                    <a:gd name="connsiteY10" fmla="*/ 10918 h 177790"/>
                    <a:gd name="connsiteX11" fmla="*/ 149975 w 177787"/>
                    <a:gd name="connsiteY11" fmla="*/ 24327 h 177790"/>
                    <a:gd name="connsiteX12" fmla="*/ 33371 w 177787"/>
                    <a:gd name="connsiteY12" fmla="*/ 19365 h 177790"/>
                    <a:gd name="connsiteX13" fmla="*/ 2419 w 177787"/>
                    <a:gd name="connsiteY13" fmla="*/ 19365 h 177790"/>
                    <a:gd name="connsiteX14" fmla="*/ 10866 w 177787"/>
                    <a:gd name="connsiteY14" fmla="*/ 27812 h 177790"/>
                    <a:gd name="connsiteX15" fmla="*/ 24275 w 177787"/>
                    <a:gd name="connsiteY15" fmla="*/ 27812 h 177790"/>
                    <a:gd name="connsiteX16" fmla="*/ 19372 w 177787"/>
                    <a:gd name="connsiteY16" fmla="*/ 144357 h 177790"/>
                    <a:gd name="connsiteX17" fmla="*/ 27760 w 177787"/>
                    <a:gd name="connsiteY17" fmla="*/ 30411 h 177790"/>
                    <a:gd name="connsiteX18" fmla="*/ 27760 w 177787"/>
                    <a:gd name="connsiteY18" fmla="*/ 44588 h 177790"/>
                    <a:gd name="connsiteX19" fmla="*/ 36207 w 177787"/>
                    <a:gd name="connsiteY19" fmla="*/ 53035 h 177790"/>
                    <a:gd name="connsiteX20" fmla="*/ 36207 w 177787"/>
                    <a:gd name="connsiteY20" fmla="*/ 22673 h 177790"/>
                    <a:gd name="connsiteX21" fmla="*/ 147376 w 177787"/>
                    <a:gd name="connsiteY21" fmla="*/ 27754 h 177790"/>
                    <a:gd name="connsiteX22" fmla="*/ 133199 w 177787"/>
                    <a:gd name="connsiteY22" fmla="*/ 27754 h 177790"/>
                    <a:gd name="connsiteX23" fmla="*/ 124752 w 177787"/>
                    <a:gd name="connsiteY23" fmla="*/ 36201 h 177790"/>
                    <a:gd name="connsiteX24" fmla="*/ 155114 w 177787"/>
                    <a:gd name="connsiteY24" fmla="*/ 36201 h 177790"/>
                    <a:gd name="connsiteX25" fmla="*/ 150034 w 177787"/>
                    <a:gd name="connsiteY25" fmla="*/ 147370 h 177790"/>
                    <a:gd name="connsiteX26" fmla="*/ 150034 w 177787"/>
                    <a:gd name="connsiteY26" fmla="*/ 133193 h 177790"/>
                    <a:gd name="connsiteX27" fmla="*/ 141587 w 177787"/>
                    <a:gd name="connsiteY27" fmla="*/ 124746 h 177790"/>
                    <a:gd name="connsiteX28" fmla="*/ 141587 w 177787"/>
                    <a:gd name="connsiteY28" fmla="*/ 155108 h 177790"/>
                    <a:gd name="connsiteX29" fmla="*/ 30418 w 177787"/>
                    <a:gd name="connsiteY29" fmla="*/ 150028 h 177790"/>
                    <a:gd name="connsiteX30" fmla="*/ 44595 w 177787"/>
                    <a:gd name="connsiteY30" fmla="*/ 150028 h 177790"/>
                    <a:gd name="connsiteX31" fmla="*/ 53041 w 177787"/>
                    <a:gd name="connsiteY31" fmla="*/ 141581 h 177790"/>
                    <a:gd name="connsiteX32" fmla="*/ 22680 w 177787"/>
                    <a:gd name="connsiteY32" fmla="*/ 141581 h 177790"/>
                    <a:gd name="connsiteX33" fmla="*/ 27760 w 177787"/>
                    <a:gd name="connsiteY33" fmla="*/ 30411 h 177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87" h="177790">
                      <a:moveTo>
                        <a:pt x="19372" y="144357"/>
                      </a:moveTo>
                      <a:lnTo>
                        <a:pt x="19372" y="175310"/>
                      </a:lnTo>
                      <a:lnTo>
                        <a:pt x="27760" y="166863"/>
                      </a:lnTo>
                      <a:lnTo>
                        <a:pt x="27760" y="153454"/>
                      </a:lnTo>
                      <a:cubicBezTo>
                        <a:pt x="60130" y="184111"/>
                        <a:pt x="110103" y="185824"/>
                        <a:pt x="144363" y="158475"/>
                      </a:cubicBezTo>
                      <a:lnTo>
                        <a:pt x="175316" y="158475"/>
                      </a:lnTo>
                      <a:lnTo>
                        <a:pt x="166869" y="150028"/>
                      </a:lnTo>
                      <a:lnTo>
                        <a:pt x="153460" y="150028"/>
                      </a:lnTo>
                      <a:cubicBezTo>
                        <a:pt x="184117" y="117598"/>
                        <a:pt x="185830" y="67684"/>
                        <a:pt x="158422" y="33424"/>
                      </a:cubicBezTo>
                      <a:lnTo>
                        <a:pt x="158422" y="2472"/>
                      </a:lnTo>
                      <a:lnTo>
                        <a:pt x="149975" y="10918"/>
                      </a:lnTo>
                      <a:lnTo>
                        <a:pt x="149975" y="24327"/>
                      </a:lnTo>
                      <a:cubicBezTo>
                        <a:pt x="117605" y="-6330"/>
                        <a:pt x="67632" y="-8043"/>
                        <a:pt x="33371" y="19365"/>
                      </a:cubicBezTo>
                      <a:lnTo>
                        <a:pt x="2419" y="19365"/>
                      </a:lnTo>
                      <a:lnTo>
                        <a:pt x="10866" y="27812"/>
                      </a:lnTo>
                      <a:lnTo>
                        <a:pt x="24275" y="27812"/>
                      </a:lnTo>
                      <a:cubicBezTo>
                        <a:pt x="-6324" y="60124"/>
                        <a:pt x="-8036" y="110038"/>
                        <a:pt x="19372" y="144357"/>
                      </a:cubicBezTo>
                      <a:close/>
                      <a:moveTo>
                        <a:pt x="27760" y="30411"/>
                      </a:moveTo>
                      <a:lnTo>
                        <a:pt x="27760" y="44588"/>
                      </a:lnTo>
                      <a:lnTo>
                        <a:pt x="36207" y="53035"/>
                      </a:lnTo>
                      <a:lnTo>
                        <a:pt x="36207" y="22673"/>
                      </a:lnTo>
                      <a:cubicBezTo>
                        <a:pt x="68931" y="-3435"/>
                        <a:pt x="116601" y="-1723"/>
                        <a:pt x="147376" y="27754"/>
                      </a:cubicBezTo>
                      <a:lnTo>
                        <a:pt x="133199" y="27754"/>
                      </a:lnTo>
                      <a:lnTo>
                        <a:pt x="124752" y="36201"/>
                      </a:lnTo>
                      <a:lnTo>
                        <a:pt x="155114" y="36201"/>
                      </a:lnTo>
                      <a:cubicBezTo>
                        <a:pt x="181223" y="68925"/>
                        <a:pt x="179510" y="116594"/>
                        <a:pt x="150034" y="147370"/>
                      </a:cubicBezTo>
                      <a:lnTo>
                        <a:pt x="150034" y="133193"/>
                      </a:lnTo>
                      <a:lnTo>
                        <a:pt x="141587" y="124746"/>
                      </a:lnTo>
                      <a:lnTo>
                        <a:pt x="141587" y="155108"/>
                      </a:lnTo>
                      <a:cubicBezTo>
                        <a:pt x="108862" y="181158"/>
                        <a:pt x="61193" y="179504"/>
                        <a:pt x="30418" y="150028"/>
                      </a:cubicBezTo>
                      <a:lnTo>
                        <a:pt x="44595" y="150028"/>
                      </a:lnTo>
                      <a:lnTo>
                        <a:pt x="53041" y="141581"/>
                      </a:lnTo>
                      <a:lnTo>
                        <a:pt x="22680" y="141581"/>
                      </a:lnTo>
                      <a:cubicBezTo>
                        <a:pt x="-3370" y="108856"/>
                        <a:pt x="-1657" y="61187"/>
                        <a:pt x="27760" y="30411"/>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82" name="Freeform: Shape 981">
                  <a:extLst>
                    <a:ext uri="{FF2B5EF4-FFF2-40B4-BE49-F238E27FC236}">
                      <a16:creationId xmlns:a16="http://schemas.microsoft.com/office/drawing/2014/main" id="{01337752-A0CF-7590-4BAB-DB83A2B82EE1}"/>
                    </a:ext>
                  </a:extLst>
                </p:cNvPr>
                <p:cNvSpPr/>
                <p:nvPr/>
              </p:nvSpPr>
              <p:spPr>
                <a:xfrm>
                  <a:off x="808927" y="2454830"/>
                  <a:ext cx="177764" cy="177731"/>
                </a:xfrm>
                <a:custGeom>
                  <a:avLst/>
                  <a:gdLst>
                    <a:gd name="connsiteX0" fmla="*/ 19348 w 177764"/>
                    <a:gd name="connsiteY0" fmla="*/ 144239 h 177731"/>
                    <a:gd name="connsiteX1" fmla="*/ 19348 w 177764"/>
                    <a:gd name="connsiteY1" fmla="*/ 175192 h 177731"/>
                    <a:gd name="connsiteX2" fmla="*/ 27736 w 177764"/>
                    <a:gd name="connsiteY2" fmla="*/ 166804 h 177731"/>
                    <a:gd name="connsiteX3" fmla="*/ 27736 w 177764"/>
                    <a:gd name="connsiteY3" fmla="*/ 153395 h 177731"/>
                    <a:gd name="connsiteX4" fmla="*/ 144340 w 177764"/>
                    <a:gd name="connsiteY4" fmla="*/ 158416 h 177731"/>
                    <a:gd name="connsiteX5" fmla="*/ 175293 w 177764"/>
                    <a:gd name="connsiteY5" fmla="*/ 158416 h 177731"/>
                    <a:gd name="connsiteX6" fmla="*/ 166846 w 177764"/>
                    <a:gd name="connsiteY6" fmla="*/ 150028 h 177731"/>
                    <a:gd name="connsiteX7" fmla="*/ 153437 w 177764"/>
                    <a:gd name="connsiteY7" fmla="*/ 150028 h 177731"/>
                    <a:gd name="connsiteX8" fmla="*/ 158399 w 177764"/>
                    <a:gd name="connsiteY8" fmla="*/ 33424 h 177731"/>
                    <a:gd name="connsiteX9" fmla="*/ 158399 w 177764"/>
                    <a:gd name="connsiteY9" fmla="*/ 2472 h 177731"/>
                    <a:gd name="connsiteX10" fmla="*/ 149952 w 177764"/>
                    <a:gd name="connsiteY10" fmla="*/ 10919 h 177731"/>
                    <a:gd name="connsiteX11" fmla="*/ 149952 w 177764"/>
                    <a:gd name="connsiteY11" fmla="*/ 24328 h 177731"/>
                    <a:gd name="connsiteX12" fmla="*/ 33348 w 177764"/>
                    <a:gd name="connsiteY12" fmla="*/ 19365 h 177731"/>
                    <a:gd name="connsiteX13" fmla="*/ 2395 w 177764"/>
                    <a:gd name="connsiteY13" fmla="*/ 19365 h 177731"/>
                    <a:gd name="connsiteX14" fmla="*/ 10842 w 177764"/>
                    <a:gd name="connsiteY14" fmla="*/ 27813 h 177731"/>
                    <a:gd name="connsiteX15" fmla="*/ 24251 w 177764"/>
                    <a:gd name="connsiteY15" fmla="*/ 27813 h 177731"/>
                    <a:gd name="connsiteX16" fmla="*/ 19348 w 177764"/>
                    <a:gd name="connsiteY16" fmla="*/ 144239 h 177731"/>
                    <a:gd name="connsiteX17" fmla="*/ 27795 w 177764"/>
                    <a:gd name="connsiteY17" fmla="*/ 30293 h 177731"/>
                    <a:gd name="connsiteX18" fmla="*/ 27795 w 177764"/>
                    <a:gd name="connsiteY18" fmla="*/ 44470 h 177731"/>
                    <a:gd name="connsiteX19" fmla="*/ 36242 w 177764"/>
                    <a:gd name="connsiteY19" fmla="*/ 52917 h 177731"/>
                    <a:gd name="connsiteX20" fmla="*/ 36242 w 177764"/>
                    <a:gd name="connsiteY20" fmla="*/ 22555 h 177731"/>
                    <a:gd name="connsiteX21" fmla="*/ 147412 w 177764"/>
                    <a:gd name="connsiteY21" fmla="*/ 27635 h 177731"/>
                    <a:gd name="connsiteX22" fmla="*/ 133235 w 177764"/>
                    <a:gd name="connsiteY22" fmla="*/ 27635 h 177731"/>
                    <a:gd name="connsiteX23" fmla="*/ 124788 w 177764"/>
                    <a:gd name="connsiteY23" fmla="*/ 36082 h 177731"/>
                    <a:gd name="connsiteX24" fmla="*/ 155150 w 177764"/>
                    <a:gd name="connsiteY24" fmla="*/ 36082 h 177731"/>
                    <a:gd name="connsiteX25" fmla="*/ 150070 w 177764"/>
                    <a:gd name="connsiteY25" fmla="*/ 147252 h 177731"/>
                    <a:gd name="connsiteX26" fmla="*/ 150070 w 177764"/>
                    <a:gd name="connsiteY26" fmla="*/ 133075 h 177731"/>
                    <a:gd name="connsiteX27" fmla="*/ 141623 w 177764"/>
                    <a:gd name="connsiteY27" fmla="*/ 124628 h 177731"/>
                    <a:gd name="connsiteX28" fmla="*/ 141623 w 177764"/>
                    <a:gd name="connsiteY28" fmla="*/ 154990 h 177731"/>
                    <a:gd name="connsiteX29" fmla="*/ 30454 w 177764"/>
                    <a:gd name="connsiteY29" fmla="*/ 149910 h 177731"/>
                    <a:gd name="connsiteX30" fmla="*/ 44630 w 177764"/>
                    <a:gd name="connsiteY30" fmla="*/ 149910 h 177731"/>
                    <a:gd name="connsiteX31" fmla="*/ 53077 w 177764"/>
                    <a:gd name="connsiteY31" fmla="*/ 141463 h 177731"/>
                    <a:gd name="connsiteX32" fmla="*/ 22715 w 177764"/>
                    <a:gd name="connsiteY32" fmla="*/ 141463 h 177731"/>
                    <a:gd name="connsiteX33" fmla="*/ 27795 w 177764"/>
                    <a:gd name="connsiteY33" fmla="*/ 30293 h 177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731">
                      <a:moveTo>
                        <a:pt x="19348" y="144239"/>
                      </a:moveTo>
                      <a:lnTo>
                        <a:pt x="19348" y="175192"/>
                      </a:lnTo>
                      <a:lnTo>
                        <a:pt x="27736" y="166804"/>
                      </a:lnTo>
                      <a:lnTo>
                        <a:pt x="27736" y="153395"/>
                      </a:lnTo>
                      <a:cubicBezTo>
                        <a:pt x="60107" y="184052"/>
                        <a:pt x="110080" y="185765"/>
                        <a:pt x="144340" y="158416"/>
                      </a:cubicBezTo>
                      <a:lnTo>
                        <a:pt x="175293" y="158416"/>
                      </a:lnTo>
                      <a:lnTo>
                        <a:pt x="166846" y="150028"/>
                      </a:lnTo>
                      <a:lnTo>
                        <a:pt x="153437" y="150028"/>
                      </a:lnTo>
                      <a:cubicBezTo>
                        <a:pt x="184094" y="117599"/>
                        <a:pt x="185807" y="67685"/>
                        <a:pt x="158399" y="33424"/>
                      </a:cubicBezTo>
                      <a:lnTo>
                        <a:pt x="158399" y="2472"/>
                      </a:lnTo>
                      <a:lnTo>
                        <a:pt x="149952" y="10919"/>
                      </a:lnTo>
                      <a:lnTo>
                        <a:pt x="149952" y="24328"/>
                      </a:lnTo>
                      <a:cubicBezTo>
                        <a:pt x="117582" y="-6330"/>
                        <a:pt x="67608" y="-8043"/>
                        <a:pt x="33348" y="19365"/>
                      </a:cubicBezTo>
                      <a:lnTo>
                        <a:pt x="2395" y="19365"/>
                      </a:lnTo>
                      <a:lnTo>
                        <a:pt x="10842" y="27813"/>
                      </a:lnTo>
                      <a:lnTo>
                        <a:pt x="24251" y="27813"/>
                      </a:lnTo>
                      <a:cubicBezTo>
                        <a:pt x="-6347" y="60006"/>
                        <a:pt x="-8001" y="109920"/>
                        <a:pt x="19348" y="144239"/>
                      </a:cubicBezTo>
                      <a:close/>
                      <a:moveTo>
                        <a:pt x="27795" y="30293"/>
                      </a:moveTo>
                      <a:lnTo>
                        <a:pt x="27795" y="44470"/>
                      </a:lnTo>
                      <a:lnTo>
                        <a:pt x="36242" y="52917"/>
                      </a:lnTo>
                      <a:lnTo>
                        <a:pt x="36242" y="22555"/>
                      </a:lnTo>
                      <a:cubicBezTo>
                        <a:pt x="68967" y="-3553"/>
                        <a:pt x="116636" y="-1841"/>
                        <a:pt x="147412" y="27635"/>
                      </a:cubicBezTo>
                      <a:lnTo>
                        <a:pt x="133235" y="27635"/>
                      </a:lnTo>
                      <a:lnTo>
                        <a:pt x="124788" y="36082"/>
                      </a:lnTo>
                      <a:lnTo>
                        <a:pt x="155150" y="36082"/>
                      </a:lnTo>
                      <a:cubicBezTo>
                        <a:pt x="181259" y="68807"/>
                        <a:pt x="179546" y="116476"/>
                        <a:pt x="150070" y="147252"/>
                      </a:cubicBezTo>
                      <a:lnTo>
                        <a:pt x="150070" y="133075"/>
                      </a:lnTo>
                      <a:lnTo>
                        <a:pt x="141623" y="124628"/>
                      </a:lnTo>
                      <a:lnTo>
                        <a:pt x="141623" y="154990"/>
                      </a:lnTo>
                      <a:cubicBezTo>
                        <a:pt x="108898" y="181040"/>
                        <a:pt x="61229" y="179386"/>
                        <a:pt x="30454" y="149910"/>
                      </a:cubicBezTo>
                      <a:lnTo>
                        <a:pt x="44630" y="149910"/>
                      </a:lnTo>
                      <a:lnTo>
                        <a:pt x="53077" y="141463"/>
                      </a:lnTo>
                      <a:lnTo>
                        <a:pt x="22715" y="141463"/>
                      </a:lnTo>
                      <a:cubicBezTo>
                        <a:pt x="-3334" y="108738"/>
                        <a:pt x="-1680" y="61069"/>
                        <a:pt x="27795" y="302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983" name="Graphic 4773">
                  <a:extLst>
                    <a:ext uri="{FF2B5EF4-FFF2-40B4-BE49-F238E27FC236}">
                      <a16:creationId xmlns:a16="http://schemas.microsoft.com/office/drawing/2014/main" id="{32479A71-21B9-245B-A517-DA867143E946}"/>
                    </a:ext>
                  </a:extLst>
                </p:cNvPr>
                <p:cNvGrpSpPr/>
                <p:nvPr/>
              </p:nvGrpSpPr>
              <p:grpSpPr>
                <a:xfrm>
                  <a:off x="1739250" y="2188416"/>
                  <a:ext cx="502742" cy="119025"/>
                  <a:chOff x="1739250" y="2188416"/>
                  <a:chExt cx="502742" cy="119025"/>
                </a:xfrm>
                <a:grpFill/>
              </p:grpSpPr>
              <p:sp>
                <p:nvSpPr>
                  <p:cNvPr id="1104" name="Freeform: Shape 1103">
                    <a:extLst>
                      <a:ext uri="{FF2B5EF4-FFF2-40B4-BE49-F238E27FC236}">
                        <a16:creationId xmlns:a16="http://schemas.microsoft.com/office/drawing/2014/main" id="{723C1C8C-0509-3EDA-8178-92F92A7CCD56}"/>
                      </a:ext>
                    </a:extLst>
                  </p:cNvPr>
                  <p:cNvSpPr/>
                  <p:nvPr/>
                </p:nvSpPr>
                <p:spPr>
                  <a:xfrm>
                    <a:off x="2096208" y="2188475"/>
                    <a:ext cx="145784" cy="118966"/>
                  </a:xfrm>
                  <a:custGeom>
                    <a:avLst/>
                    <a:gdLst>
                      <a:gd name="connsiteX0" fmla="*/ 0 w 145784"/>
                      <a:gd name="connsiteY0" fmla="*/ 35678 h 118966"/>
                      <a:gd name="connsiteX1" fmla="*/ 0 w 145784"/>
                      <a:gd name="connsiteY1" fmla="*/ 83289 h 118966"/>
                      <a:gd name="connsiteX2" fmla="*/ 35678 w 145784"/>
                      <a:gd name="connsiteY2" fmla="*/ 118967 h 118966"/>
                      <a:gd name="connsiteX3" fmla="*/ 83288 w 145784"/>
                      <a:gd name="connsiteY3" fmla="*/ 118967 h 118966"/>
                      <a:gd name="connsiteX4" fmla="*/ 118494 w 145784"/>
                      <a:gd name="connsiteY4" fmla="*/ 88959 h 118966"/>
                      <a:gd name="connsiteX5" fmla="*/ 145784 w 145784"/>
                      <a:gd name="connsiteY5" fmla="*/ 59483 h 118966"/>
                      <a:gd name="connsiteX6" fmla="*/ 118494 w 145784"/>
                      <a:gd name="connsiteY6" fmla="*/ 30008 h 118966"/>
                      <a:gd name="connsiteX7" fmla="*/ 83288 w 145784"/>
                      <a:gd name="connsiteY7" fmla="*/ 0 h 118966"/>
                      <a:gd name="connsiteX8" fmla="*/ 35678 w 145784"/>
                      <a:gd name="connsiteY8" fmla="*/ 0 h 118966"/>
                      <a:gd name="connsiteX9" fmla="*/ 0 w 145784"/>
                      <a:gd name="connsiteY9" fmla="*/ 35678 h 118966"/>
                      <a:gd name="connsiteX10" fmla="*/ 5966 w 145784"/>
                      <a:gd name="connsiteY10" fmla="*/ 35678 h 118966"/>
                      <a:gd name="connsiteX11" fmla="*/ 35678 w 145784"/>
                      <a:gd name="connsiteY11" fmla="*/ 5907 h 118966"/>
                      <a:gd name="connsiteX12" fmla="*/ 83288 w 145784"/>
                      <a:gd name="connsiteY12" fmla="*/ 5907 h 118966"/>
                      <a:gd name="connsiteX13" fmla="*/ 112469 w 145784"/>
                      <a:gd name="connsiteY13" fmla="*/ 30067 h 118966"/>
                      <a:gd name="connsiteX14" fmla="*/ 86242 w 145784"/>
                      <a:gd name="connsiteY14" fmla="*/ 59424 h 118966"/>
                      <a:gd name="connsiteX15" fmla="*/ 112469 w 145784"/>
                      <a:gd name="connsiteY15" fmla="*/ 88782 h 118966"/>
                      <a:gd name="connsiteX16" fmla="*/ 83288 w 145784"/>
                      <a:gd name="connsiteY16" fmla="*/ 112942 h 118966"/>
                      <a:gd name="connsiteX17" fmla="*/ 35678 w 145784"/>
                      <a:gd name="connsiteY17" fmla="*/ 112942 h 118966"/>
                      <a:gd name="connsiteX18" fmla="*/ 5966 w 145784"/>
                      <a:gd name="connsiteY18" fmla="*/ 83171 h 118966"/>
                      <a:gd name="connsiteX19" fmla="*/ 5966 w 145784"/>
                      <a:gd name="connsiteY19" fmla="*/ 3567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0" y="35678"/>
                        </a:moveTo>
                        <a:lnTo>
                          <a:pt x="0" y="83289"/>
                        </a:lnTo>
                        <a:cubicBezTo>
                          <a:pt x="0" y="103018"/>
                          <a:pt x="16008" y="118967"/>
                          <a:pt x="35678" y="118967"/>
                        </a:cubicBezTo>
                        <a:lnTo>
                          <a:pt x="83288" y="118967"/>
                        </a:lnTo>
                        <a:cubicBezTo>
                          <a:pt x="101068" y="118967"/>
                          <a:pt x="115777" y="105971"/>
                          <a:pt x="118494" y="88959"/>
                        </a:cubicBezTo>
                        <a:cubicBezTo>
                          <a:pt x="133734" y="87660"/>
                          <a:pt x="145784" y="75019"/>
                          <a:pt x="145784" y="59483"/>
                        </a:cubicBezTo>
                        <a:cubicBezTo>
                          <a:pt x="145784" y="43948"/>
                          <a:pt x="133734" y="31248"/>
                          <a:pt x="118494" y="30008"/>
                        </a:cubicBezTo>
                        <a:cubicBezTo>
                          <a:pt x="115777" y="12996"/>
                          <a:pt x="101068" y="0"/>
                          <a:pt x="83288" y="0"/>
                        </a:cubicBezTo>
                        <a:lnTo>
                          <a:pt x="35678" y="0"/>
                        </a:lnTo>
                        <a:cubicBezTo>
                          <a:pt x="16008" y="-59"/>
                          <a:pt x="0" y="15949"/>
                          <a:pt x="0" y="35678"/>
                        </a:cubicBezTo>
                        <a:close/>
                        <a:moveTo>
                          <a:pt x="5966" y="35678"/>
                        </a:moveTo>
                        <a:cubicBezTo>
                          <a:pt x="5966" y="19257"/>
                          <a:pt x="19316" y="5907"/>
                          <a:pt x="35678" y="5907"/>
                        </a:cubicBezTo>
                        <a:lnTo>
                          <a:pt x="83288" y="5907"/>
                        </a:lnTo>
                        <a:cubicBezTo>
                          <a:pt x="97761" y="5907"/>
                          <a:pt x="109870" y="16303"/>
                          <a:pt x="112469" y="30067"/>
                        </a:cubicBezTo>
                        <a:cubicBezTo>
                          <a:pt x="97761" y="31839"/>
                          <a:pt x="86242" y="44244"/>
                          <a:pt x="86242" y="59424"/>
                        </a:cubicBezTo>
                        <a:cubicBezTo>
                          <a:pt x="86242" y="74664"/>
                          <a:pt x="97701" y="87010"/>
                          <a:pt x="112469" y="88782"/>
                        </a:cubicBezTo>
                        <a:cubicBezTo>
                          <a:pt x="109870" y="102545"/>
                          <a:pt x="97761" y="112942"/>
                          <a:pt x="83288" y="112942"/>
                        </a:cubicBezTo>
                        <a:lnTo>
                          <a:pt x="35678" y="112942"/>
                        </a:lnTo>
                        <a:cubicBezTo>
                          <a:pt x="19257" y="112942"/>
                          <a:pt x="5966" y="99592"/>
                          <a:pt x="5966" y="83171"/>
                        </a:cubicBezTo>
                        <a:lnTo>
                          <a:pt x="5966" y="35678"/>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05" name="Freeform: Shape 1104">
                    <a:extLst>
                      <a:ext uri="{FF2B5EF4-FFF2-40B4-BE49-F238E27FC236}">
                        <a16:creationId xmlns:a16="http://schemas.microsoft.com/office/drawing/2014/main" id="{A6D8816B-CE3F-6167-EB00-A2B704031689}"/>
                      </a:ext>
                    </a:extLst>
                  </p:cNvPr>
                  <p:cNvSpPr/>
                  <p:nvPr/>
                </p:nvSpPr>
                <p:spPr>
                  <a:xfrm>
                    <a:off x="1739250" y="2188416"/>
                    <a:ext cx="145784" cy="118966"/>
                  </a:xfrm>
                  <a:custGeom>
                    <a:avLst/>
                    <a:gdLst>
                      <a:gd name="connsiteX0" fmla="*/ 145784 w 145784"/>
                      <a:gd name="connsiteY0" fmla="*/ 83288 h 118966"/>
                      <a:gd name="connsiteX1" fmla="*/ 145784 w 145784"/>
                      <a:gd name="connsiteY1" fmla="*/ 35678 h 118966"/>
                      <a:gd name="connsiteX2" fmla="*/ 110106 w 145784"/>
                      <a:gd name="connsiteY2" fmla="*/ 0 h 118966"/>
                      <a:gd name="connsiteX3" fmla="*/ 62496 w 145784"/>
                      <a:gd name="connsiteY3" fmla="*/ 0 h 118966"/>
                      <a:gd name="connsiteX4" fmla="*/ 27290 w 145784"/>
                      <a:gd name="connsiteY4" fmla="*/ 30007 h 118966"/>
                      <a:gd name="connsiteX5" fmla="*/ 0 w 145784"/>
                      <a:gd name="connsiteY5" fmla="*/ 59483 h 118966"/>
                      <a:gd name="connsiteX6" fmla="*/ 27290 w 145784"/>
                      <a:gd name="connsiteY6" fmla="*/ 88959 h 118966"/>
                      <a:gd name="connsiteX7" fmla="*/ 62496 w 145784"/>
                      <a:gd name="connsiteY7" fmla="*/ 118966 h 118966"/>
                      <a:gd name="connsiteX8" fmla="*/ 110106 w 145784"/>
                      <a:gd name="connsiteY8" fmla="*/ 118966 h 118966"/>
                      <a:gd name="connsiteX9" fmla="*/ 145784 w 145784"/>
                      <a:gd name="connsiteY9" fmla="*/ 83288 h 118966"/>
                      <a:gd name="connsiteX10" fmla="*/ 139877 w 145784"/>
                      <a:gd name="connsiteY10" fmla="*/ 83288 h 118966"/>
                      <a:gd name="connsiteX11" fmla="*/ 110106 w 145784"/>
                      <a:gd name="connsiteY11" fmla="*/ 113059 h 118966"/>
                      <a:gd name="connsiteX12" fmla="*/ 62496 w 145784"/>
                      <a:gd name="connsiteY12" fmla="*/ 113059 h 118966"/>
                      <a:gd name="connsiteX13" fmla="*/ 33315 w 145784"/>
                      <a:gd name="connsiteY13" fmla="*/ 88900 h 118966"/>
                      <a:gd name="connsiteX14" fmla="*/ 59542 w 145784"/>
                      <a:gd name="connsiteY14" fmla="*/ 59542 h 118966"/>
                      <a:gd name="connsiteX15" fmla="*/ 33315 w 145784"/>
                      <a:gd name="connsiteY15" fmla="*/ 30185 h 118966"/>
                      <a:gd name="connsiteX16" fmla="*/ 62496 w 145784"/>
                      <a:gd name="connsiteY16" fmla="*/ 6025 h 118966"/>
                      <a:gd name="connsiteX17" fmla="*/ 110106 w 145784"/>
                      <a:gd name="connsiteY17" fmla="*/ 6025 h 118966"/>
                      <a:gd name="connsiteX18" fmla="*/ 139877 w 145784"/>
                      <a:gd name="connsiteY18" fmla="*/ 35796 h 118966"/>
                      <a:gd name="connsiteX19" fmla="*/ 139877 w 145784"/>
                      <a:gd name="connsiteY19" fmla="*/ 8328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145784" y="83288"/>
                        </a:moveTo>
                        <a:lnTo>
                          <a:pt x="145784" y="35678"/>
                        </a:lnTo>
                        <a:cubicBezTo>
                          <a:pt x="145784" y="15949"/>
                          <a:pt x="129776" y="0"/>
                          <a:pt x="110106" y="0"/>
                        </a:cubicBezTo>
                        <a:lnTo>
                          <a:pt x="62496" y="0"/>
                        </a:lnTo>
                        <a:cubicBezTo>
                          <a:pt x="44716" y="0"/>
                          <a:pt x="30007" y="12995"/>
                          <a:pt x="27290" y="30007"/>
                        </a:cubicBezTo>
                        <a:cubicBezTo>
                          <a:pt x="12050" y="31307"/>
                          <a:pt x="0" y="43889"/>
                          <a:pt x="0" y="59483"/>
                        </a:cubicBezTo>
                        <a:cubicBezTo>
                          <a:pt x="0" y="75078"/>
                          <a:pt x="12050" y="87718"/>
                          <a:pt x="27290" y="88959"/>
                        </a:cubicBezTo>
                        <a:cubicBezTo>
                          <a:pt x="30007" y="105971"/>
                          <a:pt x="44716" y="118966"/>
                          <a:pt x="62496" y="118966"/>
                        </a:cubicBezTo>
                        <a:lnTo>
                          <a:pt x="110106" y="118966"/>
                        </a:lnTo>
                        <a:cubicBezTo>
                          <a:pt x="129835" y="118966"/>
                          <a:pt x="145784" y="103018"/>
                          <a:pt x="145784" y="83288"/>
                        </a:cubicBezTo>
                        <a:close/>
                        <a:moveTo>
                          <a:pt x="139877" y="83288"/>
                        </a:moveTo>
                        <a:cubicBezTo>
                          <a:pt x="139877" y="99710"/>
                          <a:pt x="126527" y="113059"/>
                          <a:pt x="110106" y="113059"/>
                        </a:cubicBezTo>
                        <a:lnTo>
                          <a:pt x="62496" y="113059"/>
                        </a:lnTo>
                        <a:cubicBezTo>
                          <a:pt x="48024" y="113059"/>
                          <a:pt x="35914" y="102663"/>
                          <a:pt x="33315" y="88900"/>
                        </a:cubicBezTo>
                        <a:cubicBezTo>
                          <a:pt x="48083" y="87128"/>
                          <a:pt x="59542" y="74723"/>
                          <a:pt x="59542" y="59542"/>
                        </a:cubicBezTo>
                        <a:cubicBezTo>
                          <a:pt x="59542" y="44361"/>
                          <a:pt x="48083" y="31957"/>
                          <a:pt x="33315" y="30185"/>
                        </a:cubicBezTo>
                        <a:cubicBezTo>
                          <a:pt x="35914" y="16421"/>
                          <a:pt x="48024" y="6025"/>
                          <a:pt x="62496" y="6025"/>
                        </a:cubicBezTo>
                        <a:lnTo>
                          <a:pt x="110106" y="6025"/>
                        </a:lnTo>
                        <a:cubicBezTo>
                          <a:pt x="126527" y="6025"/>
                          <a:pt x="139877" y="19375"/>
                          <a:pt x="139877" y="35796"/>
                        </a:cubicBezTo>
                        <a:lnTo>
                          <a:pt x="139877" y="83288"/>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06" name="Freeform: Shape 1105">
                    <a:extLst>
                      <a:ext uri="{FF2B5EF4-FFF2-40B4-BE49-F238E27FC236}">
                        <a16:creationId xmlns:a16="http://schemas.microsoft.com/office/drawing/2014/main" id="{ED5E76CA-2DCF-70F1-39F7-562AA9C19BFE}"/>
                      </a:ext>
                    </a:extLst>
                  </p:cNvPr>
                  <p:cNvSpPr/>
                  <p:nvPr/>
                </p:nvSpPr>
                <p:spPr>
                  <a:xfrm>
                    <a:off x="1900510" y="2188475"/>
                    <a:ext cx="176559" cy="118907"/>
                  </a:xfrm>
                  <a:custGeom>
                    <a:avLst/>
                    <a:gdLst>
                      <a:gd name="connsiteX0" fmla="*/ 28354 w 176559"/>
                      <a:gd name="connsiteY0" fmla="*/ 89018 h 118907"/>
                      <a:gd name="connsiteX1" fmla="*/ 63559 w 176559"/>
                      <a:gd name="connsiteY1" fmla="*/ 118907 h 118907"/>
                      <a:gd name="connsiteX2" fmla="*/ 111170 w 176559"/>
                      <a:gd name="connsiteY2" fmla="*/ 118907 h 118907"/>
                      <a:gd name="connsiteX3" fmla="*/ 146316 w 176559"/>
                      <a:gd name="connsiteY3" fmla="*/ 89136 h 118907"/>
                      <a:gd name="connsiteX4" fmla="*/ 146848 w 176559"/>
                      <a:gd name="connsiteY4" fmla="*/ 89195 h 118907"/>
                      <a:gd name="connsiteX5" fmla="*/ 176560 w 176559"/>
                      <a:gd name="connsiteY5" fmla="*/ 59483 h 118907"/>
                      <a:gd name="connsiteX6" fmla="*/ 146848 w 176559"/>
                      <a:gd name="connsiteY6" fmla="*/ 29712 h 118907"/>
                      <a:gd name="connsiteX7" fmla="*/ 146316 w 176559"/>
                      <a:gd name="connsiteY7" fmla="*/ 29771 h 118907"/>
                      <a:gd name="connsiteX8" fmla="*/ 111170 w 176559"/>
                      <a:gd name="connsiteY8" fmla="*/ 0 h 118907"/>
                      <a:gd name="connsiteX9" fmla="*/ 63559 w 176559"/>
                      <a:gd name="connsiteY9" fmla="*/ 0 h 118907"/>
                      <a:gd name="connsiteX10" fmla="*/ 28354 w 176559"/>
                      <a:gd name="connsiteY10" fmla="*/ 29889 h 118907"/>
                      <a:gd name="connsiteX11" fmla="*/ 0 w 176559"/>
                      <a:gd name="connsiteY11" fmla="*/ 59483 h 118907"/>
                      <a:gd name="connsiteX12" fmla="*/ 28354 w 176559"/>
                      <a:gd name="connsiteY12" fmla="*/ 89018 h 118907"/>
                      <a:gd name="connsiteX13" fmla="*/ 34320 w 176559"/>
                      <a:gd name="connsiteY13" fmla="*/ 88723 h 118907"/>
                      <a:gd name="connsiteX14" fmla="*/ 59424 w 176559"/>
                      <a:gd name="connsiteY14" fmla="*/ 59424 h 118907"/>
                      <a:gd name="connsiteX15" fmla="*/ 34320 w 176559"/>
                      <a:gd name="connsiteY15" fmla="*/ 30126 h 118907"/>
                      <a:gd name="connsiteX16" fmla="*/ 63500 w 176559"/>
                      <a:gd name="connsiteY16" fmla="*/ 5848 h 118907"/>
                      <a:gd name="connsiteX17" fmla="*/ 111110 w 176559"/>
                      <a:gd name="connsiteY17" fmla="*/ 5848 h 118907"/>
                      <a:gd name="connsiteX18" fmla="*/ 140350 w 176559"/>
                      <a:gd name="connsiteY18" fmla="*/ 30421 h 118907"/>
                      <a:gd name="connsiteX19" fmla="*/ 117077 w 176559"/>
                      <a:gd name="connsiteY19" fmla="*/ 59424 h 118907"/>
                      <a:gd name="connsiteX20" fmla="*/ 140350 w 176559"/>
                      <a:gd name="connsiteY20" fmla="*/ 88427 h 118907"/>
                      <a:gd name="connsiteX21" fmla="*/ 111110 w 176559"/>
                      <a:gd name="connsiteY21" fmla="*/ 113001 h 118907"/>
                      <a:gd name="connsiteX22" fmla="*/ 63500 w 176559"/>
                      <a:gd name="connsiteY22" fmla="*/ 113001 h 118907"/>
                      <a:gd name="connsiteX23" fmla="*/ 34320 w 176559"/>
                      <a:gd name="connsiteY23" fmla="*/ 88723 h 118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559" h="118907">
                        <a:moveTo>
                          <a:pt x="28354" y="89018"/>
                        </a:moveTo>
                        <a:cubicBezTo>
                          <a:pt x="31130" y="105971"/>
                          <a:pt x="45779" y="118907"/>
                          <a:pt x="63559" y="118907"/>
                        </a:cubicBezTo>
                        <a:lnTo>
                          <a:pt x="111170" y="118907"/>
                        </a:lnTo>
                        <a:cubicBezTo>
                          <a:pt x="128890" y="118907"/>
                          <a:pt x="143540" y="106030"/>
                          <a:pt x="146316" y="89136"/>
                        </a:cubicBezTo>
                        <a:cubicBezTo>
                          <a:pt x="146493" y="89136"/>
                          <a:pt x="146671" y="89195"/>
                          <a:pt x="146848" y="89195"/>
                        </a:cubicBezTo>
                        <a:cubicBezTo>
                          <a:pt x="163269" y="89195"/>
                          <a:pt x="176560" y="75905"/>
                          <a:pt x="176560" y="59483"/>
                        </a:cubicBezTo>
                        <a:cubicBezTo>
                          <a:pt x="176560" y="43062"/>
                          <a:pt x="163269" y="29712"/>
                          <a:pt x="146848" y="29712"/>
                        </a:cubicBezTo>
                        <a:cubicBezTo>
                          <a:pt x="146671" y="29712"/>
                          <a:pt x="146493" y="29771"/>
                          <a:pt x="146316" y="29771"/>
                        </a:cubicBezTo>
                        <a:cubicBezTo>
                          <a:pt x="143481" y="12877"/>
                          <a:pt x="128831" y="0"/>
                          <a:pt x="111170" y="0"/>
                        </a:cubicBezTo>
                        <a:lnTo>
                          <a:pt x="63559" y="0"/>
                        </a:lnTo>
                        <a:cubicBezTo>
                          <a:pt x="45838" y="0"/>
                          <a:pt x="31189" y="12936"/>
                          <a:pt x="28354" y="29889"/>
                        </a:cubicBezTo>
                        <a:cubicBezTo>
                          <a:pt x="12582" y="30598"/>
                          <a:pt x="0" y="43534"/>
                          <a:pt x="0" y="59483"/>
                        </a:cubicBezTo>
                        <a:cubicBezTo>
                          <a:pt x="-59" y="75432"/>
                          <a:pt x="12582" y="88309"/>
                          <a:pt x="28354" y="89018"/>
                        </a:cubicBezTo>
                        <a:close/>
                        <a:moveTo>
                          <a:pt x="34320" y="88723"/>
                        </a:moveTo>
                        <a:cubicBezTo>
                          <a:pt x="48556" y="86478"/>
                          <a:pt x="59424" y="74310"/>
                          <a:pt x="59424" y="59424"/>
                        </a:cubicBezTo>
                        <a:cubicBezTo>
                          <a:pt x="59424" y="44598"/>
                          <a:pt x="48497" y="32370"/>
                          <a:pt x="34320" y="30126"/>
                        </a:cubicBezTo>
                        <a:cubicBezTo>
                          <a:pt x="36919" y="16362"/>
                          <a:pt x="48969" y="5848"/>
                          <a:pt x="63500" y="5848"/>
                        </a:cubicBezTo>
                        <a:lnTo>
                          <a:pt x="111110" y="5848"/>
                        </a:lnTo>
                        <a:cubicBezTo>
                          <a:pt x="125760" y="5848"/>
                          <a:pt x="137869" y="16481"/>
                          <a:pt x="140350" y="30421"/>
                        </a:cubicBezTo>
                        <a:cubicBezTo>
                          <a:pt x="127059" y="33375"/>
                          <a:pt x="117077" y="45189"/>
                          <a:pt x="117077" y="59424"/>
                        </a:cubicBezTo>
                        <a:cubicBezTo>
                          <a:pt x="117077" y="73601"/>
                          <a:pt x="127059" y="85474"/>
                          <a:pt x="140350" y="88427"/>
                        </a:cubicBezTo>
                        <a:cubicBezTo>
                          <a:pt x="137869" y="102368"/>
                          <a:pt x="125760" y="113001"/>
                          <a:pt x="111110" y="113001"/>
                        </a:cubicBezTo>
                        <a:lnTo>
                          <a:pt x="63500" y="113001"/>
                        </a:lnTo>
                        <a:cubicBezTo>
                          <a:pt x="48969" y="113001"/>
                          <a:pt x="36919" y="102486"/>
                          <a:pt x="34320" y="8872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984" name="Graphic 4773">
                  <a:extLst>
                    <a:ext uri="{FF2B5EF4-FFF2-40B4-BE49-F238E27FC236}">
                      <a16:creationId xmlns:a16="http://schemas.microsoft.com/office/drawing/2014/main" id="{064724DE-62D6-393C-A2AE-FD1990589E61}"/>
                    </a:ext>
                  </a:extLst>
                </p:cNvPr>
                <p:cNvGrpSpPr/>
                <p:nvPr/>
              </p:nvGrpSpPr>
              <p:grpSpPr>
                <a:xfrm>
                  <a:off x="2558193" y="4022355"/>
                  <a:ext cx="400670" cy="114063"/>
                  <a:chOff x="2558193" y="4022355"/>
                  <a:chExt cx="400670" cy="114063"/>
                </a:xfrm>
                <a:grpFill/>
              </p:grpSpPr>
              <p:grpSp>
                <p:nvGrpSpPr>
                  <p:cNvPr id="1094" name="Graphic 4773">
                    <a:extLst>
                      <a:ext uri="{FF2B5EF4-FFF2-40B4-BE49-F238E27FC236}">
                        <a16:creationId xmlns:a16="http://schemas.microsoft.com/office/drawing/2014/main" id="{42A371CF-9313-3BFC-6D69-70FE5B39E3FA}"/>
                      </a:ext>
                    </a:extLst>
                  </p:cNvPr>
                  <p:cNvGrpSpPr/>
                  <p:nvPr/>
                </p:nvGrpSpPr>
                <p:grpSpPr>
                  <a:xfrm>
                    <a:off x="2558193" y="4022355"/>
                    <a:ext cx="114004" cy="114004"/>
                    <a:chOff x="2558193" y="4022355"/>
                    <a:chExt cx="114004" cy="114004"/>
                  </a:xfrm>
                  <a:grpFill/>
                </p:grpSpPr>
                <p:sp>
                  <p:nvSpPr>
                    <p:cNvPr id="1102" name="Freeform: Shape 1101">
                      <a:extLst>
                        <a:ext uri="{FF2B5EF4-FFF2-40B4-BE49-F238E27FC236}">
                          <a16:creationId xmlns:a16="http://schemas.microsoft.com/office/drawing/2014/main" id="{AF07769B-A3FD-EA69-0EBD-B7D5609F9CF9}"/>
                        </a:ext>
                      </a:extLst>
                    </p:cNvPr>
                    <p:cNvSpPr/>
                    <p:nvPr/>
                  </p:nvSpPr>
                  <p:spPr>
                    <a:xfrm>
                      <a:off x="2558193" y="4022355"/>
                      <a:ext cx="114004" cy="114004"/>
                    </a:xfrm>
                    <a:custGeom>
                      <a:avLst/>
                      <a:gdLst>
                        <a:gd name="connsiteX0" fmla="*/ 34201 w 114004"/>
                        <a:gd name="connsiteY0" fmla="*/ 114005 h 114004"/>
                        <a:gd name="connsiteX1" fmla="*/ 79803 w 114004"/>
                        <a:gd name="connsiteY1" fmla="*/ 114005 h 114004"/>
                        <a:gd name="connsiteX2" fmla="*/ 114005 w 114004"/>
                        <a:gd name="connsiteY2" fmla="*/ 79803 h 114004"/>
                        <a:gd name="connsiteX3" fmla="*/ 114005 w 114004"/>
                        <a:gd name="connsiteY3" fmla="*/ 34201 h 114004"/>
                        <a:gd name="connsiteX4" fmla="*/ 79803 w 114004"/>
                        <a:gd name="connsiteY4" fmla="*/ 0 h 114004"/>
                        <a:gd name="connsiteX5" fmla="*/ 34201 w 114004"/>
                        <a:gd name="connsiteY5" fmla="*/ 0 h 114004"/>
                        <a:gd name="connsiteX6" fmla="*/ 0 w 114004"/>
                        <a:gd name="connsiteY6" fmla="*/ 34201 h 114004"/>
                        <a:gd name="connsiteX7" fmla="*/ 0 w 114004"/>
                        <a:gd name="connsiteY7" fmla="*/ 79803 h 114004"/>
                        <a:gd name="connsiteX8" fmla="*/ 34201 w 114004"/>
                        <a:gd name="connsiteY8" fmla="*/ 114005 h 114004"/>
                        <a:gd name="connsiteX9" fmla="*/ 34201 w 114004"/>
                        <a:gd name="connsiteY9" fmla="*/ 108334 h 114004"/>
                        <a:gd name="connsiteX10" fmla="*/ 5730 w 114004"/>
                        <a:gd name="connsiteY10" fmla="*/ 79862 h 114004"/>
                        <a:gd name="connsiteX11" fmla="*/ 5730 w 114004"/>
                        <a:gd name="connsiteY11" fmla="*/ 34260 h 114004"/>
                        <a:gd name="connsiteX12" fmla="*/ 34201 w 114004"/>
                        <a:gd name="connsiteY12" fmla="*/ 5789 h 114004"/>
                        <a:gd name="connsiteX13" fmla="*/ 79803 w 114004"/>
                        <a:gd name="connsiteY13" fmla="*/ 5789 h 114004"/>
                        <a:gd name="connsiteX14" fmla="*/ 108275 w 114004"/>
                        <a:gd name="connsiteY14" fmla="*/ 34260 h 114004"/>
                        <a:gd name="connsiteX15" fmla="*/ 108275 w 114004"/>
                        <a:gd name="connsiteY15" fmla="*/ 79862 h 114004"/>
                        <a:gd name="connsiteX16" fmla="*/ 79803 w 114004"/>
                        <a:gd name="connsiteY16" fmla="*/ 108334 h 114004"/>
                        <a:gd name="connsiteX17" fmla="*/ 34201 w 114004"/>
                        <a:gd name="connsiteY17" fmla="*/ 108334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34201" y="114005"/>
                          </a:moveTo>
                          <a:lnTo>
                            <a:pt x="79803" y="114005"/>
                          </a:lnTo>
                          <a:cubicBezTo>
                            <a:pt x="98706" y="114005"/>
                            <a:pt x="114005" y="98705"/>
                            <a:pt x="114005" y="79803"/>
                          </a:cubicBezTo>
                          <a:lnTo>
                            <a:pt x="114005" y="34201"/>
                          </a:lnTo>
                          <a:cubicBezTo>
                            <a:pt x="114005" y="15299"/>
                            <a:pt x="98706" y="0"/>
                            <a:pt x="79803" y="0"/>
                          </a:cubicBezTo>
                          <a:lnTo>
                            <a:pt x="34201" y="0"/>
                          </a:lnTo>
                          <a:cubicBezTo>
                            <a:pt x="15299" y="0"/>
                            <a:pt x="0" y="15299"/>
                            <a:pt x="0" y="34201"/>
                          </a:cubicBezTo>
                          <a:lnTo>
                            <a:pt x="0" y="79803"/>
                          </a:lnTo>
                          <a:cubicBezTo>
                            <a:pt x="0" y="98705"/>
                            <a:pt x="15358" y="114005"/>
                            <a:pt x="34201" y="114005"/>
                          </a:cubicBezTo>
                          <a:close/>
                          <a:moveTo>
                            <a:pt x="34201" y="108334"/>
                          </a:moveTo>
                          <a:cubicBezTo>
                            <a:pt x="18489" y="108334"/>
                            <a:pt x="5730" y="95575"/>
                            <a:pt x="5730" y="79862"/>
                          </a:cubicBezTo>
                          <a:lnTo>
                            <a:pt x="5730" y="34260"/>
                          </a:lnTo>
                          <a:cubicBezTo>
                            <a:pt x="5730" y="18548"/>
                            <a:pt x="18489" y="5789"/>
                            <a:pt x="34201" y="5789"/>
                          </a:cubicBezTo>
                          <a:lnTo>
                            <a:pt x="79803" y="5789"/>
                          </a:lnTo>
                          <a:cubicBezTo>
                            <a:pt x="95516" y="5789"/>
                            <a:pt x="108275" y="18548"/>
                            <a:pt x="108275" y="34260"/>
                          </a:cubicBezTo>
                          <a:lnTo>
                            <a:pt x="108275" y="79862"/>
                          </a:lnTo>
                          <a:cubicBezTo>
                            <a:pt x="108275" y="95575"/>
                            <a:pt x="95516" y="108334"/>
                            <a:pt x="79803" y="108334"/>
                          </a:cubicBezTo>
                          <a:lnTo>
                            <a:pt x="34201" y="10833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03" name="Freeform: Shape 1102">
                      <a:extLst>
                        <a:ext uri="{FF2B5EF4-FFF2-40B4-BE49-F238E27FC236}">
                          <a16:creationId xmlns:a16="http://schemas.microsoft.com/office/drawing/2014/main" id="{1B9DCCE4-A935-8CD9-72B2-1FA9057C9910}"/>
                        </a:ext>
                      </a:extLst>
                    </p:cNvPr>
                    <p:cNvSpPr/>
                    <p:nvPr/>
                  </p:nvSpPr>
                  <p:spPr>
                    <a:xfrm>
                      <a:off x="2593812" y="4054725"/>
                      <a:ext cx="42766" cy="49323"/>
                    </a:xfrm>
                    <a:custGeom>
                      <a:avLst/>
                      <a:gdLst>
                        <a:gd name="connsiteX0" fmla="*/ 42767 w 42766"/>
                        <a:gd name="connsiteY0" fmla="*/ 0 h 49323"/>
                        <a:gd name="connsiteX1" fmla="*/ 42767 w 42766"/>
                        <a:gd name="connsiteY1" fmla="*/ 49323 h 49323"/>
                        <a:gd name="connsiteX2" fmla="*/ 0 w 42766"/>
                        <a:gd name="connsiteY2" fmla="*/ 24691 h 49323"/>
                      </a:gdLst>
                      <a:ahLst/>
                      <a:cxnLst>
                        <a:cxn ang="0">
                          <a:pos x="connsiteX0" y="connsiteY0"/>
                        </a:cxn>
                        <a:cxn ang="0">
                          <a:pos x="connsiteX1" y="connsiteY1"/>
                        </a:cxn>
                        <a:cxn ang="0">
                          <a:pos x="connsiteX2" y="connsiteY2"/>
                        </a:cxn>
                      </a:cxnLst>
                      <a:rect l="l" t="t" r="r" b="b"/>
                      <a:pathLst>
                        <a:path w="42766" h="49323">
                          <a:moveTo>
                            <a:pt x="42767" y="0"/>
                          </a:moveTo>
                          <a:lnTo>
                            <a:pt x="42767" y="49323"/>
                          </a:lnTo>
                          <a:lnTo>
                            <a:pt x="0" y="2469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095" name="Graphic 4773">
                    <a:extLst>
                      <a:ext uri="{FF2B5EF4-FFF2-40B4-BE49-F238E27FC236}">
                        <a16:creationId xmlns:a16="http://schemas.microsoft.com/office/drawing/2014/main" id="{0BDE5CE4-20B5-17D7-1FB1-3EB128BD5ADD}"/>
                      </a:ext>
                    </a:extLst>
                  </p:cNvPr>
                  <p:cNvGrpSpPr/>
                  <p:nvPr/>
                </p:nvGrpSpPr>
                <p:grpSpPr>
                  <a:xfrm>
                    <a:off x="2844858" y="4022414"/>
                    <a:ext cx="114004" cy="114004"/>
                    <a:chOff x="2844858" y="4022414"/>
                    <a:chExt cx="114004" cy="114004"/>
                  </a:xfrm>
                  <a:grpFill/>
                </p:grpSpPr>
                <p:sp>
                  <p:nvSpPr>
                    <p:cNvPr id="1100" name="Freeform: Shape 1099">
                      <a:extLst>
                        <a:ext uri="{FF2B5EF4-FFF2-40B4-BE49-F238E27FC236}">
                          <a16:creationId xmlns:a16="http://schemas.microsoft.com/office/drawing/2014/main" id="{3A7C7A26-F1DD-E070-5153-FB28ECF90326}"/>
                        </a:ext>
                      </a:extLst>
                    </p:cNvPr>
                    <p:cNvSpPr/>
                    <p:nvPr/>
                  </p:nvSpPr>
                  <p:spPr>
                    <a:xfrm>
                      <a:off x="2844858" y="4022414"/>
                      <a:ext cx="114004" cy="114004"/>
                    </a:xfrm>
                    <a:custGeom>
                      <a:avLst/>
                      <a:gdLst>
                        <a:gd name="connsiteX0" fmla="*/ 79803 w 114004"/>
                        <a:gd name="connsiteY0" fmla="*/ 0 h 114004"/>
                        <a:gd name="connsiteX1" fmla="*/ 34201 w 114004"/>
                        <a:gd name="connsiteY1" fmla="*/ 0 h 114004"/>
                        <a:gd name="connsiteX2" fmla="*/ 0 w 114004"/>
                        <a:gd name="connsiteY2" fmla="*/ 34201 h 114004"/>
                        <a:gd name="connsiteX3" fmla="*/ 0 w 114004"/>
                        <a:gd name="connsiteY3" fmla="*/ 79803 h 114004"/>
                        <a:gd name="connsiteX4" fmla="*/ 34201 w 114004"/>
                        <a:gd name="connsiteY4" fmla="*/ 114005 h 114004"/>
                        <a:gd name="connsiteX5" fmla="*/ 79803 w 114004"/>
                        <a:gd name="connsiteY5" fmla="*/ 114005 h 114004"/>
                        <a:gd name="connsiteX6" fmla="*/ 114005 w 114004"/>
                        <a:gd name="connsiteY6" fmla="*/ 79803 h 114004"/>
                        <a:gd name="connsiteX7" fmla="*/ 114005 w 114004"/>
                        <a:gd name="connsiteY7" fmla="*/ 34201 h 114004"/>
                        <a:gd name="connsiteX8" fmla="*/ 79803 w 114004"/>
                        <a:gd name="connsiteY8" fmla="*/ 0 h 114004"/>
                        <a:gd name="connsiteX9" fmla="*/ 79803 w 114004"/>
                        <a:gd name="connsiteY9" fmla="*/ 5670 h 114004"/>
                        <a:gd name="connsiteX10" fmla="*/ 108275 w 114004"/>
                        <a:gd name="connsiteY10" fmla="*/ 34142 h 114004"/>
                        <a:gd name="connsiteX11" fmla="*/ 108275 w 114004"/>
                        <a:gd name="connsiteY11" fmla="*/ 79744 h 114004"/>
                        <a:gd name="connsiteX12" fmla="*/ 79803 w 114004"/>
                        <a:gd name="connsiteY12" fmla="*/ 108216 h 114004"/>
                        <a:gd name="connsiteX13" fmla="*/ 34201 w 114004"/>
                        <a:gd name="connsiteY13" fmla="*/ 108216 h 114004"/>
                        <a:gd name="connsiteX14" fmla="*/ 5730 w 114004"/>
                        <a:gd name="connsiteY14" fmla="*/ 79744 h 114004"/>
                        <a:gd name="connsiteX15" fmla="*/ 5730 w 114004"/>
                        <a:gd name="connsiteY15" fmla="*/ 34142 h 114004"/>
                        <a:gd name="connsiteX16" fmla="*/ 34201 w 114004"/>
                        <a:gd name="connsiteY16" fmla="*/ 5670 h 114004"/>
                        <a:gd name="connsiteX17" fmla="*/ 79803 w 114004"/>
                        <a:gd name="connsiteY17" fmla="*/ 5670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79803" y="0"/>
                          </a:moveTo>
                          <a:lnTo>
                            <a:pt x="34201" y="0"/>
                          </a:lnTo>
                          <a:cubicBezTo>
                            <a:pt x="15299" y="0"/>
                            <a:pt x="0" y="15299"/>
                            <a:pt x="0" y="34201"/>
                          </a:cubicBez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close/>
                          <a:moveTo>
                            <a:pt x="79803" y="5670"/>
                          </a:moveTo>
                          <a:cubicBezTo>
                            <a:pt x="95516" y="5670"/>
                            <a:pt x="108275" y="18489"/>
                            <a:pt x="108275" y="34142"/>
                          </a:cubicBezTo>
                          <a:lnTo>
                            <a:pt x="108275" y="79744"/>
                          </a:lnTo>
                          <a:cubicBezTo>
                            <a:pt x="108275" y="95457"/>
                            <a:pt x="95516" y="108216"/>
                            <a:pt x="79803" y="108216"/>
                          </a:cubicBezTo>
                          <a:lnTo>
                            <a:pt x="34201" y="108216"/>
                          </a:lnTo>
                          <a:cubicBezTo>
                            <a:pt x="18489" y="108216"/>
                            <a:pt x="5730" y="95457"/>
                            <a:pt x="5730" y="79744"/>
                          </a:cubicBezTo>
                          <a:lnTo>
                            <a:pt x="5730" y="34142"/>
                          </a:lnTo>
                          <a:cubicBezTo>
                            <a:pt x="5730" y="18430"/>
                            <a:pt x="18489" y="5670"/>
                            <a:pt x="34201" y="5670"/>
                          </a:cubicBezTo>
                          <a:lnTo>
                            <a:pt x="79803" y="56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01" name="Freeform: Shape 1100">
                      <a:extLst>
                        <a:ext uri="{FF2B5EF4-FFF2-40B4-BE49-F238E27FC236}">
                          <a16:creationId xmlns:a16="http://schemas.microsoft.com/office/drawing/2014/main" id="{7F85D85B-69F6-1D79-EEB7-1028FC3716E1}"/>
                        </a:ext>
                      </a:extLst>
                    </p:cNvPr>
                    <p:cNvSpPr/>
                    <p:nvPr/>
                  </p:nvSpPr>
                  <p:spPr>
                    <a:xfrm>
                      <a:off x="2880537" y="4054725"/>
                      <a:ext cx="42707" cy="49323"/>
                    </a:xfrm>
                    <a:custGeom>
                      <a:avLst/>
                      <a:gdLst>
                        <a:gd name="connsiteX0" fmla="*/ 0 w 42707"/>
                        <a:gd name="connsiteY0" fmla="*/ 49323 h 49323"/>
                        <a:gd name="connsiteX1" fmla="*/ 0 w 42707"/>
                        <a:gd name="connsiteY1" fmla="*/ 0 h 49323"/>
                        <a:gd name="connsiteX2" fmla="*/ 42708 w 42707"/>
                        <a:gd name="connsiteY2" fmla="*/ 24691 h 49323"/>
                      </a:gdLst>
                      <a:ahLst/>
                      <a:cxnLst>
                        <a:cxn ang="0">
                          <a:pos x="connsiteX0" y="connsiteY0"/>
                        </a:cxn>
                        <a:cxn ang="0">
                          <a:pos x="connsiteX1" y="connsiteY1"/>
                        </a:cxn>
                        <a:cxn ang="0">
                          <a:pos x="connsiteX2" y="connsiteY2"/>
                        </a:cxn>
                      </a:cxnLst>
                      <a:rect l="l" t="t" r="r" b="b"/>
                      <a:pathLst>
                        <a:path w="42707" h="49323">
                          <a:moveTo>
                            <a:pt x="0" y="49323"/>
                          </a:moveTo>
                          <a:lnTo>
                            <a:pt x="0" y="0"/>
                          </a:lnTo>
                          <a:lnTo>
                            <a:pt x="42708" y="2469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096" name="Graphic 4773">
                    <a:extLst>
                      <a:ext uri="{FF2B5EF4-FFF2-40B4-BE49-F238E27FC236}">
                        <a16:creationId xmlns:a16="http://schemas.microsoft.com/office/drawing/2014/main" id="{B965E40E-79D3-54C2-32AA-003A049AEF68}"/>
                      </a:ext>
                    </a:extLst>
                  </p:cNvPr>
                  <p:cNvGrpSpPr/>
                  <p:nvPr/>
                </p:nvGrpSpPr>
                <p:grpSpPr>
                  <a:xfrm>
                    <a:off x="2702441" y="4022414"/>
                    <a:ext cx="114004" cy="114004"/>
                    <a:chOff x="2702441" y="4022414"/>
                    <a:chExt cx="114004" cy="114004"/>
                  </a:xfrm>
                  <a:grpFill/>
                </p:grpSpPr>
                <p:sp>
                  <p:nvSpPr>
                    <p:cNvPr id="1097" name="Freeform: Shape 1096">
                      <a:extLst>
                        <a:ext uri="{FF2B5EF4-FFF2-40B4-BE49-F238E27FC236}">
                          <a16:creationId xmlns:a16="http://schemas.microsoft.com/office/drawing/2014/main" id="{843472C8-F95E-1149-A998-A20018FD8827}"/>
                        </a:ext>
                      </a:extLst>
                    </p:cNvPr>
                    <p:cNvSpPr/>
                    <p:nvPr/>
                  </p:nvSpPr>
                  <p:spPr>
                    <a:xfrm>
                      <a:off x="2702441" y="4022414"/>
                      <a:ext cx="114004" cy="114004"/>
                    </a:xfrm>
                    <a:custGeom>
                      <a:avLst/>
                      <a:gdLst>
                        <a:gd name="connsiteX0" fmla="*/ 0 w 114004"/>
                        <a:gd name="connsiteY0" fmla="*/ 34201 h 114004"/>
                        <a:gd name="connsiteX1" fmla="*/ 0 w 114004"/>
                        <a:gd name="connsiteY1" fmla="*/ 79803 h 114004"/>
                        <a:gd name="connsiteX2" fmla="*/ 34201 w 114004"/>
                        <a:gd name="connsiteY2" fmla="*/ 114005 h 114004"/>
                        <a:gd name="connsiteX3" fmla="*/ 79803 w 114004"/>
                        <a:gd name="connsiteY3" fmla="*/ 114005 h 114004"/>
                        <a:gd name="connsiteX4" fmla="*/ 114005 w 114004"/>
                        <a:gd name="connsiteY4" fmla="*/ 79803 h 114004"/>
                        <a:gd name="connsiteX5" fmla="*/ 114005 w 114004"/>
                        <a:gd name="connsiteY5" fmla="*/ 34201 h 114004"/>
                        <a:gd name="connsiteX6" fmla="*/ 79803 w 114004"/>
                        <a:gd name="connsiteY6" fmla="*/ 0 h 114004"/>
                        <a:gd name="connsiteX7" fmla="*/ 34201 w 114004"/>
                        <a:gd name="connsiteY7" fmla="*/ 0 h 114004"/>
                        <a:gd name="connsiteX8" fmla="*/ 0 w 114004"/>
                        <a:gd name="connsiteY8" fmla="*/ 34201 h 114004"/>
                        <a:gd name="connsiteX9" fmla="*/ 5730 w 114004"/>
                        <a:gd name="connsiteY9" fmla="*/ 34201 h 114004"/>
                        <a:gd name="connsiteX10" fmla="*/ 34201 w 114004"/>
                        <a:gd name="connsiteY10" fmla="*/ 5730 h 114004"/>
                        <a:gd name="connsiteX11" fmla="*/ 79803 w 114004"/>
                        <a:gd name="connsiteY11" fmla="*/ 5730 h 114004"/>
                        <a:gd name="connsiteX12" fmla="*/ 108275 w 114004"/>
                        <a:gd name="connsiteY12" fmla="*/ 34201 h 114004"/>
                        <a:gd name="connsiteX13" fmla="*/ 108275 w 114004"/>
                        <a:gd name="connsiteY13" fmla="*/ 79803 h 114004"/>
                        <a:gd name="connsiteX14" fmla="*/ 79803 w 114004"/>
                        <a:gd name="connsiteY14" fmla="*/ 108275 h 114004"/>
                        <a:gd name="connsiteX15" fmla="*/ 34201 w 114004"/>
                        <a:gd name="connsiteY15" fmla="*/ 108275 h 114004"/>
                        <a:gd name="connsiteX16" fmla="*/ 5730 w 114004"/>
                        <a:gd name="connsiteY16" fmla="*/ 79803 h 114004"/>
                        <a:gd name="connsiteX17" fmla="*/ 5730 w 114004"/>
                        <a:gd name="connsiteY17" fmla="*/ 34201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0" y="34201"/>
                          </a:move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lnTo>
                            <a:pt x="34201" y="0"/>
                          </a:lnTo>
                          <a:cubicBezTo>
                            <a:pt x="15358" y="0"/>
                            <a:pt x="0" y="15299"/>
                            <a:pt x="0" y="34201"/>
                          </a:cubicBezTo>
                          <a:close/>
                          <a:moveTo>
                            <a:pt x="5730" y="34201"/>
                          </a:moveTo>
                          <a:cubicBezTo>
                            <a:pt x="5730" y="18489"/>
                            <a:pt x="18489" y="5730"/>
                            <a:pt x="34201" y="5730"/>
                          </a:cubicBezTo>
                          <a:lnTo>
                            <a:pt x="79803" y="5730"/>
                          </a:lnTo>
                          <a:cubicBezTo>
                            <a:pt x="95516" y="5730"/>
                            <a:pt x="108275" y="18489"/>
                            <a:pt x="108275" y="34201"/>
                          </a:cubicBezTo>
                          <a:lnTo>
                            <a:pt x="108275" y="79803"/>
                          </a:lnTo>
                          <a:cubicBezTo>
                            <a:pt x="108275" y="95516"/>
                            <a:pt x="95516" y="108275"/>
                            <a:pt x="79803" y="108275"/>
                          </a:cubicBezTo>
                          <a:lnTo>
                            <a:pt x="34201" y="108275"/>
                          </a:lnTo>
                          <a:cubicBezTo>
                            <a:pt x="18489" y="108275"/>
                            <a:pt x="5730" y="95516"/>
                            <a:pt x="5730" y="79803"/>
                          </a:cubicBezTo>
                          <a:lnTo>
                            <a:pt x="5730" y="3420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98" name="Freeform: Shape 1097">
                      <a:extLst>
                        <a:ext uri="{FF2B5EF4-FFF2-40B4-BE49-F238E27FC236}">
                          <a16:creationId xmlns:a16="http://schemas.microsoft.com/office/drawing/2014/main" id="{22FD5BBF-28AA-23C6-A9AC-12DD29CCDC1D}"/>
                        </a:ext>
                      </a:extLst>
                    </p:cNvPr>
                    <p:cNvSpPr/>
                    <p:nvPr/>
                  </p:nvSpPr>
                  <p:spPr>
                    <a:xfrm>
                      <a:off x="2765114"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99" name="Freeform: Shape 1098">
                      <a:extLst>
                        <a:ext uri="{FF2B5EF4-FFF2-40B4-BE49-F238E27FC236}">
                          <a16:creationId xmlns:a16="http://schemas.microsoft.com/office/drawing/2014/main" id="{1A43B158-FBEF-A92C-9FE6-14662994E09C}"/>
                        </a:ext>
                      </a:extLst>
                    </p:cNvPr>
                    <p:cNvSpPr/>
                    <p:nvPr/>
                  </p:nvSpPr>
                  <p:spPr>
                    <a:xfrm>
                      <a:off x="2738533"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985" name="Graphic 4773">
                  <a:extLst>
                    <a:ext uri="{FF2B5EF4-FFF2-40B4-BE49-F238E27FC236}">
                      <a16:creationId xmlns:a16="http://schemas.microsoft.com/office/drawing/2014/main" id="{3A95C31F-3208-C46C-4187-EE912FF73FC6}"/>
                    </a:ext>
                  </a:extLst>
                </p:cNvPr>
                <p:cNvGrpSpPr/>
                <p:nvPr/>
              </p:nvGrpSpPr>
              <p:grpSpPr>
                <a:xfrm>
                  <a:off x="4176882" y="1893185"/>
                  <a:ext cx="116840" cy="236869"/>
                  <a:chOff x="4176882" y="1893185"/>
                  <a:chExt cx="116840" cy="236869"/>
                </a:xfrm>
                <a:grpFill/>
              </p:grpSpPr>
              <p:sp>
                <p:nvSpPr>
                  <p:cNvPr id="1092" name="Freeform: Shape 1091">
                    <a:extLst>
                      <a:ext uri="{FF2B5EF4-FFF2-40B4-BE49-F238E27FC236}">
                        <a16:creationId xmlns:a16="http://schemas.microsoft.com/office/drawing/2014/main" id="{771380F0-8739-CFD3-6955-C43D98A387AC}"/>
                      </a:ext>
                    </a:extLst>
                  </p:cNvPr>
                  <p:cNvSpPr/>
                  <p:nvPr/>
                </p:nvSpPr>
                <p:spPr>
                  <a:xfrm>
                    <a:off x="4176941" y="2013274"/>
                    <a:ext cx="116781" cy="116781"/>
                  </a:xfrm>
                  <a:custGeom>
                    <a:avLst/>
                    <a:gdLst>
                      <a:gd name="connsiteX0" fmla="*/ 116781 w 116781"/>
                      <a:gd name="connsiteY0" fmla="*/ 97524 h 116781"/>
                      <a:gd name="connsiteX1" fmla="*/ 39813 w 116781"/>
                      <a:gd name="connsiteY1" fmla="*/ 20556 h 116781"/>
                      <a:gd name="connsiteX2" fmla="*/ 102782 w 116781"/>
                      <a:gd name="connsiteY2" fmla="*/ 20556 h 116781"/>
                      <a:gd name="connsiteX3" fmla="*/ 82225 w 116781"/>
                      <a:gd name="connsiteY3" fmla="*/ 0 h 116781"/>
                      <a:gd name="connsiteX4" fmla="*/ 0 w 116781"/>
                      <a:gd name="connsiteY4" fmla="*/ 0 h 116781"/>
                      <a:gd name="connsiteX5" fmla="*/ 0 w 116781"/>
                      <a:gd name="connsiteY5" fmla="*/ 82225 h 116781"/>
                      <a:gd name="connsiteX6" fmla="*/ 20556 w 116781"/>
                      <a:gd name="connsiteY6" fmla="*/ 102782 h 116781"/>
                      <a:gd name="connsiteX7" fmla="*/ 20556 w 116781"/>
                      <a:gd name="connsiteY7" fmla="*/ 39813 h 116781"/>
                      <a:gd name="connsiteX8" fmla="*/ 97524 w 116781"/>
                      <a:gd name="connsiteY8" fmla="*/ 116781 h 116781"/>
                      <a:gd name="connsiteX9" fmla="*/ 116781 w 116781"/>
                      <a:gd name="connsiteY9" fmla="*/ 97524 h 116781"/>
                      <a:gd name="connsiteX10" fmla="*/ 37746 w 116781"/>
                      <a:gd name="connsiteY10" fmla="*/ 22624 h 116781"/>
                      <a:gd name="connsiteX11" fmla="*/ 112646 w 116781"/>
                      <a:gd name="connsiteY11" fmla="*/ 97524 h 116781"/>
                      <a:gd name="connsiteX12" fmla="*/ 97465 w 116781"/>
                      <a:gd name="connsiteY12" fmla="*/ 112705 h 116781"/>
                      <a:gd name="connsiteX13" fmla="*/ 22565 w 116781"/>
                      <a:gd name="connsiteY13" fmla="*/ 37805 h 116781"/>
                      <a:gd name="connsiteX14" fmla="*/ 17603 w 116781"/>
                      <a:gd name="connsiteY14" fmla="*/ 32843 h 116781"/>
                      <a:gd name="connsiteX15" fmla="*/ 17603 w 116781"/>
                      <a:gd name="connsiteY15" fmla="*/ 39872 h 116781"/>
                      <a:gd name="connsiteX16" fmla="*/ 17603 w 116781"/>
                      <a:gd name="connsiteY16" fmla="*/ 95870 h 116781"/>
                      <a:gd name="connsiteX17" fmla="*/ 2835 w 116781"/>
                      <a:gd name="connsiteY17" fmla="*/ 81103 h 116781"/>
                      <a:gd name="connsiteX18" fmla="*/ 2835 w 116781"/>
                      <a:gd name="connsiteY18" fmla="*/ 2953 h 116781"/>
                      <a:gd name="connsiteX19" fmla="*/ 80985 w 116781"/>
                      <a:gd name="connsiteY19" fmla="*/ 2953 h 116781"/>
                      <a:gd name="connsiteX20" fmla="*/ 95752 w 116781"/>
                      <a:gd name="connsiteY20" fmla="*/ 17721 h 116781"/>
                      <a:gd name="connsiteX21" fmla="*/ 39813 w 116781"/>
                      <a:gd name="connsiteY21" fmla="*/ 17721 h 116781"/>
                      <a:gd name="connsiteX22" fmla="*/ 32784 w 116781"/>
                      <a:gd name="connsiteY22" fmla="*/ 17721 h 116781"/>
                      <a:gd name="connsiteX23" fmla="*/ 37746 w 116781"/>
                      <a:gd name="connsiteY23" fmla="*/ 2262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1">
                        <a:moveTo>
                          <a:pt x="116781" y="97524"/>
                        </a:moveTo>
                        <a:lnTo>
                          <a:pt x="39813" y="20556"/>
                        </a:lnTo>
                        <a:lnTo>
                          <a:pt x="102782" y="20556"/>
                        </a:lnTo>
                        <a:lnTo>
                          <a:pt x="82225" y="0"/>
                        </a:lnTo>
                        <a:lnTo>
                          <a:pt x="0" y="0"/>
                        </a:lnTo>
                        <a:lnTo>
                          <a:pt x="0" y="82225"/>
                        </a:lnTo>
                        <a:lnTo>
                          <a:pt x="20556" y="102782"/>
                        </a:lnTo>
                        <a:lnTo>
                          <a:pt x="20556" y="39813"/>
                        </a:lnTo>
                        <a:lnTo>
                          <a:pt x="97524" y="116781"/>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93" name="Freeform: Shape 1092">
                    <a:extLst>
                      <a:ext uri="{FF2B5EF4-FFF2-40B4-BE49-F238E27FC236}">
                        <a16:creationId xmlns:a16="http://schemas.microsoft.com/office/drawing/2014/main" id="{9FC4D8FD-210D-EE82-7532-B0D7D10A249A}"/>
                      </a:ext>
                    </a:extLst>
                  </p:cNvPr>
                  <p:cNvSpPr/>
                  <p:nvPr/>
                </p:nvSpPr>
                <p:spPr>
                  <a:xfrm>
                    <a:off x="4176882" y="1893185"/>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7 w 116781"/>
                      <a:gd name="connsiteY5" fmla="*/ 76968 h 116780"/>
                      <a:gd name="connsiteX6" fmla="*/ 20557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7 h 116780"/>
                      <a:gd name="connsiteX11" fmla="*/ 2894 w 116781"/>
                      <a:gd name="connsiteY11" fmla="*/ 113887 h 116780"/>
                      <a:gd name="connsiteX12" fmla="*/ 2894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76 h 116780"/>
                      <a:gd name="connsiteX18" fmla="*/ 112705 w 116781"/>
                      <a:gd name="connsiteY18" fmla="*/ 19257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7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7" y="76968"/>
                        </a:lnTo>
                        <a:lnTo>
                          <a:pt x="20557" y="14000"/>
                        </a:lnTo>
                        <a:lnTo>
                          <a:pt x="0" y="34556"/>
                        </a:lnTo>
                        <a:lnTo>
                          <a:pt x="0" y="116781"/>
                        </a:lnTo>
                        <a:lnTo>
                          <a:pt x="82225" y="116781"/>
                        </a:lnTo>
                        <a:close/>
                        <a:moveTo>
                          <a:pt x="81044" y="113887"/>
                        </a:moveTo>
                        <a:lnTo>
                          <a:pt x="2894" y="113887"/>
                        </a:lnTo>
                        <a:lnTo>
                          <a:pt x="2894" y="35737"/>
                        </a:lnTo>
                        <a:lnTo>
                          <a:pt x="17662" y="20970"/>
                        </a:lnTo>
                        <a:lnTo>
                          <a:pt x="17662" y="76909"/>
                        </a:lnTo>
                        <a:lnTo>
                          <a:pt x="17662" y="83938"/>
                        </a:lnTo>
                        <a:lnTo>
                          <a:pt x="22624" y="78976"/>
                        </a:lnTo>
                        <a:lnTo>
                          <a:pt x="97524" y="4076"/>
                        </a:lnTo>
                        <a:lnTo>
                          <a:pt x="112705" y="19257"/>
                        </a:lnTo>
                        <a:lnTo>
                          <a:pt x="37805" y="94157"/>
                        </a:lnTo>
                        <a:lnTo>
                          <a:pt x="32843" y="99119"/>
                        </a:lnTo>
                        <a:lnTo>
                          <a:pt x="39872" y="99119"/>
                        </a:lnTo>
                        <a:lnTo>
                          <a:pt x="95811" y="99119"/>
                        </a:lnTo>
                        <a:lnTo>
                          <a:pt x="81044" y="11388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986" name="Graphic 4773">
                  <a:extLst>
                    <a:ext uri="{FF2B5EF4-FFF2-40B4-BE49-F238E27FC236}">
                      <a16:creationId xmlns:a16="http://schemas.microsoft.com/office/drawing/2014/main" id="{93E76036-ABC0-77F2-CBB1-8F7AF0720D1E}"/>
                    </a:ext>
                  </a:extLst>
                </p:cNvPr>
                <p:cNvGrpSpPr/>
                <p:nvPr/>
              </p:nvGrpSpPr>
              <p:grpSpPr>
                <a:xfrm>
                  <a:off x="632696" y="2425108"/>
                  <a:ext cx="116780" cy="236869"/>
                  <a:chOff x="632696" y="2425108"/>
                  <a:chExt cx="116780" cy="236869"/>
                </a:xfrm>
                <a:grpFill/>
              </p:grpSpPr>
              <p:sp>
                <p:nvSpPr>
                  <p:cNvPr id="1090" name="Freeform: Shape 1089">
                    <a:extLst>
                      <a:ext uri="{FF2B5EF4-FFF2-40B4-BE49-F238E27FC236}">
                        <a16:creationId xmlns:a16="http://schemas.microsoft.com/office/drawing/2014/main" id="{9BB6110A-A392-A990-C4E3-59ED5CD862EA}"/>
                      </a:ext>
                    </a:extLst>
                  </p:cNvPr>
                  <p:cNvSpPr/>
                  <p:nvPr/>
                </p:nvSpPr>
                <p:spPr>
                  <a:xfrm>
                    <a:off x="632696" y="2425108"/>
                    <a:ext cx="116780" cy="116781"/>
                  </a:xfrm>
                  <a:custGeom>
                    <a:avLst/>
                    <a:gdLst>
                      <a:gd name="connsiteX0" fmla="*/ 0 w 116780"/>
                      <a:gd name="connsiteY0" fmla="*/ 19257 h 116781"/>
                      <a:gd name="connsiteX1" fmla="*/ 76968 w 116780"/>
                      <a:gd name="connsiteY1" fmla="*/ 96225 h 116781"/>
                      <a:gd name="connsiteX2" fmla="*/ 14000 w 116780"/>
                      <a:gd name="connsiteY2" fmla="*/ 96225 h 116781"/>
                      <a:gd name="connsiteX3" fmla="*/ 34556 w 116780"/>
                      <a:gd name="connsiteY3" fmla="*/ 116781 h 116781"/>
                      <a:gd name="connsiteX4" fmla="*/ 116781 w 116780"/>
                      <a:gd name="connsiteY4" fmla="*/ 116781 h 116781"/>
                      <a:gd name="connsiteX5" fmla="*/ 116781 w 116780"/>
                      <a:gd name="connsiteY5" fmla="*/ 34556 h 116781"/>
                      <a:gd name="connsiteX6" fmla="*/ 96225 w 116780"/>
                      <a:gd name="connsiteY6" fmla="*/ 14000 h 116781"/>
                      <a:gd name="connsiteX7" fmla="*/ 96225 w 116780"/>
                      <a:gd name="connsiteY7" fmla="*/ 76968 h 116781"/>
                      <a:gd name="connsiteX8" fmla="*/ 19257 w 116780"/>
                      <a:gd name="connsiteY8" fmla="*/ 0 h 116781"/>
                      <a:gd name="connsiteX9" fmla="*/ 0 w 116780"/>
                      <a:gd name="connsiteY9" fmla="*/ 19257 h 116781"/>
                      <a:gd name="connsiteX10" fmla="*/ 79035 w 116780"/>
                      <a:gd name="connsiteY10" fmla="*/ 94216 h 116781"/>
                      <a:gd name="connsiteX11" fmla="*/ 4135 w 116780"/>
                      <a:gd name="connsiteY11" fmla="*/ 19316 h 116781"/>
                      <a:gd name="connsiteX12" fmla="*/ 19316 w 116780"/>
                      <a:gd name="connsiteY12" fmla="*/ 4135 h 116781"/>
                      <a:gd name="connsiteX13" fmla="*/ 94216 w 116780"/>
                      <a:gd name="connsiteY13" fmla="*/ 79035 h 116781"/>
                      <a:gd name="connsiteX14" fmla="*/ 99178 w 116780"/>
                      <a:gd name="connsiteY14" fmla="*/ 83997 h 116781"/>
                      <a:gd name="connsiteX15" fmla="*/ 99178 w 116780"/>
                      <a:gd name="connsiteY15" fmla="*/ 76968 h 116781"/>
                      <a:gd name="connsiteX16" fmla="*/ 99178 w 116780"/>
                      <a:gd name="connsiteY16" fmla="*/ 20970 h 116781"/>
                      <a:gd name="connsiteX17" fmla="*/ 113946 w 116780"/>
                      <a:gd name="connsiteY17" fmla="*/ 35737 h 116781"/>
                      <a:gd name="connsiteX18" fmla="*/ 113946 w 116780"/>
                      <a:gd name="connsiteY18" fmla="*/ 113887 h 116781"/>
                      <a:gd name="connsiteX19" fmla="*/ 35796 w 116780"/>
                      <a:gd name="connsiteY19" fmla="*/ 113887 h 116781"/>
                      <a:gd name="connsiteX20" fmla="*/ 21029 w 116780"/>
                      <a:gd name="connsiteY20" fmla="*/ 99119 h 116781"/>
                      <a:gd name="connsiteX21" fmla="*/ 76968 w 116780"/>
                      <a:gd name="connsiteY21" fmla="*/ 99119 h 116781"/>
                      <a:gd name="connsiteX22" fmla="*/ 83997 w 116780"/>
                      <a:gd name="connsiteY22" fmla="*/ 99119 h 116781"/>
                      <a:gd name="connsiteX23" fmla="*/ 79035 w 116780"/>
                      <a:gd name="connsiteY23" fmla="*/ 94216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0" y="19257"/>
                        </a:moveTo>
                        <a:lnTo>
                          <a:pt x="76968" y="96225"/>
                        </a:lnTo>
                        <a:lnTo>
                          <a:pt x="14000" y="96225"/>
                        </a:lnTo>
                        <a:lnTo>
                          <a:pt x="34556" y="116781"/>
                        </a:lnTo>
                        <a:lnTo>
                          <a:pt x="116781" y="116781"/>
                        </a:lnTo>
                        <a:lnTo>
                          <a:pt x="116781" y="34556"/>
                        </a:lnTo>
                        <a:lnTo>
                          <a:pt x="96225" y="14000"/>
                        </a:lnTo>
                        <a:lnTo>
                          <a:pt x="96225" y="76968"/>
                        </a:lnTo>
                        <a:lnTo>
                          <a:pt x="19257" y="0"/>
                        </a:lnTo>
                        <a:lnTo>
                          <a:pt x="0" y="19257"/>
                        </a:lnTo>
                        <a:close/>
                        <a:moveTo>
                          <a:pt x="79035" y="94216"/>
                        </a:moveTo>
                        <a:lnTo>
                          <a:pt x="4135" y="19316"/>
                        </a:lnTo>
                        <a:lnTo>
                          <a:pt x="19316" y="4135"/>
                        </a:lnTo>
                        <a:lnTo>
                          <a:pt x="94216" y="79035"/>
                        </a:lnTo>
                        <a:lnTo>
                          <a:pt x="99178" y="83997"/>
                        </a:lnTo>
                        <a:lnTo>
                          <a:pt x="99178" y="76968"/>
                        </a:lnTo>
                        <a:lnTo>
                          <a:pt x="99178" y="20970"/>
                        </a:lnTo>
                        <a:lnTo>
                          <a:pt x="113946" y="35737"/>
                        </a:lnTo>
                        <a:lnTo>
                          <a:pt x="113946" y="113887"/>
                        </a:lnTo>
                        <a:lnTo>
                          <a:pt x="35796" y="113887"/>
                        </a:lnTo>
                        <a:lnTo>
                          <a:pt x="21029" y="99119"/>
                        </a:lnTo>
                        <a:lnTo>
                          <a:pt x="76968" y="99119"/>
                        </a:lnTo>
                        <a:lnTo>
                          <a:pt x="83997" y="99119"/>
                        </a:lnTo>
                        <a:lnTo>
                          <a:pt x="79035" y="9421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91" name="Freeform: Shape 1090">
                    <a:extLst>
                      <a:ext uri="{FF2B5EF4-FFF2-40B4-BE49-F238E27FC236}">
                        <a16:creationId xmlns:a16="http://schemas.microsoft.com/office/drawing/2014/main" id="{7692F996-44D5-B652-21B6-9B5CA01DB547}"/>
                      </a:ext>
                    </a:extLst>
                  </p:cNvPr>
                  <p:cNvSpPr/>
                  <p:nvPr/>
                </p:nvSpPr>
                <p:spPr>
                  <a:xfrm>
                    <a:off x="632696" y="2545197"/>
                    <a:ext cx="116780" cy="116780"/>
                  </a:xfrm>
                  <a:custGeom>
                    <a:avLst/>
                    <a:gdLst>
                      <a:gd name="connsiteX0" fmla="*/ 34556 w 116780"/>
                      <a:gd name="connsiteY0" fmla="*/ 0 h 116780"/>
                      <a:gd name="connsiteX1" fmla="*/ 14000 w 116780"/>
                      <a:gd name="connsiteY1" fmla="*/ 20556 h 116780"/>
                      <a:gd name="connsiteX2" fmla="*/ 76968 w 116780"/>
                      <a:gd name="connsiteY2" fmla="*/ 20556 h 116780"/>
                      <a:gd name="connsiteX3" fmla="*/ 0 w 116780"/>
                      <a:gd name="connsiteY3" fmla="*/ 97524 h 116780"/>
                      <a:gd name="connsiteX4" fmla="*/ 19257 w 116780"/>
                      <a:gd name="connsiteY4" fmla="*/ 116781 h 116780"/>
                      <a:gd name="connsiteX5" fmla="*/ 96225 w 116780"/>
                      <a:gd name="connsiteY5" fmla="*/ 39813 h 116780"/>
                      <a:gd name="connsiteX6" fmla="*/ 96225 w 116780"/>
                      <a:gd name="connsiteY6" fmla="*/ 102781 h 116780"/>
                      <a:gd name="connsiteX7" fmla="*/ 116781 w 116780"/>
                      <a:gd name="connsiteY7" fmla="*/ 82225 h 116780"/>
                      <a:gd name="connsiteX8" fmla="*/ 116781 w 116780"/>
                      <a:gd name="connsiteY8" fmla="*/ 0 h 116780"/>
                      <a:gd name="connsiteX9" fmla="*/ 34556 w 116780"/>
                      <a:gd name="connsiteY9" fmla="*/ 0 h 116780"/>
                      <a:gd name="connsiteX10" fmla="*/ 35796 w 116780"/>
                      <a:gd name="connsiteY10" fmla="*/ 2894 h 116780"/>
                      <a:gd name="connsiteX11" fmla="*/ 113946 w 116780"/>
                      <a:gd name="connsiteY11" fmla="*/ 2894 h 116780"/>
                      <a:gd name="connsiteX12" fmla="*/ 113946 w 116780"/>
                      <a:gd name="connsiteY12" fmla="*/ 81044 h 116780"/>
                      <a:gd name="connsiteX13" fmla="*/ 99178 w 116780"/>
                      <a:gd name="connsiteY13" fmla="*/ 95811 h 116780"/>
                      <a:gd name="connsiteX14" fmla="*/ 99178 w 116780"/>
                      <a:gd name="connsiteY14" fmla="*/ 39872 h 116780"/>
                      <a:gd name="connsiteX15" fmla="*/ 99178 w 116780"/>
                      <a:gd name="connsiteY15" fmla="*/ 32843 h 116780"/>
                      <a:gd name="connsiteX16" fmla="*/ 94216 w 116780"/>
                      <a:gd name="connsiteY16" fmla="*/ 37805 h 116780"/>
                      <a:gd name="connsiteX17" fmla="*/ 19316 w 116780"/>
                      <a:gd name="connsiteY17" fmla="*/ 112705 h 116780"/>
                      <a:gd name="connsiteX18" fmla="*/ 4135 w 116780"/>
                      <a:gd name="connsiteY18" fmla="*/ 97524 h 116780"/>
                      <a:gd name="connsiteX19" fmla="*/ 79035 w 116780"/>
                      <a:gd name="connsiteY19" fmla="*/ 22624 h 116780"/>
                      <a:gd name="connsiteX20" fmla="*/ 83997 w 116780"/>
                      <a:gd name="connsiteY20" fmla="*/ 17662 h 116780"/>
                      <a:gd name="connsiteX21" fmla="*/ 76968 w 116780"/>
                      <a:gd name="connsiteY21" fmla="*/ 17662 h 116780"/>
                      <a:gd name="connsiteX22" fmla="*/ 21029 w 116780"/>
                      <a:gd name="connsiteY22" fmla="*/ 17662 h 116780"/>
                      <a:gd name="connsiteX23" fmla="*/ 35796 w 116780"/>
                      <a:gd name="connsiteY23" fmla="*/ 2894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0">
                        <a:moveTo>
                          <a:pt x="34556" y="0"/>
                        </a:moveTo>
                        <a:lnTo>
                          <a:pt x="14000" y="20556"/>
                        </a:lnTo>
                        <a:lnTo>
                          <a:pt x="76968" y="20556"/>
                        </a:lnTo>
                        <a:lnTo>
                          <a:pt x="0" y="97524"/>
                        </a:lnTo>
                        <a:lnTo>
                          <a:pt x="19257" y="116781"/>
                        </a:lnTo>
                        <a:lnTo>
                          <a:pt x="96225" y="39813"/>
                        </a:lnTo>
                        <a:lnTo>
                          <a:pt x="96225" y="102781"/>
                        </a:lnTo>
                        <a:lnTo>
                          <a:pt x="116781" y="82225"/>
                        </a:lnTo>
                        <a:lnTo>
                          <a:pt x="116781" y="0"/>
                        </a:lnTo>
                        <a:lnTo>
                          <a:pt x="34556" y="0"/>
                        </a:lnTo>
                        <a:close/>
                        <a:moveTo>
                          <a:pt x="35796" y="2894"/>
                        </a:moveTo>
                        <a:lnTo>
                          <a:pt x="113946" y="2894"/>
                        </a:lnTo>
                        <a:lnTo>
                          <a:pt x="113946" y="81044"/>
                        </a:lnTo>
                        <a:lnTo>
                          <a:pt x="99178" y="95811"/>
                        </a:lnTo>
                        <a:lnTo>
                          <a:pt x="99178" y="39872"/>
                        </a:lnTo>
                        <a:lnTo>
                          <a:pt x="99178" y="32843"/>
                        </a:lnTo>
                        <a:lnTo>
                          <a:pt x="94216" y="37805"/>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987" name="Graphic 4773">
                  <a:extLst>
                    <a:ext uri="{FF2B5EF4-FFF2-40B4-BE49-F238E27FC236}">
                      <a16:creationId xmlns:a16="http://schemas.microsoft.com/office/drawing/2014/main" id="{1FA61F65-20EC-F54F-3D91-4CD5D86D9881}"/>
                    </a:ext>
                  </a:extLst>
                </p:cNvPr>
                <p:cNvGrpSpPr/>
                <p:nvPr/>
              </p:nvGrpSpPr>
              <p:grpSpPr>
                <a:xfrm>
                  <a:off x="1371068" y="3902502"/>
                  <a:ext cx="116780" cy="236929"/>
                  <a:chOff x="1371068" y="3902502"/>
                  <a:chExt cx="116780" cy="236929"/>
                </a:xfrm>
                <a:grpFill/>
              </p:grpSpPr>
              <p:sp>
                <p:nvSpPr>
                  <p:cNvPr id="1088" name="Freeform: Shape 1087">
                    <a:extLst>
                      <a:ext uri="{FF2B5EF4-FFF2-40B4-BE49-F238E27FC236}">
                        <a16:creationId xmlns:a16="http://schemas.microsoft.com/office/drawing/2014/main" id="{D37FCB1B-53C7-597F-4C65-BD95D2F025B2}"/>
                      </a:ext>
                    </a:extLst>
                  </p:cNvPr>
                  <p:cNvSpPr/>
                  <p:nvPr/>
                </p:nvSpPr>
                <p:spPr>
                  <a:xfrm>
                    <a:off x="1371068" y="3902502"/>
                    <a:ext cx="116780" cy="116840"/>
                  </a:xfrm>
                  <a:custGeom>
                    <a:avLst/>
                    <a:gdLst>
                      <a:gd name="connsiteX0" fmla="*/ 0 w 116780"/>
                      <a:gd name="connsiteY0" fmla="*/ 19316 h 116840"/>
                      <a:gd name="connsiteX1" fmla="*/ 76968 w 116780"/>
                      <a:gd name="connsiteY1" fmla="*/ 96284 h 116840"/>
                      <a:gd name="connsiteX2" fmla="*/ 14000 w 116780"/>
                      <a:gd name="connsiteY2" fmla="*/ 96284 h 116840"/>
                      <a:gd name="connsiteX3" fmla="*/ 34556 w 116780"/>
                      <a:gd name="connsiteY3" fmla="*/ 116840 h 116840"/>
                      <a:gd name="connsiteX4" fmla="*/ 116781 w 116780"/>
                      <a:gd name="connsiteY4" fmla="*/ 116840 h 116840"/>
                      <a:gd name="connsiteX5" fmla="*/ 116781 w 116780"/>
                      <a:gd name="connsiteY5" fmla="*/ 34556 h 116840"/>
                      <a:gd name="connsiteX6" fmla="*/ 96225 w 116780"/>
                      <a:gd name="connsiteY6" fmla="*/ 14000 h 116840"/>
                      <a:gd name="connsiteX7" fmla="*/ 96225 w 116780"/>
                      <a:gd name="connsiteY7" fmla="*/ 76968 h 116840"/>
                      <a:gd name="connsiteX8" fmla="*/ 19257 w 116780"/>
                      <a:gd name="connsiteY8" fmla="*/ 0 h 116840"/>
                      <a:gd name="connsiteX9" fmla="*/ 0 w 116780"/>
                      <a:gd name="connsiteY9" fmla="*/ 19316 h 116840"/>
                      <a:gd name="connsiteX10" fmla="*/ 79035 w 116780"/>
                      <a:gd name="connsiteY10" fmla="*/ 94216 h 116840"/>
                      <a:gd name="connsiteX11" fmla="*/ 4135 w 116780"/>
                      <a:gd name="connsiteY11" fmla="*/ 19316 h 116840"/>
                      <a:gd name="connsiteX12" fmla="*/ 19316 w 116780"/>
                      <a:gd name="connsiteY12" fmla="*/ 4135 h 116840"/>
                      <a:gd name="connsiteX13" fmla="*/ 94216 w 116780"/>
                      <a:gd name="connsiteY13" fmla="*/ 79035 h 116840"/>
                      <a:gd name="connsiteX14" fmla="*/ 99178 w 116780"/>
                      <a:gd name="connsiteY14" fmla="*/ 83997 h 116840"/>
                      <a:gd name="connsiteX15" fmla="*/ 99178 w 116780"/>
                      <a:gd name="connsiteY15" fmla="*/ 76968 h 116840"/>
                      <a:gd name="connsiteX16" fmla="*/ 99178 w 116780"/>
                      <a:gd name="connsiteY16" fmla="*/ 21029 h 116840"/>
                      <a:gd name="connsiteX17" fmla="*/ 113946 w 116780"/>
                      <a:gd name="connsiteY17" fmla="*/ 35796 h 116840"/>
                      <a:gd name="connsiteX18" fmla="*/ 113946 w 116780"/>
                      <a:gd name="connsiteY18" fmla="*/ 113946 h 116840"/>
                      <a:gd name="connsiteX19" fmla="*/ 35796 w 116780"/>
                      <a:gd name="connsiteY19" fmla="*/ 113946 h 116840"/>
                      <a:gd name="connsiteX20" fmla="*/ 21029 w 116780"/>
                      <a:gd name="connsiteY20" fmla="*/ 99178 h 116840"/>
                      <a:gd name="connsiteX21" fmla="*/ 76968 w 116780"/>
                      <a:gd name="connsiteY21" fmla="*/ 99178 h 116840"/>
                      <a:gd name="connsiteX22" fmla="*/ 83997 w 116780"/>
                      <a:gd name="connsiteY22" fmla="*/ 99178 h 116840"/>
                      <a:gd name="connsiteX23" fmla="*/ 79035 w 116780"/>
                      <a:gd name="connsiteY23" fmla="*/ 94216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840">
                        <a:moveTo>
                          <a:pt x="0" y="19316"/>
                        </a:moveTo>
                        <a:lnTo>
                          <a:pt x="76968" y="96284"/>
                        </a:lnTo>
                        <a:lnTo>
                          <a:pt x="14000" y="96284"/>
                        </a:lnTo>
                        <a:lnTo>
                          <a:pt x="34556" y="116840"/>
                        </a:lnTo>
                        <a:lnTo>
                          <a:pt x="116781" y="116840"/>
                        </a:lnTo>
                        <a:lnTo>
                          <a:pt x="116781" y="34556"/>
                        </a:lnTo>
                        <a:lnTo>
                          <a:pt x="96225" y="14000"/>
                        </a:lnTo>
                        <a:lnTo>
                          <a:pt x="96225" y="76968"/>
                        </a:lnTo>
                        <a:lnTo>
                          <a:pt x="19257" y="0"/>
                        </a:lnTo>
                        <a:lnTo>
                          <a:pt x="0" y="19316"/>
                        </a:lnTo>
                        <a:close/>
                        <a:moveTo>
                          <a:pt x="79035" y="94216"/>
                        </a:moveTo>
                        <a:lnTo>
                          <a:pt x="4135" y="19316"/>
                        </a:lnTo>
                        <a:lnTo>
                          <a:pt x="19316" y="4135"/>
                        </a:lnTo>
                        <a:lnTo>
                          <a:pt x="94216" y="79035"/>
                        </a:lnTo>
                        <a:lnTo>
                          <a:pt x="99178" y="83997"/>
                        </a:lnTo>
                        <a:lnTo>
                          <a:pt x="99178" y="76968"/>
                        </a:lnTo>
                        <a:lnTo>
                          <a:pt x="99178" y="21029"/>
                        </a:lnTo>
                        <a:lnTo>
                          <a:pt x="113946" y="35796"/>
                        </a:lnTo>
                        <a:lnTo>
                          <a:pt x="113946" y="113946"/>
                        </a:lnTo>
                        <a:lnTo>
                          <a:pt x="35796" y="113946"/>
                        </a:lnTo>
                        <a:lnTo>
                          <a:pt x="21029" y="99178"/>
                        </a:lnTo>
                        <a:lnTo>
                          <a:pt x="76968" y="99178"/>
                        </a:lnTo>
                        <a:lnTo>
                          <a:pt x="83997" y="99178"/>
                        </a:lnTo>
                        <a:lnTo>
                          <a:pt x="79035" y="9421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89" name="Freeform: Shape 1088">
                    <a:extLst>
                      <a:ext uri="{FF2B5EF4-FFF2-40B4-BE49-F238E27FC236}">
                        <a16:creationId xmlns:a16="http://schemas.microsoft.com/office/drawing/2014/main" id="{CD3FEFD9-1A9B-9D1D-B8D9-1DC3208328DE}"/>
                      </a:ext>
                    </a:extLst>
                  </p:cNvPr>
                  <p:cNvSpPr/>
                  <p:nvPr/>
                </p:nvSpPr>
                <p:spPr>
                  <a:xfrm>
                    <a:off x="1371068" y="4022650"/>
                    <a:ext cx="116780" cy="116781"/>
                  </a:xfrm>
                  <a:custGeom>
                    <a:avLst/>
                    <a:gdLst>
                      <a:gd name="connsiteX0" fmla="*/ 34556 w 116780"/>
                      <a:gd name="connsiteY0" fmla="*/ 0 h 116781"/>
                      <a:gd name="connsiteX1" fmla="*/ 14000 w 116780"/>
                      <a:gd name="connsiteY1" fmla="*/ 20556 h 116781"/>
                      <a:gd name="connsiteX2" fmla="*/ 76968 w 116780"/>
                      <a:gd name="connsiteY2" fmla="*/ 20556 h 116781"/>
                      <a:gd name="connsiteX3" fmla="*/ 0 w 116780"/>
                      <a:gd name="connsiteY3" fmla="*/ 97524 h 116781"/>
                      <a:gd name="connsiteX4" fmla="*/ 19257 w 116780"/>
                      <a:gd name="connsiteY4" fmla="*/ 116781 h 116781"/>
                      <a:gd name="connsiteX5" fmla="*/ 96225 w 116780"/>
                      <a:gd name="connsiteY5" fmla="*/ 39813 h 116781"/>
                      <a:gd name="connsiteX6" fmla="*/ 96225 w 116780"/>
                      <a:gd name="connsiteY6" fmla="*/ 102782 h 116781"/>
                      <a:gd name="connsiteX7" fmla="*/ 116781 w 116780"/>
                      <a:gd name="connsiteY7" fmla="*/ 82225 h 116781"/>
                      <a:gd name="connsiteX8" fmla="*/ 116781 w 116780"/>
                      <a:gd name="connsiteY8" fmla="*/ 0 h 116781"/>
                      <a:gd name="connsiteX9" fmla="*/ 34556 w 116780"/>
                      <a:gd name="connsiteY9" fmla="*/ 0 h 116781"/>
                      <a:gd name="connsiteX10" fmla="*/ 35796 w 116780"/>
                      <a:gd name="connsiteY10" fmla="*/ 2894 h 116781"/>
                      <a:gd name="connsiteX11" fmla="*/ 113946 w 116780"/>
                      <a:gd name="connsiteY11" fmla="*/ 2894 h 116781"/>
                      <a:gd name="connsiteX12" fmla="*/ 113946 w 116780"/>
                      <a:gd name="connsiteY12" fmla="*/ 80985 h 116781"/>
                      <a:gd name="connsiteX13" fmla="*/ 99178 w 116780"/>
                      <a:gd name="connsiteY13" fmla="*/ 95752 h 116781"/>
                      <a:gd name="connsiteX14" fmla="*/ 99178 w 116780"/>
                      <a:gd name="connsiteY14" fmla="*/ 39813 h 116781"/>
                      <a:gd name="connsiteX15" fmla="*/ 99178 w 116780"/>
                      <a:gd name="connsiteY15" fmla="*/ 32784 h 116781"/>
                      <a:gd name="connsiteX16" fmla="*/ 94216 w 116780"/>
                      <a:gd name="connsiteY16" fmla="*/ 37746 h 116781"/>
                      <a:gd name="connsiteX17" fmla="*/ 19316 w 116780"/>
                      <a:gd name="connsiteY17" fmla="*/ 112705 h 116781"/>
                      <a:gd name="connsiteX18" fmla="*/ 4135 w 116780"/>
                      <a:gd name="connsiteY18" fmla="*/ 97524 h 116781"/>
                      <a:gd name="connsiteX19" fmla="*/ 79035 w 116780"/>
                      <a:gd name="connsiteY19" fmla="*/ 22624 h 116781"/>
                      <a:gd name="connsiteX20" fmla="*/ 83997 w 116780"/>
                      <a:gd name="connsiteY20" fmla="*/ 17662 h 116781"/>
                      <a:gd name="connsiteX21" fmla="*/ 76968 w 116780"/>
                      <a:gd name="connsiteY21" fmla="*/ 17662 h 116781"/>
                      <a:gd name="connsiteX22" fmla="*/ 21029 w 116780"/>
                      <a:gd name="connsiteY22" fmla="*/ 17662 h 116781"/>
                      <a:gd name="connsiteX23" fmla="*/ 35796 w 116780"/>
                      <a:gd name="connsiteY23" fmla="*/ 289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34556" y="0"/>
                        </a:moveTo>
                        <a:lnTo>
                          <a:pt x="14000" y="20556"/>
                        </a:lnTo>
                        <a:lnTo>
                          <a:pt x="76968" y="20556"/>
                        </a:lnTo>
                        <a:lnTo>
                          <a:pt x="0" y="97524"/>
                        </a:lnTo>
                        <a:lnTo>
                          <a:pt x="19257" y="116781"/>
                        </a:lnTo>
                        <a:lnTo>
                          <a:pt x="96225" y="39813"/>
                        </a:lnTo>
                        <a:lnTo>
                          <a:pt x="96225" y="102782"/>
                        </a:lnTo>
                        <a:lnTo>
                          <a:pt x="116781" y="82225"/>
                        </a:lnTo>
                        <a:lnTo>
                          <a:pt x="116781" y="0"/>
                        </a:lnTo>
                        <a:lnTo>
                          <a:pt x="34556" y="0"/>
                        </a:lnTo>
                        <a:close/>
                        <a:moveTo>
                          <a:pt x="35796" y="2894"/>
                        </a:moveTo>
                        <a:lnTo>
                          <a:pt x="113946" y="2894"/>
                        </a:lnTo>
                        <a:lnTo>
                          <a:pt x="113946" y="80985"/>
                        </a:lnTo>
                        <a:lnTo>
                          <a:pt x="99178" y="95752"/>
                        </a:lnTo>
                        <a:lnTo>
                          <a:pt x="99178" y="39813"/>
                        </a:lnTo>
                        <a:lnTo>
                          <a:pt x="99178" y="32784"/>
                        </a:lnTo>
                        <a:lnTo>
                          <a:pt x="94216" y="37746"/>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988" name="Graphic 4773">
                  <a:extLst>
                    <a:ext uri="{FF2B5EF4-FFF2-40B4-BE49-F238E27FC236}">
                      <a16:creationId xmlns:a16="http://schemas.microsoft.com/office/drawing/2014/main" id="{D43D330D-7552-D73B-637B-BDE560C12F84}"/>
                    </a:ext>
                  </a:extLst>
                </p:cNvPr>
                <p:cNvGrpSpPr/>
                <p:nvPr/>
              </p:nvGrpSpPr>
              <p:grpSpPr>
                <a:xfrm>
                  <a:off x="2079905" y="3900907"/>
                  <a:ext cx="116840" cy="236928"/>
                  <a:chOff x="2079905" y="3900907"/>
                  <a:chExt cx="116840" cy="236928"/>
                </a:xfrm>
                <a:grpFill/>
              </p:grpSpPr>
              <p:sp>
                <p:nvSpPr>
                  <p:cNvPr id="1086" name="Freeform: Shape 1085">
                    <a:extLst>
                      <a:ext uri="{FF2B5EF4-FFF2-40B4-BE49-F238E27FC236}">
                        <a16:creationId xmlns:a16="http://schemas.microsoft.com/office/drawing/2014/main" id="{C714377F-7FC8-7EA4-D507-F3EB0F30E505}"/>
                      </a:ext>
                    </a:extLst>
                  </p:cNvPr>
                  <p:cNvSpPr/>
                  <p:nvPr/>
                </p:nvSpPr>
                <p:spPr>
                  <a:xfrm>
                    <a:off x="2079964" y="4020996"/>
                    <a:ext cx="116781" cy="116840"/>
                  </a:xfrm>
                  <a:custGeom>
                    <a:avLst/>
                    <a:gdLst>
                      <a:gd name="connsiteX0" fmla="*/ 116781 w 116781"/>
                      <a:gd name="connsiteY0" fmla="*/ 97524 h 116840"/>
                      <a:gd name="connsiteX1" fmla="*/ 39813 w 116781"/>
                      <a:gd name="connsiteY1" fmla="*/ 20557 h 116840"/>
                      <a:gd name="connsiteX2" fmla="*/ 102781 w 116781"/>
                      <a:gd name="connsiteY2" fmla="*/ 20557 h 116840"/>
                      <a:gd name="connsiteX3" fmla="*/ 82225 w 116781"/>
                      <a:gd name="connsiteY3" fmla="*/ 0 h 116840"/>
                      <a:gd name="connsiteX4" fmla="*/ 0 w 116781"/>
                      <a:gd name="connsiteY4" fmla="*/ 0 h 116840"/>
                      <a:gd name="connsiteX5" fmla="*/ 0 w 116781"/>
                      <a:gd name="connsiteY5" fmla="*/ 82225 h 116840"/>
                      <a:gd name="connsiteX6" fmla="*/ 20556 w 116781"/>
                      <a:gd name="connsiteY6" fmla="*/ 102782 h 116840"/>
                      <a:gd name="connsiteX7" fmla="*/ 20556 w 116781"/>
                      <a:gd name="connsiteY7" fmla="*/ 39813 h 116840"/>
                      <a:gd name="connsiteX8" fmla="*/ 97465 w 116781"/>
                      <a:gd name="connsiteY8" fmla="*/ 116840 h 116840"/>
                      <a:gd name="connsiteX9" fmla="*/ 116781 w 116781"/>
                      <a:gd name="connsiteY9" fmla="*/ 97524 h 116840"/>
                      <a:gd name="connsiteX10" fmla="*/ 37746 w 116781"/>
                      <a:gd name="connsiteY10" fmla="*/ 22624 h 116840"/>
                      <a:gd name="connsiteX11" fmla="*/ 112646 w 116781"/>
                      <a:gd name="connsiteY11" fmla="*/ 97524 h 116840"/>
                      <a:gd name="connsiteX12" fmla="*/ 97465 w 116781"/>
                      <a:gd name="connsiteY12" fmla="*/ 112705 h 116840"/>
                      <a:gd name="connsiteX13" fmla="*/ 22565 w 116781"/>
                      <a:gd name="connsiteY13" fmla="*/ 37805 h 116840"/>
                      <a:gd name="connsiteX14" fmla="*/ 17603 w 116781"/>
                      <a:gd name="connsiteY14" fmla="*/ 32843 h 116840"/>
                      <a:gd name="connsiteX15" fmla="*/ 17603 w 116781"/>
                      <a:gd name="connsiteY15" fmla="*/ 39872 h 116840"/>
                      <a:gd name="connsiteX16" fmla="*/ 17603 w 116781"/>
                      <a:gd name="connsiteY16" fmla="*/ 95870 h 116840"/>
                      <a:gd name="connsiteX17" fmla="*/ 2835 w 116781"/>
                      <a:gd name="connsiteY17" fmla="*/ 81103 h 116840"/>
                      <a:gd name="connsiteX18" fmla="*/ 2835 w 116781"/>
                      <a:gd name="connsiteY18" fmla="*/ 2953 h 116840"/>
                      <a:gd name="connsiteX19" fmla="*/ 80985 w 116781"/>
                      <a:gd name="connsiteY19" fmla="*/ 2953 h 116840"/>
                      <a:gd name="connsiteX20" fmla="*/ 95752 w 116781"/>
                      <a:gd name="connsiteY20" fmla="*/ 17721 h 116840"/>
                      <a:gd name="connsiteX21" fmla="*/ 39813 w 116781"/>
                      <a:gd name="connsiteY21" fmla="*/ 17721 h 116840"/>
                      <a:gd name="connsiteX22" fmla="*/ 32784 w 116781"/>
                      <a:gd name="connsiteY22" fmla="*/ 17721 h 116840"/>
                      <a:gd name="connsiteX23" fmla="*/ 37746 w 116781"/>
                      <a:gd name="connsiteY23" fmla="*/ 22624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840">
                        <a:moveTo>
                          <a:pt x="116781" y="97524"/>
                        </a:moveTo>
                        <a:lnTo>
                          <a:pt x="39813" y="20557"/>
                        </a:lnTo>
                        <a:lnTo>
                          <a:pt x="102781" y="20557"/>
                        </a:lnTo>
                        <a:lnTo>
                          <a:pt x="82225" y="0"/>
                        </a:lnTo>
                        <a:lnTo>
                          <a:pt x="0" y="0"/>
                        </a:lnTo>
                        <a:lnTo>
                          <a:pt x="0" y="82225"/>
                        </a:lnTo>
                        <a:lnTo>
                          <a:pt x="20556" y="102782"/>
                        </a:lnTo>
                        <a:lnTo>
                          <a:pt x="20556" y="39813"/>
                        </a:lnTo>
                        <a:lnTo>
                          <a:pt x="97465" y="116840"/>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87" name="Freeform: Shape 1086">
                    <a:extLst>
                      <a:ext uri="{FF2B5EF4-FFF2-40B4-BE49-F238E27FC236}">
                        <a16:creationId xmlns:a16="http://schemas.microsoft.com/office/drawing/2014/main" id="{1F1A7CDD-93EE-B4E7-0CF0-23A4BF3F1CF6}"/>
                      </a:ext>
                    </a:extLst>
                  </p:cNvPr>
                  <p:cNvSpPr/>
                  <p:nvPr/>
                </p:nvSpPr>
                <p:spPr>
                  <a:xfrm>
                    <a:off x="2079905" y="3900907"/>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6 w 116781"/>
                      <a:gd name="connsiteY5" fmla="*/ 76968 h 116780"/>
                      <a:gd name="connsiteX6" fmla="*/ 20556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6 h 116780"/>
                      <a:gd name="connsiteX11" fmla="*/ 2895 w 116781"/>
                      <a:gd name="connsiteY11" fmla="*/ 113886 h 116780"/>
                      <a:gd name="connsiteX12" fmla="*/ 2895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17 h 116780"/>
                      <a:gd name="connsiteX18" fmla="*/ 112705 w 116781"/>
                      <a:gd name="connsiteY18" fmla="*/ 19198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6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6" y="76968"/>
                        </a:lnTo>
                        <a:lnTo>
                          <a:pt x="20556" y="14000"/>
                        </a:lnTo>
                        <a:lnTo>
                          <a:pt x="0" y="34556"/>
                        </a:lnTo>
                        <a:lnTo>
                          <a:pt x="0" y="116781"/>
                        </a:lnTo>
                        <a:lnTo>
                          <a:pt x="82225" y="116781"/>
                        </a:lnTo>
                        <a:close/>
                        <a:moveTo>
                          <a:pt x="81044" y="113886"/>
                        </a:moveTo>
                        <a:lnTo>
                          <a:pt x="2895" y="113886"/>
                        </a:lnTo>
                        <a:lnTo>
                          <a:pt x="2895" y="35737"/>
                        </a:lnTo>
                        <a:lnTo>
                          <a:pt x="17662" y="20970"/>
                        </a:lnTo>
                        <a:lnTo>
                          <a:pt x="17662" y="76909"/>
                        </a:lnTo>
                        <a:lnTo>
                          <a:pt x="17662" y="83938"/>
                        </a:lnTo>
                        <a:lnTo>
                          <a:pt x="22624" y="78976"/>
                        </a:lnTo>
                        <a:lnTo>
                          <a:pt x="97524" y="4017"/>
                        </a:lnTo>
                        <a:lnTo>
                          <a:pt x="112705" y="19198"/>
                        </a:lnTo>
                        <a:lnTo>
                          <a:pt x="37805" y="94157"/>
                        </a:lnTo>
                        <a:lnTo>
                          <a:pt x="32843" y="99119"/>
                        </a:lnTo>
                        <a:lnTo>
                          <a:pt x="39872" y="99119"/>
                        </a:lnTo>
                        <a:lnTo>
                          <a:pt x="95811" y="99119"/>
                        </a:lnTo>
                        <a:lnTo>
                          <a:pt x="81044" y="11388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989" name="Graphic 4773">
                  <a:extLst>
                    <a:ext uri="{FF2B5EF4-FFF2-40B4-BE49-F238E27FC236}">
                      <a16:creationId xmlns:a16="http://schemas.microsoft.com/office/drawing/2014/main" id="{7BC5847B-302B-2CD0-A2FA-648E8C4130EA}"/>
                    </a:ext>
                  </a:extLst>
                </p:cNvPr>
                <p:cNvGrpSpPr/>
                <p:nvPr/>
              </p:nvGrpSpPr>
              <p:grpSpPr>
                <a:xfrm>
                  <a:off x="1932349" y="1658589"/>
                  <a:ext cx="648231" cy="115451"/>
                  <a:chOff x="1932349" y="1658589"/>
                  <a:chExt cx="648231" cy="115451"/>
                </a:xfrm>
                <a:grpFill/>
              </p:grpSpPr>
              <p:sp>
                <p:nvSpPr>
                  <p:cNvPr id="1070" name="Freeform: Shape 1069">
                    <a:extLst>
                      <a:ext uri="{FF2B5EF4-FFF2-40B4-BE49-F238E27FC236}">
                        <a16:creationId xmlns:a16="http://schemas.microsoft.com/office/drawing/2014/main" id="{84F8A11E-F13C-5398-CB6F-A86BD59DAF6F}"/>
                      </a:ext>
                    </a:extLst>
                  </p:cNvPr>
                  <p:cNvSpPr/>
                  <p:nvPr/>
                </p:nvSpPr>
                <p:spPr>
                  <a:xfrm>
                    <a:off x="2171286" y="170398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70" y="22210"/>
                          <a:pt x="2540" y="17839"/>
                          <a:pt x="2540" y="12405"/>
                        </a:cubicBezTo>
                        <a:cubicBezTo>
                          <a:pt x="2540" y="6970"/>
                          <a:pt x="6911" y="2599"/>
                          <a:pt x="12346" y="2599"/>
                        </a:cubicBezTo>
                        <a:lnTo>
                          <a:pt x="12346" y="2599"/>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71" name="Freeform: Shape 1070">
                    <a:extLst>
                      <a:ext uri="{FF2B5EF4-FFF2-40B4-BE49-F238E27FC236}">
                        <a16:creationId xmlns:a16="http://schemas.microsoft.com/office/drawing/2014/main" id="{0B2BEBC5-7C18-398A-0BE1-3E749D323A8E}"/>
                      </a:ext>
                    </a:extLst>
                  </p:cNvPr>
                  <p:cNvSpPr/>
                  <p:nvPr/>
                </p:nvSpPr>
                <p:spPr>
                  <a:xfrm>
                    <a:off x="222255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72" name="Freeform: Shape 1071">
                    <a:extLst>
                      <a:ext uri="{FF2B5EF4-FFF2-40B4-BE49-F238E27FC236}">
                        <a16:creationId xmlns:a16="http://schemas.microsoft.com/office/drawing/2014/main" id="{DADF0605-B176-C1CB-A129-0C8328DE87C0}"/>
                      </a:ext>
                    </a:extLst>
                  </p:cNvPr>
                  <p:cNvSpPr/>
                  <p:nvPr/>
                </p:nvSpPr>
                <p:spPr>
                  <a:xfrm>
                    <a:off x="2248254"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73" name="Freeform: Shape 1072">
                    <a:extLst>
                      <a:ext uri="{FF2B5EF4-FFF2-40B4-BE49-F238E27FC236}">
                        <a16:creationId xmlns:a16="http://schemas.microsoft.com/office/drawing/2014/main" id="{DCEB8681-AEAD-FEEB-4D02-54BCC60387B9}"/>
                      </a:ext>
                    </a:extLst>
                  </p:cNvPr>
                  <p:cNvSpPr/>
                  <p:nvPr/>
                </p:nvSpPr>
                <p:spPr>
                  <a:xfrm>
                    <a:off x="2299467"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750"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74" name="Freeform: Shape 1073">
                    <a:extLst>
                      <a:ext uri="{FF2B5EF4-FFF2-40B4-BE49-F238E27FC236}">
                        <a16:creationId xmlns:a16="http://schemas.microsoft.com/office/drawing/2014/main" id="{2D847FB5-7A2D-3F20-0010-3182D0FE2A0F}"/>
                      </a:ext>
                    </a:extLst>
                  </p:cNvPr>
                  <p:cNvSpPr/>
                  <p:nvPr/>
                </p:nvSpPr>
                <p:spPr>
                  <a:xfrm>
                    <a:off x="235079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75" name="Freeform: Shape 1074">
                    <a:extLst>
                      <a:ext uri="{FF2B5EF4-FFF2-40B4-BE49-F238E27FC236}">
                        <a16:creationId xmlns:a16="http://schemas.microsoft.com/office/drawing/2014/main" id="{FE5DD6CA-13EA-C6B1-C6AE-B87DCE3134D7}"/>
                      </a:ext>
                    </a:extLst>
                  </p:cNvPr>
                  <p:cNvSpPr/>
                  <p:nvPr/>
                </p:nvSpPr>
                <p:spPr>
                  <a:xfrm>
                    <a:off x="2376435"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80"/>
                          <a:pt x="17780" y="22151"/>
                          <a:pt x="12346" y="22151"/>
                        </a:cubicBezTo>
                        <a:cubicBezTo>
                          <a:pt x="6970" y="22151"/>
                          <a:pt x="2540" y="17721"/>
                          <a:pt x="2540" y="12346"/>
                        </a:cubicBezTo>
                        <a:cubicBezTo>
                          <a:pt x="2540" y="6970"/>
                          <a:pt x="6911"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76" name="Freeform: Shape 1075">
                    <a:extLst>
                      <a:ext uri="{FF2B5EF4-FFF2-40B4-BE49-F238E27FC236}">
                        <a16:creationId xmlns:a16="http://schemas.microsoft.com/office/drawing/2014/main" id="{FE23DD9D-EFB9-E7B1-8C07-1925CF8CB4D1}"/>
                      </a:ext>
                    </a:extLst>
                  </p:cNvPr>
                  <p:cNvSpPr/>
                  <p:nvPr/>
                </p:nvSpPr>
                <p:spPr>
                  <a:xfrm>
                    <a:off x="2402072"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77" name="Freeform: Shape 1076">
                    <a:extLst>
                      <a:ext uri="{FF2B5EF4-FFF2-40B4-BE49-F238E27FC236}">
                        <a16:creationId xmlns:a16="http://schemas.microsoft.com/office/drawing/2014/main" id="{A8299D80-29BE-061E-1A67-336DDEBFDB87}"/>
                      </a:ext>
                    </a:extLst>
                  </p:cNvPr>
                  <p:cNvSpPr/>
                  <p:nvPr/>
                </p:nvSpPr>
                <p:spPr>
                  <a:xfrm>
                    <a:off x="2453344"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21"/>
                          <a:pt x="2540" y="12346"/>
                        </a:cubicBezTo>
                        <a:cubicBezTo>
                          <a:pt x="2540" y="6970"/>
                          <a:pt x="6911" y="2540"/>
                          <a:pt x="12346" y="2540"/>
                        </a:cubicBezTo>
                        <a:lnTo>
                          <a:pt x="12346" y="2540"/>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49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78" name="Freeform: Shape 1077">
                    <a:extLst>
                      <a:ext uri="{FF2B5EF4-FFF2-40B4-BE49-F238E27FC236}">
                        <a16:creationId xmlns:a16="http://schemas.microsoft.com/office/drawing/2014/main" id="{D1A9E542-286D-ADC3-1243-C3C7AB58F080}"/>
                      </a:ext>
                    </a:extLst>
                  </p:cNvPr>
                  <p:cNvSpPr/>
                  <p:nvPr/>
                </p:nvSpPr>
                <p:spPr>
                  <a:xfrm>
                    <a:off x="2504617"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79" name="Freeform: Shape 1078">
                    <a:extLst>
                      <a:ext uri="{FF2B5EF4-FFF2-40B4-BE49-F238E27FC236}">
                        <a16:creationId xmlns:a16="http://schemas.microsoft.com/office/drawing/2014/main" id="{FE336466-96DC-15E3-BD36-CD447D5DC02B}"/>
                      </a:ext>
                    </a:extLst>
                  </p:cNvPr>
                  <p:cNvSpPr/>
                  <p:nvPr/>
                </p:nvSpPr>
                <p:spPr>
                  <a:xfrm>
                    <a:off x="2530253"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80" name="Freeform: Shape 1079">
                    <a:extLst>
                      <a:ext uri="{FF2B5EF4-FFF2-40B4-BE49-F238E27FC236}">
                        <a16:creationId xmlns:a16="http://schemas.microsoft.com/office/drawing/2014/main" id="{4B16A76E-2FAE-8E37-20B0-BDDFC326087B}"/>
                      </a:ext>
                    </a:extLst>
                  </p:cNvPr>
                  <p:cNvSpPr/>
                  <p:nvPr/>
                </p:nvSpPr>
                <p:spPr>
                  <a:xfrm>
                    <a:off x="2555889"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70"/>
                          <a:pt x="22151" y="12346"/>
                        </a:cubicBezTo>
                        <a:cubicBezTo>
                          <a:pt x="22151" y="17780"/>
                          <a:pt x="17780" y="22151"/>
                          <a:pt x="12346" y="22151"/>
                        </a:cubicBezTo>
                        <a:cubicBezTo>
                          <a:pt x="6911" y="22151"/>
                          <a:pt x="2540" y="17721"/>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49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81" name="Freeform: Shape 1080">
                    <a:extLst>
                      <a:ext uri="{FF2B5EF4-FFF2-40B4-BE49-F238E27FC236}">
                        <a16:creationId xmlns:a16="http://schemas.microsoft.com/office/drawing/2014/main" id="{31519961-5218-447C-B948-4D218F7BB328}"/>
                      </a:ext>
                    </a:extLst>
                  </p:cNvPr>
                  <p:cNvSpPr/>
                  <p:nvPr/>
                </p:nvSpPr>
                <p:spPr>
                  <a:xfrm>
                    <a:off x="2137498" y="1658767"/>
                    <a:ext cx="66719" cy="115274"/>
                  </a:xfrm>
                  <a:custGeom>
                    <a:avLst/>
                    <a:gdLst>
                      <a:gd name="connsiteX0" fmla="*/ 60310 w 66719"/>
                      <a:gd name="connsiteY0" fmla="*/ 115275 h 115274"/>
                      <a:gd name="connsiteX1" fmla="*/ 64859 w 66719"/>
                      <a:gd name="connsiteY1" fmla="*/ 113384 h 115274"/>
                      <a:gd name="connsiteX2" fmla="*/ 64859 w 66719"/>
                      <a:gd name="connsiteY2" fmla="*/ 104347 h 115274"/>
                      <a:gd name="connsiteX3" fmla="*/ 18134 w 66719"/>
                      <a:gd name="connsiteY3" fmla="*/ 57623 h 115274"/>
                      <a:gd name="connsiteX4" fmla="*/ 64859 w 66719"/>
                      <a:gd name="connsiteY4" fmla="*/ 10898 h 115274"/>
                      <a:gd name="connsiteX5" fmla="*/ 64859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9" y="113384"/>
                        </a:cubicBezTo>
                        <a:cubicBezTo>
                          <a:pt x="67340" y="110903"/>
                          <a:pt x="67340" y="106828"/>
                          <a:pt x="64859" y="104347"/>
                        </a:cubicBezTo>
                        <a:lnTo>
                          <a:pt x="18134" y="57623"/>
                        </a:lnTo>
                        <a:lnTo>
                          <a:pt x="64859" y="10898"/>
                        </a:lnTo>
                        <a:cubicBezTo>
                          <a:pt x="67340" y="8417"/>
                          <a:pt x="67340" y="4342"/>
                          <a:pt x="64859" y="1861"/>
                        </a:cubicBezTo>
                        <a:cubicBezTo>
                          <a:pt x="62378" y="-620"/>
                          <a:pt x="58302" y="-620"/>
                          <a:pt x="55821" y="1861"/>
                        </a:cubicBezTo>
                        <a:lnTo>
                          <a:pt x="0" y="57682"/>
                        </a:lnTo>
                        <a:lnTo>
                          <a:pt x="55821" y="113503"/>
                        </a:lnTo>
                        <a:cubicBezTo>
                          <a:pt x="57002" y="114684"/>
                          <a:pt x="58656" y="115275"/>
                          <a:pt x="60310" y="115275"/>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82" name="Freeform: Shape 1081">
                    <a:extLst>
                      <a:ext uri="{FF2B5EF4-FFF2-40B4-BE49-F238E27FC236}">
                        <a16:creationId xmlns:a16="http://schemas.microsoft.com/office/drawing/2014/main" id="{2ED366AB-673E-7372-8F0E-832628E7D801}"/>
                      </a:ext>
                    </a:extLst>
                  </p:cNvPr>
                  <p:cNvSpPr/>
                  <p:nvPr/>
                </p:nvSpPr>
                <p:spPr>
                  <a:xfrm>
                    <a:off x="2086107" y="1658708"/>
                    <a:ext cx="66778" cy="115333"/>
                  </a:xfrm>
                  <a:custGeom>
                    <a:avLst/>
                    <a:gdLst>
                      <a:gd name="connsiteX0" fmla="*/ 60369 w 66778"/>
                      <a:gd name="connsiteY0" fmla="*/ 115334 h 115333"/>
                      <a:gd name="connsiteX1" fmla="*/ 64918 w 66778"/>
                      <a:gd name="connsiteY1" fmla="*/ 113443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3"/>
                        </a:cubicBezTo>
                        <a:cubicBezTo>
                          <a:pt x="67399" y="110963"/>
                          <a:pt x="67399" y="106887"/>
                          <a:pt x="64918" y="104347"/>
                        </a:cubicBezTo>
                        <a:lnTo>
                          <a:pt x="18134" y="57623"/>
                        </a:lnTo>
                        <a:lnTo>
                          <a:pt x="64918" y="10898"/>
                        </a:lnTo>
                        <a:cubicBezTo>
                          <a:pt x="67399" y="8417"/>
                          <a:pt x="67399" y="4342"/>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83" name="Freeform: Shape 1082">
                    <a:extLst>
                      <a:ext uri="{FF2B5EF4-FFF2-40B4-BE49-F238E27FC236}">
                        <a16:creationId xmlns:a16="http://schemas.microsoft.com/office/drawing/2014/main" id="{7AF89FFA-A1AB-9B69-17C8-ABF0DB61FF56}"/>
                      </a:ext>
                    </a:extLst>
                  </p:cNvPr>
                  <p:cNvSpPr/>
                  <p:nvPr/>
                </p:nvSpPr>
                <p:spPr>
                  <a:xfrm>
                    <a:off x="2034894" y="165858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7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84" name="Freeform: Shape 1083">
                    <a:extLst>
                      <a:ext uri="{FF2B5EF4-FFF2-40B4-BE49-F238E27FC236}">
                        <a16:creationId xmlns:a16="http://schemas.microsoft.com/office/drawing/2014/main" id="{12C9A37C-9963-6368-61E0-7CEA7FAE40FD}"/>
                      </a:ext>
                    </a:extLst>
                  </p:cNvPr>
                  <p:cNvSpPr/>
                  <p:nvPr/>
                </p:nvSpPr>
                <p:spPr>
                  <a:xfrm>
                    <a:off x="1983621" y="165858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618" y="114684"/>
                          <a:pt x="64859" y="113444"/>
                        </a:cubicBezTo>
                        <a:cubicBezTo>
                          <a:pt x="67340" y="110963"/>
                          <a:pt x="67340" y="106887"/>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85" name="Freeform: Shape 1084">
                    <a:extLst>
                      <a:ext uri="{FF2B5EF4-FFF2-40B4-BE49-F238E27FC236}">
                        <a16:creationId xmlns:a16="http://schemas.microsoft.com/office/drawing/2014/main" id="{F8942F1B-93E1-3B58-7801-3872AF913213}"/>
                      </a:ext>
                    </a:extLst>
                  </p:cNvPr>
                  <p:cNvSpPr/>
                  <p:nvPr/>
                </p:nvSpPr>
                <p:spPr>
                  <a:xfrm>
                    <a:off x="1932349" y="1658648"/>
                    <a:ext cx="66719" cy="115274"/>
                  </a:xfrm>
                  <a:custGeom>
                    <a:avLst/>
                    <a:gdLst>
                      <a:gd name="connsiteX0" fmla="*/ 60310 w 66719"/>
                      <a:gd name="connsiteY0" fmla="*/ 115275 h 115274"/>
                      <a:gd name="connsiteX1" fmla="*/ 64858 w 66719"/>
                      <a:gd name="connsiteY1" fmla="*/ 113384 h 115274"/>
                      <a:gd name="connsiteX2" fmla="*/ 64858 w 66719"/>
                      <a:gd name="connsiteY2" fmla="*/ 104347 h 115274"/>
                      <a:gd name="connsiteX3" fmla="*/ 18134 w 66719"/>
                      <a:gd name="connsiteY3" fmla="*/ 57623 h 115274"/>
                      <a:gd name="connsiteX4" fmla="*/ 64858 w 66719"/>
                      <a:gd name="connsiteY4" fmla="*/ 10898 h 115274"/>
                      <a:gd name="connsiteX5" fmla="*/ 64858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8" y="113384"/>
                        </a:cubicBezTo>
                        <a:cubicBezTo>
                          <a:pt x="67340" y="110904"/>
                          <a:pt x="67340" y="106828"/>
                          <a:pt x="64858" y="104347"/>
                        </a:cubicBezTo>
                        <a:lnTo>
                          <a:pt x="18134" y="57623"/>
                        </a:lnTo>
                        <a:lnTo>
                          <a:pt x="64858" y="10898"/>
                        </a:lnTo>
                        <a:cubicBezTo>
                          <a:pt x="67340" y="8417"/>
                          <a:pt x="67340" y="4342"/>
                          <a:pt x="64858" y="1861"/>
                        </a:cubicBezTo>
                        <a:cubicBezTo>
                          <a:pt x="62378" y="-620"/>
                          <a:pt x="58302" y="-620"/>
                          <a:pt x="55821" y="1861"/>
                        </a:cubicBezTo>
                        <a:lnTo>
                          <a:pt x="0" y="57682"/>
                        </a:lnTo>
                        <a:lnTo>
                          <a:pt x="55821" y="113503"/>
                        </a:lnTo>
                        <a:cubicBezTo>
                          <a:pt x="57002" y="114625"/>
                          <a:pt x="58656" y="115275"/>
                          <a:pt x="60310" y="115275"/>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990" name="Graphic 4773">
                  <a:extLst>
                    <a:ext uri="{FF2B5EF4-FFF2-40B4-BE49-F238E27FC236}">
                      <a16:creationId xmlns:a16="http://schemas.microsoft.com/office/drawing/2014/main" id="{F47DB4F8-A037-A973-469A-F94A7587BAC1}"/>
                    </a:ext>
                  </a:extLst>
                </p:cNvPr>
                <p:cNvGrpSpPr/>
                <p:nvPr/>
              </p:nvGrpSpPr>
              <p:grpSpPr>
                <a:xfrm>
                  <a:off x="455605" y="4257600"/>
                  <a:ext cx="648231" cy="115511"/>
                  <a:chOff x="455605" y="4257600"/>
                  <a:chExt cx="648231" cy="115511"/>
                </a:xfrm>
                <a:grpFill/>
              </p:grpSpPr>
              <p:sp>
                <p:nvSpPr>
                  <p:cNvPr id="1054" name="Freeform: Shape 1053">
                    <a:extLst>
                      <a:ext uri="{FF2B5EF4-FFF2-40B4-BE49-F238E27FC236}">
                        <a16:creationId xmlns:a16="http://schemas.microsoft.com/office/drawing/2014/main" id="{DF8CA352-3208-67B6-AB8C-FD2582DB64EE}"/>
                      </a:ext>
                    </a:extLst>
                  </p:cNvPr>
                  <p:cNvSpPr/>
                  <p:nvPr/>
                </p:nvSpPr>
                <p:spPr>
                  <a:xfrm>
                    <a:off x="694542" y="4303054"/>
                    <a:ext cx="24691" cy="24750"/>
                  </a:xfrm>
                  <a:custGeom>
                    <a:avLst/>
                    <a:gdLst>
                      <a:gd name="connsiteX0" fmla="*/ 12346 w 24691"/>
                      <a:gd name="connsiteY0" fmla="*/ 2599 h 24750"/>
                      <a:gd name="connsiteX1" fmla="*/ 22151 w 24691"/>
                      <a:gd name="connsiteY1" fmla="*/ 12405 h 24750"/>
                      <a:gd name="connsiteX2" fmla="*/ 12346 w 24691"/>
                      <a:gd name="connsiteY2" fmla="*/ 22210 h 24750"/>
                      <a:gd name="connsiteX3" fmla="*/ 2540 w 24691"/>
                      <a:gd name="connsiteY3" fmla="*/ 12405 h 24750"/>
                      <a:gd name="connsiteX4" fmla="*/ 12346 w 24691"/>
                      <a:gd name="connsiteY4" fmla="*/ 2599 h 24750"/>
                      <a:gd name="connsiteX5" fmla="*/ 12346 w 24691"/>
                      <a:gd name="connsiteY5" fmla="*/ 2599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99"/>
                        </a:moveTo>
                        <a:cubicBezTo>
                          <a:pt x="17780" y="2599"/>
                          <a:pt x="22151" y="6971"/>
                          <a:pt x="22151" y="12405"/>
                        </a:cubicBezTo>
                        <a:cubicBezTo>
                          <a:pt x="22151" y="17839"/>
                          <a:pt x="17780" y="22210"/>
                          <a:pt x="12346" y="22210"/>
                        </a:cubicBezTo>
                        <a:cubicBezTo>
                          <a:pt x="6911" y="22210"/>
                          <a:pt x="2540" y="17839"/>
                          <a:pt x="2540" y="12405"/>
                        </a:cubicBezTo>
                        <a:cubicBezTo>
                          <a:pt x="2540" y="6971"/>
                          <a:pt x="6911" y="2599"/>
                          <a:pt x="12346" y="2599"/>
                        </a:cubicBezTo>
                        <a:lnTo>
                          <a:pt x="12346" y="2599"/>
                        </a:lnTo>
                        <a:close/>
                        <a:moveTo>
                          <a:pt x="12346" y="0"/>
                        </a:moveTo>
                        <a:cubicBezTo>
                          <a:pt x="5493" y="0"/>
                          <a:pt x="0" y="5553"/>
                          <a:pt x="0" y="12346"/>
                        </a:cubicBezTo>
                        <a:cubicBezTo>
                          <a:pt x="0" y="19198"/>
                          <a:pt x="5553" y="24750"/>
                          <a:pt x="12346" y="24750"/>
                        </a:cubicBezTo>
                        <a:cubicBezTo>
                          <a:pt x="19198" y="24750"/>
                          <a:pt x="24691" y="19198"/>
                          <a:pt x="24691" y="12346"/>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55" name="Freeform: Shape 1054">
                    <a:extLst>
                      <a:ext uri="{FF2B5EF4-FFF2-40B4-BE49-F238E27FC236}">
                        <a16:creationId xmlns:a16="http://schemas.microsoft.com/office/drawing/2014/main" id="{E29D7DF5-EE44-B9AC-1F59-786F3208A9E6}"/>
                      </a:ext>
                    </a:extLst>
                  </p:cNvPr>
                  <p:cNvSpPr/>
                  <p:nvPr/>
                </p:nvSpPr>
                <p:spPr>
                  <a:xfrm>
                    <a:off x="745814"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98"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56" name="Freeform: Shape 1055">
                    <a:extLst>
                      <a:ext uri="{FF2B5EF4-FFF2-40B4-BE49-F238E27FC236}">
                        <a16:creationId xmlns:a16="http://schemas.microsoft.com/office/drawing/2014/main" id="{4EF6C474-41D0-EB0F-91D6-765C4029403A}"/>
                      </a:ext>
                    </a:extLst>
                  </p:cNvPr>
                  <p:cNvSpPr/>
                  <p:nvPr/>
                </p:nvSpPr>
                <p:spPr>
                  <a:xfrm>
                    <a:off x="771510"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57" name="Freeform: Shape 1056">
                    <a:extLst>
                      <a:ext uri="{FF2B5EF4-FFF2-40B4-BE49-F238E27FC236}">
                        <a16:creationId xmlns:a16="http://schemas.microsoft.com/office/drawing/2014/main" id="{7689EC01-0333-DB68-170F-1043F21489FB}"/>
                      </a:ext>
                    </a:extLst>
                  </p:cNvPr>
                  <p:cNvSpPr/>
                  <p:nvPr/>
                </p:nvSpPr>
                <p:spPr>
                  <a:xfrm>
                    <a:off x="822723" y="4303054"/>
                    <a:ext cx="24691" cy="24750"/>
                  </a:xfrm>
                  <a:custGeom>
                    <a:avLst/>
                    <a:gdLst>
                      <a:gd name="connsiteX0" fmla="*/ 12346 w 24691"/>
                      <a:gd name="connsiteY0" fmla="*/ 2540 h 24750"/>
                      <a:gd name="connsiteX1" fmla="*/ 22151 w 24691"/>
                      <a:gd name="connsiteY1" fmla="*/ 12346 h 24750"/>
                      <a:gd name="connsiteX2" fmla="*/ 12346 w 24691"/>
                      <a:gd name="connsiteY2" fmla="*/ 22151 h 24750"/>
                      <a:gd name="connsiteX3" fmla="*/ 2540 w 24691"/>
                      <a:gd name="connsiteY3" fmla="*/ 12346 h 24750"/>
                      <a:gd name="connsiteX4" fmla="*/ 12346 w 24691"/>
                      <a:gd name="connsiteY4" fmla="*/ 2540 h 24750"/>
                      <a:gd name="connsiteX5" fmla="*/ 12346 w 24691"/>
                      <a:gd name="connsiteY5" fmla="*/ 2540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1"/>
                          <a:pt x="6970" y="2540"/>
                          <a:pt x="12346" y="2540"/>
                        </a:cubicBezTo>
                        <a:lnTo>
                          <a:pt x="12346" y="2540"/>
                        </a:lnTo>
                        <a:close/>
                        <a:moveTo>
                          <a:pt x="12346" y="0"/>
                        </a:moveTo>
                        <a:cubicBezTo>
                          <a:pt x="5494" y="0"/>
                          <a:pt x="0" y="5553"/>
                          <a:pt x="0" y="12346"/>
                        </a:cubicBezTo>
                        <a:cubicBezTo>
                          <a:pt x="0" y="19198"/>
                          <a:pt x="5553" y="24750"/>
                          <a:pt x="12346" y="24750"/>
                        </a:cubicBezTo>
                        <a:cubicBezTo>
                          <a:pt x="19198" y="24750"/>
                          <a:pt x="24691" y="19198"/>
                          <a:pt x="24691" y="12346"/>
                        </a:cubicBezTo>
                        <a:cubicBezTo>
                          <a:pt x="24750"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58" name="Freeform: Shape 1057">
                    <a:extLst>
                      <a:ext uri="{FF2B5EF4-FFF2-40B4-BE49-F238E27FC236}">
                        <a16:creationId xmlns:a16="http://schemas.microsoft.com/office/drawing/2014/main" id="{C4615627-4E0D-F106-5CED-20E642860387}"/>
                      </a:ext>
                    </a:extLst>
                  </p:cNvPr>
                  <p:cNvSpPr/>
                  <p:nvPr/>
                </p:nvSpPr>
                <p:spPr>
                  <a:xfrm>
                    <a:off x="874055"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59" name="Freeform: Shape 1058">
                    <a:extLst>
                      <a:ext uri="{FF2B5EF4-FFF2-40B4-BE49-F238E27FC236}">
                        <a16:creationId xmlns:a16="http://schemas.microsoft.com/office/drawing/2014/main" id="{BB05CDC2-D87E-EAFD-1CB7-E8CA65C2A840}"/>
                      </a:ext>
                    </a:extLst>
                  </p:cNvPr>
                  <p:cNvSpPr/>
                  <p:nvPr/>
                </p:nvSpPr>
                <p:spPr>
                  <a:xfrm>
                    <a:off x="899691"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21"/>
                          <a:pt x="17780" y="22151"/>
                          <a:pt x="12346" y="22151"/>
                        </a:cubicBezTo>
                        <a:cubicBezTo>
                          <a:pt x="6970" y="22151"/>
                          <a:pt x="2540" y="17721"/>
                          <a:pt x="2540" y="12346"/>
                        </a:cubicBezTo>
                        <a:cubicBezTo>
                          <a:pt x="2540" y="6971"/>
                          <a:pt x="6911" y="2540"/>
                          <a:pt x="12346" y="2540"/>
                        </a:cubicBezTo>
                        <a:lnTo>
                          <a:pt x="12346" y="2540"/>
                        </a:lnTo>
                        <a:close/>
                        <a:moveTo>
                          <a:pt x="12346" y="0"/>
                        </a:moveTo>
                        <a:cubicBezTo>
                          <a:pt x="5494"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60" name="Freeform: Shape 1059">
                    <a:extLst>
                      <a:ext uri="{FF2B5EF4-FFF2-40B4-BE49-F238E27FC236}">
                        <a16:creationId xmlns:a16="http://schemas.microsoft.com/office/drawing/2014/main" id="{485FB5B7-0DB2-D109-3345-9751A4E46B9F}"/>
                      </a:ext>
                    </a:extLst>
                  </p:cNvPr>
                  <p:cNvSpPr/>
                  <p:nvPr/>
                </p:nvSpPr>
                <p:spPr>
                  <a:xfrm>
                    <a:off x="925327"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4" y="24750"/>
                          <a:pt x="0" y="19198"/>
                          <a:pt x="0" y="12346"/>
                        </a:cubicBezTo>
                        <a:cubicBezTo>
                          <a:pt x="0" y="5494"/>
                          <a:pt x="5553" y="0"/>
                          <a:pt x="12346" y="0"/>
                        </a:cubicBezTo>
                        <a:cubicBezTo>
                          <a:pt x="19139"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61" name="Freeform: Shape 1060">
                    <a:extLst>
                      <a:ext uri="{FF2B5EF4-FFF2-40B4-BE49-F238E27FC236}">
                        <a16:creationId xmlns:a16="http://schemas.microsoft.com/office/drawing/2014/main" id="{70AC4EF3-368B-3470-6B94-59D2BDA7816E}"/>
                      </a:ext>
                    </a:extLst>
                  </p:cNvPr>
                  <p:cNvSpPr/>
                  <p:nvPr/>
                </p:nvSpPr>
                <p:spPr>
                  <a:xfrm>
                    <a:off x="976600"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80"/>
                          <a:pt x="2540" y="12346"/>
                        </a:cubicBezTo>
                        <a:cubicBezTo>
                          <a:pt x="2540" y="6971"/>
                          <a:pt x="6911" y="2540"/>
                          <a:pt x="12346" y="2540"/>
                        </a:cubicBezTo>
                        <a:lnTo>
                          <a:pt x="12346" y="2540"/>
                        </a:lnTo>
                        <a:close/>
                        <a:moveTo>
                          <a:pt x="12346" y="0"/>
                        </a:moveTo>
                        <a:cubicBezTo>
                          <a:pt x="5493"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62" name="Freeform: Shape 1061">
                    <a:extLst>
                      <a:ext uri="{FF2B5EF4-FFF2-40B4-BE49-F238E27FC236}">
                        <a16:creationId xmlns:a16="http://schemas.microsoft.com/office/drawing/2014/main" id="{4BD3240A-C074-A337-15C0-477BC2639506}"/>
                      </a:ext>
                    </a:extLst>
                  </p:cNvPr>
                  <p:cNvSpPr/>
                  <p:nvPr/>
                </p:nvSpPr>
                <p:spPr>
                  <a:xfrm>
                    <a:off x="1027872"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553"/>
                          <a:pt x="5553" y="0"/>
                          <a:pt x="12346" y="0"/>
                        </a:cubicBezTo>
                        <a:cubicBezTo>
                          <a:pt x="19198"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63" name="Freeform: Shape 1062">
                    <a:extLst>
                      <a:ext uri="{FF2B5EF4-FFF2-40B4-BE49-F238E27FC236}">
                        <a16:creationId xmlns:a16="http://schemas.microsoft.com/office/drawing/2014/main" id="{FF7C3416-168A-10C9-AC71-873C319469E5}"/>
                      </a:ext>
                    </a:extLst>
                  </p:cNvPr>
                  <p:cNvSpPr/>
                  <p:nvPr/>
                </p:nvSpPr>
                <p:spPr>
                  <a:xfrm>
                    <a:off x="1053509"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3" y="24750"/>
                          <a:pt x="0" y="19198"/>
                          <a:pt x="0" y="12346"/>
                        </a:cubicBezTo>
                        <a:cubicBezTo>
                          <a:pt x="0" y="5494"/>
                          <a:pt x="5552" y="0"/>
                          <a:pt x="12346" y="0"/>
                        </a:cubicBezTo>
                        <a:cubicBezTo>
                          <a:pt x="19198"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64" name="Freeform: Shape 1063">
                    <a:extLst>
                      <a:ext uri="{FF2B5EF4-FFF2-40B4-BE49-F238E27FC236}">
                        <a16:creationId xmlns:a16="http://schemas.microsoft.com/office/drawing/2014/main" id="{8FF823BF-D3F0-4747-339A-8BA3EA8E20A1}"/>
                      </a:ext>
                    </a:extLst>
                  </p:cNvPr>
                  <p:cNvSpPr/>
                  <p:nvPr/>
                </p:nvSpPr>
                <p:spPr>
                  <a:xfrm>
                    <a:off x="1079145" y="430299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5 h 24691"/>
                      <a:gd name="connsiteX8" fmla="*/ 12346 w 24691"/>
                      <a:gd name="connsiteY8" fmla="*/ 24691 h 24691"/>
                      <a:gd name="connsiteX9" fmla="*/ 24691 w 24691"/>
                      <a:gd name="connsiteY9" fmla="*/ 12345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11" y="22210"/>
                          <a:pt x="2540" y="17839"/>
                          <a:pt x="2540" y="12405"/>
                        </a:cubicBezTo>
                        <a:cubicBezTo>
                          <a:pt x="2540" y="6970"/>
                          <a:pt x="6970" y="2599"/>
                          <a:pt x="12346" y="2599"/>
                        </a:cubicBezTo>
                        <a:lnTo>
                          <a:pt x="12346" y="2599"/>
                        </a:lnTo>
                        <a:close/>
                        <a:moveTo>
                          <a:pt x="12346" y="0"/>
                        </a:moveTo>
                        <a:cubicBezTo>
                          <a:pt x="5493" y="0"/>
                          <a:pt x="0" y="5553"/>
                          <a:pt x="0" y="12345"/>
                        </a:cubicBezTo>
                        <a:cubicBezTo>
                          <a:pt x="0" y="19198"/>
                          <a:pt x="5553" y="24691"/>
                          <a:pt x="12346" y="24691"/>
                        </a:cubicBezTo>
                        <a:cubicBezTo>
                          <a:pt x="19198" y="24691"/>
                          <a:pt x="24691" y="19139"/>
                          <a:pt x="24691" y="12345"/>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65" name="Freeform: Shape 1064">
                    <a:extLst>
                      <a:ext uri="{FF2B5EF4-FFF2-40B4-BE49-F238E27FC236}">
                        <a16:creationId xmlns:a16="http://schemas.microsoft.com/office/drawing/2014/main" id="{25CCDE79-A55A-6622-FA4E-DED3083ECB92}"/>
                      </a:ext>
                    </a:extLst>
                  </p:cNvPr>
                  <p:cNvSpPr/>
                  <p:nvPr/>
                </p:nvSpPr>
                <p:spPr>
                  <a:xfrm>
                    <a:off x="660754" y="4257777"/>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7"/>
                        </a:lnTo>
                        <a:cubicBezTo>
                          <a:pt x="67340" y="8476"/>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66" name="Freeform: Shape 1065">
                    <a:extLst>
                      <a:ext uri="{FF2B5EF4-FFF2-40B4-BE49-F238E27FC236}">
                        <a16:creationId xmlns:a16="http://schemas.microsoft.com/office/drawing/2014/main" id="{8AEFB562-F657-DBC2-7325-D0E23C45478A}"/>
                      </a:ext>
                    </a:extLst>
                  </p:cNvPr>
                  <p:cNvSpPr/>
                  <p:nvPr/>
                </p:nvSpPr>
                <p:spPr>
                  <a:xfrm>
                    <a:off x="609363" y="4257777"/>
                    <a:ext cx="66778" cy="115333"/>
                  </a:xfrm>
                  <a:custGeom>
                    <a:avLst/>
                    <a:gdLst>
                      <a:gd name="connsiteX0" fmla="*/ 60369 w 66778"/>
                      <a:gd name="connsiteY0" fmla="*/ 115334 h 115333"/>
                      <a:gd name="connsiteX1" fmla="*/ 64918 w 66778"/>
                      <a:gd name="connsiteY1" fmla="*/ 113444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4"/>
                        </a:cubicBezTo>
                        <a:cubicBezTo>
                          <a:pt x="67399" y="110963"/>
                          <a:pt x="67399" y="106887"/>
                          <a:pt x="64918" y="104347"/>
                        </a:cubicBezTo>
                        <a:lnTo>
                          <a:pt x="18134" y="57623"/>
                        </a:lnTo>
                        <a:lnTo>
                          <a:pt x="64918" y="10898"/>
                        </a:lnTo>
                        <a:cubicBezTo>
                          <a:pt x="67399" y="8417"/>
                          <a:pt x="67399" y="4341"/>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67" name="Freeform: Shape 1066">
                    <a:extLst>
                      <a:ext uri="{FF2B5EF4-FFF2-40B4-BE49-F238E27FC236}">
                        <a16:creationId xmlns:a16="http://schemas.microsoft.com/office/drawing/2014/main" id="{600EEE17-8A32-888E-446B-C795FF4FAE16}"/>
                      </a:ext>
                    </a:extLst>
                  </p:cNvPr>
                  <p:cNvSpPr/>
                  <p:nvPr/>
                </p:nvSpPr>
                <p:spPr>
                  <a:xfrm>
                    <a:off x="558150" y="425765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68" name="Freeform: Shape 1067">
                    <a:extLst>
                      <a:ext uri="{FF2B5EF4-FFF2-40B4-BE49-F238E27FC236}">
                        <a16:creationId xmlns:a16="http://schemas.microsoft.com/office/drawing/2014/main" id="{826115E9-49BC-5C90-E746-9B4B4F7A864D}"/>
                      </a:ext>
                    </a:extLst>
                  </p:cNvPr>
                  <p:cNvSpPr/>
                  <p:nvPr/>
                </p:nvSpPr>
                <p:spPr>
                  <a:xfrm>
                    <a:off x="506877" y="4257600"/>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7"/>
                          <a:pt x="67340" y="4401"/>
                          <a:pt x="64859" y="1861"/>
                        </a:cubicBezTo>
                        <a:cubicBezTo>
                          <a:pt x="62378" y="-620"/>
                          <a:pt x="58302" y="-620"/>
                          <a:pt x="55821" y="1861"/>
                        </a:cubicBezTo>
                        <a:lnTo>
                          <a:pt x="0" y="57682"/>
                        </a:lnTo>
                        <a:lnTo>
                          <a:pt x="55821" y="113503"/>
                        </a:lnTo>
                        <a:cubicBezTo>
                          <a:pt x="57002" y="114802"/>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69" name="Freeform: Shape 1068">
                    <a:extLst>
                      <a:ext uri="{FF2B5EF4-FFF2-40B4-BE49-F238E27FC236}">
                        <a16:creationId xmlns:a16="http://schemas.microsoft.com/office/drawing/2014/main" id="{428346C9-047F-B6F1-4733-2AE229C0C646}"/>
                      </a:ext>
                    </a:extLst>
                  </p:cNvPr>
                  <p:cNvSpPr/>
                  <p:nvPr/>
                </p:nvSpPr>
                <p:spPr>
                  <a:xfrm>
                    <a:off x="455605" y="425765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8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02" y="114684"/>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991" name="Graphic 4773">
                  <a:extLst>
                    <a:ext uri="{FF2B5EF4-FFF2-40B4-BE49-F238E27FC236}">
                      <a16:creationId xmlns:a16="http://schemas.microsoft.com/office/drawing/2014/main" id="{541C4214-479F-927E-9E6E-392FCBE02483}"/>
                    </a:ext>
                  </a:extLst>
                </p:cNvPr>
                <p:cNvGrpSpPr/>
                <p:nvPr/>
              </p:nvGrpSpPr>
              <p:grpSpPr>
                <a:xfrm>
                  <a:off x="3234542" y="2956736"/>
                  <a:ext cx="583845" cy="119557"/>
                  <a:chOff x="3234542" y="2956736"/>
                  <a:chExt cx="583845" cy="119557"/>
                </a:xfrm>
                <a:grpFill/>
              </p:grpSpPr>
              <p:grpSp>
                <p:nvGrpSpPr>
                  <p:cNvPr id="1043" name="Graphic 4773">
                    <a:extLst>
                      <a:ext uri="{FF2B5EF4-FFF2-40B4-BE49-F238E27FC236}">
                        <a16:creationId xmlns:a16="http://schemas.microsoft.com/office/drawing/2014/main" id="{0B6EB5E5-0C50-CA19-2095-4BBD709D393C}"/>
                      </a:ext>
                    </a:extLst>
                  </p:cNvPr>
                  <p:cNvGrpSpPr/>
                  <p:nvPr/>
                </p:nvGrpSpPr>
                <p:grpSpPr>
                  <a:xfrm>
                    <a:off x="3234542" y="2956736"/>
                    <a:ext cx="119557" cy="119557"/>
                    <a:chOff x="3234542" y="2956736"/>
                    <a:chExt cx="119557" cy="119557"/>
                  </a:xfrm>
                  <a:grpFill/>
                </p:grpSpPr>
                <p:sp>
                  <p:nvSpPr>
                    <p:cNvPr id="1052" name="Freeform: Shape 1051">
                      <a:extLst>
                        <a:ext uri="{FF2B5EF4-FFF2-40B4-BE49-F238E27FC236}">
                          <a16:creationId xmlns:a16="http://schemas.microsoft.com/office/drawing/2014/main" id="{2FF1FAC2-EDF2-EAD8-24B3-0A655E296209}"/>
                        </a:ext>
                      </a:extLst>
                    </p:cNvPr>
                    <p:cNvSpPr/>
                    <p:nvPr/>
                  </p:nvSpPr>
                  <p:spPr>
                    <a:xfrm>
                      <a:off x="3273941" y="2978474"/>
                      <a:ext cx="40698" cy="76199"/>
                    </a:xfrm>
                    <a:custGeom>
                      <a:avLst/>
                      <a:gdLst>
                        <a:gd name="connsiteX0" fmla="*/ 38868 w 40698"/>
                        <a:gd name="connsiteY0" fmla="*/ 76200 h 76199"/>
                        <a:gd name="connsiteX1" fmla="*/ 40167 w 40698"/>
                        <a:gd name="connsiteY1" fmla="*/ 75668 h 76199"/>
                        <a:gd name="connsiteX2" fmla="*/ 40167 w 40698"/>
                        <a:gd name="connsiteY2" fmla="*/ 73128 h 76199"/>
                        <a:gd name="connsiteX3" fmla="*/ 5139 w 40698"/>
                        <a:gd name="connsiteY3" fmla="*/ 38100 h 76199"/>
                        <a:gd name="connsiteX4" fmla="*/ 40167 w 40698"/>
                        <a:gd name="connsiteY4" fmla="*/ 3072 h 76199"/>
                        <a:gd name="connsiteX5" fmla="*/ 40167 w 40698"/>
                        <a:gd name="connsiteY5" fmla="*/ 532 h 76199"/>
                        <a:gd name="connsiteX6" fmla="*/ 37627 w 40698"/>
                        <a:gd name="connsiteY6" fmla="*/ 532 h 76199"/>
                        <a:gd name="connsiteX7" fmla="*/ 0 w 40698"/>
                        <a:gd name="connsiteY7" fmla="*/ 38159 h 76199"/>
                        <a:gd name="connsiteX8" fmla="*/ 37627 w 40698"/>
                        <a:gd name="connsiteY8" fmla="*/ 75786 h 76199"/>
                        <a:gd name="connsiteX9" fmla="*/ 38868 w 40698"/>
                        <a:gd name="connsiteY9" fmla="*/ 76200 h 76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8" h="76199">
                          <a:moveTo>
                            <a:pt x="38868" y="76200"/>
                          </a:moveTo>
                          <a:cubicBezTo>
                            <a:pt x="39340" y="76200"/>
                            <a:pt x="39813" y="76023"/>
                            <a:pt x="40167" y="75668"/>
                          </a:cubicBezTo>
                          <a:cubicBezTo>
                            <a:pt x="40876" y="74960"/>
                            <a:pt x="40876" y="73837"/>
                            <a:pt x="40167" y="73128"/>
                          </a:cubicBezTo>
                          <a:lnTo>
                            <a:pt x="5139" y="38100"/>
                          </a:lnTo>
                          <a:lnTo>
                            <a:pt x="40167" y="3072"/>
                          </a:lnTo>
                          <a:cubicBezTo>
                            <a:pt x="40876" y="2363"/>
                            <a:pt x="40876" y="1240"/>
                            <a:pt x="40167" y="532"/>
                          </a:cubicBezTo>
                          <a:cubicBezTo>
                            <a:pt x="39459" y="-177"/>
                            <a:pt x="38336" y="-177"/>
                            <a:pt x="37627" y="532"/>
                          </a:cubicBezTo>
                          <a:lnTo>
                            <a:pt x="0" y="38159"/>
                          </a:lnTo>
                          <a:lnTo>
                            <a:pt x="37627" y="75786"/>
                          </a:lnTo>
                          <a:cubicBezTo>
                            <a:pt x="37982" y="76023"/>
                            <a:pt x="38454" y="76200"/>
                            <a:pt x="38868" y="7620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53" name="Freeform: Shape 1052">
                      <a:extLst>
                        <a:ext uri="{FF2B5EF4-FFF2-40B4-BE49-F238E27FC236}">
                          <a16:creationId xmlns:a16="http://schemas.microsoft.com/office/drawing/2014/main" id="{FA20CE92-3D10-60FA-B83D-AEF27FC5DF26}"/>
                        </a:ext>
                      </a:extLst>
                    </p:cNvPr>
                    <p:cNvSpPr/>
                    <p:nvPr/>
                  </p:nvSpPr>
                  <p:spPr>
                    <a:xfrm>
                      <a:off x="3234542" y="2956736"/>
                      <a:ext cx="119557" cy="119557"/>
                    </a:xfrm>
                    <a:custGeom>
                      <a:avLst/>
                      <a:gdLst>
                        <a:gd name="connsiteX0" fmla="*/ 59779 w 119557"/>
                        <a:gd name="connsiteY0" fmla="*/ 6025 h 119557"/>
                        <a:gd name="connsiteX1" fmla="*/ 113532 w 119557"/>
                        <a:gd name="connsiteY1" fmla="*/ 59779 h 119557"/>
                        <a:gd name="connsiteX2" fmla="*/ 59779 w 119557"/>
                        <a:gd name="connsiteY2" fmla="*/ 113532 h 119557"/>
                        <a:gd name="connsiteX3" fmla="*/ 6025 w 119557"/>
                        <a:gd name="connsiteY3" fmla="*/ 59779 h 119557"/>
                        <a:gd name="connsiteX4" fmla="*/ 59779 w 119557"/>
                        <a:gd name="connsiteY4" fmla="*/ 6025 h 119557"/>
                        <a:gd name="connsiteX5" fmla="*/ 59779 w 119557"/>
                        <a:gd name="connsiteY5" fmla="*/ 6025 h 119557"/>
                        <a:gd name="connsiteX6" fmla="*/ 59779 w 119557"/>
                        <a:gd name="connsiteY6" fmla="*/ 0 h 119557"/>
                        <a:gd name="connsiteX7" fmla="*/ 0 w 119557"/>
                        <a:gd name="connsiteY7" fmla="*/ 59779 h 119557"/>
                        <a:gd name="connsiteX8" fmla="*/ 59779 w 119557"/>
                        <a:gd name="connsiteY8" fmla="*/ 119557 h 119557"/>
                        <a:gd name="connsiteX9" fmla="*/ 119557 w 119557"/>
                        <a:gd name="connsiteY9" fmla="*/ 59779 h 119557"/>
                        <a:gd name="connsiteX10" fmla="*/ 59779 w 119557"/>
                        <a:gd name="connsiteY10" fmla="*/ 0 h 119557"/>
                        <a:gd name="connsiteX11" fmla="*/ 59779 w 119557"/>
                        <a:gd name="connsiteY11" fmla="*/ 0 h 119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9557" h="119557">
                          <a:moveTo>
                            <a:pt x="59779" y="6025"/>
                          </a:moveTo>
                          <a:cubicBezTo>
                            <a:pt x="89431" y="6025"/>
                            <a:pt x="113532" y="30126"/>
                            <a:pt x="113532" y="59779"/>
                          </a:cubicBezTo>
                          <a:cubicBezTo>
                            <a:pt x="113532" y="89432"/>
                            <a:pt x="89431" y="113532"/>
                            <a:pt x="59779" y="113532"/>
                          </a:cubicBezTo>
                          <a:cubicBezTo>
                            <a:pt x="30125" y="113532"/>
                            <a:pt x="6025" y="89432"/>
                            <a:pt x="6025" y="59779"/>
                          </a:cubicBezTo>
                          <a:cubicBezTo>
                            <a:pt x="6025" y="30126"/>
                            <a:pt x="30125" y="6025"/>
                            <a:pt x="59779" y="6025"/>
                          </a:cubicBezTo>
                          <a:lnTo>
                            <a:pt x="59779" y="6025"/>
                          </a:lnTo>
                          <a:close/>
                          <a:moveTo>
                            <a:pt x="59779" y="0"/>
                          </a:moveTo>
                          <a:cubicBezTo>
                            <a:pt x="26758" y="0"/>
                            <a:pt x="0" y="26759"/>
                            <a:pt x="0" y="59779"/>
                          </a:cubicBezTo>
                          <a:cubicBezTo>
                            <a:pt x="0" y="92799"/>
                            <a:pt x="26758" y="119557"/>
                            <a:pt x="59779" y="119557"/>
                          </a:cubicBezTo>
                          <a:cubicBezTo>
                            <a:pt x="92798" y="119557"/>
                            <a:pt x="119557" y="92799"/>
                            <a:pt x="119557" y="59779"/>
                          </a:cubicBezTo>
                          <a:cubicBezTo>
                            <a:pt x="119498" y="26759"/>
                            <a:pt x="92740" y="0"/>
                            <a:pt x="59779" y="0"/>
                          </a:cubicBezTo>
                          <a:lnTo>
                            <a:pt x="59779"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1044" name="Freeform: Shape 1043">
                    <a:extLst>
                      <a:ext uri="{FF2B5EF4-FFF2-40B4-BE49-F238E27FC236}">
                        <a16:creationId xmlns:a16="http://schemas.microsoft.com/office/drawing/2014/main" id="{C7D31B4C-5848-A054-1DDC-C43B75276DC5}"/>
                      </a:ext>
                    </a:extLst>
                  </p:cNvPr>
                  <p:cNvSpPr/>
                  <p:nvPr/>
                </p:nvSpPr>
                <p:spPr>
                  <a:xfrm>
                    <a:off x="3376250"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45" name="Freeform: Shape 1044">
                    <a:extLst>
                      <a:ext uri="{FF2B5EF4-FFF2-40B4-BE49-F238E27FC236}">
                        <a16:creationId xmlns:a16="http://schemas.microsoft.com/office/drawing/2014/main" id="{DE0646D3-CA0D-C96C-14CE-11D95F59051D}"/>
                      </a:ext>
                    </a:extLst>
                  </p:cNvPr>
                  <p:cNvSpPr/>
                  <p:nvPr/>
                </p:nvSpPr>
                <p:spPr>
                  <a:xfrm>
                    <a:off x="345729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51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46" name="Freeform: Shape 1045">
                    <a:extLst>
                      <a:ext uri="{FF2B5EF4-FFF2-40B4-BE49-F238E27FC236}">
                        <a16:creationId xmlns:a16="http://schemas.microsoft.com/office/drawing/2014/main" id="{72534289-E765-063B-0AD7-30FDC377C0EB}"/>
                      </a:ext>
                    </a:extLst>
                  </p:cNvPr>
                  <p:cNvSpPr/>
                  <p:nvPr/>
                </p:nvSpPr>
                <p:spPr>
                  <a:xfrm>
                    <a:off x="3497816"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514"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649"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47" name="Freeform: Shape 1046">
                    <a:extLst>
                      <a:ext uri="{FF2B5EF4-FFF2-40B4-BE49-F238E27FC236}">
                        <a16:creationId xmlns:a16="http://schemas.microsoft.com/office/drawing/2014/main" id="{22FDDBEE-6E0A-98B4-E766-C674706DD3D1}"/>
                      </a:ext>
                    </a:extLst>
                  </p:cNvPr>
                  <p:cNvSpPr/>
                  <p:nvPr/>
                </p:nvSpPr>
                <p:spPr>
                  <a:xfrm>
                    <a:off x="353833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48" name="Freeform: Shape 1047">
                    <a:extLst>
                      <a:ext uri="{FF2B5EF4-FFF2-40B4-BE49-F238E27FC236}">
                        <a16:creationId xmlns:a16="http://schemas.microsoft.com/office/drawing/2014/main" id="{40D16285-7ACC-33FA-34DC-4D5E799CC818}"/>
                      </a:ext>
                    </a:extLst>
                  </p:cNvPr>
                  <p:cNvSpPr/>
                  <p:nvPr/>
                </p:nvSpPr>
                <p:spPr>
                  <a:xfrm>
                    <a:off x="3619381"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649"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49" name="Freeform: Shape 1048">
                    <a:extLst>
                      <a:ext uri="{FF2B5EF4-FFF2-40B4-BE49-F238E27FC236}">
                        <a16:creationId xmlns:a16="http://schemas.microsoft.com/office/drawing/2014/main" id="{B89769D5-C31E-51E4-DE56-E179CF049418}"/>
                      </a:ext>
                    </a:extLst>
                  </p:cNvPr>
                  <p:cNvSpPr/>
                  <p:nvPr/>
                </p:nvSpPr>
                <p:spPr>
                  <a:xfrm>
                    <a:off x="3659962"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50" name="Freeform: Shape 1049">
                    <a:extLst>
                      <a:ext uri="{FF2B5EF4-FFF2-40B4-BE49-F238E27FC236}">
                        <a16:creationId xmlns:a16="http://schemas.microsoft.com/office/drawing/2014/main" id="{9BA3408B-AC19-E9DA-F9BD-B984A14636FF}"/>
                      </a:ext>
                    </a:extLst>
                  </p:cNvPr>
                  <p:cNvSpPr/>
                  <p:nvPr/>
                </p:nvSpPr>
                <p:spPr>
                  <a:xfrm>
                    <a:off x="370048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51" name="Freeform: Shape 1050">
                    <a:extLst>
                      <a:ext uri="{FF2B5EF4-FFF2-40B4-BE49-F238E27FC236}">
                        <a16:creationId xmlns:a16="http://schemas.microsoft.com/office/drawing/2014/main" id="{D66DC037-EF33-BA20-39C3-3C19695AE149}"/>
                      </a:ext>
                    </a:extLst>
                  </p:cNvPr>
                  <p:cNvSpPr/>
                  <p:nvPr/>
                </p:nvSpPr>
                <p:spPr>
                  <a:xfrm>
                    <a:off x="378152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992" name="Graphic 4773">
                  <a:extLst>
                    <a:ext uri="{FF2B5EF4-FFF2-40B4-BE49-F238E27FC236}">
                      <a16:creationId xmlns:a16="http://schemas.microsoft.com/office/drawing/2014/main" id="{09D113CF-328D-6A4C-592D-2CFEDAD7C193}"/>
                    </a:ext>
                  </a:extLst>
                </p:cNvPr>
                <p:cNvGrpSpPr/>
                <p:nvPr/>
              </p:nvGrpSpPr>
              <p:grpSpPr>
                <a:xfrm>
                  <a:off x="2640418" y="2129759"/>
                  <a:ext cx="886046" cy="59069"/>
                  <a:chOff x="2640418" y="2129759"/>
                  <a:chExt cx="886046" cy="59069"/>
                </a:xfrm>
                <a:grpFill/>
              </p:grpSpPr>
              <p:sp>
                <p:nvSpPr>
                  <p:cNvPr id="1035" name="Freeform: Shape 1034">
                    <a:extLst>
                      <a:ext uri="{FF2B5EF4-FFF2-40B4-BE49-F238E27FC236}">
                        <a16:creationId xmlns:a16="http://schemas.microsoft.com/office/drawing/2014/main" id="{ED187D39-4BB6-6B23-342F-A14A4289B7A9}"/>
                      </a:ext>
                    </a:extLst>
                  </p:cNvPr>
                  <p:cNvSpPr/>
                  <p:nvPr/>
                </p:nvSpPr>
                <p:spPr>
                  <a:xfrm>
                    <a:off x="3467395"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36" name="Freeform: Shape 1035">
                    <a:extLst>
                      <a:ext uri="{FF2B5EF4-FFF2-40B4-BE49-F238E27FC236}">
                        <a16:creationId xmlns:a16="http://schemas.microsoft.com/office/drawing/2014/main" id="{17A4ECBE-3EC2-DE1D-F108-060CBCB152D1}"/>
                      </a:ext>
                    </a:extLst>
                  </p:cNvPr>
                  <p:cNvSpPr/>
                  <p:nvPr/>
                </p:nvSpPr>
                <p:spPr>
                  <a:xfrm>
                    <a:off x="3349255"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37" name="Freeform: Shape 1036">
                    <a:extLst>
                      <a:ext uri="{FF2B5EF4-FFF2-40B4-BE49-F238E27FC236}">
                        <a16:creationId xmlns:a16="http://schemas.microsoft.com/office/drawing/2014/main" id="{F3EB469D-B0AE-97D5-19E1-64E69A45064B}"/>
                      </a:ext>
                    </a:extLst>
                  </p:cNvPr>
                  <p:cNvSpPr/>
                  <p:nvPr/>
                </p:nvSpPr>
                <p:spPr>
                  <a:xfrm>
                    <a:off x="3231116"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38" name="Freeform: Shape 1037">
                    <a:extLst>
                      <a:ext uri="{FF2B5EF4-FFF2-40B4-BE49-F238E27FC236}">
                        <a16:creationId xmlns:a16="http://schemas.microsoft.com/office/drawing/2014/main" id="{28A3E7A4-4B7D-7708-A96F-70E83156FC73}"/>
                      </a:ext>
                    </a:extLst>
                  </p:cNvPr>
                  <p:cNvSpPr/>
                  <p:nvPr/>
                </p:nvSpPr>
                <p:spPr>
                  <a:xfrm>
                    <a:off x="3112976"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39" name="Freeform: Shape 1038">
                    <a:extLst>
                      <a:ext uri="{FF2B5EF4-FFF2-40B4-BE49-F238E27FC236}">
                        <a16:creationId xmlns:a16="http://schemas.microsoft.com/office/drawing/2014/main" id="{1E16A7A9-2DC8-5A5F-E1C3-888D5893F78B}"/>
                      </a:ext>
                    </a:extLst>
                  </p:cNvPr>
                  <p:cNvSpPr/>
                  <p:nvPr/>
                </p:nvSpPr>
                <p:spPr>
                  <a:xfrm>
                    <a:off x="2994837"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40" name="Freeform: Shape 1039">
                    <a:extLst>
                      <a:ext uri="{FF2B5EF4-FFF2-40B4-BE49-F238E27FC236}">
                        <a16:creationId xmlns:a16="http://schemas.microsoft.com/office/drawing/2014/main" id="{E4506D8B-6637-9F5E-4735-9231A741388A}"/>
                      </a:ext>
                    </a:extLst>
                  </p:cNvPr>
                  <p:cNvSpPr/>
                  <p:nvPr/>
                </p:nvSpPr>
                <p:spPr>
                  <a:xfrm>
                    <a:off x="2876697"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41" name="Freeform: Shape 1040">
                    <a:extLst>
                      <a:ext uri="{FF2B5EF4-FFF2-40B4-BE49-F238E27FC236}">
                        <a16:creationId xmlns:a16="http://schemas.microsoft.com/office/drawing/2014/main" id="{2E2CB4F2-FBCC-3502-2546-0A216AD2CFCA}"/>
                      </a:ext>
                    </a:extLst>
                  </p:cNvPr>
                  <p:cNvSpPr/>
                  <p:nvPr/>
                </p:nvSpPr>
                <p:spPr>
                  <a:xfrm>
                    <a:off x="2758558"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42" name="Freeform: Shape 1041">
                    <a:extLst>
                      <a:ext uri="{FF2B5EF4-FFF2-40B4-BE49-F238E27FC236}">
                        <a16:creationId xmlns:a16="http://schemas.microsoft.com/office/drawing/2014/main" id="{09121F0E-F4B4-BC24-A1FD-16542C9392E8}"/>
                      </a:ext>
                    </a:extLst>
                  </p:cNvPr>
                  <p:cNvSpPr/>
                  <p:nvPr/>
                </p:nvSpPr>
                <p:spPr>
                  <a:xfrm>
                    <a:off x="2640418"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993" name="Graphic 4773">
                  <a:extLst>
                    <a:ext uri="{FF2B5EF4-FFF2-40B4-BE49-F238E27FC236}">
                      <a16:creationId xmlns:a16="http://schemas.microsoft.com/office/drawing/2014/main" id="{2F3AB71B-24E7-75DC-E2DF-072500E7D466}"/>
                    </a:ext>
                  </a:extLst>
                </p:cNvPr>
                <p:cNvGrpSpPr/>
                <p:nvPr/>
              </p:nvGrpSpPr>
              <p:grpSpPr>
                <a:xfrm>
                  <a:off x="1990651" y="4610690"/>
                  <a:ext cx="886046" cy="59069"/>
                  <a:chOff x="1990651" y="4610690"/>
                  <a:chExt cx="886046" cy="59069"/>
                </a:xfrm>
                <a:grpFill/>
              </p:grpSpPr>
              <p:sp>
                <p:nvSpPr>
                  <p:cNvPr id="1027" name="Freeform: Shape 1026">
                    <a:extLst>
                      <a:ext uri="{FF2B5EF4-FFF2-40B4-BE49-F238E27FC236}">
                        <a16:creationId xmlns:a16="http://schemas.microsoft.com/office/drawing/2014/main" id="{F3EDD7E0-C8E1-6681-AECF-8A08EBFDD5F2}"/>
                      </a:ext>
                    </a:extLst>
                  </p:cNvPr>
                  <p:cNvSpPr/>
                  <p:nvPr/>
                </p:nvSpPr>
                <p:spPr>
                  <a:xfrm>
                    <a:off x="2817627"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28" name="Freeform: Shape 1027">
                    <a:extLst>
                      <a:ext uri="{FF2B5EF4-FFF2-40B4-BE49-F238E27FC236}">
                        <a16:creationId xmlns:a16="http://schemas.microsoft.com/office/drawing/2014/main" id="{2B4D1F2B-454A-EF4A-4EBE-06729756779E}"/>
                      </a:ext>
                    </a:extLst>
                  </p:cNvPr>
                  <p:cNvSpPr/>
                  <p:nvPr/>
                </p:nvSpPr>
                <p:spPr>
                  <a:xfrm>
                    <a:off x="2699488"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29" name="Freeform: Shape 1028">
                    <a:extLst>
                      <a:ext uri="{FF2B5EF4-FFF2-40B4-BE49-F238E27FC236}">
                        <a16:creationId xmlns:a16="http://schemas.microsoft.com/office/drawing/2014/main" id="{3ACACB73-F15F-B808-A6AD-2BF0C7C1C4E4}"/>
                      </a:ext>
                    </a:extLst>
                  </p:cNvPr>
                  <p:cNvSpPr/>
                  <p:nvPr/>
                </p:nvSpPr>
                <p:spPr>
                  <a:xfrm>
                    <a:off x="2581348"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30" name="Freeform: Shape 1029">
                    <a:extLst>
                      <a:ext uri="{FF2B5EF4-FFF2-40B4-BE49-F238E27FC236}">
                        <a16:creationId xmlns:a16="http://schemas.microsoft.com/office/drawing/2014/main" id="{18EC73D9-2B4B-01C9-0F40-FC08E59BC823}"/>
                      </a:ext>
                    </a:extLst>
                  </p:cNvPr>
                  <p:cNvSpPr/>
                  <p:nvPr/>
                </p:nvSpPr>
                <p:spPr>
                  <a:xfrm>
                    <a:off x="246320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31" name="Freeform: Shape 1030">
                    <a:extLst>
                      <a:ext uri="{FF2B5EF4-FFF2-40B4-BE49-F238E27FC236}">
                        <a16:creationId xmlns:a16="http://schemas.microsoft.com/office/drawing/2014/main" id="{C923348E-4E39-1601-CD12-4F4E9D927EFF}"/>
                      </a:ext>
                    </a:extLst>
                  </p:cNvPr>
                  <p:cNvSpPr/>
                  <p:nvPr/>
                </p:nvSpPr>
                <p:spPr>
                  <a:xfrm>
                    <a:off x="234506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32" name="Freeform: Shape 1031">
                    <a:extLst>
                      <a:ext uri="{FF2B5EF4-FFF2-40B4-BE49-F238E27FC236}">
                        <a16:creationId xmlns:a16="http://schemas.microsoft.com/office/drawing/2014/main" id="{C8F1FCEA-B74F-3AEF-A7A1-EF65D39F7334}"/>
                      </a:ext>
                    </a:extLst>
                  </p:cNvPr>
                  <p:cNvSpPr/>
                  <p:nvPr/>
                </p:nvSpPr>
                <p:spPr>
                  <a:xfrm>
                    <a:off x="2226930"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33" name="Freeform: Shape 1032">
                    <a:extLst>
                      <a:ext uri="{FF2B5EF4-FFF2-40B4-BE49-F238E27FC236}">
                        <a16:creationId xmlns:a16="http://schemas.microsoft.com/office/drawing/2014/main" id="{3AF35E6A-99C0-F1FE-CC35-108CB0934A0A}"/>
                      </a:ext>
                    </a:extLst>
                  </p:cNvPr>
                  <p:cNvSpPr/>
                  <p:nvPr/>
                </p:nvSpPr>
                <p:spPr>
                  <a:xfrm>
                    <a:off x="2108790"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34" name="Freeform: Shape 1033">
                    <a:extLst>
                      <a:ext uri="{FF2B5EF4-FFF2-40B4-BE49-F238E27FC236}">
                        <a16:creationId xmlns:a16="http://schemas.microsoft.com/office/drawing/2014/main" id="{C4622BE3-1C93-57A6-534C-5F0619DDD8ED}"/>
                      </a:ext>
                    </a:extLst>
                  </p:cNvPr>
                  <p:cNvSpPr/>
                  <p:nvPr/>
                </p:nvSpPr>
                <p:spPr>
                  <a:xfrm>
                    <a:off x="1990651"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994" name="Freeform: Shape 993">
                  <a:extLst>
                    <a:ext uri="{FF2B5EF4-FFF2-40B4-BE49-F238E27FC236}">
                      <a16:creationId xmlns:a16="http://schemas.microsoft.com/office/drawing/2014/main" id="{F47C8B95-FFCE-93FE-C5DF-0F76C131931D}"/>
                    </a:ext>
                  </a:extLst>
                </p:cNvPr>
                <p:cNvSpPr/>
                <p:nvPr/>
              </p:nvSpPr>
              <p:spPr>
                <a:xfrm rot="-2700000">
                  <a:off x="3497758" y="3223441"/>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95" name="Freeform: Shape 994">
                  <a:extLst>
                    <a:ext uri="{FF2B5EF4-FFF2-40B4-BE49-F238E27FC236}">
                      <a16:creationId xmlns:a16="http://schemas.microsoft.com/office/drawing/2014/main" id="{D1402EE9-83FE-D467-2D03-5B0CD5F6ADF6}"/>
                    </a:ext>
                  </a:extLst>
                </p:cNvPr>
                <p:cNvSpPr/>
                <p:nvPr/>
              </p:nvSpPr>
              <p:spPr>
                <a:xfrm>
                  <a:off x="3350142"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96" name="Freeform: Shape 995">
                  <a:extLst>
                    <a:ext uri="{FF2B5EF4-FFF2-40B4-BE49-F238E27FC236}">
                      <a16:creationId xmlns:a16="http://schemas.microsoft.com/office/drawing/2014/main" id="{C72B6B0C-46D6-1FE5-E145-A3FDAB9708BB}"/>
                    </a:ext>
                  </a:extLst>
                </p:cNvPr>
                <p:cNvSpPr/>
                <p:nvPr/>
              </p:nvSpPr>
              <p:spPr>
                <a:xfrm>
                  <a:off x="3202467"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97" name="Freeform: Shape 996">
                  <a:extLst>
                    <a:ext uri="{FF2B5EF4-FFF2-40B4-BE49-F238E27FC236}">
                      <a16:creationId xmlns:a16="http://schemas.microsoft.com/office/drawing/2014/main" id="{FE8DD758-A1C2-A434-F02E-D5AEB83DC92F}"/>
                    </a:ext>
                  </a:extLst>
                </p:cNvPr>
                <p:cNvSpPr/>
                <p:nvPr/>
              </p:nvSpPr>
              <p:spPr>
                <a:xfrm rot="-2700000">
                  <a:off x="3054737" y="3223438"/>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98" name="Freeform: Shape 997">
                  <a:extLst>
                    <a:ext uri="{FF2B5EF4-FFF2-40B4-BE49-F238E27FC236}">
                      <a16:creationId xmlns:a16="http://schemas.microsoft.com/office/drawing/2014/main" id="{518D1FCC-5C7C-0344-83E9-F8C773676F59}"/>
                    </a:ext>
                  </a:extLst>
                </p:cNvPr>
                <p:cNvSpPr/>
                <p:nvPr/>
              </p:nvSpPr>
              <p:spPr>
                <a:xfrm rot="-2700000">
                  <a:off x="2907066" y="3223435"/>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99" name="Freeform: Shape 998">
                  <a:extLst>
                    <a:ext uri="{FF2B5EF4-FFF2-40B4-BE49-F238E27FC236}">
                      <a16:creationId xmlns:a16="http://schemas.microsoft.com/office/drawing/2014/main" id="{4EAD5AAF-1DB8-2D54-EC66-46E5AEBBE852}"/>
                    </a:ext>
                  </a:extLst>
                </p:cNvPr>
                <p:cNvSpPr/>
                <p:nvPr/>
              </p:nvSpPr>
              <p:spPr>
                <a:xfrm>
                  <a:off x="2759444"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00" name="Freeform: Shape 999">
                  <a:extLst>
                    <a:ext uri="{FF2B5EF4-FFF2-40B4-BE49-F238E27FC236}">
                      <a16:creationId xmlns:a16="http://schemas.microsoft.com/office/drawing/2014/main" id="{416FCF31-0687-93D6-44BD-6B857A37731D}"/>
                    </a:ext>
                  </a:extLst>
                </p:cNvPr>
                <p:cNvSpPr/>
                <p:nvPr/>
              </p:nvSpPr>
              <p:spPr>
                <a:xfrm>
                  <a:off x="2611769"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01" name="Freeform: Shape 1000">
                  <a:extLst>
                    <a:ext uri="{FF2B5EF4-FFF2-40B4-BE49-F238E27FC236}">
                      <a16:creationId xmlns:a16="http://schemas.microsoft.com/office/drawing/2014/main" id="{66BBC4EC-5A89-79C5-9B5D-37B090E7399C}"/>
                    </a:ext>
                  </a:extLst>
                </p:cNvPr>
                <p:cNvSpPr/>
                <p:nvPr/>
              </p:nvSpPr>
              <p:spPr>
                <a:xfrm rot="-2700000">
                  <a:off x="2464040" y="3223432"/>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02" name="Freeform: Shape 1001">
                  <a:extLst>
                    <a:ext uri="{FF2B5EF4-FFF2-40B4-BE49-F238E27FC236}">
                      <a16:creationId xmlns:a16="http://schemas.microsoft.com/office/drawing/2014/main" id="{52831A8C-E398-4FB2-6248-416E38DED175}"/>
                    </a:ext>
                  </a:extLst>
                </p:cNvPr>
                <p:cNvSpPr/>
                <p:nvPr/>
              </p:nvSpPr>
              <p:spPr>
                <a:xfrm>
                  <a:off x="1038446" y="3340749"/>
                  <a:ext cx="191326" cy="177091"/>
                </a:xfrm>
                <a:custGeom>
                  <a:avLst/>
                  <a:gdLst>
                    <a:gd name="connsiteX0" fmla="*/ 88546 w 191326"/>
                    <a:gd name="connsiteY0" fmla="*/ 0 h 177091"/>
                    <a:gd name="connsiteX1" fmla="*/ 113887 w 191326"/>
                    <a:gd name="connsiteY1" fmla="*/ 25341 h 177091"/>
                    <a:gd name="connsiteX2" fmla="*/ 71474 w 191326"/>
                    <a:gd name="connsiteY2" fmla="*/ 67694 h 177091"/>
                    <a:gd name="connsiteX3" fmla="*/ 191327 w 191326"/>
                    <a:gd name="connsiteY3" fmla="*/ 67694 h 177091"/>
                    <a:gd name="connsiteX4" fmla="*/ 191327 w 191326"/>
                    <a:gd name="connsiteY4" fmla="*/ 106916 h 177091"/>
                    <a:gd name="connsiteX5" fmla="*/ 68934 w 191326"/>
                    <a:gd name="connsiteY5" fmla="*/ 106916 h 177091"/>
                    <a:gd name="connsiteX6" fmla="*/ 113887 w 191326"/>
                    <a:gd name="connsiteY6" fmla="*/ 151809 h 177091"/>
                    <a:gd name="connsiteX7" fmla="*/ 88546 w 191326"/>
                    <a:gd name="connsiteY7" fmla="*/ 177091 h 177091"/>
                    <a:gd name="connsiteX8" fmla="*/ 0 w 191326"/>
                    <a:gd name="connsiteY8" fmla="*/ 88546 h 177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326" h="177091">
                      <a:moveTo>
                        <a:pt x="88546" y="0"/>
                      </a:moveTo>
                      <a:lnTo>
                        <a:pt x="113887" y="25341"/>
                      </a:lnTo>
                      <a:lnTo>
                        <a:pt x="71474" y="67694"/>
                      </a:lnTo>
                      <a:lnTo>
                        <a:pt x="191327" y="67694"/>
                      </a:lnTo>
                      <a:lnTo>
                        <a:pt x="191327" y="106916"/>
                      </a:lnTo>
                      <a:lnTo>
                        <a:pt x="68934" y="106916"/>
                      </a:lnTo>
                      <a:lnTo>
                        <a:pt x="113887" y="151809"/>
                      </a:lnTo>
                      <a:lnTo>
                        <a:pt x="88546" y="177091"/>
                      </a:lnTo>
                      <a:lnTo>
                        <a:pt x="0" y="8854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03" name="Freeform: Shape 1002">
                  <a:extLst>
                    <a:ext uri="{FF2B5EF4-FFF2-40B4-BE49-F238E27FC236}">
                      <a16:creationId xmlns:a16="http://schemas.microsoft.com/office/drawing/2014/main" id="{D6D237F0-FE53-34E0-8721-6BE56BFD5FE6}"/>
                    </a:ext>
                  </a:extLst>
                </p:cNvPr>
                <p:cNvSpPr/>
                <p:nvPr/>
              </p:nvSpPr>
              <p:spPr>
                <a:xfrm>
                  <a:off x="5004626" y="1576512"/>
                  <a:ext cx="174374" cy="161437"/>
                </a:xfrm>
                <a:custGeom>
                  <a:avLst/>
                  <a:gdLst>
                    <a:gd name="connsiteX0" fmla="*/ 80690 w 174374"/>
                    <a:gd name="connsiteY0" fmla="*/ 0 h 161437"/>
                    <a:gd name="connsiteX1" fmla="*/ 103727 w 174374"/>
                    <a:gd name="connsiteY1" fmla="*/ 23037 h 161437"/>
                    <a:gd name="connsiteX2" fmla="*/ 65154 w 174374"/>
                    <a:gd name="connsiteY2" fmla="*/ 61669 h 161437"/>
                    <a:gd name="connsiteX3" fmla="*/ 174374 w 174374"/>
                    <a:gd name="connsiteY3" fmla="*/ 61669 h 161437"/>
                    <a:gd name="connsiteX4" fmla="*/ 174374 w 174374"/>
                    <a:gd name="connsiteY4" fmla="*/ 97406 h 161437"/>
                    <a:gd name="connsiteX5" fmla="*/ 62850 w 174374"/>
                    <a:gd name="connsiteY5" fmla="*/ 97406 h 161437"/>
                    <a:gd name="connsiteX6" fmla="*/ 103727 w 174374"/>
                    <a:gd name="connsiteY6" fmla="*/ 138341 h 161437"/>
                    <a:gd name="connsiteX7" fmla="*/ 80690 w 174374"/>
                    <a:gd name="connsiteY7" fmla="*/ 161438 h 161437"/>
                    <a:gd name="connsiteX8" fmla="*/ 0 w 174374"/>
                    <a:gd name="connsiteY8" fmla="*/ 80689 h 16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4374" h="161437">
                      <a:moveTo>
                        <a:pt x="80690" y="0"/>
                      </a:moveTo>
                      <a:lnTo>
                        <a:pt x="103727" y="23037"/>
                      </a:lnTo>
                      <a:lnTo>
                        <a:pt x="65154" y="61669"/>
                      </a:lnTo>
                      <a:lnTo>
                        <a:pt x="174374" y="61669"/>
                      </a:lnTo>
                      <a:lnTo>
                        <a:pt x="174374" y="97406"/>
                      </a:lnTo>
                      <a:lnTo>
                        <a:pt x="62850" y="97406"/>
                      </a:lnTo>
                      <a:lnTo>
                        <a:pt x="103727" y="138341"/>
                      </a:lnTo>
                      <a:lnTo>
                        <a:pt x="80690" y="161438"/>
                      </a:lnTo>
                      <a:lnTo>
                        <a:pt x="0" y="8068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1004" name="Graphic 4773">
                  <a:extLst>
                    <a:ext uri="{FF2B5EF4-FFF2-40B4-BE49-F238E27FC236}">
                      <a16:creationId xmlns:a16="http://schemas.microsoft.com/office/drawing/2014/main" id="{1A959721-65E5-F7E8-151C-962C6460F094}"/>
                    </a:ext>
                  </a:extLst>
                </p:cNvPr>
                <p:cNvGrpSpPr/>
                <p:nvPr/>
              </p:nvGrpSpPr>
              <p:grpSpPr>
                <a:xfrm>
                  <a:off x="457259" y="2897903"/>
                  <a:ext cx="526784" cy="117726"/>
                  <a:chOff x="457259" y="2897903"/>
                  <a:chExt cx="526784" cy="117726"/>
                </a:xfrm>
                <a:grpFill/>
              </p:grpSpPr>
              <p:sp>
                <p:nvSpPr>
                  <p:cNvPr id="1005" name="Freeform: Shape 1004">
                    <a:extLst>
                      <a:ext uri="{FF2B5EF4-FFF2-40B4-BE49-F238E27FC236}">
                        <a16:creationId xmlns:a16="http://schemas.microsoft.com/office/drawing/2014/main" id="{E812F8C3-4592-0C32-7EDB-CAE4014734E5}"/>
                      </a:ext>
                    </a:extLst>
                  </p:cNvPr>
                  <p:cNvSpPr/>
                  <p:nvPr/>
                </p:nvSpPr>
                <p:spPr>
                  <a:xfrm>
                    <a:off x="882147" y="2924248"/>
                    <a:ext cx="8269" cy="9214"/>
                  </a:xfrm>
                  <a:custGeom>
                    <a:avLst/>
                    <a:gdLst>
                      <a:gd name="connsiteX0" fmla="*/ 0 w 8269"/>
                      <a:gd name="connsiteY0" fmla="*/ 3131 h 9214"/>
                      <a:gd name="connsiteX1" fmla="*/ 5316 w 8269"/>
                      <a:gd name="connsiteY1" fmla="*/ 0 h 9214"/>
                      <a:gd name="connsiteX2" fmla="*/ 8270 w 8269"/>
                      <a:gd name="connsiteY2" fmla="*/ 5139 h 9214"/>
                      <a:gd name="connsiteX3" fmla="*/ 5907 w 8269"/>
                      <a:gd name="connsiteY3" fmla="*/ 6498 h 9214"/>
                      <a:gd name="connsiteX4" fmla="*/ 5907 w 8269"/>
                      <a:gd name="connsiteY4" fmla="*/ 9215 h 9214"/>
                      <a:gd name="connsiteX5" fmla="*/ 0 w 8269"/>
                      <a:gd name="connsiteY5" fmla="*/ 9215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0" y="3131"/>
                        </a:moveTo>
                        <a:lnTo>
                          <a:pt x="5316" y="0"/>
                        </a:lnTo>
                        <a:lnTo>
                          <a:pt x="8270" y="5139"/>
                        </a:lnTo>
                        <a:lnTo>
                          <a:pt x="5907" y="6498"/>
                        </a:lnTo>
                        <a:lnTo>
                          <a:pt x="5907" y="9215"/>
                        </a:lnTo>
                        <a:lnTo>
                          <a:pt x="0" y="9215"/>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06" name="Freeform: Shape 1005">
                    <a:extLst>
                      <a:ext uri="{FF2B5EF4-FFF2-40B4-BE49-F238E27FC236}">
                        <a16:creationId xmlns:a16="http://schemas.microsoft.com/office/drawing/2014/main" id="{337195B7-1CE9-DDDB-B275-EF6ABEF88A70}"/>
                      </a:ext>
                    </a:extLst>
                  </p:cNvPr>
                  <p:cNvSpPr/>
                  <p:nvPr/>
                </p:nvSpPr>
                <p:spPr>
                  <a:xfrm rot="-1800341">
                    <a:off x="896354" y="2917003"/>
                    <a:ext cx="9333" cy="5907"/>
                  </a:xfrm>
                  <a:custGeom>
                    <a:avLst/>
                    <a:gdLst>
                      <a:gd name="connsiteX0" fmla="*/ 0 w 9333"/>
                      <a:gd name="connsiteY0" fmla="*/ 0 h 5907"/>
                      <a:gd name="connsiteX1" fmla="*/ 9333 w 9333"/>
                      <a:gd name="connsiteY1" fmla="*/ 0 h 5907"/>
                      <a:gd name="connsiteX2" fmla="*/ 9333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3" y="0"/>
                        </a:lnTo>
                        <a:lnTo>
                          <a:pt x="9333"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07" name="Freeform: Shape 1006">
                    <a:extLst>
                      <a:ext uri="{FF2B5EF4-FFF2-40B4-BE49-F238E27FC236}">
                        <a16:creationId xmlns:a16="http://schemas.microsoft.com/office/drawing/2014/main" id="{03D49B9D-A77A-1920-F239-DA82478583CC}"/>
                      </a:ext>
                    </a:extLst>
                  </p:cNvPr>
                  <p:cNvSpPr/>
                  <p:nvPr/>
                </p:nvSpPr>
                <p:spPr>
                  <a:xfrm>
                    <a:off x="911682" y="2905641"/>
                    <a:ext cx="10986" cy="9805"/>
                  </a:xfrm>
                  <a:custGeom>
                    <a:avLst/>
                    <a:gdLst>
                      <a:gd name="connsiteX0" fmla="*/ 8033 w 10986"/>
                      <a:gd name="connsiteY0" fmla="*/ 0 h 9805"/>
                      <a:gd name="connsiteX1" fmla="*/ 10987 w 10986"/>
                      <a:gd name="connsiteY1" fmla="*/ 5139 h 9805"/>
                      <a:gd name="connsiteX2" fmla="*/ 2953 w 10986"/>
                      <a:gd name="connsiteY2" fmla="*/ 9806 h 9805"/>
                      <a:gd name="connsiteX3" fmla="*/ 0 w 10986"/>
                      <a:gd name="connsiteY3" fmla="*/ 4667 h 9805"/>
                    </a:gdLst>
                    <a:ahLst/>
                    <a:cxnLst>
                      <a:cxn ang="0">
                        <a:pos x="connsiteX0" y="connsiteY0"/>
                      </a:cxn>
                      <a:cxn ang="0">
                        <a:pos x="connsiteX1" y="connsiteY1"/>
                      </a:cxn>
                      <a:cxn ang="0">
                        <a:pos x="connsiteX2" y="connsiteY2"/>
                      </a:cxn>
                      <a:cxn ang="0">
                        <a:pos x="connsiteX3" y="connsiteY3"/>
                      </a:cxn>
                    </a:cxnLst>
                    <a:rect l="l" t="t" r="r" b="b"/>
                    <a:pathLst>
                      <a:path w="10986" h="9805">
                        <a:moveTo>
                          <a:pt x="8033" y="0"/>
                        </a:moveTo>
                        <a:lnTo>
                          <a:pt x="10987" y="5139"/>
                        </a:lnTo>
                        <a:lnTo>
                          <a:pt x="2953" y="9806"/>
                        </a:lnTo>
                        <a:lnTo>
                          <a:pt x="0" y="466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08" name="Freeform: Shape 1007">
                    <a:extLst>
                      <a:ext uri="{FF2B5EF4-FFF2-40B4-BE49-F238E27FC236}">
                        <a16:creationId xmlns:a16="http://schemas.microsoft.com/office/drawing/2014/main" id="{3DFEC78B-FEFC-7E10-0FD4-A5E1BB89BF12}"/>
                      </a:ext>
                    </a:extLst>
                  </p:cNvPr>
                  <p:cNvSpPr/>
                  <p:nvPr/>
                </p:nvSpPr>
                <p:spPr>
                  <a:xfrm>
                    <a:off x="927808" y="2897903"/>
                    <a:ext cx="10632" cy="8210"/>
                  </a:xfrm>
                  <a:custGeom>
                    <a:avLst/>
                    <a:gdLst>
                      <a:gd name="connsiteX0" fmla="*/ 5257 w 10632"/>
                      <a:gd name="connsiteY0" fmla="*/ 0 h 8210"/>
                      <a:gd name="connsiteX1" fmla="*/ 10632 w 10632"/>
                      <a:gd name="connsiteY1" fmla="*/ 3072 h 8210"/>
                      <a:gd name="connsiteX2" fmla="*/ 7679 w 10632"/>
                      <a:gd name="connsiteY2" fmla="*/ 8211 h 8210"/>
                      <a:gd name="connsiteX3" fmla="*/ 5257 w 10632"/>
                      <a:gd name="connsiteY3" fmla="*/ 6852 h 8210"/>
                      <a:gd name="connsiteX4" fmla="*/ 2953 w 10632"/>
                      <a:gd name="connsiteY4" fmla="*/ 8211 h 8210"/>
                      <a:gd name="connsiteX5" fmla="*/ 0 w 10632"/>
                      <a:gd name="connsiteY5" fmla="*/ 3072 h 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10">
                        <a:moveTo>
                          <a:pt x="5257" y="0"/>
                        </a:moveTo>
                        <a:lnTo>
                          <a:pt x="10632" y="3072"/>
                        </a:lnTo>
                        <a:lnTo>
                          <a:pt x="7679" y="8211"/>
                        </a:lnTo>
                        <a:lnTo>
                          <a:pt x="5257" y="6852"/>
                        </a:lnTo>
                        <a:lnTo>
                          <a:pt x="2953" y="8211"/>
                        </a:lnTo>
                        <a:lnTo>
                          <a:pt x="0" y="3072"/>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09" name="Freeform: Shape 1008">
                    <a:extLst>
                      <a:ext uri="{FF2B5EF4-FFF2-40B4-BE49-F238E27FC236}">
                        <a16:creationId xmlns:a16="http://schemas.microsoft.com/office/drawing/2014/main" id="{D8CFD7A3-CD9E-1FA5-B2F4-6A13BDB41AE3}"/>
                      </a:ext>
                    </a:extLst>
                  </p:cNvPr>
                  <p:cNvSpPr/>
                  <p:nvPr/>
                </p:nvSpPr>
                <p:spPr>
                  <a:xfrm>
                    <a:off x="959647" y="2914915"/>
                    <a:ext cx="11046" cy="9805"/>
                  </a:xfrm>
                  <a:custGeom>
                    <a:avLst/>
                    <a:gdLst>
                      <a:gd name="connsiteX0" fmla="*/ 2953 w 11046"/>
                      <a:gd name="connsiteY0" fmla="*/ 0 h 9805"/>
                      <a:gd name="connsiteX1" fmla="*/ 11046 w 11046"/>
                      <a:gd name="connsiteY1" fmla="*/ 4726 h 9805"/>
                      <a:gd name="connsiteX2" fmla="*/ 8033 w 11046"/>
                      <a:gd name="connsiteY2" fmla="*/ 9806 h 9805"/>
                      <a:gd name="connsiteX3" fmla="*/ 0 w 11046"/>
                      <a:gd name="connsiteY3" fmla="*/ 5139 h 9805"/>
                    </a:gdLst>
                    <a:ahLst/>
                    <a:cxnLst>
                      <a:cxn ang="0">
                        <a:pos x="connsiteX0" y="connsiteY0"/>
                      </a:cxn>
                      <a:cxn ang="0">
                        <a:pos x="connsiteX1" y="connsiteY1"/>
                      </a:cxn>
                      <a:cxn ang="0">
                        <a:pos x="connsiteX2" y="connsiteY2"/>
                      </a:cxn>
                      <a:cxn ang="0">
                        <a:pos x="connsiteX3" y="connsiteY3"/>
                      </a:cxn>
                    </a:cxnLst>
                    <a:rect l="l" t="t" r="r" b="b"/>
                    <a:pathLst>
                      <a:path w="11046" h="9805">
                        <a:moveTo>
                          <a:pt x="2953" y="0"/>
                        </a:moveTo>
                        <a:lnTo>
                          <a:pt x="11046" y="4726"/>
                        </a:lnTo>
                        <a:lnTo>
                          <a:pt x="8033" y="9806"/>
                        </a:lnTo>
                        <a:lnTo>
                          <a:pt x="0" y="513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10" name="Freeform: Shape 1009">
                    <a:extLst>
                      <a:ext uri="{FF2B5EF4-FFF2-40B4-BE49-F238E27FC236}">
                        <a16:creationId xmlns:a16="http://schemas.microsoft.com/office/drawing/2014/main" id="{3A990D65-93D0-F112-82C9-0912FC1A4097}"/>
                      </a:ext>
                    </a:extLst>
                  </p:cNvPr>
                  <p:cNvSpPr/>
                  <p:nvPr/>
                </p:nvSpPr>
                <p:spPr>
                  <a:xfrm rot="-3600896">
                    <a:off x="946174" y="2906009"/>
                    <a:ext cx="5907" cy="9274"/>
                  </a:xfrm>
                  <a:custGeom>
                    <a:avLst/>
                    <a:gdLst>
                      <a:gd name="connsiteX0" fmla="*/ 0 w 5907"/>
                      <a:gd name="connsiteY0" fmla="*/ 0 h 9274"/>
                      <a:gd name="connsiteX1" fmla="*/ 5907 w 5907"/>
                      <a:gd name="connsiteY1" fmla="*/ 0 h 9274"/>
                      <a:gd name="connsiteX2" fmla="*/ 5907 w 5907"/>
                      <a:gd name="connsiteY2" fmla="*/ 9275 h 9274"/>
                      <a:gd name="connsiteX3" fmla="*/ 0 w 5907"/>
                      <a:gd name="connsiteY3" fmla="*/ 9275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5"/>
                        </a:lnTo>
                        <a:lnTo>
                          <a:pt x="0" y="9275"/>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11" name="Freeform: Shape 1010">
                    <a:extLst>
                      <a:ext uri="{FF2B5EF4-FFF2-40B4-BE49-F238E27FC236}">
                        <a16:creationId xmlns:a16="http://schemas.microsoft.com/office/drawing/2014/main" id="{F40A87CE-EB14-5E02-233F-DB14AA390B77}"/>
                      </a:ext>
                    </a:extLst>
                  </p:cNvPr>
                  <p:cNvSpPr/>
                  <p:nvPr/>
                </p:nvSpPr>
                <p:spPr>
                  <a:xfrm>
                    <a:off x="975773" y="2924248"/>
                    <a:ext cx="8269" cy="9214"/>
                  </a:xfrm>
                  <a:custGeom>
                    <a:avLst/>
                    <a:gdLst>
                      <a:gd name="connsiteX0" fmla="*/ 2953 w 8269"/>
                      <a:gd name="connsiteY0" fmla="*/ 0 h 9214"/>
                      <a:gd name="connsiteX1" fmla="*/ 8270 w 8269"/>
                      <a:gd name="connsiteY1" fmla="*/ 3131 h 9214"/>
                      <a:gd name="connsiteX2" fmla="*/ 8270 w 8269"/>
                      <a:gd name="connsiteY2" fmla="*/ 9215 h 9214"/>
                      <a:gd name="connsiteX3" fmla="*/ 2304 w 8269"/>
                      <a:gd name="connsiteY3" fmla="*/ 9215 h 9214"/>
                      <a:gd name="connsiteX4" fmla="*/ 2304 w 8269"/>
                      <a:gd name="connsiteY4" fmla="*/ 6498 h 9214"/>
                      <a:gd name="connsiteX5" fmla="*/ 0 w 8269"/>
                      <a:gd name="connsiteY5" fmla="*/ 5139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2953" y="0"/>
                        </a:moveTo>
                        <a:lnTo>
                          <a:pt x="8270" y="3131"/>
                        </a:lnTo>
                        <a:lnTo>
                          <a:pt x="8270" y="9215"/>
                        </a:lnTo>
                        <a:lnTo>
                          <a:pt x="2304" y="9215"/>
                        </a:lnTo>
                        <a:lnTo>
                          <a:pt x="2304" y="6498"/>
                        </a:lnTo>
                        <a:lnTo>
                          <a:pt x="0" y="513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12" name="Freeform: Shape 1011">
                    <a:extLst>
                      <a:ext uri="{FF2B5EF4-FFF2-40B4-BE49-F238E27FC236}">
                        <a16:creationId xmlns:a16="http://schemas.microsoft.com/office/drawing/2014/main" id="{14CE9F77-C575-4A9B-DF22-1B23504E2192}"/>
                      </a:ext>
                    </a:extLst>
                  </p:cNvPr>
                  <p:cNvSpPr/>
                  <p:nvPr/>
                </p:nvSpPr>
                <p:spPr>
                  <a:xfrm>
                    <a:off x="978077" y="2961403"/>
                    <a:ext cx="5966" cy="9273"/>
                  </a:xfrm>
                  <a:custGeom>
                    <a:avLst/>
                    <a:gdLst>
                      <a:gd name="connsiteX0" fmla="*/ 0 w 5966"/>
                      <a:gd name="connsiteY0" fmla="*/ 0 h 9273"/>
                      <a:gd name="connsiteX1" fmla="*/ 5966 w 5966"/>
                      <a:gd name="connsiteY1" fmla="*/ 0 h 9273"/>
                      <a:gd name="connsiteX2" fmla="*/ 5966 w 5966"/>
                      <a:gd name="connsiteY2" fmla="*/ 9274 h 9273"/>
                      <a:gd name="connsiteX3" fmla="*/ 0 w 5966"/>
                      <a:gd name="connsiteY3" fmla="*/ 9274 h 9273"/>
                    </a:gdLst>
                    <a:ahLst/>
                    <a:cxnLst>
                      <a:cxn ang="0">
                        <a:pos x="connsiteX0" y="connsiteY0"/>
                      </a:cxn>
                      <a:cxn ang="0">
                        <a:pos x="connsiteX1" y="connsiteY1"/>
                      </a:cxn>
                      <a:cxn ang="0">
                        <a:pos x="connsiteX2" y="connsiteY2"/>
                      </a:cxn>
                      <a:cxn ang="0">
                        <a:pos x="connsiteX3" y="connsiteY3"/>
                      </a:cxn>
                    </a:cxnLst>
                    <a:rect l="l" t="t" r="r" b="b"/>
                    <a:pathLst>
                      <a:path w="5966" h="9273">
                        <a:moveTo>
                          <a:pt x="0" y="0"/>
                        </a:moveTo>
                        <a:lnTo>
                          <a:pt x="5966" y="0"/>
                        </a:lnTo>
                        <a:lnTo>
                          <a:pt x="5966"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13" name="Freeform: Shape 1012">
                    <a:extLst>
                      <a:ext uri="{FF2B5EF4-FFF2-40B4-BE49-F238E27FC236}">
                        <a16:creationId xmlns:a16="http://schemas.microsoft.com/office/drawing/2014/main" id="{EFE2D22F-D5E5-CE08-C637-65901B497870}"/>
                      </a:ext>
                    </a:extLst>
                  </p:cNvPr>
                  <p:cNvSpPr/>
                  <p:nvPr/>
                </p:nvSpPr>
                <p:spPr>
                  <a:xfrm>
                    <a:off x="978077" y="2942796"/>
                    <a:ext cx="5966" cy="9333"/>
                  </a:xfrm>
                  <a:custGeom>
                    <a:avLst/>
                    <a:gdLst>
                      <a:gd name="connsiteX0" fmla="*/ 0 w 5966"/>
                      <a:gd name="connsiteY0" fmla="*/ 0 h 9333"/>
                      <a:gd name="connsiteX1" fmla="*/ 5966 w 5966"/>
                      <a:gd name="connsiteY1" fmla="*/ 0 h 9333"/>
                      <a:gd name="connsiteX2" fmla="*/ 5966 w 5966"/>
                      <a:gd name="connsiteY2" fmla="*/ 9333 h 9333"/>
                      <a:gd name="connsiteX3" fmla="*/ 0 w 5966"/>
                      <a:gd name="connsiteY3" fmla="*/ 9333 h 9333"/>
                    </a:gdLst>
                    <a:ahLst/>
                    <a:cxnLst>
                      <a:cxn ang="0">
                        <a:pos x="connsiteX0" y="connsiteY0"/>
                      </a:cxn>
                      <a:cxn ang="0">
                        <a:pos x="connsiteX1" y="connsiteY1"/>
                      </a:cxn>
                      <a:cxn ang="0">
                        <a:pos x="connsiteX2" y="connsiteY2"/>
                      </a:cxn>
                      <a:cxn ang="0">
                        <a:pos x="connsiteX3" y="connsiteY3"/>
                      </a:cxn>
                    </a:cxnLst>
                    <a:rect l="l" t="t" r="r" b="b"/>
                    <a:pathLst>
                      <a:path w="5966" h="9333">
                        <a:moveTo>
                          <a:pt x="0" y="0"/>
                        </a:moveTo>
                        <a:lnTo>
                          <a:pt x="5966" y="0"/>
                        </a:lnTo>
                        <a:lnTo>
                          <a:pt x="5966" y="9333"/>
                        </a:lnTo>
                        <a:lnTo>
                          <a:pt x="0" y="933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14" name="Freeform: Shape 1013">
                    <a:extLst>
                      <a:ext uri="{FF2B5EF4-FFF2-40B4-BE49-F238E27FC236}">
                        <a16:creationId xmlns:a16="http://schemas.microsoft.com/office/drawing/2014/main" id="{8BE74522-902C-B53D-359F-3F24BA6F1AF2}"/>
                      </a:ext>
                    </a:extLst>
                  </p:cNvPr>
                  <p:cNvSpPr/>
                  <p:nvPr/>
                </p:nvSpPr>
                <p:spPr>
                  <a:xfrm>
                    <a:off x="975773" y="2980010"/>
                    <a:ext cx="8269" cy="9214"/>
                  </a:xfrm>
                  <a:custGeom>
                    <a:avLst/>
                    <a:gdLst>
                      <a:gd name="connsiteX0" fmla="*/ 8270 w 8269"/>
                      <a:gd name="connsiteY0" fmla="*/ 6143 h 9214"/>
                      <a:gd name="connsiteX1" fmla="*/ 2953 w 8269"/>
                      <a:gd name="connsiteY1" fmla="*/ 9215 h 9214"/>
                      <a:gd name="connsiteX2" fmla="*/ 0 w 8269"/>
                      <a:gd name="connsiteY2" fmla="*/ 4135 h 9214"/>
                      <a:gd name="connsiteX3" fmla="*/ 2304 w 8269"/>
                      <a:gd name="connsiteY3" fmla="*/ 2776 h 9214"/>
                      <a:gd name="connsiteX4" fmla="*/ 2304 w 8269"/>
                      <a:gd name="connsiteY4" fmla="*/ 0 h 9214"/>
                      <a:gd name="connsiteX5" fmla="*/ 8270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8270" y="6143"/>
                        </a:moveTo>
                        <a:lnTo>
                          <a:pt x="2953" y="9215"/>
                        </a:lnTo>
                        <a:lnTo>
                          <a:pt x="0" y="4135"/>
                        </a:lnTo>
                        <a:lnTo>
                          <a:pt x="2304" y="2776"/>
                        </a:lnTo>
                        <a:lnTo>
                          <a:pt x="2304" y="0"/>
                        </a:lnTo>
                        <a:lnTo>
                          <a:pt x="827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15" name="Freeform: Shape 1014">
                    <a:extLst>
                      <a:ext uri="{FF2B5EF4-FFF2-40B4-BE49-F238E27FC236}">
                        <a16:creationId xmlns:a16="http://schemas.microsoft.com/office/drawing/2014/main" id="{821B1B7C-EE2E-5381-A0CC-540315B0817D}"/>
                      </a:ext>
                    </a:extLst>
                  </p:cNvPr>
                  <p:cNvSpPr/>
                  <p:nvPr/>
                </p:nvSpPr>
                <p:spPr>
                  <a:xfrm rot="-1801109">
                    <a:off x="960619" y="2990764"/>
                    <a:ext cx="9274" cy="5907"/>
                  </a:xfrm>
                  <a:custGeom>
                    <a:avLst/>
                    <a:gdLst>
                      <a:gd name="connsiteX0" fmla="*/ 0 w 9274"/>
                      <a:gd name="connsiteY0" fmla="*/ 0 h 5907"/>
                      <a:gd name="connsiteX1" fmla="*/ 9274 w 9274"/>
                      <a:gd name="connsiteY1" fmla="*/ 0 h 5907"/>
                      <a:gd name="connsiteX2" fmla="*/ 9274 w 9274"/>
                      <a:gd name="connsiteY2" fmla="*/ 5907 h 5907"/>
                      <a:gd name="connsiteX3" fmla="*/ 0 w 9274"/>
                      <a:gd name="connsiteY3" fmla="*/ 5907 h 5907"/>
                    </a:gdLst>
                    <a:ahLst/>
                    <a:cxnLst>
                      <a:cxn ang="0">
                        <a:pos x="connsiteX0" y="connsiteY0"/>
                      </a:cxn>
                      <a:cxn ang="0">
                        <a:pos x="connsiteX1" y="connsiteY1"/>
                      </a:cxn>
                      <a:cxn ang="0">
                        <a:pos x="connsiteX2" y="connsiteY2"/>
                      </a:cxn>
                      <a:cxn ang="0">
                        <a:pos x="connsiteX3" y="connsiteY3"/>
                      </a:cxn>
                    </a:cxnLst>
                    <a:rect l="l" t="t" r="r" b="b"/>
                    <a:pathLst>
                      <a:path w="9274" h="5907">
                        <a:moveTo>
                          <a:pt x="0" y="0"/>
                        </a:moveTo>
                        <a:lnTo>
                          <a:pt x="9274" y="0"/>
                        </a:lnTo>
                        <a:lnTo>
                          <a:pt x="9274"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16" name="Freeform: Shape 1015">
                    <a:extLst>
                      <a:ext uri="{FF2B5EF4-FFF2-40B4-BE49-F238E27FC236}">
                        <a16:creationId xmlns:a16="http://schemas.microsoft.com/office/drawing/2014/main" id="{2FD4DAE6-F01A-494D-93BC-0A973323091C}"/>
                      </a:ext>
                    </a:extLst>
                  </p:cNvPr>
                  <p:cNvSpPr/>
                  <p:nvPr/>
                </p:nvSpPr>
                <p:spPr>
                  <a:xfrm rot="-1806651">
                    <a:off x="944560" y="3000057"/>
                    <a:ext cx="9333" cy="5907"/>
                  </a:xfrm>
                  <a:custGeom>
                    <a:avLst/>
                    <a:gdLst>
                      <a:gd name="connsiteX0" fmla="*/ 0 w 9333"/>
                      <a:gd name="connsiteY0" fmla="*/ 0 h 5907"/>
                      <a:gd name="connsiteX1" fmla="*/ 9334 w 9333"/>
                      <a:gd name="connsiteY1" fmla="*/ 0 h 5907"/>
                      <a:gd name="connsiteX2" fmla="*/ 9334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4" y="0"/>
                        </a:lnTo>
                        <a:lnTo>
                          <a:pt x="9334"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17" name="Freeform: Shape 1016">
                    <a:extLst>
                      <a:ext uri="{FF2B5EF4-FFF2-40B4-BE49-F238E27FC236}">
                        <a16:creationId xmlns:a16="http://schemas.microsoft.com/office/drawing/2014/main" id="{30356EDF-DC50-1832-9452-24E9273F0F70}"/>
                      </a:ext>
                    </a:extLst>
                  </p:cNvPr>
                  <p:cNvSpPr/>
                  <p:nvPr/>
                </p:nvSpPr>
                <p:spPr>
                  <a:xfrm>
                    <a:off x="927808" y="3007359"/>
                    <a:ext cx="10632" cy="8269"/>
                  </a:xfrm>
                  <a:custGeom>
                    <a:avLst/>
                    <a:gdLst>
                      <a:gd name="connsiteX0" fmla="*/ 5257 w 10632"/>
                      <a:gd name="connsiteY0" fmla="*/ 1418 h 8269"/>
                      <a:gd name="connsiteX1" fmla="*/ 7679 w 10632"/>
                      <a:gd name="connsiteY1" fmla="*/ 0 h 8269"/>
                      <a:gd name="connsiteX2" fmla="*/ 10632 w 10632"/>
                      <a:gd name="connsiteY2" fmla="*/ 5139 h 8269"/>
                      <a:gd name="connsiteX3" fmla="*/ 5257 w 10632"/>
                      <a:gd name="connsiteY3" fmla="*/ 8270 h 8269"/>
                      <a:gd name="connsiteX4" fmla="*/ 0 w 10632"/>
                      <a:gd name="connsiteY4" fmla="*/ 5139 h 8269"/>
                      <a:gd name="connsiteX5" fmla="*/ 2953 w 10632"/>
                      <a:gd name="connsiteY5" fmla="*/ 0 h 8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69">
                        <a:moveTo>
                          <a:pt x="5257" y="1418"/>
                        </a:moveTo>
                        <a:lnTo>
                          <a:pt x="7679" y="0"/>
                        </a:lnTo>
                        <a:lnTo>
                          <a:pt x="10632" y="5139"/>
                        </a:lnTo>
                        <a:lnTo>
                          <a:pt x="5257" y="8270"/>
                        </a:lnTo>
                        <a:lnTo>
                          <a:pt x="0" y="5139"/>
                        </a:lnTo>
                        <a:lnTo>
                          <a:pt x="2953"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18" name="Freeform: Shape 1017">
                    <a:extLst>
                      <a:ext uri="{FF2B5EF4-FFF2-40B4-BE49-F238E27FC236}">
                        <a16:creationId xmlns:a16="http://schemas.microsoft.com/office/drawing/2014/main" id="{F7959506-6C3B-3DB3-51F5-6D1058B0126D}"/>
                      </a:ext>
                    </a:extLst>
                  </p:cNvPr>
                  <p:cNvSpPr/>
                  <p:nvPr/>
                </p:nvSpPr>
                <p:spPr>
                  <a:xfrm rot="-3604434">
                    <a:off x="898141" y="2989017"/>
                    <a:ext cx="5966" cy="9274"/>
                  </a:xfrm>
                  <a:custGeom>
                    <a:avLst/>
                    <a:gdLst>
                      <a:gd name="connsiteX0" fmla="*/ 0 w 5966"/>
                      <a:gd name="connsiteY0" fmla="*/ 0 h 9274"/>
                      <a:gd name="connsiteX1" fmla="*/ 5966 w 5966"/>
                      <a:gd name="connsiteY1" fmla="*/ 0 h 9274"/>
                      <a:gd name="connsiteX2" fmla="*/ 5966 w 5966"/>
                      <a:gd name="connsiteY2" fmla="*/ 9274 h 9274"/>
                      <a:gd name="connsiteX3" fmla="*/ 0 w 5966"/>
                      <a:gd name="connsiteY3" fmla="*/ 9274 h 9274"/>
                    </a:gdLst>
                    <a:ahLst/>
                    <a:cxnLst>
                      <a:cxn ang="0">
                        <a:pos x="connsiteX0" y="connsiteY0"/>
                      </a:cxn>
                      <a:cxn ang="0">
                        <a:pos x="connsiteX1" y="connsiteY1"/>
                      </a:cxn>
                      <a:cxn ang="0">
                        <a:pos x="connsiteX2" y="connsiteY2"/>
                      </a:cxn>
                      <a:cxn ang="0">
                        <a:pos x="connsiteX3" y="connsiteY3"/>
                      </a:cxn>
                    </a:cxnLst>
                    <a:rect l="l" t="t" r="r" b="b"/>
                    <a:pathLst>
                      <a:path w="5966" h="9274">
                        <a:moveTo>
                          <a:pt x="0" y="0"/>
                        </a:moveTo>
                        <a:lnTo>
                          <a:pt x="5966" y="0"/>
                        </a:lnTo>
                        <a:lnTo>
                          <a:pt x="5966"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19" name="Freeform: Shape 1018">
                    <a:extLst>
                      <a:ext uri="{FF2B5EF4-FFF2-40B4-BE49-F238E27FC236}">
                        <a16:creationId xmlns:a16="http://schemas.microsoft.com/office/drawing/2014/main" id="{5E1165B8-E28F-B1B2-52A2-A7D71D5D5574}"/>
                      </a:ext>
                    </a:extLst>
                  </p:cNvPr>
                  <p:cNvSpPr/>
                  <p:nvPr/>
                </p:nvSpPr>
                <p:spPr>
                  <a:xfrm rot="-3587633">
                    <a:off x="914188" y="2998227"/>
                    <a:ext cx="5906" cy="9332"/>
                  </a:xfrm>
                  <a:custGeom>
                    <a:avLst/>
                    <a:gdLst>
                      <a:gd name="connsiteX0" fmla="*/ 0 w 5906"/>
                      <a:gd name="connsiteY0" fmla="*/ 0 h 9332"/>
                      <a:gd name="connsiteX1" fmla="*/ 5907 w 5906"/>
                      <a:gd name="connsiteY1" fmla="*/ 0 h 9332"/>
                      <a:gd name="connsiteX2" fmla="*/ 5907 w 5906"/>
                      <a:gd name="connsiteY2" fmla="*/ 9333 h 9332"/>
                      <a:gd name="connsiteX3" fmla="*/ 0 w 5906"/>
                      <a:gd name="connsiteY3" fmla="*/ 9333 h 9332"/>
                    </a:gdLst>
                    <a:ahLst/>
                    <a:cxnLst>
                      <a:cxn ang="0">
                        <a:pos x="connsiteX0" y="connsiteY0"/>
                      </a:cxn>
                      <a:cxn ang="0">
                        <a:pos x="connsiteX1" y="connsiteY1"/>
                      </a:cxn>
                      <a:cxn ang="0">
                        <a:pos x="connsiteX2" y="connsiteY2"/>
                      </a:cxn>
                      <a:cxn ang="0">
                        <a:pos x="connsiteX3" y="connsiteY3"/>
                      </a:cxn>
                    </a:cxnLst>
                    <a:rect l="l" t="t" r="r" b="b"/>
                    <a:pathLst>
                      <a:path w="5906" h="9332">
                        <a:moveTo>
                          <a:pt x="0" y="0"/>
                        </a:moveTo>
                        <a:lnTo>
                          <a:pt x="5907" y="0"/>
                        </a:lnTo>
                        <a:lnTo>
                          <a:pt x="5907" y="9333"/>
                        </a:lnTo>
                        <a:lnTo>
                          <a:pt x="0" y="933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20" name="Freeform: Shape 1019">
                    <a:extLst>
                      <a:ext uri="{FF2B5EF4-FFF2-40B4-BE49-F238E27FC236}">
                        <a16:creationId xmlns:a16="http://schemas.microsoft.com/office/drawing/2014/main" id="{050BBBD1-9D82-54BE-BB1A-2B6454E3ADD3}"/>
                      </a:ext>
                    </a:extLst>
                  </p:cNvPr>
                  <p:cNvSpPr/>
                  <p:nvPr/>
                </p:nvSpPr>
                <p:spPr>
                  <a:xfrm>
                    <a:off x="882147" y="2980010"/>
                    <a:ext cx="8269" cy="9214"/>
                  </a:xfrm>
                  <a:custGeom>
                    <a:avLst/>
                    <a:gdLst>
                      <a:gd name="connsiteX0" fmla="*/ 5907 w 8269"/>
                      <a:gd name="connsiteY0" fmla="*/ 2776 h 9214"/>
                      <a:gd name="connsiteX1" fmla="*/ 8270 w 8269"/>
                      <a:gd name="connsiteY1" fmla="*/ 4135 h 9214"/>
                      <a:gd name="connsiteX2" fmla="*/ 5316 w 8269"/>
                      <a:gd name="connsiteY2" fmla="*/ 9215 h 9214"/>
                      <a:gd name="connsiteX3" fmla="*/ 0 w 8269"/>
                      <a:gd name="connsiteY3" fmla="*/ 6143 h 9214"/>
                      <a:gd name="connsiteX4" fmla="*/ 0 w 8269"/>
                      <a:gd name="connsiteY4" fmla="*/ 0 h 9214"/>
                      <a:gd name="connsiteX5" fmla="*/ 5907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5907" y="2776"/>
                        </a:moveTo>
                        <a:lnTo>
                          <a:pt x="8270" y="4135"/>
                        </a:lnTo>
                        <a:lnTo>
                          <a:pt x="5316" y="9215"/>
                        </a:lnTo>
                        <a:lnTo>
                          <a:pt x="0" y="6143"/>
                        </a:lnTo>
                        <a:lnTo>
                          <a:pt x="0" y="0"/>
                        </a:lnTo>
                        <a:lnTo>
                          <a:pt x="5907"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21" name="Freeform: Shape 1020">
                    <a:extLst>
                      <a:ext uri="{FF2B5EF4-FFF2-40B4-BE49-F238E27FC236}">
                        <a16:creationId xmlns:a16="http://schemas.microsoft.com/office/drawing/2014/main" id="{0ECC71C4-8930-B7E2-3AD5-F828EFF31D30}"/>
                      </a:ext>
                    </a:extLst>
                  </p:cNvPr>
                  <p:cNvSpPr/>
                  <p:nvPr/>
                </p:nvSpPr>
                <p:spPr>
                  <a:xfrm rot="-23376">
                    <a:off x="882168" y="2961460"/>
                    <a:ext cx="5907" cy="9274"/>
                  </a:xfrm>
                  <a:custGeom>
                    <a:avLst/>
                    <a:gdLst>
                      <a:gd name="connsiteX0" fmla="*/ 0 w 5907"/>
                      <a:gd name="connsiteY0" fmla="*/ 0 h 9274"/>
                      <a:gd name="connsiteX1" fmla="*/ 5907 w 5907"/>
                      <a:gd name="connsiteY1" fmla="*/ 0 h 9274"/>
                      <a:gd name="connsiteX2" fmla="*/ 5907 w 5907"/>
                      <a:gd name="connsiteY2" fmla="*/ 9274 h 9274"/>
                      <a:gd name="connsiteX3" fmla="*/ 0 w 5907"/>
                      <a:gd name="connsiteY3" fmla="*/ 9274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22" name="Freeform: Shape 1021">
                    <a:extLst>
                      <a:ext uri="{FF2B5EF4-FFF2-40B4-BE49-F238E27FC236}">
                        <a16:creationId xmlns:a16="http://schemas.microsoft.com/office/drawing/2014/main" id="{7F795018-0A02-B5AB-9921-1EDB01BBBB40}"/>
                      </a:ext>
                    </a:extLst>
                  </p:cNvPr>
                  <p:cNvSpPr/>
                  <p:nvPr/>
                </p:nvSpPr>
                <p:spPr>
                  <a:xfrm rot="-5391765">
                    <a:off x="880458" y="2944505"/>
                    <a:ext cx="9333" cy="5906"/>
                  </a:xfrm>
                  <a:custGeom>
                    <a:avLst/>
                    <a:gdLst>
                      <a:gd name="connsiteX0" fmla="*/ 0 w 9333"/>
                      <a:gd name="connsiteY0" fmla="*/ 0 h 5906"/>
                      <a:gd name="connsiteX1" fmla="*/ 9333 w 9333"/>
                      <a:gd name="connsiteY1" fmla="*/ 0 h 5906"/>
                      <a:gd name="connsiteX2" fmla="*/ 9333 w 9333"/>
                      <a:gd name="connsiteY2" fmla="*/ 5907 h 5906"/>
                      <a:gd name="connsiteX3" fmla="*/ 0 w 9333"/>
                      <a:gd name="connsiteY3" fmla="*/ 5907 h 5906"/>
                    </a:gdLst>
                    <a:ahLst/>
                    <a:cxnLst>
                      <a:cxn ang="0">
                        <a:pos x="connsiteX0" y="connsiteY0"/>
                      </a:cxn>
                      <a:cxn ang="0">
                        <a:pos x="connsiteX1" y="connsiteY1"/>
                      </a:cxn>
                      <a:cxn ang="0">
                        <a:pos x="connsiteX2" y="connsiteY2"/>
                      </a:cxn>
                      <a:cxn ang="0">
                        <a:pos x="connsiteX3" y="connsiteY3"/>
                      </a:cxn>
                    </a:cxnLst>
                    <a:rect l="l" t="t" r="r" b="b"/>
                    <a:pathLst>
                      <a:path w="9333" h="5906">
                        <a:moveTo>
                          <a:pt x="0" y="0"/>
                        </a:moveTo>
                        <a:lnTo>
                          <a:pt x="9333" y="0"/>
                        </a:lnTo>
                        <a:lnTo>
                          <a:pt x="9333"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23" name="Freeform: Shape 1022">
                    <a:extLst>
                      <a:ext uri="{FF2B5EF4-FFF2-40B4-BE49-F238E27FC236}">
                        <a16:creationId xmlns:a16="http://schemas.microsoft.com/office/drawing/2014/main" id="{12F947F3-A5C9-50BD-E670-9E11A5631BB9}"/>
                      </a:ext>
                    </a:extLst>
                  </p:cNvPr>
                  <p:cNvSpPr/>
                  <p:nvPr/>
                </p:nvSpPr>
                <p:spPr>
                  <a:xfrm>
                    <a:off x="564234" y="2900915"/>
                    <a:ext cx="96047" cy="110873"/>
                  </a:xfrm>
                  <a:custGeom>
                    <a:avLst/>
                    <a:gdLst>
                      <a:gd name="connsiteX0" fmla="*/ 96047 w 96047"/>
                      <a:gd name="connsiteY0" fmla="*/ 83111 h 110873"/>
                      <a:gd name="connsiteX1" fmla="*/ 48024 w 96047"/>
                      <a:gd name="connsiteY1" fmla="*/ 110874 h 110873"/>
                      <a:gd name="connsiteX2" fmla="*/ 0 w 96047"/>
                      <a:gd name="connsiteY2" fmla="*/ 83111 h 110873"/>
                      <a:gd name="connsiteX3" fmla="*/ 0 w 96047"/>
                      <a:gd name="connsiteY3" fmla="*/ 27763 h 110873"/>
                      <a:gd name="connsiteX4" fmla="*/ 48024 w 96047"/>
                      <a:gd name="connsiteY4" fmla="*/ 0 h 110873"/>
                      <a:gd name="connsiteX5" fmla="*/ 96047 w 96047"/>
                      <a:gd name="connsiteY5" fmla="*/ 27763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47" h="110873">
                        <a:moveTo>
                          <a:pt x="96047" y="83111"/>
                        </a:moveTo>
                        <a:lnTo>
                          <a:pt x="48024" y="110874"/>
                        </a:lnTo>
                        <a:lnTo>
                          <a:pt x="0" y="83111"/>
                        </a:lnTo>
                        <a:lnTo>
                          <a:pt x="0" y="27763"/>
                        </a:lnTo>
                        <a:lnTo>
                          <a:pt x="48024" y="0"/>
                        </a:lnTo>
                        <a:lnTo>
                          <a:pt x="96047" y="2776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24" name="Freeform: Shape 1023">
                    <a:extLst>
                      <a:ext uri="{FF2B5EF4-FFF2-40B4-BE49-F238E27FC236}">
                        <a16:creationId xmlns:a16="http://schemas.microsoft.com/office/drawing/2014/main" id="{9BE21E6F-59D0-EBF0-4AF2-16954B8FAF7A}"/>
                      </a:ext>
                    </a:extLst>
                  </p:cNvPr>
                  <p:cNvSpPr/>
                  <p:nvPr/>
                </p:nvSpPr>
                <p:spPr>
                  <a:xfrm>
                    <a:off x="669437" y="2901329"/>
                    <a:ext cx="95988" cy="110873"/>
                  </a:xfrm>
                  <a:custGeom>
                    <a:avLst/>
                    <a:gdLst>
                      <a:gd name="connsiteX0" fmla="*/ 47965 w 95988"/>
                      <a:gd name="connsiteY0" fmla="*/ 0 h 110873"/>
                      <a:gd name="connsiteX1" fmla="*/ 0 w 95988"/>
                      <a:gd name="connsiteY1" fmla="*/ 27763 h 110873"/>
                      <a:gd name="connsiteX2" fmla="*/ 0 w 95988"/>
                      <a:gd name="connsiteY2" fmla="*/ 83170 h 110873"/>
                      <a:gd name="connsiteX3" fmla="*/ 47965 w 95988"/>
                      <a:gd name="connsiteY3" fmla="*/ 110874 h 110873"/>
                      <a:gd name="connsiteX4" fmla="*/ 95988 w 95988"/>
                      <a:gd name="connsiteY4" fmla="*/ 83170 h 110873"/>
                      <a:gd name="connsiteX5" fmla="*/ 95988 w 95988"/>
                      <a:gd name="connsiteY5" fmla="*/ 27763 h 110873"/>
                      <a:gd name="connsiteX6" fmla="*/ 47965 w 95988"/>
                      <a:gd name="connsiteY6" fmla="*/ 0 h 110873"/>
                      <a:gd name="connsiteX7" fmla="*/ 70707 w 95988"/>
                      <a:gd name="connsiteY7" fmla="*/ 46074 h 110873"/>
                      <a:gd name="connsiteX8" fmla="*/ 60842 w 95988"/>
                      <a:gd name="connsiteY8" fmla="*/ 40404 h 110873"/>
                      <a:gd name="connsiteX9" fmla="*/ 60842 w 95988"/>
                      <a:gd name="connsiteY9" fmla="*/ 29003 h 110873"/>
                      <a:gd name="connsiteX10" fmla="*/ 70707 w 95988"/>
                      <a:gd name="connsiteY10" fmla="*/ 23332 h 110873"/>
                      <a:gd name="connsiteX11" fmla="*/ 80571 w 95988"/>
                      <a:gd name="connsiteY11" fmla="*/ 29003 h 110873"/>
                      <a:gd name="connsiteX12" fmla="*/ 80571 w 95988"/>
                      <a:gd name="connsiteY12" fmla="*/ 40404 h 110873"/>
                      <a:gd name="connsiteX13" fmla="*/ 70707 w 95988"/>
                      <a:gd name="connsiteY13" fmla="*/ 46074 h 110873"/>
                      <a:gd name="connsiteX14" fmla="*/ 47965 w 95988"/>
                      <a:gd name="connsiteY14" fmla="*/ 77086 h 110873"/>
                      <a:gd name="connsiteX15" fmla="*/ 57829 w 95988"/>
                      <a:gd name="connsiteY15" fmla="*/ 71415 h 110873"/>
                      <a:gd name="connsiteX16" fmla="*/ 67694 w 95988"/>
                      <a:gd name="connsiteY16" fmla="*/ 77086 h 110873"/>
                      <a:gd name="connsiteX17" fmla="*/ 67694 w 95988"/>
                      <a:gd name="connsiteY17" fmla="*/ 88427 h 110873"/>
                      <a:gd name="connsiteX18" fmla="*/ 57829 w 95988"/>
                      <a:gd name="connsiteY18" fmla="*/ 94098 h 110873"/>
                      <a:gd name="connsiteX19" fmla="*/ 47965 w 95988"/>
                      <a:gd name="connsiteY19" fmla="*/ 88427 h 110873"/>
                      <a:gd name="connsiteX20" fmla="*/ 47965 w 95988"/>
                      <a:gd name="connsiteY20" fmla="*/ 77086 h 110873"/>
                      <a:gd name="connsiteX21" fmla="*/ 35206 w 95988"/>
                      <a:gd name="connsiteY21" fmla="*/ 61137 h 110873"/>
                      <a:gd name="connsiteX22" fmla="*/ 25341 w 95988"/>
                      <a:gd name="connsiteY22" fmla="*/ 66808 h 110873"/>
                      <a:gd name="connsiteX23" fmla="*/ 15476 w 95988"/>
                      <a:gd name="connsiteY23" fmla="*/ 61137 h 110873"/>
                      <a:gd name="connsiteX24" fmla="*/ 15476 w 95988"/>
                      <a:gd name="connsiteY24" fmla="*/ 49737 h 110873"/>
                      <a:gd name="connsiteX25" fmla="*/ 25341 w 95988"/>
                      <a:gd name="connsiteY25" fmla="*/ 44066 h 110873"/>
                      <a:gd name="connsiteX26" fmla="*/ 35206 w 95988"/>
                      <a:gd name="connsiteY26" fmla="*/ 49737 h 110873"/>
                      <a:gd name="connsiteX27" fmla="*/ 35206 w 95988"/>
                      <a:gd name="connsiteY27" fmla="*/ 61137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5988" h="110873">
                        <a:moveTo>
                          <a:pt x="47965" y="0"/>
                        </a:moveTo>
                        <a:lnTo>
                          <a:pt x="0" y="27763"/>
                        </a:lnTo>
                        <a:lnTo>
                          <a:pt x="0" y="83170"/>
                        </a:lnTo>
                        <a:lnTo>
                          <a:pt x="47965" y="110874"/>
                        </a:lnTo>
                        <a:lnTo>
                          <a:pt x="95988" y="83170"/>
                        </a:lnTo>
                        <a:lnTo>
                          <a:pt x="95988" y="27763"/>
                        </a:lnTo>
                        <a:lnTo>
                          <a:pt x="47965" y="0"/>
                        </a:lnTo>
                        <a:close/>
                        <a:moveTo>
                          <a:pt x="70707" y="46074"/>
                        </a:moveTo>
                        <a:lnTo>
                          <a:pt x="60842" y="40404"/>
                        </a:lnTo>
                        <a:lnTo>
                          <a:pt x="60842" y="29003"/>
                        </a:lnTo>
                        <a:lnTo>
                          <a:pt x="70707" y="23332"/>
                        </a:lnTo>
                        <a:lnTo>
                          <a:pt x="80571" y="29003"/>
                        </a:lnTo>
                        <a:lnTo>
                          <a:pt x="80571" y="40404"/>
                        </a:lnTo>
                        <a:lnTo>
                          <a:pt x="70707" y="46074"/>
                        </a:lnTo>
                        <a:close/>
                        <a:moveTo>
                          <a:pt x="47965" y="77086"/>
                        </a:moveTo>
                        <a:lnTo>
                          <a:pt x="57829" y="71415"/>
                        </a:lnTo>
                        <a:lnTo>
                          <a:pt x="67694" y="77086"/>
                        </a:lnTo>
                        <a:lnTo>
                          <a:pt x="67694" y="88427"/>
                        </a:lnTo>
                        <a:lnTo>
                          <a:pt x="57829" y="94098"/>
                        </a:lnTo>
                        <a:lnTo>
                          <a:pt x="47965" y="88427"/>
                        </a:lnTo>
                        <a:lnTo>
                          <a:pt x="47965" y="77086"/>
                        </a:lnTo>
                        <a:close/>
                        <a:moveTo>
                          <a:pt x="35206" y="61137"/>
                        </a:moveTo>
                        <a:lnTo>
                          <a:pt x="25341" y="66808"/>
                        </a:lnTo>
                        <a:lnTo>
                          <a:pt x="15476" y="61137"/>
                        </a:lnTo>
                        <a:lnTo>
                          <a:pt x="15476" y="49737"/>
                        </a:lnTo>
                        <a:lnTo>
                          <a:pt x="25341" y="44066"/>
                        </a:lnTo>
                        <a:lnTo>
                          <a:pt x="35206" y="49737"/>
                        </a:lnTo>
                        <a:lnTo>
                          <a:pt x="35206" y="6113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25" name="Freeform: Shape 1024">
                    <a:extLst>
                      <a:ext uri="{FF2B5EF4-FFF2-40B4-BE49-F238E27FC236}">
                        <a16:creationId xmlns:a16="http://schemas.microsoft.com/office/drawing/2014/main" id="{15985203-B276-34F3-BA5F-DCEDBEF53A43}"/>
                      </a:ext>
                    </a:extLst>
                  </p:cNvPr>
                  <p:cNvSpPr/>
                  <p:nvPr/>
                </p:nvSpPr>
                <p:spPr>
                  <a:xfrm>
                    <a:off x="775172" y="2900974"/>
                    <a:ext cx="95988" cy="110874"/>
                  </a:xfrm>
                  <a:custGeom>
                    <a:avLst/>
                    <a:gdLst>
                      <a:gd name="connsiteX0" fmla="*/ 95988 w 95988"/>
                      <a:gd name="connsiteY0" fmla="*/ 27704 h 110874"/>
                      <a:gd name="connsiteX1" fmla="*/ 47965 w 95988"/>
                      <a:gd name="connsiteY1" fmla="*/ 0 h 110874"/>
                      <a:gd name="connsiteX2" fmla="*/ 0 w 95988"/>
                      <a:gd name="connsiteY2" fmla="*/ 27704 h 110874"/>
                      <a:gd name="connsiteX3" fmla="*/ 0 w 95988"/>
                      <a:gd name="connsiteY3" fmla="*/ 83111 h 110874"/>
                      <a:gd name="connsiteX4" fmla="*/ 47965 w 95988"/>
                      <a:gd name="connsiteY4" fmla="*/ 110874 h 110874"/>
                      <a:gd name="connsiteX5" fmla="*/ 95988 w 95988"/>
                      <a:gd name="connsiteY5" fmla="*/ 83111 h 110874"/>
                      <a:gd name="connsiteX6" fmla="*/ 95988 w 95988"/>
                      <a:gd name="connsiteY6" fmla="*/ 27704 h 110874"/>
                      <a:gd name="connsiteX7" fmla="*/ 65390 w 95988"/>
                      <a:gd name="connsiteY7" fmla="*/ 45307 h 110874"/>
                      <a:gd name="connsiteX8" fmla="*/ 65390 w 95988"/>
                      <a:gd name="connsiteY8" fmla="*/ 65449 h 110874"/>
                      <a:gd name="connsiteX9" fmla="*/ 48024 w 95988"/>
                      <a:gd name="connsiteY9" fmla="*/ 75491 h 110874"/>
                      <a:gd name="connsiteX10" fmla="*/ 30598 w 95988"/>
                      <a:gd name="connsiteY10" fmla="*/ 65449 h 110874"/>
                      <a:gd name="connsiteX11" fmla="*/ 30598 w 95988"/>
                      <a:gd name="connsiteY11" fmla="*/ 45307 h 110874"/>
                      <a:gd name="connsiteX12" fmla="*/ 48024 w 95988"/>
                      <a:gd name="connsiteY12" fmla="*/ 35265 h 110874"/>
                      <a:gd name="connsiteX13" fmla="*/ 65390 w 95988"/>
                      <a:gd name="connsiteY13" fmla="*/ 45307 h 11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88" h="110874">
                        <a:moveTo>
                          <a:pt x="95988" y="27704"/>
                        </a:moveTo>
                        <a:lnTo>
                          <a:pt x="47965" y="0"/>
                        </a:lnTo>
                        <a:lnTo>
                          <a:pt x="0" y="27704"/>
                        </a:lnTo>
                        <a:lnTo>
                          <a:pt x="0" y="83111"/>
                        </a:lnTo>
                        <a:lnTo>
                          <a:pt x="47965" y="110874"/>
                        </a:lnTo>
                        <a:lnTo>
                          <a:pt x="95988" y="83111"/>
                        </a:lnTo>
                        <a:lnTo>
                          <a:pt x="95988" y="27704"/>
                        </a:lnTo>
                        <a:close/>
                        <a:moveTo>
                          <a:pt x="65390" y="45307"/>
                        </a:moveTo>
                        <a:lnTo>
                          <a:pt x="65390" y="65449"/>
                        </a:lnTo>
                        <a:lnTo>
                          <a:pt x="48024" y="75491"/>
                        </a:lnTo>
                        <a:lnTo>
                          <a:pt x="30598" y="65449"/>
                        </a:lnTo>
                        <a:lnTo>
                          <a:pt x="30598" y="45307"/>
                        </a:lnTo>
                        <a:lnTo>
                          <a:pt x="48024" y="35265"/>
                        </a:lnTo>
                        <a:lnTo>
                          <a:pt x="65390" y="453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026" name="Freeform: Shape 1025">
                    <a:extLst>
                      <a:ext uri="{FF2B5EF4-FFF2-40B4-BE49-F238E27FC236}">
                        <a16:creationId xmlns:a16="http://schemas.microsoft.com/office/drawing/2014/main" id="{F68C23D4-DB09-401D-DBD7-FEA732EA9F9A}"/>
                      </a:ext>
                    </a:extLst>
                  </p:cNvPr>
                  <p:cNvSpPr/>
                  <p:nvPr/>
                </p:nvSpPr>
                <p:spPr>
                  <a:xfrm>
                    <a:off x="457259" y="2900974"/>
                    <a:ext cx="95929" cy="110814"/>
                  </a:xfrm>
                  <a:custGeom>
                    <a:avLst/>
                    <a:gdLst>
                      <a:gd name="connsiteX0" fmla="*/ 47965 w 95929"/>
                      <a:gd name="connsiteY0" fmla="*/ 110815 h 110814"/>
                      <a:gd name="connsiteX1" fmla="*/ 95929 w 95929"/>
                      <a:gd name="connsiteY1" fmla="*/ 83052 h 110814"/>
                      <a:gd name="connsiteX2" fmla="*/ 95929 w 95929"/>
                      <a:gd name="connsiteY2" fmla="*/ 27704 h 110814"/>
                      <a:gd name="connsiteX3" fmla="*/ 47965 w 95929"/>
                      <a:gd name="connsiteY3" fmla="*/ 0 h 110814"/>
                      <a:gd name="connsiteX4" fmla="*/ 0 w 95929"/>
                      <a:gd name="connsiteY4" fmla="*/ 27704 h 110814"/>
                      <a:gd name="connsiteX5" fmla="*/ 0 w 95929"/>
                      <a:gd name="connsiteY5" fmla="*/ 83052 h 110814"/>
                      <a:gd name="connsiteX6" fmla="*/ 47965 w 95929"/>
                      <a:gd name="connsiteY6" fmla="*/ 110815 h 110814"/>
                      <a:gd name="connsiteX7" fmla="*/ 61373 w 95929"/>
                      <a:gd name="connsiteY7" fmla="*/ 78681 h 110814"/>
                      <a:gd name="connsiteX8" fmla="*/ 34497 w 95929"/>
                      <a:gd name="connsiteY8" fmla="*/ 78681 h 110814"/>
                      <a:gd name="connsiteX9" fmla="*/ 21029 w 95929"/>
                      <a:gd name="connsiteY9" fmla="*/ 55349 h 110814"/>
                      <a:gd name="connsiteX10" fmla="*/ 34497 w 95929"/>
                      <a:gd name="connsiteY10" fmla="*/ 32016 h 110814"/>
                      <a:gd name="connsiteX11" fmla="*/ 61373 w 95929"/>
                      <a:gd name="connsiteY11" fmla="*/ 32016 h 110814"/>
                      <a:gd name="connsiteX12" fmla="*/ 74841 w 95929"/>
                      <a:gd name="connsiteY12" fmla="*/ 55349 h 110814"/>
                      <a:gd name="connsiteX13" fmla="*/ 61373 w 95929"/>
                      <a:gd name="connsiteY13" fmla="*/ 78681 h 110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29" h="110814">
                        <a:moveTo>
                          <a:pt x="47965" y="110815"/>
                        </a:moveTo>
                        <a:lnTo>
                          <a:pt x="95929" y="83052"/>
                        </a:lnTo>
                        <a:lnTo>
                          <a:pt x="95929" y="27704"/>
                        </a:lnTo>
                        <a:lnTo>
                          <a:pt x="47965" y="0"/>
                        </a:lnTo>
                        <a:lnTo>
                          <a:pt x="0" y="27704"/>
                        </a:lnTo>
                        <a:lnTo>
                          <a:pt x="0" y="83052"/>
                        </a:lnTo>
                        <a:lnTo>
                          <a:pt x="47965" y="110815"/>
                        </a:lnTo>
                        <a:close/>
                        <a:moveTo>
                          <a:pt x="61373" y="78681"/>
                        </a:moveTo>
                        <a:lnTo>
                          <a:pt x="34497" y="78681"/>
                        </a:lnTo>
                        <a:lnTo>
                          <a:pt x="21029" y="55349"/>
                        </a:lnTo>
                        <a:lnTo>
                          <a:pt x="34497" y="32016"/>
                        </a:lnTo>
                        <a:lnTo>
                          <a:pt x="61373" y="32016"/>
                        </a:lnTo>
                        <a:lnTo>
                          <a:pt x="74841" y="55349"/>
                        </a:lnTo>
                        <a:lnTo>
                          <a:pt x="61373" y="7868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972" name="Graphic 4773">
                <a:extLst>
                  <a:ext uri="{FF2B5EF4-FFF2-40B4-BE49-F238E27FC236}">
                    <a16:creationId xmlns:a16="http://schemas.microsoft.com/office/drawing/2014/main" id="{C6899AFB-AF32-6ECF-674F-27614E2A758A}"/>
                  </a:ext>
                </a:extLst>
              </p:cNvPr>
              <p:cNvGrpSpPr/>
              <p:nvPr/>
            </p:nvGrpSpPr>
            <p:grpSpPr>
              <a:xfrm>
                <a:off x="3924418" y="4634731"/>
                <a:ext cx="680365" cy="187664"/>
                <a:chOff x="3924418" y="4634731"/>
                <a:chExt cx="680365" cy="187664"/>
              </a:xfrm>
              <a:grpFill/>
            </p:grpSpPr>
            <p:sp>
              <p:nvSpPr>
                <p:cNvPr id="973" name="Freeform: Shape 972">
                  <a:extLst>
                    <a:ext uri="{FF2B5EF4-FFF2-40B4-BE49-F238E27FC236}">
                      <a16:creationId xmlns:a16="http://schemas.microsoft.com/office/drawing/2014/main" id="{43456B31-2B33-5EDB-E76D-0A78C23EC069}"/>
                    </a:ext>
                  </a:extLst>
                </p:cNvPr>
                <p:cNvSpPr/>
                <p:nvPr/>
              </p:nvSpPr>
              <p:spPr>
                <a:xfrm>
                  <a:off x="3924418" y="4634731"/>
                  <a:ext cx="680365" cy="187664"/>
                </a:xfrm>
                <a:custGeom>
                  <a:avLst/>
                  <a:gdLst>
                    <a:gd name="connsiteX0" fmla="*/ 89491 w 680365"/>
                    <a:gd name="connsiteY0" fmla="*/ 122452 h 187664"/>
                    <a:gd name="connsiteX1" fmla="*/ 497545 w 680365"/>
                    <a:gd name="connsiteY1" fmla="*/ 122452 h 187664"/>
                    <a:gd name="connsiteX2" fmla="*/ 586445 w 680365"/>
                    <a:gd name="connsiteY2" fmla="*/ 187665 h 187664"/>
                    <a:gd name="connsiteX3" fmla="*/ 680366 w 680365"/>
                    <a:gd name="connsiteY3" fmla="*/ 93862 h 187664"/>
                    <a:gd name="connsiteX4" fmla="*/ 586445 w 680365"/>
                    <a:gd name="connsiteY4" fmla="*/ 0 h 187664"/>
                    <a:gd name="connsiteX5" fmla="*/ 497308 w 680365"/>
                    <a:gd name="connsiteY5" fmla="*/ 66099 h 187664"/>
                    <a:gd name="connsiteX6" fmla="*/ 89491 w 680365"/>
                    <a:gd name="connsiteY6" fmla="*/ 66099 h 187664"/>
                    <a:gd name="connsiteX7" fmla="*/ 89491 w 680365"/>
                    <a:gd name="connsiteY7" fmla="*/ 71711 h 187664"/>
                    <a:gd name="connsiteX8" fmla="*/ 495536 w 680365"/>
                    <a:gd name="connsiteY8" fmla="*/ 71711 h 187664"/>
                    <a:gd name="connsiteX9" fmla="*/ 492878 w 680365"/>
                    <a:gd name="connsiteY9" fmla="*/ 91085 h 187664"/>
                    <a:gd name="connsiteX10" fmla="*/ 0 w 680365"/>
                    <a:gd name="connsiteY10" fmla="*/ 91085 h 187664"/>
                    <a:gd name="connsiteX11" fmla="*/ 0 w 680365"/>
                    <a:gd name="connsiteY11" fmla="*/ 96638 h 187664"/>
                    <a:gd name="connsiteX12" fmla="*/ 492878 w 680365"/>
                    <a:gd name="connsiteY12" fmla="*/ 96638 h 187664"/>
                    <a:gd name="connsiteX13" fmla="*/ 495773 w 680365"/>
                    <a:gd name="connsiteY13" fmla="*/ 116899 h 187664"/>
                    <a:gd name="connsiteX14" fmla="*/ 89432 w 680365"/>
                    <a:gd name="connsiteY14" fmla="*/ 116840 h 187664"/>
                    <a:gd name="connsiteX15" fmla="*/ 89432 w 680365"/>
                    <a:gd name="connsiteY15" fmla="*/ 122452 h 187664"/>
                    <a:gd name="connsiteX16" fmla="*/ 586504 w 680365"/>
                    <a:gd name="connsiteY16" fmla="*/ 19729 h 187664"/>
                    <a:gd name="connsiteX17" fmla="*/ 660577 w 680365"/>
                    <a:gd name="connsiteY17" fmla="*/ 93803 h 187664"/>
                    <a:gd name="connsiteX18" fmla="*/ 586445 w 680365"/>
                    <a:gd name="connsiteY18" fmla="*/ 167876 h 187664"/>
                    <a:gd name="connsiteX19" fmla="*/ 512371 w 680365"/>
                    <a:gd name="connsiteY19" fmla="*/ 93803 h 187664"/>
                    <a:gd name="connsiteX20" fmla="*/ 586504 w 680365"/>
                    <a:gd name="connsiteY20" fmla="*/ 19729 h 187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80365" h="187664">
                      <a:moveTo>
                        <a:pt x="89491" y="122452"/>
                      </a:moveTo>
                      <a:lnTo>
                        <a:pt x="497545" y="122452"/>
                      </a:lnTo>
                      <a:cubicBezTo>
                        <a:pt x="509713" y="160197"/>
                        <a:pt x="544682" y="187665"/>
                        <a:pt x="586445" y="187665"/>
                      </a:cubicBezTo>
                      <a:cubicBezTo>
                        <a:pt x="638308" y="187665"/>
                        <a:pt x="680366" y="145666"/>
                        <a:pt x="680366" y="93862"/>
                      </a:cubicBezTo>
                      <a:cubicBezTo>
                        <a:pt x="680366" y="41999"/>
                        <a:pt x="638367" y="0"/>
                        <a:pt x="586445" y="0"/>
                      </a:cubicBezTo>
                      <a:cubicBezTo>
                        <a:pt x="544387" y="0"/>
                        <a:pt x="509181" y="27940"/>
                        <a:pt x="497308" y="66099"/>
                      </a:cubicBezTo>
                      <a:lnTo>
                        <a:pt x="89491" y="66099"/>
                      </a:lnTo>
                      <a:lnTo>
                        <a:pt x="89491" y="71711"/>
                      </a:lnTo>
                      <a:lnTo>
                        <a:pt x="495536" y="71711"/>
                      </a:lnTo>
                      <a:cubicBezTo>
                        <a:pt x="494060" y="77972"/>
                        <a:pt x="493114" y="84411"/>
                        <a:pt x="492878" y="91085"/>
                      </a:cubicBezTo>
                      <a:lnTo>
                        <a:pt x="0" y="91085"/>
                      </a:lnTo>
                      <a:lnTo>
                        <a:pt x="0" y="96638"/>
                      </a:lnTo>
                      <a:lnTo>
                        <a:pt x="492878" y="96638"/>
                      </a:lnTo>
                      <a:cubicBezTo>
                        <a:pt x="493056" y="103608"/>
                        <a:pt x="494119" y="110401"/>
                        <a:pt x="495773" y="116899"/>
                      </a:cubicBezTo>
                      <a:lnTo>
                        <a:pt x="89432" y="116840"/>
                      </a:lnTo>
                      <a:lnTo>
                        <a:pt x="89432" y="122452"/>
                      </a:lnTo>
                      <a:close/>
                      <a:moveTo>
                        <a:pt x="586504" y="19729"/>
                      </a:moveTo>
                      <a:cubicBezTo>
                        <a:pt x="627439" y="19729"/>
                        <a:pt x="660636" y="52927"/>
                        <a:pt x="660577" y="93803"/>
                      </a:cubicBezTo>
                      <a:cubicBezTo>
                        <a:pt x="660577" y="134738"/>
                        <a:pt x="627439" y="167876"/>
                        <a:pt x="586445" y="167876"/>
                      </a:cubicBezTo>
                      <a:cubicBezTo>
                        <a:pt x="545509" y="167876"/>
                        <a:pt x="512371" y="134679"/>
                        <a:pt x="512371" y="93803"/>
                      </a:cubicBezTo>
                      <a:cubicBezTo>
                        <a:pt x="512430" y="52868"/>
                        <a:pt x="545568" y="19729"/>
                        <a:pt x="586504" y="19729"/>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74" name="Freeform: Shape 973">
                  <a:extLst>
                    <a:ext uri="{FF2B5EF4-FFF2-40B4-BE49-F238E27FC236}">
                      <a16:creationId xmlns:a16="http://schemas.microsoft.com/office/drawing/2014/main" id="{B8AE82EC-5011-0D85-AAA7-7A869EE9D08D}"/>
                    </a:ext>
                  </a:extLst>
                </p:cNvPr>
                <p:cNvSpPr/>
                <p:nvPr/>
              </p:nvSpPr>
              <p:spPr>
                <a:xfrm>
                  <a:off x="4453269" y="4670941"/>
                  <a:ext cx="115186" cy="115186"/>
                </a:xfrm>
                <a:custGeom>
                  <a:avLst/>
                  <a:gdLst>
                    <a:gd name="connsiteX0" fmla="*/ 57593 w 115186"/>
                    <a:gd name="connsiteY0" fmla="*/ 115186 h 115186"/>
                    <a:gd name="connsiteX1" fmla="*/ 115186 w 115186"/>
                    <a:gd name="connsiteY1" fmla="*/ 57593 h 115186"/>
                    <a:gd name="connsiteX2" fmla="*/ 57593 w 115186"/>
                    <a:gd name="connsiteY2" fmla="*/ 0 h 115186"/>
                    <a:gd name="connsiteX3" fmla="*/ 0 w 115186"/>
                    <a:gd name="connsiteY3" fmla="*/ 57593 h 115186"/>
                    <a:gd name="connsiteX4" fmla="*/ 57593 w 115186"/>
                    <a:gd name="connsiteY4" fmla="*/ 115186 h 115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86" h="115186">
                      <a:moveTo>
                        <a:pt x="57593" y="115186"/>
                      </a:moveTo>
                      <a:cubicBezTo>
                        <a:pt x="89490" y="115186"/>
                        <a:pt x="115186" y="89432"/>
                        <a:pt x="115186" y="57593"/>
                      </a:cubicBezTo>
                      <a:cubicBezTo>
                        <a:pt x="115186" y="25813"/>
                        <a:pt x="89490" y="0"/>
                        <a:pt x="57593" y="0"/>
                      </a:cubicBezTo>
                      <a:cubicBezTo>
                        <a:pt x="25813" y="0"/>
                        <a:pt x="0" y="25813"/>
                        <a:pt x="0" y="57593"/>
                      </a:cubicBezTo>
                      <a:cubicBezTo>
                        <a:pt x="59" y="89432"/>
                        <a:pt x="25813" y="115186"/>
                        <a:pt x="57593" y="11518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834" name="Graphic 4773">
              <a:extLst>
                <a:ext uri="{FF2B5EF4-FFF2-40B4-BE49-F238E27FC236}">
                  <a16:creationId xmlns:a16="http://schemas.microsoft.com/office/drawing/2014/main" id="{19FA5A1C-D157-BE02-38C4-52FAE7746FBD}"/>
                </a:ext>
              </a:extLst>
            </p:cNvPr>
            <p:cNvGrpSpPr/>
            <p:nvPr userDrawn="1"/>
          </p:nvGrpSpPr>
          <p:grpSpPr>
            <a:xfrm>
              <a:off x="6760317" y="7216576"/>
              <a:ext cx="4296304" cy="3636623"/>
              <a:chOff x="8624" y="1576512"/>
              <a:chExt cx="5170376" cy="3982601"/>
            </a:xfrm>
            <a:solidFill>
              <a:schemeClr val="bg1">
                <a:lumMod val="95000"/>
                <a:alpha val="76000"/>
              </a:schemeClr>
            </a:solidFill>
          </p:grpSpPr>
          <p:grpSp>
            <p:nvGrpSpPr>
              <p:cNvPr id="835" name="Graphic 4773">
                <a:extLst>
                  <a:ext uri="{FF2B5EF4-FFF2-40B4-BE49-F238E27FC236}">
                    <a16:creationId xmlns:a16="http://schemas.microsoft.com/office/drawing/2014/main" id="{2439EBFD-3074-44D4-F039-1E9CE108D70B}"/>
                  </a:ext>
                </a:extLst>
              </p:cNvPr>
              <p:cNvGrpSpPr/>
              <p:nvPr/>
            </p:nvGrpSpPr>
            <p:grpSpPr>
              <a:xfrm>
                <a:off x="8624" y="1576512"/>
                <a:ext cx="5170376" cy="3982601"/>
                <a:chOff x="8624" y="1576512"/>
                <a:chExt cx="5170376" cy="3982601"/>
              </a:xfrm>
              <a:grpFill/>
            </p:grpSpPr>
            <p:sp>
              <p:nvSpPr>
                <p:cNvPr id="839" name="Freeform: Shape 838">
                  <a:extLst>
                    <a:ext uri="{FF2B5EF4-FFF2-40B4-BE49-F238E27FC236}">
                      <a16:creationId xmlns:a16="http://schemas.microsoft.com/office/drawing/2014/main" id="{AF4D0303-C1B8-AA31-9080-9B8C11E39CD6}"/>
                    </a:ext>
                  </a:extLst>
                </p:cNvPr>
                <p:cNvSpPr/>
                <p:nvPr/>
              </p:nvSpPr>
              <p:spPr>
                <a:xfrm>
                  <a:off x="1467647" y="2244945"/>
                  <a:ext cx="3526878" cy="437352"/>
                </a:xfrm>
                <a:custGeom>
                  <a:avLst/>
                  <a:gdLst>
                    <a:gd name="connsiteX0" fmla="*/ 2146182 w 3526878"/>
                    <a:gd name="connsiteY0" fmla="*/ 5907 h 437352"/>
                    <a:gd name="connsiteX1" fmla="*/ 1085407 w 3526878"/>
                    <a:gd name="connsiteY1" fmla="*/ 5907 h 437352"/>
                    <a:gd name="connsiteX2" fmla="*/ 967267 w 3526878"/>
                    <a:gd name="connsiteY2" fmla="*/ 124047 h 437352"/>
                    <a:gd name="connsiteX3" fmla="*/ 41467 w 3526878"/>
                    <a:gd name="connsiteY3" fmla="*/ 124047 h 437352"/>
                    <a:gd name="connsiteX4" fmla="*/ 20911 w 3526878"/>
                    <a:gd name="connsiteY4" fmla="*/ 142004 h 437352"/>
                    <a:gd name="connsiteX5" fmla="*/ 0 w 3526878"/>
                    <a:gd name="connsiteY5" fmla="*/ 121093 h 437352"/>
                    <a:gd name="connsiteX6" fmla="*/ 20911 w 3526878"/>
                    <a:gd name="connsiteY6" fmla="*/ 100182 h 437352"/>
                    <a:gd name="connsiteX7" fmla="*/ 41467 w 3526878"/>
                    <a:gd name="connsiteY7" fmla="*/ 118140 h 437352"/>
                    <a:gd name="connsiteX8" fmla="*/ 964787 w 3526878"/>
                    <a:gd name="connsiteY8" fmla="*/ 118140 h 437352"/>
                    <a:gd name="connsiteX9" fmla="*/ 1082926 w 3526878"/>
                    <a:gd name="connsiteY9" fmla="*/ 0 h 437352"/>
                    <a:gd name="connsiteX10" fmla="*/ 2148604 w 3526878"/>
                    <a:gd name="connsiteY10" fmla="*/ 0 h 437352"/>
                    <a:gd name="connsiteX11" fmla="*/ 2562092 w 3526878"/>
                    <a:gd name="connsiteY11" fmla="*/ 413488 h 437352"/>
                    <a:gd name="connsiteX12" fmla="*/ 3485412 w 3526878"/>
                    <a:gd name="connsiteY12" fmla="*/ 413488 h 437352"/>
                    <a:gd name="connsiteX13" fmla="*/ 3505968 w 3526878"/>
                    <a:gd name="connsiteY13" fmla="*/ 395531 h 437352"/>
                    <a:gd name="connsiteX14" fmla="*/ 3526879 w 3526878"/>
                    <a:gd name="connsiteY14" fmla="*/ 416442 h 437352"/>
                    <a:gd name="connsiteX15" fmla="*/ 3505968 w 3526878"/>
                    <a:gd name="connsiteY15" fmla="*/ 437353 h 437352"/>
                    <a:gd name="connsiteX16" fmla="*/ 3485412 w 3526878"/>
                    <a:gd name="connsiteY16" fmla="*/ 419395 h 437352"/>
                    <a:gd name="connsiteX17" fmla="*/ 2559670 w 3526878"/>
                    <a:gd name="connsiteY17" fmla="*/ 419395 h 437352"/>
                    <a:gd name="connsiteX18" fmla="*/ 2146182 w 3526878"/>
                    <a:gd name="connsiteY18" fmla="*/ 5907 h 437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526878" h="437352">
                      <a:moveTo>
                        <a:pt x="2146182" y="5907"/>
                      </a:moveTo>
                      <a:lnTo>
                        <a:pt x="1085407" y="5907"/>
                      </a:lnTo>
                      <a:lnTo>
                        <a:pt x="967267" y="124047"/>
                      </a:lnTo>
                      <a:lnTo>
                        <a:pt x="41467" y="124047"/>
                      </a:lnTo>
                      <a:cubicBezTo>
                        <a:pt x="40049" y="134148"/>
                        <a:pt x="31425" y="142004"/>
                        <a:pt x="20911" y="142004"/>
                      </a:cubicBezTo>
                      <a:cubicBezTo>
                        <a:pt x="9392" y="142004"/>
                        <a:pt x="0" y="132671"/>
                        <a:pt x="0" y="121093"/>
                      </a:cubicBezTo>
                      <a:cubicBezTo>
                        <a:pt x="0" y="109515"/>
                        <a:pt x="9333" y="100182"/>
                        <a:pt x="20911" y="100182"/>
                      </a:cubicBezTo>
                      <a:cubicBezTo>
                        <a:pt x="31425" y="100182"/>
                        <a:pt x="40049" y="107980"/>
                        <a:pt x="41467" y="118140"/>
                      </a:cubicBezTo>
                      <a:lnTo>
                        <a:pt x="964787" y="118140"/>
                      </a:lnTo>
                      <a:lnTo>
                        <a:pt x="1082926" y="0"/>
                      </a:lnTo>
                      <a:lnTo>
                        <a:pt x="2148604" y="0"/>
                      </a:lnTo>
                      <a:lnTo>
                        <a:pt x="2562092" y="413488"/>
                      </a:lnTo>
                      <a:lnTo>
                        <a:pt x="3485412" y="413488"/>
                      </a:lnTo>
                      <a:cubicBezTo>
                        <a:pt x="3486829" y="403388"/>
                        <a:pt x="3495454" y="395531"/>
                        <a:pt x="3505968" y="395531"/>
                      </a:cubicBezTo>
                      <a:cubicBezTo>
                        <a:pt x="3517487" y="395531"/>
                        <a:pt x="3526879" y="404864"/>
                        <a:pt x="3526879" y="416442"/>
                      </a:cubicBezTo>
                      <a:cubicBezTo>
                        <a:pt x="3526879" y="427961"/>
                        <a:pt x="3517546" y="437353"/>
                        <a:pt x="3505968" y="437353"/>
                      </a:cubicBezTo>
                      <a:cubicBezTo>
                        <a:pt x="3495454" y="437353"/>
                        <a:pt x="3486829" y="429555"/>
                        <a:pt x="3485412" y="419395"/>
                      </a:cubicBezTo>
                      <a:lnTo>
                        <a:pt x="2559670" y="419395"/>
                      </a:lnTo>
                      <a:lnTo>
                        <a:pt x="2146182"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40" name="Freeform: Shape 839">
                  <a:extLst>
                    <a:ext uri="{FF2B5EF4-FFF2-40B4-BE49-F238E27FC236}">
                      <a16:creationId xmlns:a16="http://schemas.microsoft.com/office/drawing/2014/main" id="{C8236E0B-BCE3-650A-2B50-E1241FCAC5A6}"/>
                    </a:ext>
                  </a:extLst>
                </p:cNvPr>
                <p:cNvSpPr/>
                <p:nvPr/>
              </p:nvSpPr>
              <p:spPr>
                <a:xfrm>
                  <a:off x="1762996" y="3880942"/>
                  <a:ext cx="2640891" cy="1678172"/>
                </a:xfrm>
                <a:custGeom>
                  <a:avLst/>
                  <a:gdLst>
                    <a:gd name="connsiteX0" fmla="*/ 0 w 2640891"/>
                    <a:gd name="connsiteY0" fmla="*/ 670678 h 1678172"/>
                    <a:gd name="connsiteX1" fmla="*/ 20911 w 2640891"/>
                    <a:gd name="connsiteY1" fmla="*/ 691589 h 1678172"/>
                    <a:gd name="connsiteX2" fmla="*/ 41467 w 2640891"/>
                    <a:gd name="connsiteY2" fmla="*/ 673632 h 1678172"/>
                    <a:gd name="connsiteX3" fmla="*/ 1260136 w 2640891"/>
                    <a:gd name="connsiteY3" fmla="*/ 673632 h 1678172"/>
                    <a:gd name="connsiteX4" fmla="*/ 1857921 w 2640891"/>
                    <a:gd name="connsiteY4" fmla="*/ 1271418 h 1678172"/>
                    <a:gd name="connsiteX5" fmla="*/ 1789696 w 2640891"/>
                    <a:gd name="connsiteY5" fmla="*/ 1438585 h 1678172"/>
                    <a:gd name="connsiteX6" fmla="*/ 2029283 w 2640891"/>
                    <a:gd name="connsiteY6" fmla="*/ 1678172 h 1678172"/>
                    <a:gd name="connsiteX7" fmla="*/ 2268870 w 2640891"/>
                    <a:gd name="connsiteY7" fmla="*/ 1438585 h 1678172"/>
                    <a:gd name="connsiteX8" fmla="*/ 2032236 w 2640891"/>
                    <a:gd name="connsiteY8" fmla="*/ 1199116 h 1678172"/>
                    <a:gd name="connsiteX9" fmla="*/ 2032236 w 2640891"/>
                    <a:gd name="connsiteY9" fmla="*/ 23864 h 1678172"/>
                    <a:gd name="connsiteX10" fmla="*/ 2599424 w 2640891"/>
                    <a:gd name="connsiteY10" fmla="*/ 23864 h 1678172"/>
                    <a:gd name="connsiteX11" fmla="*/ 2619981 w 2640891"/>
                    <a:gd name="connsiteY11" fmla="*/ 41822 h 1678172"/>
                    <a:gd name="connsiteX12" fmla="*/ 2640891 w 2640891"/>
                    <a:gd name="connsiteY12" fmla="*/ 20911 h 1678172"/>
                    <a:gd name="connsiteX13" fmla="*/ 2619981 w 2640891"/>
                    <a:gd name="connsiteY13" fmla="*/ 0 h 1678172"/>
                    <a:gd name="connsiteX14" fmla="*/ 2599424 w 2640891"/>
                    <a:gd name="connsiteY14" fmla="*/ 17957 h 1678172"/>
                    <a:gd name="connsiteX15" fmla="*/ 2026329 w 2640891"/>
                    <a:gd name="connsiteY15" fmla="*/ 17957 h 1678172"/>
                    <a:gd name="connsiteX16" fmla="*/ 2026329 w 2640891"/>
                    <a:gd name="connsiteY16" fmla="*/ 1199116 h 1678172"/>
                    <a:gd name="connsiteX17" fmla="*/ 1862116 w 2640891"/>
                    <a:gd name="connsiteY17" fmla="*/ 1267283 h 1678172"/>
                    <a:gd name="connsiteX18" fmla="*/ 1262617 w 2640891"/>
                    <a:gd name="connsiteY18" fmla="*/ 667725 h 1678172"/>
                    <a:gd name="connsiteX19" fmla="*/ 41467 w 2640891"/>
                    <a:gd name="connsiteY19" fmla="*/ 667725 h 1678172"/>
                    <a:gd name="connsiteX20" fmla="*/ 20911 w 2640891"/>
                    <a:gd name="connsiteY20" fmla="*/ 649768 h 1678172"/>
                    <a:gd name="connsiteX21" fmla="*/ 0 w 2640891"/>
                    <a:gd name="connsiteY21" fmla="*/ 670678 h 1678172"/>
                    <a:gd name="connsiteX22" fmla="*/ 2026329 w 2640891"/>
                    <a:gd name="connsiteY22" fmla="*/ 1379456 h 1678172"/>
                    <a:gd name="connsiteX23" fmla="*/ 1989529 w 2640891"/>
                    <a:gd name="connsiteY23" fmla="*/ 1394696 h 1678172"/>
                    <a:gd name="connsiteX24" fmla="*/ 1866250 w 2640891"/>
                    <a:gd name="connsiteY24" fmla="*/ 1271418 h 1678172"/>
                    <a:gd name="connsiteX25" fmla="*/ 2026329 w 2640891"/>
                    <a:gd name="connsiteY25" fmla="*/ 1205023 h 1678172"/>
                    <a:gd name="connsiteX26" fmla="*/ 2026329 w 2640891"/>
                    <a:gd name="connsiteY26" fmla="*/ 1379456 h 1678172"/>
                    <a:gd name="connsiteX27" fmla="*/ 1862116 w 2640891"/>
                    <a:gd name="connsiteY27" fmla="*/ 1275612 h 1678172"/>
                    <a:gd name="connsiteX28" fmla="*/ 1985394 w 2640891"/>
                    <a:gd name="connsiteY28" fmla="*/ 1398890 h 1678172"/>
                    <a:gd name="connsiteX29" fmla="*/ 1970036 w 2640891"/>
                    <a:gd name="connsiteY29" fmla="*/ 1438644 h 1678172"/>
                    <a:gd name="connsiteX30" fmla="*/ 2029283 w 2640891"/>
                    <a:gd name="connsiteY30" fmla="*/ 1497891 h 1678172"/>
                    <a:gd name="connsiteX31" fmla="*/ 2088530 w 2640891"/>
                    <a:gd name="connsiteY31" fmla="*/ 1438644 h 1678172"/>
                    <a:gd name="connsiteX32" fmla="*/ 2032236 w 2640891"/>
                    <a:gd name="connsiteY32" fmla="*/ 1379515 h 1678172"/>
                    <a:gd name="connsiteX33" fmla="*/ 2032236 w 2640891"/>
                    <a:gd name="connsiteY33" fmla="*/ 1205023 h 1678172"/>
                    <a:gd name="connsiteX34" fmla="*/ 2262963 w 2640891"/>
                    <a:gd name="connsiteY34" fmla="*/ 1438585 h 1678172"/>
                    <a:gd name="connsiteX35" fmla="*/ 2029283 w 2640891"/>
                    <a:gd name="connsiteY35" fmla="*/ 1672265 h 1678172"/>
                    <a:gd name="connsiteX36" fmla="*/ 1795603 w 2640891"/>
                    <a:gd name="connsiteY36" fmla="*/ 1438585 h 1678172"/>
                    <a:gd name="connsiteX37" fmla="*/ 1862116 w 2640891"/>
                    <a:gd name="connsiteY37" fmla="*/ 1275612 h 16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640891" h="1678172">
                      <a:moveTo>
                        <a:pt x="0" y="670678"/>
                      </a:moveTo>
                      <a:cubicBezTo>
                        <a:pt x="0" y="682197"/>
                        <a:pt x="9333" y="691589"/>
                        <a:pt x="20911" y="691589"/>
                      </a:cubicBezTo>
                      <a:cubicBezTo>
                        <a:pt x="31425" y="691589"/>
                        <a:pt x="40049" y="683792"/>
                        <a:pt x="41467" y="673632"/>
                      </a:cubicBezTo>
                      <a:lnTo>
                        <a:pt x="1260136" y="673632"/>
                      </a:lnTo>
                      <a:lnTo>
                        <a:pt x="1857921" y="1271418"/>
                      </a:lnTo>
                      <a:cubicBezTo>
                        <a:pt x="1815746" y="1314598"/>
                        <a:pt x="1789696" y="1373608"/>
                        <a:pt x="1789696" y="1438585"/>
                      </a:cubicBezTo>
                      <a:cubicBezTo>
                        <a:pt x="1789696" y="1570665"/>
                        <a:pt x="1897144" y="1678172"/>
                        <a:pt x="2029283" y="1678172"/>
                      </a:cubicBezTo>
                      <a:cubicBezTo>
                        <a:pt x="2161363" y="1678172"/>
                        <a:pt x="2268870" y="1570724"/>
                        <a:pt x="2268870" y="1438585"/>
                      </a:cubicBezTo>
                      <a:cubicBezTo>
                        <a:pt x="2268870" y="1307450"/>
                        <a:pt x="2163017" y="1200711"/>
                        <a:pt x="2032236" y="1199116"/>
                      </a:cubicBezTo>
                      <a:lnTo>
                        <a:pt x="2032236" y="23864"/>
                      </a:lnTo>
                      <a:lnTo>
                        <a:pt x="2599424" y="23864"/>
                      </a:lnTo>
                      <a:cubicBezTo>
                        <a:pt x="2600842" y="33965"/>
                        <a:pt x="2609466" y="41822"/>
                        <a:pt x="2619981" y="41822"/>
                      </a:cubicBezTo>
                      <a:cubicBezTo>
                        <a:pt x="2631499" y="41822"/>
                        <a:pt x="2640891" y="32488"/>
                        <a:pt x="2640891" y="20911"/>
                      </a:cubicBezTo>
                      <a:cubicBezTo>
                        <a:pt x="2640891" y="9392"/>
                        <a:pt x="2631558" y="0"/>
                        <a:pt x="2619981" y="0"/>
                      </a:cubicBezTo>
                      <a:cubicBezTo>
                        <a:pt x="2609466" y="0"/>
                        <a:pt x="2600842" y="7797"/>
                        <a:pt x="2599424" y="17957"/>
                      </a:cubicBezTo>
                      <a:lnTo>
                        <a:pt x="2026329" y="17957"/>
                      </a:lnTo>
                      <a:lnTo>
                        <a:pt x="2026329" y="1199116"/>
                      </a:lnTo>
                      <a:cubicBezTo>
                        <a:pt x="1962534" y="1199884"/>
                        <a:pt x="1904646" y="1225757"/>
                        <a:pt x="1862116" y="1267283"/>
                      </a:cubicBezTo>
                      <a:lnTo>
                        <a:pt x="1262617" y="667725"/>
                      </a:lnTo>
                      <a:lnTo>
                        <a:pt x="41467" y="667725"/>
                      </a:lnTo>
                      <a:cubicBezTo>
                        <a:pt x="40049" y="657624"/>
                        <a:pt x="31425" y="649768"/>
                        <a:pt x="20911" y="649768"/>
                      </a:cubicBezTo>
                      <a:cubicBezTo>
                        <a:pt x="9333" y="649827"/>
                        <a:pt x="0" y="659159"/>
                        <a:pt x="0" y="670678"/>
                      </a:cubicBezTo>
                      <a:close/>
                      <a:moveTo>
                        <a:pt x="2026329" y="1379456"/>
                      </a:moveTo>
                      <a:cubicBezTo>
                        <a:pt x="2012212" y="1380165"/>
                        <a:pt x="1999394" y="1385777"/>
                        <a:pt x="1989529" y="1394696"/>
                      </a:cubicBezTo>
                      <a:lnTo>
                        <a:pt x="1866250" y="1271418"/>
                      </a:lnTo>
                      <a:cubicBezTo>
                        <a:pt x="1907717" y="1230955"/>
                        <a:pt x="1964129" y="1205791"/>
                        <a:pt x="2026329" y="1205023"/>
                      </a:cubicBezTo>
                      <a:lnTo>
                        <a:pt x="2026329" y="1379456"/>
                      </a:lnTo>
                      <a:close/>
                      <a:moveTo>
                        <a:pt x="1862116" y="1275612"/>
                      </a:moveTo>
                      <a:lnTo>
                        <a:pt x="1985394" y="1398890"/>
                      </a:lnTo>
                      <a:cubicBezTo>
                        <a:pt x="1975884" y="1409405"/>
                        <a:pt x="1970036" y="1423286"/>
                        <a:pt x="1970036" y="1438644"/>
                      </a:cubicBezTo>
                      <a:cubicBezTo>
                        <a:pt x="1970036" y="1471369"/>
                        <a:pt x="1996558" y="1497891"/>
                        <a:pt x="2029283" y="1497891"/>
                      </a:cubicBezTo>
                      <a:cubicBezTo>
                        <a:pt x="2062007" y="1497891"/>
                        <a:pt x="2088530" y="1471369"/>
                        <a:pt x="2088530" y="1438644"/>
                      </a:cubicBezTo>
                      <a:cubicBezTo>
                        <a:pt x="2088530" y="1406865"/>
                        <a:pt x="2063602" y="1381051"/>
                        <a:pt x="2032236" y="1379515"/>
                      </a:cubicBezTo>
                      <a:lnTo>
                        <a:pt x="2032236" y="1205023"/>
                      </a:lnTo>
                      <a:cubicBezTo>
                        <a:pt x="2159709" y="1206618"/>
                        <a:pt x="2262963" y="1310758"/>
                        <a:pt x="2262963" y="1438585"/>
                      </a:cubicBezTo>
                      <a:cubicBezTo>
                        <a:pt x="2262963" y="1567416"/>
                        <a:pt x="2158114" y="1672265"/>
                        <a:pt x="2029283" y="1672265"/>
                      </a:cubicBezTo>
                      <a:cubicBezTo>
                        <a:pt x="1900452" y="1672265"/>
                        <a:pt x="1795603" y="1567416"/>
                        <a:pt x="1795603" y="1438585"/>
                      </a:cubicBezTo>
                      <a:cubicBezTo>
                        <a:pt x="1795603" y="1375262"/>
                        <a:pt x="1821003" y="1317729"/>
                        <a:pt x="1862116" y="1275612"/>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41" name="Freeform: Shape 840">
                  <a:extLst>
                    <a:ext uri="{FF2B5EF4-FFF2-40B4-BE49-F238E27FC236}">
                      <a16:creationId xmlns:a16="http://schemas.microsoft.com/office/drawing/2014/main" id="{08AC3D9A-B96E-90CF-C6BB-AA823B52B30D}"/>
                    </a:ext>
                  </a:extLst>
                </p:cNvPr>
                <p:cNvSpPr/>
                <p:nvPr/>
              </p:nvSpPr>
              <p:spPr>
                <a:xfrm>
                  <a:off x="345321" y="4176350"/>
                  <a:ext cx="2877111" cy="201073"/>
                </a:xfrm>
                <a:custGeom>
                  <a:avLst/>
                  <a:gdLst>
                    <a:gd name="connsiteX0" fmla="*/ 20911 w 2877111"/>
                    <a:gd name="connsiteY0" fmla="*/ 0 h 201073"/>
                    <a:gd name="connsiteX1" fmla="*/ 41467 w 2877111"/>
                    <a:gd name="connsiteY1" fmla="*/ 17957 h 201073"/>
                    <a:gd name="connsiteX2" fmla="*/ 849069 w 2877111"/>
                    <a:gd name="connsiteY2" fmla="*/ 17957 h 201073"/>
                    <a:gd name="connsiteX3" fmla="*/ 1026278 w 2877111"/>
                    <a:gd name="connsiteY3" fmla="*/ 195166 h 201073"/>
                    <a:gd name="connsiteX4" fmla="*/ 1438585 w 2877111"/>
                    <a:gd name="connsiteY4" fmla="*/ 195166 h 201073"/>
                    <a:gd name="connsiteX5" fmla="*/ 1850833 w 2877111"/>
                    <a:gd name="connsiteY5" fmla="*/ 195166 h 201073"/>
                    <a:gd name="connsiteX6" fmla="*/ 2028042 w 2877111"/>
                    <a:gd name="connsiteY6" fmla="*/ 17957 h 201073"/>
                    <a:gd name="connsiteX7" fmla="*/ 2835644 w 2877111"/>
                    <a:gd name="connsiteY7" fmla="*/ 17957 h 201073"/>
                    <a:gd name="connsiteX8" fmla="*/ 2856201 w 2877111"/>
                    <a:gd name="connsiteY8" fmla="*/ 0 h 201073"/>
                    <a:gd name="connsiteX9" fmla="*/ 2877111 w 2877111"/>
                    <a:gd name="connsiteY9" fmla="*/ 20911 h 201073"/>
                    <a:gd name="connsiteX10" fmla="*/ 2856201 w 2877111"/>
                    <a:gd name="connsiteY10" fmla="*/ 41821 h 201073"/>
                    <a:gd name="connsiteX11" fmla="*/ 2835644 w 2877111"/>
                    <a:gd name="connsiteY11" fmla="*/ 23864 h 201073"/>
                    <a:gd name="connsiteX12" fmla="*/ 2030523 w 2877111"/>
                    <a:gd name="connsiteY12" fmla="*/ 23864 h 201073"/>
                    <a:gd name="connsiteX13" fmla="*/ 1853314 w 2877111"/>
                    <a:gd name="connsiteY13" fmla="*/ 201073 h 201073"/>
                    <a:gd name="connsiteX14" fmla="*/ 1438585 w 2877111"/>
                    <a:gd name="connsiteY14" fmla="*/ 201073 h 201073"/>
                    <a:gd name="connsiteX15" fmla="*/ 1023856 w 2877111"/>
                    <a:gd name="connsiteY15" fmla="*/ 201073 h 201073"/>
                    <a:gd name="connsiteX16" fmla="*/ 846647 w 2877111"/>
                    <a:gd name="connsiteY16" fmla="*/ 23864 h 201073"/>
                    <a:gd name="connsiteX17" fmla="*/ 41467 w 2877111"/>
                    <a:gd name="connsiteY17" fmla="*/ 23864 h 201073"/>
                    <a:gd name="connsiteX18" fmla="*/ 20911 w 2877111"/>
                    <a:gd name="connsiteY18" fmla="*/ 41821 h 201073"/>
                    <a:gd name="connsiteX19" fmla="*/ 0 w 2877111"/>
                    <a:gd name="connsiteY19" fmla="*/ 20911 h 201073"/>
                    <a:gd name="connsiteX20" fmla="*/ 20911 w 2877111"/>
                    <a:gd name="connsiteY20" fmla="*/ 0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877111" h="201073">
                      <a:moveTo>
                        <a:pt x="20911" y="0"/>
                      </a:moveTo>
                      <a:cubicBezTo>
                        <a:pt x="31425" y="0"/>
                        <a:pt x="40049" y="7797"/>
                        <a:pt x="41467" y="17957"/>
                      </a:cubicBezTo>
                      <a:lnTo>
                        <a:pt x="849069" y="17957"/>
                      </a:lnTo>
                      <a:lnTo>
                        <a:pt x="1026278" y="195166"/>
                      </a:lnTo>
                      <a:lnTo>
                        <a:pt x="1438585" y="195166"/>
                      </a:lnTo>
                      <a:lnTo>
                        <a:pt x="1850833" y="195166"/>
                      </a:lnTo>
                      <a:lnTo>
                        <a:pt x="2028042" y="17957"/>
                      </a:lnTo>
                      <a:lnTo>
                        <a:pt x="2835644" y="17957"/>
                      </a:lnTo>
                      <a:cubicBezTo>
                        <a:pt x="2837062" y="7856"/>
                        <a:pt x="2845686" y="0"/>
                        <a:pt x="2856201" y="0"/>
                      </a:cubicBezTo>
                      <a:cubicBezTo>
                        <a:pt x="2867719" y="0"/>
                        <a:pt x="2877111" y="9333"/>
                        <a:pt x="2877111" y="20911"/>
                      </a:cubicBezTo>
                      <a:cubicBezTo>
                        <a:pt x="2877111" y="32429"/>
                        <a:pt x="2867778" y="41821"/>
                        <a:pt x="2856201" y="41821"/>
                      </a:cubicBezTo>
                      <a:cubicBezTo>
                        <a:pt x="2845686" y="41821"/>
                        <a:pt x="2837062" y="34024"/>
                        <a:pt x="2835644" y="23864"/>
                      </a:cubicBezTo>
                      <a:lnTo>
                        <a:pt x="2030523" y="23864"/>
                      </a:lnTo>
                      <a:lnTo>
                        <a:pt x="1853314" y="201073"/>
                      </a:lnTo>
                      <a:lnTo>
                        <a:pt x="1438585" y="201073"/>
                      </a:lnTo>
                      <a:lnTo>
                        <a:pt x="1023856" y="201073"/>
                      </a:lnTo>
                      <a:lnTo>
                        <a:pt x="846647" y="23864"/>
                      </a:lnTo>
                      <a:lnTo>
                        <a:pt x="41467" y="23864"/>
                      </a:lnTo>
                      <a:cubicBezTo>
                        <a:pt x="40049" y="33965"/>
                        <a:pt x="31425" y="41821"/>
                        <a:pt x="20911" y="41821"/>
                      </a:cubicBezTo>
                      <a:cubicBezTo>
                        <a:pt x="9392" y="41821"/>
                        <a:pt x="0" y="32488"/>
                        <a:pt x="0" y="20911"/>
                      </a:cubicBezTo>
                      <a:cubicBezTo>
                        <a:pt x="0" y="9333"/>
                        <a:pt x="9333" y="0"/>
                        <a:pt x="20911" y="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42" name="Freeform: Shape 841">
                  <a:extLst>
                    <a:ext uri="{FF2B5EF4-FFF2-40B4-BE49-F238E27FC236}">
                      <a16:creationId xmlns:a16="http://schemas.microsoft.com/office/drawing/2014/main" id="{650C44A3-CB06-6CC0-4F46-9C6E93492AC8}"/>
                    </a:ext>
                  </a:extLst>
                </p:cNvPr>
                <p:cNvSpPr/>
                <p:nvPr/>
              </p:nvSpPr>
              <p:spPr>
                <a:xfrm>
                  <a:off x="8624" y="2522337"/>
                  <a:ext cx="4749622" cy="1737182"/>
                </a:xfrm>
                <a:custGeom>
                  <a:avLst/>
                  <a:gdLst>
                    <a:gd name="connsiteX0" fmla="*/ 0 w 4749622"/>
                    <a:gd name="connsiteY0" fmla="*/ 552539 h 1737182"/>
                    <a:gd name="connsiteX1" fmla="*/ 20911 w 4749622"/>
                    <a:gd name="connsiteY1" fmla="*/ 573449 h 1737182"/>
                    <a:gd name="connsiteX2" fmla="*/ 41467 w 4749622"/>
                    <a:gd name="connsiteY2" fmla="*/ 555492 h 1737182"/>
                    <a:gd name="connsiteX3" fmla="*/ 1185767 w 4749622"/>
                    <a:gd name="connsiteY3" fmla="*/ 555492 h 1737182"/>
                    <a:gd name="connsiteX4" fmla="*/ 1362976 w 4749622"/>
                    <a:gd name="connsiteY4" fmla="*/ 378283 h 1737182"/>
                    <a:gd name="connsiteX5" fmla="*/ 1716863 w 4749622"/>
                    <a:gd name="connsiteY5" fmla="*/ 378283 h 1737182"/>
                    <a:gd name="connsiteX6" fmla="*/ 1772270 w 4749622"/>
                    <a:gd name="connsiteY6" fmla="*/ 433690 h 1737182"/>
                    <a:gd name="connsiteX7" fmla="*/ 1772270 w 4749622"/>
                    <a:gd name="connsiteY7" fmla="*/ 1258127 h 1737182"/>
                    <a:gd name="connsiteX8" fmla="*/ 1535637 w 4749622"/>
                    <a:gd name="connsiteY8" fmla="*/ 1497596 h 1737182"/>
                    <a:gd name="connsiteX9" fmla="*/ 1775224 w 4749622"/>
                    <a:gd name="connsiteY9" fmla="*/ 1737183 h 1737182"/>
                    <a:gd name="connsiteX10" fmla="*/ 2014811 w 4749622"/>
                    <a:gd name="connsiteY10" fmla="*/ 1497596 h 1737182"/>
                    <a:gd name="connsiteX11" fmla="*/ 1946585 w 4749622"/>
                    <a:gd name="connsiteY11" fmla="*/ 1330428 h 1737182"/>
                    <a:gd name="connsiteX12" fmla="*/ 2367162 w 4749622"/>
                    <a:gd name="connsiteY12" fmla="*/ 909852 h 1737182"/>
                    <a:gd name="connsiteX13" fmla="*/ 3664275 w 4749622"/>
                    <a:gd name="connsiteY13" fmla="*/ 909852 h 1737182"/>
                    <a:gd name="connsiteX14" fmla="*/ 3959624 w 4749622"/>
                    <a:gd name="connsiteY14" fmla="*/ 1205200 h 1737182"/>
                    <a:gd name="connsiteX15" fmla="*/ 4708156 w 4749622"/>
                    <a:gd name="connsiteY15" fmla="*/ 1205200 h 1737182"/>
                    <a:gd name="connsiteX16" fmla="*/ 4728712 w 4749622"/>
                    <a:gd name="connsiteY16" fmla="*/ 1223158 h 1737182"/>
                    <a:gd name="connsiteX17" fmla="*/ 4749623 w 4749622"/>
                    <a:gd name="connsiteY17" fmla="*/ 1202247 h 1737182"/>
                    <a:gd name="connsiteX18" fmla="*/ 4728712 w 4749622"/>
                    <a:gd name="connsiteY18" fmla="*/ 1181336 h 1737182"/>
                    <a:gd name="connsiteX19" fmla="*/ 4708156 w 4749622"/>
                    <a:gd name="connsiteY19" fmla="*/ 1199293 h 1737182"/>
                    <a:gd name="connsiteX20" fmla="*/ 3962105 w 4749622"/>
                    <a:gd name="connsiteY20" fmla="*/ 1199293 h 1737182"/>
                    <a:gd name="connsiteX21" fmla="*/ 3666756 w 4749622"/>
                    <a:gd name="connsiteY21" fmla="*/ 903945 h 1737182"/>
                    <a:gd name="connsiteX22" fmla="*/ 2364740 w 4749622"/>
                    <a:gd name="connsiteY22" fmla="*/ 903945 h 1737182"/>
                    <a:gd name="connsiteX23" fmla="*/ 1942450 w 4749622"/>
                    <a:gd name="connsiteY23" fmla="*/ 1326235 h 1737182"/>
                    <a:gd name="connsiteX24" fmla="*/ 1778236 w 4749622"/>
                    <a:gd name="connsiteY24" fmla="*/ 1258068 h 1737182"/>
                    <a:gd name="connsiteX25" fmla="*/ 1778236 w 4749622"/>
                    <a:gd name="connsiteY25" fmla="*/ 433690 h 1737182"/>
                    <a:gd name="connsiteX26" fmla="*/ 1833644 w 4749622"/>
                    <a:gd name="connsiteY26" fmla="*/ 378283 h 1737182"/>
                    <a:gd name="connsiteX27" fmla="*/ 2719159 w 4749622"/>
                    <a:gd name="connsiteY27" fmla="*/ 378283 h 1737182"/>
                    <a:gd name="connsiteX28" fmla="*/ 2955438 w 4749622"/>
                    <a:gd name="connsiteY28" fmla="*/ 614562 h 1737182"/>
                    <a:gd name="connsiteX29" fmla="*/ 4058389 w 4749622"/>
                    <a:gd name="connsiteY29" fmla="*/ 614562 h 1737182"/>
                    <a:gd name="connsiteX30" fmla="*/ 4078945 w 4749622"/>
                    <a:gd name="connsiteY30" fmla="*/ 632519 h 1737182"/>
                    <a:gd name="connsiteX31" fmla="*/ 4099856 w 4749622"/>
                    <a:gd name="connsiteY31" fmla="*/ 611608 h 1737182"/>
                    <a:gd name="connsiteX32" fmla="*/ 4078945 w 4749622"/>
                    <a:gd name="connsiteY32" fmla="*/ 590698 h 1737182"/>
                    <a:gd name="connsiteX33" fmla="*/ 4058389 w 4749622"/>
                    <a:gd name="connsiteY33" fmla="*/ 608655 h 1737182"/>
                    <a:gd name="connsiteX34" fmla="*/ 2957919 w 4749622"/>
                    <a:gd name="connsiteY34" fmla="*/ 608655 h 1737182"/>
                    <a:gd name="connsiteX35" fmla="*/ 2721640 w 4749622"/>
                    <a:gd name="connsiteY35" fmla="*/ 372376 h 1737182"/>
                    <a:gd name="connsiteX36" fmla="*/ 1833644 w 4749622"/>
                    <a:gd name="connsiteY36" fmla="*/ 372376 h 1737182"/>
                    <a:gd name="connsiteX37" fmla="*/ 1778236 w 4749622"/>
                    <a:gd name="connsiteY37" fmla="*/ 316968 h 1737182"/>
                    <a:gd name="connsiteX38" fmla="*/ 1778236 w 4749622"/>
                    <a:gd name="connsiteY38" fmla="*/ 17957 h 1737182"/>
                    <a:gd name="connsiteX39" fmla="*/ 909793 w 4749622"/>
                    <a:gd name="connsiteY39" fmla="*/ 17957 h 1737182"/>
                    <a:gd name="connsiteX40" fmla="*/ 889236 w 4749622"/>
                    <a:gd name="connsiteY40" fmla="*/ 0 h 1737182"/>
                    <a:gd name="connsiteX41" fmla="*/ 868326 w 4749622"/>
                    <a:gd name="connsiteY41" fmla="*/ 20911 h 1737182"/>
                    <a:gd name="connsiteX42" fmla="*/ 889236 w 4749622"/>
                    <a:gd name="connsiteY42" fmla="*/ 41821 h 1737182"/>
                    <a:gd name="connsiteX43" fmla="*/ 909793 w 4749622"/>
                    <a:gd name="connsiteY43" fmla="*/ 23864 h 1737182"/>
                    <a:gd name="connsiteX44" fmla="*/ 1772329 w 4749622"/>
                    <a:gd name="connsiteY44" fmla="*/ 23864 h 1737182"/>
                    <a:gd name="connsiteX45" fmla="*/ 1772329 w 4749622"/>
                    <a:gd name="connsiteY45" fmla="*/ 316968 h 1737182"/>
                    <a:gd name="connsiteX46" fmla="*/ 1716922 w 4749622"/>
                    <a:gd name="connsiteY46" fmla="*/ 372376 h 1737182"/>
                    <a:gd name="connsiteX47" fmla="*/ 1360613 w 4749622"/>
                    <a:gd name="connsiteY47" fmla="*/ 372376 h 1737182"/>
                    <a:gd name="connsiteX48" fmla="*/ 1183404 w 4749622"/>
                    <a:gd name="connsiteY48" fmla="*/ 549585 h 1737182"/>
                    <a:gd name="connsiteX49" fmla="*/ 41467 w 4749622"/>
                    <a:gd name="connsiteY49" fmla="*/ 549585 h 1737182"/>
                    <a:gd name="connsiteX50" fmla="*/ 20911 w 4749622"/>
                    <a:gd name="connsiteY50" fmla="*/ 531628 h 1737182"/>
                    <a:gd name="connsiteX51" fmla="*/ 0 w 4749622"/>
                    <a:gd name="connsiteY51" fmla="*/ 552539 h 1737182"/>
                    <a:gd name="connsiteX52" fmla="*/ 1938256 w 4749622"/>
                    <a:gd name="connsiteY52" fmla="*/ 1330488 h 1737182"/>
                    <a:gd name="connsiteX53" fmla="*/ 1814623 w 4749622"/>
                    <a:gd name="connsiteY53" fmla="*/ 1454120 h 1737182"/>
                    <a:gd name="connsiteX54" fmla="*/ 1778177 w 4749622"/>
                    <a:gd name="connsiteY54" fmla="*/ 1439058 h 1737182"/>
                    <a:gd name="connsiteX55" fmla="*/ 1778177 w 4749622"/>
                    <a:gd name="connsiteY55" fmla="*/ 1264093 h 1737182"/>
                    <a:gd name="connsiteX56" fmla="*/ 1938256 w 4749622"/>
                    <a:gd name="connsiteY56" fmla="*/ 1330488 h 1737182"/>
                    <a:gd name="connsiteX57" fmla="*/ 1772329 w 4749622"/>
                    <a:gd name="connsiteY57" fmla="*/ 1264093 h 1737182"/>
                    <a:gd name="connsiteX58" fmla="*/ 1772329 w 4749622"/>
                    <a:gd name="connsiteY58" fmla="*/ 1439058 h 1737182"/>
                    <a:gd name="connsiteX59" fmla="*/ 1716508 w 4749622"/>
                    <a:gd name="connsiteY59" fmla="*/ 1497714 h 1737182"/>
                    <a:gd name="connsiteX60" fmla="*/ 1775283 w 4749622"/>
                    <a:gd name="connsiteY60" fmla="*/ 1556489 h 1737182"/>
                    <a:gd name="connsiteX61" fmla="*/ 1834057 w 4749622"/>
                    <a:gd name="connsiteY61" fmla="*/ 1497714 h 1737182"/>
                    <a:gd name="connsiteX62" fmla="*/ 1818817 w 4749622"/>
                    <a:gd name="connsiteY62" fmla="*/ 1458315 h 1737182"/>
                    <a:gd name="connsiteX63" fmla="*/ 1942450 w 4749622"/>
                    <a:gd name="connsiteY63" fmla="*/ 1334682 h 1737182"/>
                    <a:gd name="connsiteX64" fmla="*/ 2008904 w 4749622"/>
                    <a:gd name="connsiteY64" fmla="*/ 1497714 h 1737182"/>
                    <a:gd name="connsiteX65" fmla="*/ 1775224 w 4749622"/>
                    <a:gd name="connsiteY65" fmla="*/ 1731394 h 1737182"/>
                    <a:gd name="connsiteX66" fmla="*/ 1541544 w 4749622"/>
                    <a:gd name="connsiteY66" fmla="*/ 1497714 h 1737182"/>
                    <a:gd name="connsiteX67" fmla="*/ 1772329 w 4749622"/>
                    <a:gd name="connsiteY67" fmla="*/ 1264093 h 173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4749622" h="1737182">
                      <a:moveTo>
                        <a:pt x="0" y="552539"/>
                      </a:moveTo>
                      <a:cubicBezTo>
                        <a:pt x="0" y="564057"/>
                        <a:pt x="9333" y="573449"/>
                        <a:pt x="20911" y="573449"/>
                      </a:cubicBezTo>
                      <a:cubicBezTo>
                        <a:pt x="31425" y="573449"/>
                        <a:pt x="40049" y="565652"/>
                        <a:pt x="41467" y="555492"/>
                      </a:cubicBezTo>
                      <a:lnTo>
                        <a:pt x="1185767" y="555492"/>
                      </a:lnTo>
                      <a:lnTo>
                        <a:pt x="1362976" y="378283"/>
                      </a:lnTo>
                      <a:lnTo>
                        <a:pt x="1716863" y="378283"/>
                      </a:lnTo>
                      <a:cubicBezTo>
                        <a:pt x="1718340" y="408231"/>
                        <a:pt x="1742322" y="432213"/>
                        <a:pt x="1772270" y="433690"/>
                      </a:cubicBezTo>
                      <a:lnTo>
                        <a:pt x="1772270" y="1258127"/>
                      </a:lnTo>
                      <a:cubicBezTo>
                        <a:pt x="1641549" y="1259722"/>
                        <a:pt x="1535637" y="1366520"/>
                        <a:pt x="1535637" y="1497596"/>
                      </a:cubicBezTo>
                      <a:cubicBezTo>
                        <a:pt x="1535637" y="1629676"/>
                        <a:pt x="1643085" y="1737183"/>
                        <a:pt x="1775224" y="1737183"/>
                      </a:cubicBezTo>
                      <a:cubicBezTo>
                        <a:pt x="1907304" y="1737183"/>
                        <a:pt x="2014811" y="1629735"/>
                        <a:pt x="2014811" y="1497596"/>
                      </a:cubicBezTo>
                      <a:cubicBezTo>
                        <a:pt x="2014811" y="1432619"/>
                        <a:pt x="1988761" y="1373608"/>
                        <a:pt x="1946585" y="1330428"/>
                      </a:cubicBezTo>
                      <a:lnTo>
                        <a:pt x="2367162" y="909852"/>
                      </a:lnTo>
                      <a:lnTo>
                        <a:pt x="3664275" y="909852"/>
                      </a:lnTo>
                      <a:lnTo>
                        <a:pt x="3959624" y="1205200"/>
                      </a:lnTo>
                      <a:lnTo>
                        <a:pt x="4708156" y="1205200"/>
                      </a:lnTo>
                      <a:cubicBezTo>
                        <a:pt x="4709574" y="1215301"/>
                        <a:pt x="4718198" y="1223158"/>
                        <a:pt x="4728712" y="1223158"/>
                      </a:cubicBezTo>
                      <a:cubicBezTo>
                        <a:pt x="4740231" y="1223158"/>
                        <a:pt x="4749623" y="1213825"/>
                        <a:pt x="4749623" y="1202247"/>
                      </a:cubicBezTo>
                      <a:cubicBezTo>
                        <a:pt x="4749623" y="1190729"/>
                        <a:pt x="4740290" y="1181336"/>
                        <a:pt x="4728712" y="1181336"/>
                      </a:cubicBezTo>
                      <a:cubicBezTo>
                        <a:pt x="4718198" y="1181336"/>
                        <a:pt x="4709574" y="1189134"/>
                        <a:pt x="4708156" y="1199293"/>
                      </a:cubicBezTo>
                      <a:lnTo>
                        <a:pt x="3962105" y="1199293"/>
                      </a:lnTo>
                      <a:lnTo>
                        <a:pt x="3666756" y="903945"/>
                      </a:lnTo>
                      <a:lnTo>
                        <a:pt x="2364740" y="903945"/>
                      </a:lnTo>
                      <a:lnTo>
                        <a:pt x="1942450" y="1326235"/>
                      </a:lnTo>
                      <a:cubicBezTo>
                        <a:pt x="1899920" y="1284708"/>
                        <a:pt x="1842032" y="1258895"/>
                        <a:pt x="1778236" y="1258068"/>
                      </a:cubicBezTo>
                      <a:lnTo>
                        <a:pt x="1778236" y="433690"/>
                      </a:lnTo>
                      <a:cubicBezTo>
                        <a:pt x="1808185" y="432213"/>
                        <a:pt x="1832167" y="408231"/>
                        <a:pt x="1833644" y="378283"/>
                      </a:cubicBezTo>
                      <a:lnTo>
                        <a:pt x="2719159" y="378283"/>
                      </a:lnTo>
                      <a:lnTo>
                        <a:pt x="2955438" y="614562"/>
                      </a:lnTo>
                      <a:lnTo>
                        <a:pt x="4058389" y="614562"/>
                      </a:lnTo>
                      <a:cubicBezTo>
                        <a:pt x="4059806" y="624663"/>
                        <a:pt x="4068430" y="632519"/>
                        <a:pt x="4078945" y="632519"/>
                      </a:cubicBezTo>
                      <a:cubicBezTo>
                        <a:pt x="4090463" y="632519"/>
                        <a:pt x="4099856" y="623186"/>
                        <a:pt x="4099856" y="611608"/>
                      </a:cubicBezTo>
                      <a:cubicBezTo>
                        <a:pt x="4099856" y="600031"/>
                        <a:pt x="4090523" y="590698"/>
                        <a:pt x="4078945" y="590698"/>
                      </a:cubicBezTo>
                      <a:cubicBezTo>
                        <a:pt x="4068430" y="590698"/>
                        <a:pt x="4059806" y="598495"/>
                        <a:pt x="4058389" y="608655"/>
                      </a:cubicBezTo>
                      <a:lnTo>
                        <a:pt x="2957919" y="608655"/>
                      </a:lnTo>
                      <a:lnTo>
                        <a:pt x="2721640" y="372376"/>
                      </a:lnTo>
                      <a:lnTo>
                        <a:pt x="1833644" y="372376"/>
                      </a:lnTo>
                      <a:cubicBezTo>
                        <a:pt x="1832167" y="342427"/>
                        <a:pt x="1808185" y="318445"/>
                        <a:pt x="1778236" y="316968"/>
                      </a:cubicBezTo>
                      <a:lnTo>
                        <a:pt x="1778236" y="17957"/>
                      </a:lnTo>
                      <a:lnTo>
                        <a:pt x="909793" y="17957"/>
                      </a:lnTo>
                      <a:cubicBezTo>
                        <a:pt x="908375" y="7856"/>
                        <a:pt x="899751" y="0"/>
                        <a:pt x="889236" y="0"/>
                      </a:cubicBezTo>
                      <a:cubicBezTo>
                        <a:pt x="877718" y="0"/>
                        <a:pt x="868326" y="9333"/>
                        <a:pt x="868326" y="20911"/>
                      </a:cubicBezTo>
                      <a:cubicBezTo>
                        <a:pt x="868326" y="32488"/>
                        <a:pt x="877659" y="41821"/>
                        <a:pt x="889236" y="41821"/>
                      </a:cubicBezTo>
                      <a:cubicBezTo>
                        <a:pt x="899751" y="41821"/>
                        <a:pt x="908375" y="34024"/>
                        <a:pt x="909793" y="23864"/>
                      </a:cubicBezTo>
                      <a:lnTo>
                        <a:pt x="1772329" y="23864"/>
                      </a:lnTo>
                      <a:lnTo>
                        <a:pt x="1772329" y="316968"/>
                      </a:lnTo>
                      <a:cubicBezTo>
                        <a:pt x="1742381" y="318445"/>
                        <a:pt x="1718399" y="342427"/>
                        <a:pt x="1716922" y="372376"/>
                      </a:cubicBezTo>
                      <a:lnTo>
                        <a:pt x="1360613" y="372376"/>
                      </a:lnTo>
                      <a:lnTo>
                        <a:pt x="1183404" y="549585"/>
                      </a:lnTo>
                      <a:lnTo>
                        <a:pt x="41467" y="549585"/>
                      </a:lnTo>
                      <a:cubicBezTo>
                        <a:pt x="40049" y="539484"/>
                        <a:pt x="31425" y="531628"/>
                        <a:pt x="20911" y="531628"/>
                      </a:cubicBezTo>
                      <a:cubicBezTo>
                        <a:pt x="9333" y="531687"/>
                        <a:pt x="0" y="541020"/>
                        <a:pt x="0" y="552539"/>
                      </a:cubicBezTo>
                      <a:close/>
                      <a:moveTo>
                        <a:pt x="1938256" y="1330488"/>
                      </a:moveTo>
                      <a:lnTo>
                        <a:pt x="1814623" y="1454120"/>
                      </a:lnTo>
                      <a:cubicBezTo>
                        <a:pt x="1804877" y="1445319"/>
                        <a:pt x="1792177" y="1439767"/>
                        <a:pt x="1778177" y="1439058"/>
                      </a:cubicBezTo>
                      <a:lnTo>
                        <a:pt x="1778177" y="1264093"/>
                      </a:lnTo>
                      <a:cubicBezTo>
                        <a:pt x="1840437" y="1264861"/>
                        <a:pt x="1896789" y="1290025"/>
                        <a:pt x="1938256" y="1330488"/>
                      </a:cubicBezTo>
                      <a:close/>
                      <a:moveTo>
                        <a:pt x="1772329" y="1264093"/>
                      </a:moveTo>
                      <a:lnTo>
                        <a:pt x="1772329" y="1439058"/>
                      </a:lnTo>
                      <a:cubicBezTo>
                        <a:pt x="1741259" y="1440594"/>
                        <a:pt x="1716508" y="1466230"/>
                        <a:pt x="1716508" y="1497714"/>
                      </a:cubicBezTo>
                      <a:cubicBezTo>
                        <a:pt x="1716508" y="1530202"/>
                        <a:pt x="1742794" y="1556489"/>
                        <a:pt x="1775283" y="1556489"/>
                      </a:cubicBezTo>
                      <a:cubicBezTo>
                        <a:pt x="1807771" y="1556489"/>
                        <a:pt x="1834057" y="1530202"/>
                        <a:pt x="1834057" y="1497714"/>
                      </a:cubicBezTo>
                      <a:cubicBezTo>
                        <a:pt x="1834057" y="1482533"/>
                        <a:pt x="1828268" y="1468770"/>
                        <a:pt x="1818817" y="1458315"/>
                      </a:cubicBezTo>
                      <a:lnTo>
                        <a:pt x="1942450" y="1334682"/>
                      </a:lnTo>
                      <a:cubicBezTo>
                        <a:pt x="1983563" y="1376798"/>
                        <a:pt x="2008904" y="1434332"/>
                        <a:pt x="2008904" y="1497714"/>
                      </a:cubicBezTo>
                      <a:cubicBezTo>
                        <a:pt x="2008904" y="1626545"/>
                        <a:pt x="1904055" y="1731394"/>
                        <a:pt x="1775224" y="1731394"/>
                      </a:cubicBezTo>
                      <a:cubicBezTo>
                        <a:pt x="1646393" y="1731394"/>
                        <a:pt x="1541544" y="1626545"/>
                        <a:pt x="1541544" y="1497714"/>
                      </a:cubicBezTo>
                      <a:cubicBezTo>
                        <a:pt x="1541603" y="1369828"/>
                        <a:pt x="1644857" y="1265688"/>
                        <a:pt x="1772329" y="12640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43" name="Freeform: Shape 842">
                  <a:extLst>
                    <a:ext uri="{FF2B5EF4-FFF2-40B4-BE49-F238E27FC236}">
                      <a16:creationId xmlns:a16="http://schemas.microsoft.com/office/drawing/2014/main" id="{32B011C7-FDC4-F79E-5B97-AA25C93DAD68}"/>
                    </a:ext>
                  </a:extLst>
                </p:cNvPr>
                <p:cNvSpPr/>
                <p:nvPr/>
              </p:nvSpPr>
              <p:spPr>
                <a:xfrm>
                  <a:off x="1113287" y="1831457"/>
                  <a:ext cx="2936180" cy="201073"/>
                </a:xfrm>
                <a:custGeom>
                  <a:avLst/>
                  <a:gdLst>
                    <a:gd name="connsiteX0" fmla="*/ 2915270 w 2936180"/>
                    <a:gd name="connsiteY0" fmla="*/ 201073 h 201073"/>
                    <a:gd name="connsiteX1" fmla="*/ 2894714 w 2936180"/>
                    <a:gd name="connsiteY1" fmla="*/ 183116 h 201073"/>
                    <a:gd name="connsiteX2" fmla="*/ 1791704 w 2936180"/>
                    <a:gd name="connsiteY2" fmla="*/ 183116 h 201073"/>
                    <a:gd name="connsiteX3" fmla="*/ 1614495 w 2936180"/>
                    <a:gd name="connsiteY3" fmla="*/ 5907 h 201073"/>
                    <a:gd name="connsiteX4" fmla="*/ 671860 w 2936180"/>
                    <a:gd name="connsiteY4" fmla="*/ 5907 h 201073"/>
                    <a:gd name="connsiteX5" fmla="*/ 553720 w 2936180"/>
                    <a:gd name="connsiteY5" fmla="*/ 124047 h 201073"/>
                    <a:gd name="connsiteX6" fmla="*/ 41467 w 2936180"/>
                    <a:gd name="connsiteY6" fmla="*/ 124047 h 201073"/>
                    <a:gd name="connsiteX7" fmla="*/ 20911 w 2936180"/>
                    <a:gd name="connsiteY7" fmla="*/ 142004 h 201073"/>
                    <a:gd name="connsiteX8" fmla="*/ 0 w 2936180"/>
                    <a:gd name="connsiteY8" fmla="*/ 121093 h 201073"/>
                    <a:gd name="connsiteX9" fmla="*/ 20911 w 2936180"/>
                    <a:gd name="connsiteY9" fmla="*/ 100182 h 201073"/>
                    <a:gd name="connsiteX10" fmla="*/ 41467 w 2936180"/>
                    <a:gd name="connsiteY10" fmla="*/ 118140 h 201073"/>
                    <a:gd name="connsiteX11" fmla="*/ 551298 w 2936180"/>
                    <a:gd name="connsiteY11" fmla="*/ 118140 h 201073"/>
                    <a:gd name="connsiteX12" fmla="*/ 669438 w 2936180"/>
                    <a:gd name="connsiteY12" fmla="*/ 0 h 201073"/>
                    <a:gd name="connsiteX13" fmla="*/ 1616976 w 2936180"/>
                    <a:gd name="connsiteY13" fmla="*/ 0 h 201073"/>
                    <a:gd name="connsiteX14" fmla="*/ 1794185 w 2936180"/>
                    <a:gd name="connsiteY14" fmla="*/ 177209 h 201073"/>
                    <a:gd name="connsiteX15" fmla="*/ 2894714 w 2936180"/>
                    <a:gd name="connsiteY15" fmla="*/ 177209 h 201073"/>
                    <a:gd name="connsiteX16" fmla="*/ 2915270 w 2936180"/>
                    <a:gd name="connsiteY16" fmla="*/ 159252 h 201073"/>
                    <a:gd name="connsiteX17" fmla="*/ 2936181 w 2936180"/>
                    <a:gd name="connsiteY17" fmla="*/ 180163 h 201073"/>
                    <a:gd name="connsiteX18" fmla="*/ 2915270 w 2936180"/>
                    <a:gd name="connsiteY18" fmla="*/ 201073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36180" h="201073">
                      <a:moveTo>
                        <a:pt x="2915270" y="201073"/>
                      </a:moveTo>
                      <a:cubicBezTo>
                        <a:pt x="2904756" y="201073"/>
                        <a:pt x="2896132" y="193276"/>
                        <a:pt x="2894714" y="183116"/>
                      </a:cubicBezTo>
                      <a:lnTo>
                        <a:pt x="1791704" y="183116"/>
                      </a:lnTo>
                      <a:lnTo>
                        <a:pt x="1614495" y="5907"/>
                      </a:lnTo>
                      <a:lnTo>
                        <a:pt x="671860" y="5907"/>
                      </a:lnTo>
                      <a:lnTo>
                        <a:pt x="553720" y="124047"/>
                      </a:lnTo>
                      <a:lnTo>
                        <a:pt x="41467" y="124047"/>
                      </a:lnTo>
                      <a:cubicBezTo>
                        <a:pt x="40049" y="134147"/>
                        <a:pt x="31425" y="142004"/>
                        <a:pt x="20911" y="142004"/>
                      </a:cubicBezTo>
                      <a:cubicBezTo>
                        <a:pt x="9392" y="142004"/>
                        <a:pt x="0" y="132671"/>
                        <a:pt x="0" y="121093"/>
                      </a:cubicBezTo>
                      <a:cubicBezTo>
                        <a:pt x="0" y="109574"/>
                        <a:pt x="9333" y="100182"/>
                        <a:pt x="20911" y="100182"/>
                      </a:cubicBezTo>
                      <a:cubicBezTo>
                        <a:pt x="31425" y="100182"/>
                        <a:pt x="40049" y="107980"/>
                        <a:pt x="41467" y="118140"/>
                      </a:cubicBezTo>
                      <a:lnTo>
                        <a:pt x="551298" y="118140"/>
                      </a:lnTo>
                      <a:lnTo>
                        <a:pt x="669438" y="0"/>
                      </a:lnTo>
                      <a:lnTo>
                        <a:pt x="1616976" y="0"/>
                      </a:lnTo>
                      <a:lnTo>
                        <a:pt x="1794185" y="177209"/>
                      </a:lnTo>
                      <a:lnTo>
                        <a:pt x="2894714" y="177209"/>
                      </a:lnTo>
                      <a:cubicBezTo>
                        <a:pt x="2896132" y="167108"/>
                        <a:pt x="2904756" y="159252"/>
                        <a:pt x="2915270" y="159252"/>
                      </a:cubicBezTo>
                      <a:cubicBezTo>
                        <a:pt x="2926789" y="159252"/>
                        <a:pt x="2936181" y="168585"/>
                        <a:pt x="2936181" y="180163"/>
                      </a:cubicBezTo>
                      <a:cubicBezTo>
                        <a:pt x="2936181" y="191741"/>
                        <a:pt x="2926789" y="201073"/>
                        <a:pt x="2915270" y="20107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44" name="Freeform: Shape 843">
                  <a:extLst>
                    <a:ext uri="{FF2B5EF4-FFF2-40B4-BE49-F238E27FC236}">
                      <a16:creationId xmlns:a16="http://schemas.microsoft.com/office/drawing/2014/main" id="{FCB2F5A7-676E-E6F0-ECA8-3B63F0D4FEC9}"/>
                    </a:ext>
                  </a:extLst>
                </p:cNvPr>
                <p:cNvSpPr/>
                <p:nvPr/>
              </p:nvSpPr>
              <p:spPr>
                <a:xfrm>
                  <a:off x="3939625" y="1922670"/>
                  <a:ext cx="177764" cy="177840"/>
                </a:xfrm>
                <a:custGeom>
                  <a:avLst/>
                  <a:gdLst>
                    <a:gd name="connsiteX0" fmla="*/ 19348 w 177764"/>
                    <a:gd name="connsiteY0" fmla="*/ 144416 h 177840"/>
                    <a:gd name="connsiteX1" fmla="*/ 19348 w 177764"/>
                    <a:gd name="connsiteY1" fmla="*/ 175369 h 177840"/>
                    <a:gd name="connsiteX2" fmla="*/ 27736 w 177764"/>
                    <a:gd name="connsiteY2" fmla="*/ 166922 h 177840"/>
                    <a:gd name="connsiteX3" fmla="*/ 27736 w 177764"/>
                    <a:gd name="connsiteY3" fmla="*/ 153513 h 177840"/>
                    <a:gd name="connsiteX4" fmla="*/ 144340 w 177764"/>
                    <a:gd name="connsiteY4" fmla="*/ 158475 h 177840"/>
                    <a:gd name="connsiteX5" fmla="*/ 175293 w 177764"/>
                    <a:gd name="connsiteY5" fmla="*/ 158475 h 177840"/>
                    <a:gd name="connsiteX6" fmla="*/ 166846 w 177764"/>
                    <a:gd name="connsiteY6" fmla="*/ 150028 h 177840"/>
                    <a:gd name="connsiteX7" fmla="*/ 153437 w 177764"/>
                    <a:gd name="connsiteY7" fmla="*/ 150028 h 177840"/>
                    <a:gd name="connsiteX8" fmla="*/ 158399 w 177764"/>
                    <a:gd name="connsiteY8" fmla="*/ 33424 h 177840"/>
                    <a:gd name="connsiteX9" fmla="*/ 158399 w 177764"/>
                    <a:gd name="connsiteY9" fmla="*/ 2472 h 177840"/>
                    <a:gd name="connsiteX10" fmla="*/ 149952 w 177764"/>
                    <a:gd name="connsiteY10" fmla="*/ 10919 h 177840"/>
                    <a:gd name="connsiteX11" fmla="*/ 149952 w 177764"/>
                    <a:gd name="connsiteY11" fmla="*/ 24327 h 177840"/>
                    <a:gd name="connsiteX12" fmla="*/ 33348 w 177764"/>
                    <a:gd name="connsiteY12" fmla="*/ 19366 h 177840"/>
                    <a:gd name="connsiteX13" fmla="*/ 2395 w 177764"/>
                    <a:gd name="connsiteY13" fmla="*/ 19366 h 177840"/>
                    <a:gd name="connsiteX14" fmla="*/ 10843 w 177764"/>
                    <a:gd name="connsiteY14" fmla="*/ 27813 h 177840"/>
                    <a:gd name="connsiteX15" fmla="*/ 24251 w 177764"/>
                    <a:gd name="connsiteY15" fmla="*/ 27813 h 177840"/>
                    <a:gd name="connsiteX16" fmla="*/ 19348 w 177764"/>
                    <a:gd name="connsiteY16" fmla="*/ 144416 h 177840"/>
                    <a:gd name="connsiteX17" fmla="*/ 27796 w 177764"/>
                    <a:gd name="connsiteY17" fmla="*/ 30530 h 177840"/>
                    <a:gd name="connsiteX18" fmla="*/ 27796 w 177764"/>
                    <a:gd name="connsiteY18" fmla="*/ 44707 h 177840"/>
                    <a:gd name="connsiteX19" fmla="*/ 36242 w 177764"/>
                    <a:gd name="connsiteY19" fmla="*/ 53154 h 177840"/>
                    <a:gd name="connsiteX20" fmla="*/ 36242 w 177764"/>
                    <a:gd name="connsiteY20" fmla="*/ 22792 h 177840"/>
                    <a:gd name="connsiteX21" fmla="*/ 147412 w 177764"/>
                    <a:gd name="connsiteY21" fmla="*/ 27872 h 177840"/>
                    <a:gd name="connsiteX22" fmla="*/ 133235 w 177764"/>
                    <a:gd name="connsiteY22" fmla="*/ 27872 h 177840"/>
                    <a:gd name="connsiteX23" fmla="*/ 124788 w 177764"/>
                    <a:gd name="connsiteY23" fmla="*/ 36319 h 177840"/>
                    <a:gd name="connsiteX24" fmla="*/ 155150 w 177764"/>
                    <a:gd name="connsiteY24" fmla="*/ 36319 h 177840"/>
                    <a:gd name="connsiteX25" fmla="*/ 150070 w 177764"/>
                    <a:gd name="connsiteY25" fmla="*/ 147488 h 177840"/>
                    <a:gd name="connsiteX26" fmla="*/ 150070 w 177764"/>
                    <a:gd name="connsiteY26" fmla="*/ 133311 h 177840"/>
                    <a:gd name="connsiteX27" fmla="*/ 141623 w 177764"/>
                    <a:gd name="connsiteY27" fmla="*/ 124864 h 177840"/>
                    <a:gd name="connsiteX28" fmla="*/ 141623 w 177764"/>
                    <a:gd name="connsiteY28" fmla="*/ 155226 h 177840"/>
                    <a:gd name="connsiteX29" fmla="*/ 30453 w 177764"/>
                    <a:gd name="connsiteY29" fmla="*/ 150146 h 177840"/>
                    <a:gd name="connsiteX30" fmla="*/ 44630 w 177764"/>
                    <a:gd name="connsiteY30" fmla="*/ 150146 h 177840"/>
                    <a:gd name="connsiteX31" fmla="*/ 53077 w 177764"/>
                    <a:gd name="connsiteY31" fmla="*/ 141699 h 177840"/>
                    <a:gd name="connsiteX32" fmla="*/ 22715 w 177764"/>
                    <a:gd name="connsiteY32" fmla="*/ 141699 h 177840"/>
                    <a:gd name="connsiteX33" fmla="*/ 27796 w 177764"/>
                    <a:gd name="connsiteY33" fmla="*/ 30530 h 177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840">
                      <a:moveTo>
                        <a:pt x="19348" y="144416"/>
                      </a:moveTo>
                      <a:lnTo>
                        <a:pt x="19348" y="175369"/>
                      </a:lnTo>
                      <a:lnTo>
                        <a:pt x="27736" y="166922"/>
                      </a:lnTo>
                      <a:lnTo>
                        <a:pt x="27736" y="153513"/>
                      </a:lnTo>
                      <a:cubicBezTo>
                        <a:pt x="60107" y="184170"/>
                        <a:pt x="110080" y="185883"/>
                        <a:pt x="144340" y="158475"/>
                      </a:cubicBezTo>
                      <a:lnTo>
                        <a:pt x="175293" y="158475"/>
                      </a:lnTo>
                      <a:lnTo>
                        <a:pt x="166846" y="150028"/>
                      </a:lnTo>
                      <a:lnTo>
                        <a:pt x="153437" y="150028"/>
                      </a:lnTo>
                      <a:cubicBezTo>
                        <a:pt x="184094" y="117599"/>
                        <a:pt x="185807" y="67685"/>
                        <a:pt x="158399" y="33424"/>
                      </a:cubicBezTo>
                      <a:lnTo>
                        <a:pt x="158399" y="2472"/>
                      </a:lnTo>
                      <a:lnTo>
                        <a:pt x="149952" y="10919"/>
                      </a:lnTo>
                      <a:lnTo>
                        <a:pt x="149952" y="24327"/>
                      </a:lnTo>
                      <a:cubicBezTo>
                        <a:pt x="117581" y="-6330"/>
                        <a:pt x="67609" y="-8043"/>
                        <a:pt x="33348" y="19366"/>
                      </a:cubicBezTo>
                      <a:lnTo>
                        <a:pt x="2395" y="19366"/>
                      </a:lnTo>
                      <a:lnTo>
                        <a:pt x="10843" y="27813"/>
                      </a:lnTo>
                      <a:lnTo>
                        <a:pt x="24251" y="27813"/>
                      </a:lnTo>
                      <a:cubicBezTo>
                        <a:pt x="-6347" y="60242"/>
                        <a:pt x="-8001" y="110156"/>
                        <a:pt x="19348" y="144416"/>
                      </a:cubicBezTo>
                      <a:close/>
                      <a:moveTo>
                        <a:pt x="27796" y="30530"/>
                      </a:moveTo>
                      <a:lnTo>
                        <a:pt x="27796" y="44707"/>
                      </a:lnTo>
                      <a:lnTo>
                        <a:pt x="36242" y="53154"/>
                      </a:lnTo>
                      <a:lnTo>
                        <a:pt x="36242" y="22792"/>
                      </a:lnTo>
                      <a:cubicBezTo>
                        <a:pt x="68967" y="-3317"/>
                        <a:pt x="116636" y="-1604"/>
                        <a:pt x="147412" y="27872"/>
                      </a:cubicBezTo>
                      <a:lnTo>
                        <a:pt x="133235" y="27872"/>
                      </a:lnTo>
                      <a:lnTo>
                        <a:pt x="124788" y="36319"/>
                      </a:lnTo>
                      <a:lnTo>
                        <a:pt x="155150" y="36319"/>
                      </a:lnTo>
                      <a:cubicBezTo>
                        <a:pt x="181259" y="69043"/>
                        <a:pt x="179546" y="116713"/>
                        <a:pt x="150070" y="147488"/>
                      </a:cubicBezTo>
                      <a:lnTo>
                        <a:pt x="150070" y="133311"/>
                      </a:lnTo>
                      <a:lnTo>
                        <a:pt x="141623" y="124864"/>
                      </a:lnTo>
                      <a:lnTo>
                        <a:pt x="141623" y="155226"/>
                      </a:lnTo>
                      <a:cubicBezTo>
                        <a:pt x="108898" y="181335"/>
                        <a:pt x="61229" y="179622"/>
                        <a:pt x="30453" y="150146"/>
                      </a:cubicBezTo>
                      <a:lnTo>
                        <a:pt x="44630" y="150146"/>
                      </a:lnTo>
                      <a:lnTo>
                        <a:pt x="53077" y="141699"/>
                      </a:lnTo>
                      <a:lnTo>
                        <a:pt x="22715" y="141699"/>
                      </a:lnTo>
                      <a:cubicBezTo>
                        <a:pt x="-3334" y="108974"/>
                        <a:pt x="-1681" y="61305"/>
                        <a:pt x="27796" y="305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45" name="Freeform: Shape 844">
                  <a:extLst>
                    <a:ext uri="{FF2B5EF4-FFF2-40B4-BE49-F238E27FC236}">
                      <a16:creationId xmlns:a16="http://schemas.microsoft.com/office/drawing/2014/main" id="{8BF1AEAB-F1E0-9D0A-6AE2-5D20600189C6}"/>
                    </a:ext>
                  </a:extLst>
                </p:cNvPr>
                <p:cNvSpPr/>
                <p:nvPr/>
              </p:nvSpPr>
              <p:spPr>
                <a:xfrm>
                  <a:off x="3112330" y="4108370"/>
                  <a:ext cx="177787" cy="177790"/>
                </a:xfrm>
                <a:custGeom>
                  <a:avLst/>
                  <a:gdLst>
                    <a:gd name="connsiteX0" fmla="*/ 19372 w 177787"/>
                    <a:gd name="connsiteY0" fmla="*/ 144357 h 177790"/>
                    <a:gd name="connsiteX1" fmla="*/ 19372 w 177787"/>
                    <a:gd name="connsiteY1" fmla="*/ 175310 h 177790"/>
                    <a:gd name="connsiteX2" fmla="*/ 27760 w 177787"/>
                    <a:gd name="connsiteY2" fmla="*/ 166863 h 177790"/>
                    <a:gd name="connsiteX3" fmla="*/ 27760 w 177787"/>
                    <a:gd name="connsiteY3" fmla="*/ 153454 h 177790"/>
                    <a:gd name="connsiteX4" fmla="*/ 144363 w 177787"/>
                    <a:gd name="connsiteY4" fmla="*/ 158475 h 177790"/>
                    <a:gd name="connsiteX5" fmla="*/ 175316 w 177787"/>
                    <a:gd name="connsiteY5" fmla="*/ 158475 h 177790"/>
                    <a:gd name="connsiteX6" fmla="*/ 166869 w 177787"/>
                    <a:gd name="connsiteY6" fmla="*/ 150028 h 177790"/>
                    <a:gd name="connsiteX7" fmla="*/ 153460 w 177787"/>
                    <a:gd name="connsiteY7" fmla="*/ 150028 h 177790"/>
                    <a:gd name="connsiteX8" fmla="*/ 158422 w 177787"/>
                    <a:gd name="connsiteY8" fmla="*/ 33424 h 177790"/>
                    <a:gd name="connsiteX9" fmla="*/ 158422 w 177787"/>
                    <a:gd name="connsiteY9" fmla="*/ 2472 h 177790"/>
                    <a:gd name="connsiteX10" fmla="*/ 149975 w 177787"/>
                    <a:gd name="connsiteY10" fmla="*/ 10918 h 177790"/>
                    <a:gd name="connsiteX11" fmla="*/ 149975 w 177787"/>
                    <a:gd name="connsiteY11" fmla="*/ 24327 h 177790"/>
                    <a:gd name="connsiteX12" fmla="*/ 33371 w 177787"/>
                    <a:gd name="connsiteY12" fmla="*/ 19365 h 177790"/>
                    <a:gd name="connsiteX13" fmla="*/ 2419 w 177787"/>
                    <a:gd name="connsiteY13" fmla="*/ 19365 h 177790"/>
                    <a:gd name="connsiteX14" fmla="*/ 10866 w 177787"/>
                    <a:gd name="connsiteY14" fmla="*/ 27812 h 177790"/>
                    <a:gd name="connsiteX15" fmla="*/ 24275 w 177787"/>
                    <a:gd name="connsiteY15" fmla="*/ 27812 h 177790"/>
                    <a:gd name="connsiteX16" fmla="*/ 19372 w 177787"/>
                    <a:gd name="connsiteY16" fmla="*/ 144357 h 177790"/>
                    <a:gd name="connsiteX17" fmla="*/ 27760 w 177787"/>
                    <a:gd name="connsiteY17" fmla="*/ 30411 h 177790"/>
                    <a:gd name="connsiteX18" fmla="*/ 27760 w 177787"/>
                    <a:gd name="connsiteY18" fmla="*/ 44588 h 177790"/>
                    <a:gd name="connsiteX19" fmla="*/ 36207 w 177787"/>
                    <a:gd name="connsiteY19" fmla="*/ 53035 h 177790"/>
                    <a:gd name="connsiteX20" fmla="*/ 36207 w 177787"/>
                    <a:gd name="connsiteY20" fmla="*/ 22673 h 177790"/>
                    <a:gd name="connsiteX21" fmla="*/ 147376 w 177787"/>
                    <a:gd name="connsiteY21" fmla="*/ 27754 h 177790"/>
                    <a:gd name="connsiteX22" fmla="*/ 133199 w 177787"/>
                    <a:gd name="connsiteY22" fmla="*/ 27754 h 177790"/>
                    <a:gd name="connsiteX23" fmla="*/ 124752 w 177787"/>
                    <a:gd name="connsiteY23" fmla="*/ 36201 h 177790"/>
                    <a:gd name="connsiteX24" fmla="*/ 155114 w 177787"/>
                    <a:gd name="connsiteY24" fmla="*/ 36201 h 177790"/>
                    <a:gd name="connsiteX25" fmla="*/ 150034 w 177787"/>
                    <a:gd name="connsiteY25" fmla="*/ 147370 h 177790"/>
                    <a:gd name="connsiteX26" fmla="*/ 150034 w 177787"/>
                    <a:gd name="connsiteY26" fmla="*/ 133193 h 177790"/>
                    <a:gd name="connsiteX27" fmla="*/ 141587 w 177787"/>
                    <a:gd name="connsiteY27" fmla="*/ 124746 h 177790"/>
                    <a:gd name="connsiteX28" fmla="*/ 141587 w 177787"/>
                    <a:gd name="connsiteY28" fmla="*/ 155108 h 177790"/>
                    <a:gd name="connsiteX29" fmla="*/ 30418 w 177787"/>
                    <a:gd name="connsiteY29" fmla="*/ 150028 h 177790"/>
                    <a:gd name="connsiteX30" fmla="*/ 44595 w 177787"/>
                    <a:gd name="connsiteY30" fmla="*/ 150028 h 177790"/>
                    <a:gd name="connsiteX31" fmla="*/ 53041 w 177787"/>
                    <a:gd name="connsiteY31" fmla="*/ 141581 h 177790"/>
                    <a:gd name="connsiteX32" fmla="*/ 22680 w 177787"/>
                    <a:gd name="connsiteY32" fmla="*/ 141581 h 177790"/>
                    <a:gd name="connsiteX33" fmla="*/ 27760 w 177787"/>
                    <a:gd name="connsiteY33" fmla="*/ 30411 h 177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87" h="177790">
                      <a:moveTo>
                        <a:pt x="19372" y="144357"/>
                      </a:moveTo>
                      <a:lnTo>
                        <a:pt x="19372" y="175310"/>
                      </a:lnTo>
                      <a:lnTo>
                        <a:pt x="27760" y="166863"/>
                      </a:lnTo>
                      <a:lnTo>
                        <a:pt x="27760" y="153454"/>
                      </a:lnTo>
                      <a:cubicBezTo>
                        <a:pt x="60130" y="184111"/>
                        <a:pt x="110103" y="185824"/>
                        <a:pt x="144363" y="158475"/>
                      </a:cubicBezTo>
                      <a:lnTo>
                        <a:pt x="175316" y="158475"/>
                      </a:lnTo>
                      <a:lnTo>
                        <a:pt x="166869" y="150028"/>
                      </a:lnTo>
                      <a:lnTo>
                        <a:pt x="153460" y="150028"/>
                      </a:lnTo>
                      <a:cubicBezTo>
                        <a:pt x="184117" y="117598"/>
                        <a:pt x="185830" y="67684"/>
                        <a:pt x="158422" y="33424"/>
                      </a:cubicBezTo>
                      <a:lnTo>
                        <a:pt x="158422" y="2472"/>
                      </a:lnTo>
                      <a:lnTo>
                        <a:pt x="149975" y="10918"/>
                      </a:lnTo>
                      <a:lnTo>
                        <a:pt x="149975" y="24327"/>
                      </a:lnTo>
                      <a:cubicBezTo>
                        <a:pt x="117605" y="-6330"/>
                        <a:pt x="67632" y="-8043"/>
                        <a:pt x="33371" y="19365"/>
                      </a:cubicBezTo>
                      <a:lnTo>
                        <a:pt x="2419" y="19365"/>
                      </a:lnTo>
                      <a:lnTo>
                        <a:pt x="10866" y="27812"/>
                      </a:lnTo>
                      <a:lnTo>
                        <a:pt x="24275" y="27812"/>
                      </a:lnTo>
                      <a:cubicBezTo>
                        <a:pt x="-6324" y="60124"/>
                        <a:pt x="-8036" y="110038"/>
                        <a:pt x="19372" y="144357"/>
                      </a:cubicBezTo>
                      <a:close/>
                      <a:moveTo>
                        <a:pt x="27760" y="30411"/>
                      </a:moveTo>
                      <a:lnTo>
                        <a:pt x="27760" y="44588"/>
                      </a:lnTo>
                      <a:lnTo>
                        <a:pt x="36207" y="53035"/>
                      </a:lnTo>
                      <a:lnTo>
                        <a:pt x="36207" y="22673"/>
                      </a:lnTo>
                      <a:cubicBezTo>
                        <a:pt x="68931" y="-3435"/>
                        <a:pt x="116601" y="-1723"/>
                        <a:pt x="147376" y="27754"/>
                      </a:cubicBezTo>
                      <a:lnTo>
                        <a:pt x="133199" y="27754"/>
                      </a:lnTo>
                      <a:lnTo>
                        <a:pt x="124752" y="36201"/>
                      </a:lnTo>
                      <a:lnTo>
                        <a:pt x="155114" y="36201"/>
                      </a:lnTo>
                      <a:cubicBezTo>
                        <a:pt x="181223" y="68925"/>
                        <a:pt x="179510" y="116594"/>
                        <a:pt x="150034" y="147370"/>
                      </a:cubicBezTo>
                      <a:lnTo>
                        <a:pt x="150034" y="133193"/>
                      </a:lnTo>
                      <a:lnTo>
                        <a:pt x="141587" y="124746"/>
                      </a:lnTo>
                      <a:lnTo>
                        <a:pt x="141587" y="155108"/>
                      </a:lnTo>
                      <a:cubicBezTo>
                        <a:pt x="108862" y="181158"/>
                        <a:pt x="61193" y="179504"/>
                        <a:pt x="30418" y="150028"/>
                      </a:cubicBezTo>
                      <a:lnTo>
                        <a:pt x="44595" y="150028"/>
                      </a:lnTo>
                      <a:lnTo>
                        <a:pt x="53041" y="141581"/>
                      </a:lnTo>
                      <a:lnTo>
                        <a:pt x="22680" y="141581"/>
                      </a:lnTo>
                      <a:cubicBezTo>
                        <a:pt x="-3370" y="108856"/>
                        <a:pt x="-1657" y="61187"/>
                        <a:pt x="27760" y="30411"/>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46" name="Freeform: Shape 845">
                  <a:extLst>
                    <a:ext uri="{FF2B5EF4-FFF2-40B4-BE49-F238E27FC236}">
                      <a16:creationId xmlns:a16="http://schemas.microsoft.com/office/drawing/2014/main" id="{15EA8093-1D2F-73A2-2721-08B813D917B6}"/>
                    </a:ext>
                  </a:extLst>
                </p:cNvPr>
                <p:cNvSpPr/>
                <p:nvPr/>
              </p:nvSpPr>
              <p:spPr>
                <a:xfrm>
                  <a:off x="808927" y="2454830"/>
                  <a:ext cx="177764" cy="177731"/>
                </a:xfrm>
                <a:custGeom>
                  <a:avLst/>
                  <a:gdLst>
                    <a:gd name="connsiteX0" fmla="*/ 19348 w 177764"/>
                    <a:gd name="connsiteY0" fmla="*/ 144239 h 177731"/>
                    <a:gd name="connsiteX1" fmla="*/ 19348 w 177764"/>
                    <a:gd name="connsiteY1" fmla="*/ 175192 h 177731"/>
                    <a:gd name="connsiteX2" fmla="*/ 27736 w 177764"/>
                    <a:gd name="connsiteY2" fmla="*/ 166804 h 177731"/>
                    <a:gd name="connsiteX3" fmla="*/ 27736 w 177764"/>
                    <a:gd name="connsiteY3" fmla="*/ 153395 h 177731"/>
                    <a:gd name="connsiteX4" fmla="*/ 144340 w 177764"/>
                    <a:gd name="connsiteY4" fmla="*/ 158416 h 177731"/>
                    <a:gd name="connsiteX5" fmla="*/ 175293 w 177764"/>
                    <a:gd name="connsiteY5" fmla="*/ 158416 h 177731"/>
                    <a:gd name="connsiteX6" fmla="*/ 166846 w 177764"/>
                    <a:gd name="connsiteY6" fmla="*/ 150028 h 177731"/>
                    <a:gd name="connsiteX7" fmla="*/ 153437 w 177764"/>
                    <a:gd name="connsiteY7" fmla="*/ 150028 h 177731"/>
                    <a:gd name="connsiteX8" fmla="*/ 158399 w 177764"/>
                    <a:gd name="connsiteY8" fmla="*/ 33424 h 177731"/>
                    <a:gd name="connsiteX9" fmla="*/ 158399 w 177764"/>
                    <a:gd name="connsiteY9" fmla="*/ 2472 h 177731"/>
                    <a:gd name="connsiteX10" fmla="*/ 149952 w 177764"/>
                    <a:gd name="connsiteY10" fmla="*/ 10919 h 177731"/>
                    <a:gd name="connsiteX11" fmla="*/ 149952 w 177764"/>
                    <a:gd name="connsiteY11" fmla="*/ 24328 h 177731"/>
                    <a:gd name="connsiteX12" fmla="*/ 33348 w 177764"/>
                    <a:gd name="connsiteY12" fmla="*/ 19365 h 177731"/>
                    <a:gd name="connsiteX13" fmla="*/ 2395 w 177764"/>
                    <a:gd name="connsiteY13" fmla="*/ 19365 h 177731"/>
                    <a:gd name="connsiteX14" fmla="*/ 10842 w 177764"/>
                    <a:gd name="connsiteY14" fmla="*/ 27813 h 177731"/>
                    <a:gd name="connsiteX15" fmla="*/ 24251 w 177764"/>
                    <a:gd name="connsiteY15" fmla="*/ 27813 h 177731"/>
                    <a:gd name="connsiteX16" fmla="*/ 19348 w 177764"/>
                    <a:gd name="connsiteY16" fmla="*/ 144239 h 177731"/>
                    <a:gd name="connsiteX17" fmla="*/ 27795 w 177764"/>
                    <a:gd name="connsiteY17" fmla="*/ 30293 h 177731"/>
                    <a:gd name="connsiteX18" fmla="*/ 27795 w 177764"/>
                    <a:gd name="connsiteY18" fmla="*/ 44470 h 177731"/>
                    <a:gd name="connsiteX19" fmla="*/ 36242 w 177764"/>
                    <a:gd name="connsiteY19" fmla="*/ 52917 h 177731"/>
                    <a:gd name="connsiteX20" fmla="*/ 36242 w 177764"/>
                    <a:gd name="connsiteY20" fmla="*/ 22555 h 177731"/>
                    <a:gd name="connsiteX21" fmla="*/ 147412 w 177764"/>
                    <a:gd name="connsiteY21" fmla="*/ 27635 h 177731"/>
                    <a:gd name="connsiteX22" fmla="*/ 133235 w 177764"/>
                    <a:gd name="connsiteY22" fmla="*/ 27635 h 177731"/>
                    <a:gd name="connsiteX23" fmla="*/ 124788 w 177764"/>
                    <a:gd name="connsiteY23" fmla="*/ 36082 h 177731"/>
                    <a:gd name="connsiteX24" fmla="*/ 155150 w 177764"/>
                    <a:gd name="connsiteY24" fmla="*/ 36082 h 177731"/>
                    <a:gd name="connsiteX25" fmla="*/ 150070 w 177764"/>
                    <a:gd name="connsiteY25" fmla="*/ 147252 h 177731"/>
                    <a:gd name="connsiteX26" fmla="*/ 150070 w 177764"/>
                    <a:gd name="connsiteY26" fmla="*/ 133075 h 177731"/>
                    <a:gd name="connsiteX27" fmla="*/ 141623 w 177764"/>
                    <a:gd name="connsiteY27" fmla="*/ 124628 h 177731"/>
                    <a:gd name="connsiteX28" fmla="*/ 141623 w 177764"/>
                    <a:gd name="connsiteY28" fmla="*/ 154990 h 177731"/>
                    <a:gd name="connsiteX29" fmla="*/ 30454 w 177764"/>
                    <a:gd name="connsiteY29" fmla="*/ 149910 h 177731"/>
                    <a:gd name="connsiteX30" fmla="*/ 44630 w 177764"/>
                    <a:gd name="connsiteY30" fmla="*/ 149910 h 177731"/>
                    <a:gd name="connsiteX31" fmla="*/ 53077 w 177764"/>
                    <a:gd name="connsiteY31" fmla="*/ 141463 h 177731"/>
                    <a:gd name="connsiteX32" fmla="*/ 22715 w 177764"/>
                    <a:gd name="connsiteY32" fmla="*/ 141463 h 177731"/>
                    <a:gd name="connsiteX33" fmla="*/ 27795 w 177764"/>
                    <a:gd name="connsiteY33" fmla="*/ 30293 h 177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731">
                      <a:moveTo>
                        <a:pt x="19348" y="144239"/>
                      </a:moveTo>
                      <a:lnTo>
                        <a:pt x="19348" y="175192"/>
                      </a:lnTo>
                      <a:lnTo>
                        <a:pt x="27736" y="166804"/>
                      </a:lnTo>
                      <a:lnTo>
                        <a:pt x="27736" y="153395"/>
                      </a:lnTo>
                      <a:cubicBezTo>
                        <a:pt x="60107" y="184052"/>
                        <a:pt x="110080" y="185765"/>
                        <a:pt x="144340" y="158416"/>
                      </a:cubicBezTo>
                      <a:lnTo>
                        <a:pt x="175293" y="158416"/>
                      </a:lnTo>
                      <a:lnTo>
                        <a:pt x="166846" y="150028"/>
                      </a:lnTo>
                      <a:lnTo>
                        <a:pt x="153437" y="150028"/>
                      </a:lnTo>
                      <a:cubicBezTo>
                        <a:pt x="184094" y="117599"/>
                        <a:pt x="185807" y="67685"/>
                        <a:pt x="158399" y="33424"/>
                      </a:cubicBezTo>
                      <a:lnTo>
                        <a:pt x="158399" y="2472"/>
                      </a:lnTo>
                      <a:lnTo>
                        <a:pt x="149952" y="10919"/>
                      </a:lnTo>
                      <a:lnTo>
                        <a:pt x="149952" y="24328"/>
                      </a:lnTo>
                      <a:cubicBezTo>
                        <a:pt x="117582" y="-6330"/>
                        <a:pt x="67608" y="-8043"/>
                        <a:pt x="33348" y="19365"/>
                      </a:cubicBezTo>
                      <a:lnTo>
                        <a:pt x="2395" y="19365"/>
                      </a:lnTo>
                      <a:lnTo>
                        <a:pt x="10842" y="27813"/>
                      </a:lnTo>
                      <a:lnTo>
                        <a:pt x="24251" y="27813"/>
                      </a:lnTo>
                      <a:cubicBezTo>
                        <a:pt x="-6347" y="60006"/>
                        <a:pt x="-8001" y="109920"/>
                        <a:pt x="19348" y="144239"/>
                      </a:cubicBezTo>
                      <a:close/>
                      <a:moveTo>
                        <a:pt x="27795" y="30293"/>
                      </a:moveTo>
                      <a:lnTo>
                        <a:pt x="27795" y="44470"/>
                      </a:lnTo>
                      <a:lnTo>
                        <a:pt x="36242" y="52917"/>
                      </a:lnTo>
                      <a:lnTo>
                        <a:pt x="36242" y="22555"/>
                      </a:lnTo>
                      <a:cubicBezTo>
                        <a:pt x="68967" y="-3553"/>
                        <a:pt x="116636" y="-1841"/>
                        <a:pt x="147412" y="27635"/>
                      </a:cubicBezTo>
                      <a:lnTo>
                        <a:pt x="133235" y="27635"/>
                      </a:lnTo>
                      <a:lnTo>
                        <a:pt x="124788" y="36082"/>
                      </a:lnTo>
                      <a:lnTo>
                        <a:pt x="155150" y="36082"/>
                      </a:lnTo>
                      <a:cubicBezTo>
                        <a:pt x="181259" y="68807"/>
                        <a:pt x="179546" y="116476"/>
                        <a:pt x="150070" y="147252"/>
                      </a:cubicBezTo>
                      <a:lnTo>
                        <a:pt x="150070" y="133075"/>
                      </a:lnTo>
                      <a:lnTo>
                        <a:pt x="141623" y="124628"/>
                      </a:lnTo>
                      <a:lnTo>
                        <a:pt x="141623" y="154990"/>
                      </a:lnTo>
                      <a:cubicBezTo>
                        <a:pt x="108898" y="181040"/>
                        <a:pt x="61229" y="179386"/>
                        <a:pt x="30454" y="149910"/>
                      </a:cubicBezTo>
                      <a:lnTo>
                        <a:pt x="44630" y="149910"/>
                      </a:lnTo>
                      <a:lnTo>
                        <a:pt x="53077" y="141463"/>
                      </a:lnTo>
                      <a:lnTo>
                        <a:pt x="22715" y="141463"/>
                      </a:lnTo>
                      <a:cubicBezTo>
                        <a:pt x="-3334" y="108738"/>
                        <a:pt x="-1680" y="61069"/>
                        <a:pt x="27795" y="302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847" name="Graphic 4773">
                  <a:extLst>
                    <a:ext uri="{FF2B5EF4-FFF2-40B4-BE49-F238E27FC236}">
                      <a16:creationId xmlns:a16="http://schemas.microsoft.com/office/drawing/2014/main" id="{207269FC-11BF-8003-656E-A0B52FFD4277}"/>
                    </a:ext>
                  </a:extLst>
                </p:cNvPr>
                <p:cNvGrpSpPr/>
                <p:nvPr/>
              </p:nvGrpSpPr>
              <p:grpSpPr>
                <a:xfrm>
                  <a:off x="1739250" y="2188416"/>
                  <a:ext cx="502742" cy="119025"/>
                  <a:chOff x="1739250" y="2188416"/>
                  <a:chExt cx="502742" cy="119025"/>
                </a:xfrm>
                <a:grpFill/>
              </p:grpSpPr>
              <p:sp>
                <p:nvSpPr>
                  <p:cNvPr id="968" name="Freeform: Shape 967">
                    <a:extLst>
                      <a:ext uri="{FF2B5EF4-FFF2-40B4-BE49-F238E27FC236}">
                        <a16:creationId xmlns:a16="http://schemas.microsoft.com/office/drawing/2014/main" id="{A83A65FC-22AB-CBC0-6C47-234F2344AC45}"/>
                      </a:ext>
                    </a:extLst>
                  </p:cNvPr>
                  <p:cNvSpPr/>
                  <p:nvPr/>
                </p:nvSpPr>
                <p:spPr>
                  <a:xfrm>
                    <a:off x="2096208" y="2188475"/>
                    <a:ext cx="145784" cy="118966"/>
                  </a:xfrm>
                  <a:custGeom>
                    <a:avLst/>
                    <a:gdLst>
                      <a:gd name="connsiteX0" fmla="*/ 0 w 145784"/>
                      <a:gd name="connsiteY0" fmla="*/ 35678 h 118966"/>
                      <a:gd name="connsiteX1" fmla="*/ 0 w 145784"/>
                      <a:gd name="connsiteY1" fmla="*/ 83289 h 118966"/>
                      <a:gd name="connsiteX2" fmla="*/ 35678 w 145784"/>
                      <a:gd name="connsiteY2" fmla="*/ 118967 h 118966"/>
                      <a:gd name="connsiteX3" fmla="*/ 83288 w 145784"/>
                      <a:gd name="connsiteY3" fmla="*/ 118967 h 118966"/>
                      <a:gd name="connsiteX4" fmla="*/ 118494 w 145784"/>
                      <a:gd name="connsiteY4" fmla="*/ 88959 h 118966"/>
                      <a:gd name="connsiteX5" fmla="*/ 145784 w 145784"/>
                      <a:gd name="connsiteY5" fmla="*/ 59483 h 118966"/>
                      <a:gd name="connsiteX6" fmla="*/ 118494 w 145784"/>
                      <a:gd name="connsiteY6" fmla="*/ 30008 h 118966"/>
                      <a:gd name="connsiteX7" fmla="*/ 83288 w 145784"/>
                      <a:gd name="connsiteY7" fmla="*/ 0 h 118966"/>
                      <a:gd name="connsiteX8" fmla="*/ 35678 w 145784"/>
                      <a:gd name="connsiteY8" fmla="*/ 0 h 118966"/>
                      <a:gd name="connsiteX9" fmla="*/ 0 w 145784"/>
                      <a:gd name="connsiteY9" fmla="*/ 35678 h 118966"/>
                      <a:gd name="connsiteX10" fmla="*/ 5966 w 145784"/>
                      <a:gd name="connsiteY10" fmla="*/ 35678 h 118966"/>
                      <a:gd name="connsiteX11" fmla="*/ 35678 w 145784"/>
                      <a:gd name="connsiteY11" fmla="*/ 5907 h 118966"/>
                      <a:gd name="connsiteX12" fmla="*/ 83288 w 145784"/>
                      <a:gd name="connsiteY12" fmla="*/ 5907 h 118966"/>
                      <a:gd name="connsiteX13" fmla="*/ 112469 w 145784"/>
                      <a:gd name="connsiteY13" fmla="*/ 30067 h 118966"/>
                      <a:gd name="connsiteX14" fmla="*/ 86242 w 145784"/>
                      <a:gd name="connsiteY14" fmla="*/ 59424 h 118966"/>
                      <a:gd name="connsiteX15" fmla="*/ 112469 w 145784"/>
                      <a:gd name="connsiteY15" fmla="*/ 88782 h 118966"/>
                      <a:gd name="connsiteX16" fmla="*/ 83288 w 145784"/>
                      <a:gd name="connsiteY16" fmla="*/ 112942 h 118966"/>
                      <a:gd name="connsiteX17" fmla="*/ 35678 w 145784"/>
                      <a:gd name="connsiteY17" fmla="*/ 112942 h 118966"/>
                      <a:gd name="connsiteX18" fmla="*/ 5966 w 145784"/>
                      <a:gd name="connsiteY18" fmla="*/ 83171 h 118966"/>
                      <a:gd name="connsiteX19" fmla="*/ 5966 w 145784"/>
                      <a:gd name="connsiteY19" fmla="*/ 3567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0" y="35678"/>
                        </a:moveTo>
                        <a:lnTo>
                          <a:pt x="0" y="83289"/>
                        </a:lnTo>
                        <a:cubicBezTo>
                          <a:pt x="0" y="103018"/>
                          <a:pt x="16008" y="118967"/>
                          <a:pt x="35678" y="118967"/>
                        </a:cubicBezTo>
                        <a:lnTo>
                          <a:pt x="83288" y="118967"/>
                        </a:lnTo>
                        <a:cubicBezTo>
                          <a:pt x="101068" y="118967"/>
                          <a:pt x="115777" y="105971"/>
                          <a:pt x="118494" y="88959"/>
                        </a:cubicBezTo>
                        <a:cubicBezTo>
                          <a:pt x="133734" y="87660"/>
                          <a:pt x="145784" y="75019"/>
                          <a:pt x="145784" y="59483"/>
                        </a:cubicBezTo>
                        <a:cubicBezTo>
                          <a:pt x="145784" y="43948"/>
                          <a:pt x="133734" y="31248"/>
                          <a:pt x="118494" y="30008"/>
                        </a:cubicBezTo>
                        <a:cubicBezTo>
                          <a:pt x="115777" y="12996"/>
                          <a:pt x="101068" y="0"/>
                          <a:pt x="83288" y="0"/>
                        </a:cubicBezTo>
                        <a:lnTo>
                          <a:pt x="35678" y="0"/>
                        </a:lnTo>
                        <a:cubicBezTo>
                          <a:pt x="16008" y="-59"/>
                          <a:pt x="0" y="15949"/>
                          <a:pt x="0" y="35678"/>
                        </a:cubicBezTo>
                        <a:close/>
                        <a:moveTo>
                          <a:pt x="5966" y="35678"/>
                        </a:moveTo>
                        <a:cubicBezTo>
                          <a:pt x="5966" y="19257"/>
                          <a:pt x="19316" y="5907"/>
                          <a:pt x="35678" y="5907"/>
                        </a:cubicBezTo>
                        <a:lnTo>
                          <a:pt x="83288" y="5907"/>
                        </a:lnTo>
                        <a:cubicBezTo>
                          <a:pt x="97761" y="5907"/>
                          <a:pt x="109870" y="16303"/>
                          <a:pt x="112469" y="30067"/>
                        </a:cubicBezTo>
                        <a:cubicBezTo>
                          <a:pt x="97761" y="31839"/>
                          <a:pt x="86242" y="44244"/>
                          <a:pt x="86242" y="59424"/>
                        </a:cubicBezTo>
                        <a:cubicBezTo>
                          <a:pt x="86242" y="74664"/>
                          <a:pt x="97701" y="87010"/>
                          <a:pt x="112469" y="88782"/>
                        </a:cubicBezTo>
                        <a:cubicBezTo>
                          <a:pt x="109870" y="102545"/>
                          <a:pt x="97761" y="112942"/>
                          <a:pt x="83288" y="112942"/>
                        </a:cubicBezTo>
                        <a:lnTo>
                          <a:pt x="35678" y="112942"/>
                        </a:lnTo>
                        <a:cubicBezTo>
                          <a:pt x="19257" y="112942"/>
                          <a:pt x="5966" y="99592"/>
                          <a:pt x="5966" y="83171"/>
                        </a:cubicBezTo>
                        <a:lnTo>
                          <a:pt x="5966" y="35678"/>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69" name="Freeform: Shape 968">
                    <a:extLst>
                      <a:ext uri="{FF2B5EF4-FFF2-40B4-BE49-F238E27FC236}">
                        <a16:creationId xmlns:a16="http://schemas.microsoft.com/office/drawing/2014/main" id="{F5BE51AA-B5B7-5F78-0D7B-2DEF1F8F7643}"/>
                      </a:ext>
                    </a:extLst>
                  </p:cNvPr>
                  <p:cNvSpPr/>
                  <p:nvPr/>
                </p:nvSpPr>
                <p:spPr>
                  <a:xfrm>
                    <a:off x="1739250" y="2188416"/>
                    <a:ext cx="145784" cy="118966"/>
                  </a:xfrm>
                  <a:custGeom>
                    <a:avLst/>
                    <a:gdLst>
                      <a:gd name="connsiteX0" fmla="*/ 145784 w 145784"/>
                      <a:gd name="connsiteY0" fmla="*/ 83288 h 118966"/>
                      <a:gd name="connsiteX1" fmla="*/ 145784 w 145784"/>
                      <a:gd name="connsiteY1" fmla="*/ 35678 h 118966"/>
                      <a:gd name="connsiteX2" fmla="*/ 110106 w 145784"/>
                      <a:gd name="connsiteY2" fmla="*/ 0 h 118966"/>
                      <a:gd name="connsiteX3" fmla="*/ 62496 w 145784"/>
                      <a:gd name="connsiteY3" fmla="*/ 0 h 118966"/>
                      <a:gd name="connsiteX4" fmla="*/ 27290 w 145784"/>
                      <a:gd name="connsiteY4" fmla="*/ 30007 h 118966"/>
                      <a:gd name="connsiteX5" fmla="*/ 0 w 145784"/>
                      <a:gd name="connsiteY5" fmla="*/ 59483 h 118966"/>
                      <a:gd name="connsiteX6" fmla="*/ 27290 w 145784"/>
                      <a:gd name="connsiteY6" fmla="*/ 88959 h 118966"/>
                      <a:gd name="connsiteX7" fmla="*/ 62496 w 145784"/>
                      <a:gd name="connsiteY7" fmla="*/ 118966 h 118966"/>
                      <a:gd name="connsiteX8" fmla="*/ 110106 w 145784"/>
                      <a:gd name="connsiteY8" fmla="*/ 118966 h 118966"/>
                      <a:gd name="connsiteX9" fmla="*/ 145784 w 145784"/>
                      <a:gd name="connsiteY9" fmla="*/ 83288 h 118966"/>
                      <a:gd name="connsiteX10" fmla="*/ 139877 w 145784"/>
                      <a:gd name="connsiteY10" fmla="*/ 83288 h 118966"/>
                      <a:gd name="connsiteX11" fmla="*/ 110106 w 145784"/>
                      <a:gd name="connsiteY11" fmla="*/ 113059 h 118966"/>
                      <a:gd name="connsiteX12" fmla="*/ 62496 w 145784"/>
                      <a:gd name="connsiteY12" fmla="*/ 113059 h 118966"/>
                      <a:gd name="connsiteX13" fmla="*/ 33315 w 145784"/>
                      <a:gd name="connsiteY13" fmla="*/ 88900 h 118966"/>
                      <a:gd name="connsiteX14" fmla="*/ 59542 w 145784"/>
                      <a:gd name="connsiteY14" fmla="*/ 59542 h 118966"/>
                      <a:gd name="connsiteX15" fmla="*/ 33315 w 145784"/>
                      <a:gd name="connsiteY15" fmla="*/ 30185 h 118966"/>
                      <a:gd name="connsiteX16" fmla="*/ 62496 w 145784"/>
                      <a:gd name="connsiteY16" fmla="*/ 6025 h 118966"/>
                      <a:gd name="connsiteX17" fmla="*/ 110106 w 145784"/>
                      <a:gd name="connsiteY17" fmla="*/ 6025 h 118966"/>
                      <a:gd name="connsiteX18" fmla="*/ 139877 w 145784"/>
                      <a:gd name="connsiteY18" fmla="*/ 35796 h 118966"/>
                      <a:gd name="connsiteX19" fmla="*/ 139877 w 145784"/>
                      <a:gd name="connsiteY19" fmla="*/ 8328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145784" y="83288"/>
                        </a:moveTo>
                        <a:lnTo>
                          <a:pt x="145784" y="35678"/>
                        </a:lnTo>
                        <a:cubicBezTo>
                          <a:pt x="145784" y="15949"/>
                          <a:pt x="129776" y="0"/>
                          <a:pt x="110106" y="0"/>
                        </a:cubicBezTo>
                        <a:lnTo>
                          <a:pt x="62496" y="0"/>
                        </a:lnTo>
                        <a:cubicBezTo>
                          <a:pt x="44716" y="0"/>
                          <a:pt x="30007" y="12995"/>
                          <a:pt x="27290" y="30007"/>
                        </a:cubicBezTo>
                        <a:cubicBezTo>
                          <a:pt x="12050" y="31307"/>
                          <a:pt x="0" y="43889"/>
                          <a:pt x="0" y="59483"/>
                        </a:cubicBezTo>
                        <a:cubicBezTo>
                          <a:pt x="0" y="75078"/>
                          <a:pt x="12050" y="87718"/>
                          <a:pt x="27290" y="88959"/>
                        </a:cubicBezTo>
                        <a:cubicBezTo>
                          <a:pt x="30007" y="105971"/>
                          <a:pt x="44716" y="118966"/>
                          <a:pt x="62496" y="118966"/>
                        </a:cubicBezTo>
                        <a:lnTo>
                          <a:pt x="110106" y="118966"/>
                        </a:lnTo>
                        <a:cubicBezTo>
                          <a:pt x="129835" y="118966"/>
                          <a:pt x="145784" y="103018"/>
                          <a:pt x="145784" y="83288"/>
                        </a:cubicBezTo>
                        <a:close/>
                        <a:moveTo>
                          <a:pt x="139877" y="83288"/>
                        </a:moveTo>
                        <a:cubicBezTo>
                          <a:pt x="139877" y="99710"/>
                          <a:pt x="126527" y="113059"/>
                          <a:pt x="110106" y="113059"/>
                        </a:cubicBezTo>
                        <a:lnTo>
                          <a:pt x="62496" y="113059"/>
                        </a:lnTo>
                        <a:cubicBezTo>
                          <a:pt x="48024" y="113059"/>
                          <a:pt x="35914" y="102663"/>
                          <a:pt x="33315" y="88900"/>
                        </a:cubicBezTo>
                        <a:cubicBezTo>
                          <a:pt x="48083" y="87128"/>
                          <a:pt x="59542" y="74723"/>
                          <a:pt x="59542" y="59542"/>
                        </a:cubicBezTo>
                        <a:cubicBezTo>
                          <a:pt x="59542" y="44361"/>
                          <a:pt x="48083" y="31957"/>
                          <a:pt x="33315" y="30185"/>
                        </a:cubicBezTo>
                        <a:cubicBezTo>
                          <a:pt x="35914" y="16421"/>
                          <a:pt x="48024" y="6025"/>
                          <a:pt x="62496" y="6025"/>
                        </a:cubicBezTo>
                        <a:lnTo>
                          <a:pt x="110106" y="6025"/>
                        </a:lnTo>
                        <a:cubicBezTo>
                          <a:pt x="126527" y="6025"/>
                          <a:pt x="139877" y="19375"/>
                          <a:pt x="139877" y="35796"/>
                        </a:cubicBezTo>
                        <a:lnTo>
                          <a:pt x="139877" y="83288"/>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70" name="Freeform: Shape 969">
                    <a:extLst>
                      <a:ext uri="{FF2B5EF4-FFF2-40B4-BE49-F238E27FC236}">
                        <a16:creationId xmlns:a16="http://schemas.microsoft.com/office/drawing/2014/main" id="{E519582A-3445-C316-290E-FD4FB6115C98}"/>
                      </a:ext>
                    </a:extLst>
                  </p:cNvPr>
                  <p:cNvSpPr/>
                  <p:nvPr/>
                </p:nvSpPr>
                <p:spPr>
                  <a:xfrm>
                    <a:off x="1900510" y="2188475"/>
                    <a:ext cx="176559" cy="118907"/>
                  </a:xfrm>
                  <a:custGeom>
                    <a:avLst/>
                    <a:gdLst>
                      <a:gd name="connsiteX0" fmla="*/ 28354 w 176559"/>
                      <a:gd name="connsiteY0" fmla="*/ 89018 h 118907"/>
                      <a:gd name="connsiteX1" fmla="*/ 63559 w 176559"/>
                      <a:gd name="connsiteY1" fmla="*/ 118907 h 118907"/>
                      <a:gd name="connsiteX2" fmla="*/ 111170 w 176559"/>
                      <a:gd name="connsiteY2" fmla="*/ 118907 h 118907"/>
                      <a:gd name="connsiteX3" fmla="*/ 146316 w 176559"/>
                      <a:gd name="connsiteY3" fmla="*/ 89136 h 118907"/>
                      <a:gd name="connsiteX4" fmla="*/ 146848 w 176559"/>
                      <a:gd name="connsiteY4" fmla="*/ 89195 h 118907"/>
                      <a:gd name="connsiteX5" fmla="*/ 176560 w 176559"/>
                      <a:gd name="connsiteY5" fmla="*/ 59483 h 118907"/>
                      <a:gd name="connsiteX6" fmla="*/ 146848 w 176559"/>
                      <a:gd name="connsiteY6" fmla="*/ 29712 h 118907"/>
                      <a:gd name="connsiteX7" fmla="*/ 146316 w 176559"/>
                      <a:gd name="connsiteY7" fmla="*/ 29771 h 118907"/>
                      <a:gd name="connsiteX8" fmla="*/ 111170 w 176559"/>
                      <a:gd name="connsiteY8" fmla="*/ 0 h 118907"/>
                      <a:gd name="connsiteX9" fmla="*/ 63559 w 176559"/>
                      <a:gd name="connsiteY9" fmla="*/ 0 h 118907"/>
                      <a:gd name="connsiteX10" fmla="*/ 28354 w 176559"/>
                      <a:gd name="connsiteY10" fmla="*/ 29889 h 118907"/>
                      <a:gd name="connsiteX11" fmla="*/ 0 w 176559"/>
                      <a:gd name="connsiteY11" fmla="*/ 59483 h 118907"/>
                      <a:gd name="connsiteX12" fmla="*/ 28354 w 176559"/>
                      <a:gd name="connsiteY12" fmla="*/ 89018 h 118907"/>
                      <a:gd name="connsiteX13" fmla="*/ 34320 w 176559"/>
                      <a:gd name="connsiteY13" fmla="*/ 88723 h 118907"/>
                      <a:gd name="connsiteX14" fmla="*/ 59424 w 176559"/>
                      <a:gd name="connsiteY14" fmla="*/ 59424 h 118907"/>
                      <a:gd name="connsiteX15" fmla="*/ 34320 w 176559"/>
                      <a:gd name="connsiteY15" fmla="*/ 30126 h 118907"/>
                      <a:gd name="connsiteX16" fmla="*/ 63500 w 176559"/>
                      <a:gd name="connsiteY16" fmla="*/ 5848 h 118907"/>
                      <a:gd name="connsiteX17" fmla="*/ 111110 w 176559"/>
                      <a:gd name="connsiteY17" fmla="*/ 5848 h 118907"/>
                      <a:gd name="connsiteX18" fmla="*/ 140350 w 176559"/>
                      <a:gd name="connsiteY18" fmla="*/ 30421 h 118907"/>
                      <a:gd name="connsiteX19" fmla="*/ 117077 w 176559"/>
                      <a:gd name="connsiteY19" fmla="*/ 59424 h 118907"/>
                      <a:gd name="connsiteX20" fmla="*/ 140350 w 176559"/>
                      <a:gd name="connsiteY20" fmla="*/ 88427 h 118907"/>
                      <a:gd name="connsiteX21" fmla="*/ 111110 w 176559"/>
                      <a:gd name="connsiteY21" fmla="*/ 113001 h 118907"/>
                      <a:gd name="connsiteX22" fmla="*/ 63500 w 176559"/>
                      <a:gd name="connsiteY22" fmla="*/ 113001 h 118907"/>
                      <a:gd name="connsiteX23" fmla="*/ 34320 w 176559"/>
                      <a:gd name="connsiteY23" fmla="*/ 88723 h 118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559" h="118907">
                        <a:moveTo>
                          <a:pt x="28354" y="89018"/>
                        </a:moveTo>
                        <a:cubicBezTo>
                          <a:pt x="31130" y="105971"/>
                          <a:pt x="45779" y="118907"/>
                          <a:pt x="63559" y="118907"/>
                        </a:cubicBezTo>
                        <a:lnTo>
                          <a:pt x="111170" y="118907"/>
                        </a:lnTo>
                        <a:cubicBezTo>
                          <a:pt x="128890" y="118907"/>
                          <a:pt x="143540" y="106030"/>
                          <a:pt x="146316" y="89136"/>
                        </a:cubicBezTo>
                        <a:cubicBezTo>
                          <a:pt x="146493" y="89136"/>
                          <a:pt x="146671" y="89195"/>
                          <a:pt x="146848" y="89195"/>
                        </a:cubicBezTo>
                        <a:cubicBezTo>
                          <a:pt x="163269" y="89195"/>
                          <a:pt x="176560" y="75905"/>
                          <a:pt x="176560" y="59483"/>
                        </a:cubicBezTo>
                        <a:cubicBezTo>
                          <a:pt x="176560" y="43062"/>
                          <a:pt x="163269" y="29712"/>
                          <a:pt x="146848" y="29712"/>
                        </a:cubicBezTo>
                        <a:cubicBezTo>
                          <a:pt x="146671" y="29712"/>
                          <a:pt x="146493" y="29771"/>
                          <a:pt x="146316" y="29771"/>
                        </a:cubicBezTo>
                        <a:cubicBezTo>
                          <a:pt x="143481" y="12877"/>
                          <a:pt x="128831" y="0"/>
                          <a:pt x="111170" y="0"/>
                        </a:cubicBezTo>
                        <a:lnTo>
                          <a:pt x="63559" y="0"/>
                        </a:lnTo>
                        <a:cubicBezTo>
                          <a:pt x="45838" y="0"/>
                          <a:pt x="31189" y="12936"/>
                          <a:pt x="28354" y="29889"/>
                        </a:cubicBezTo>
                        <a:cubicBezTo>
                          <a:pt x="12582" y="30598"/>
                          <a:pt x="0" y="43534"/>
                          <a:pt x="0" y="59483"/>
                        </a:cubicBezTo>
                        <a:cubicBezTo>
                          <a:pt x="-59" y="75432"/>
                          <a:pt x="12582" y="88309"/>
                          <a:pt x="28354" y="89018"/>
                        </a:cubicBezTo>
                        <a:close/>
                        <a:moveTo>
                          <a:pt x="34320" y="88723"/>
                        </a:moveTo>
                        <a:cubicBezTo>
                          <a:pt x="48556" y="86478"/>
                          <a:pt x="59424" y="74310"/>
                          <a:pt x="59424" y="59424"/>
                        </a:cubicBezTo>
                        <a:cubicBezTo>
                          <a:pt x="59424" y="44598"/>
                          <a:pt x="48497" y="32370"/>
                          <a:pt x="34320" y="30126"/>
                        </a:cubicBezTo>
                        <a:cubicBezTo>
                          <a:pt x="36919" y="16362"/>
                          <a:pt x="48969" y="5848"/>
                          <a:pt x="63500" y="5848"/>
                        </a:cubicBezTo>
                        <a:lnTo>
                          <a:pt x="111110" y="5848"/>
                        </a:lnTo>
                        <a:cubicBezTo>
                          <a:pt x="125760" y="5848"/>
                          <a:pt x="137869" y="16481"/>
                          <a:pt x="140350" y="30421"/>
                        </a:cubicBezTo>
                        <a:cubicBezTo>
                          <a:pt x="127059" y="33375"/>
                          <a:pt x="117077" y="45189"/>
                          <a:pt x="117077" y="59424"/>
                        </a:cubicBezTo>
                        <a:cubicBezTo>
                          <a:pt x="117077" y="73601"/>
                          <a:pt x="127059" y="85474"/>
                          <a:pt x="140350" y="88427"/>
                        </a:cubicBezTo>
                        <a:cubicBezTo>
                          <a:pt x="137869" y="102368"/>
                          <a:pt x="125760" y="113001"/>
                          <a:pt x="111110" y="113001"/>
                        </a:cubicBezTo>
                        <a:lnTo>
                          <a:pt x="63500" y="113001"/>
                        </a:lnTo>
                        <a:cubicBezTo>
                          <a:pt x="48969" y="113001"/>
                          <a:pt x="36919" y="102486"/>
                          <a:pt x="34320" y="8872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848" name="Graphic 4773">
                  <a:extLst>
                    <a:ext uri="{FF2B5EF4-FFF2-40B4-BE49-F238E27FC236}">
                      <a16:creationId xmlns:a16="http://schemas.microsoft.com/office/drawing/2014/main" id="{24F70C86-F009-6D3D-8792-B44AD7B597FD}"/>
                    </a:ext>
                  </a:extLst>
                </p:cNvPr>
                <p:cNvGrpSpPr/>
                <p:nvPr/>
              </p:nvGrpSpPr>
              <p:grpSpPr>
                <a:xfrm>
                  <a:off x="2558193" y="4022355"/>
                  <a:ext cx="400670" cy="114063"/>
                  <a:chOff x="2558193" y="4022355"/>
                  <a:chExt cx="400670" cy="114063"/>
                </a:xfrm>
                <a:grpFill/>
              </p:grpSpPr>
              <p:grpSp>
                <p:nvGrpSpPr>
                  <p:cNvPr id="958" name="Graphic 4773">
                    <a:extLst>
                      <a:ext uri="{FF2B5EF4-FFF2-40B4-BE49-F238E27FC236}">
                        <a16:creationId xmlns:a16="http://schemas.microsoft.com/office/drawing/2014/main" id="{1C8C0FFD-41EF-76E0-E2D2-0976040044C0}"/>
                      </a:ext>
                    </a:extLst>
                  </p:cNvPr>
                  <p:cNvGrpSpPr/>
                  <p:nvPr/>
                </p:nvGrpSpPr>
                <p:grpSpPr>
                  <a:xfrm>
                    <a:off x="2558193" y="4022355"/>
                    <a:ext cx="114004" cy="114004"/>
                    <a:chOff x="2558193" y="4022355"/>
                    <a:chExt cx="114004" cy="114004"/>
                  </a:xfrm>
                  <a:grpFill/>
                </p:grpSpPr>
                <p:sp>
                  <p:nvSpPr>
                    <p:cNvPr id="966" name="Freeform: Shape 965">
                      <a:extLst>
                        <a:ext uri="{FF2B5EF4-FFF2-40B4-BE49-F238E27FC236}">
                          <a16:creationId xmlns:a16="http://schemas.microsoft.com/office/drawing/2014/main" id="{F19E47A3-3625-11F2-B5DA-5E63133E58C8}"/>
                        </a:ext>
                      </a:extLst>
                    </p:cNvPr>
                    <p:cNvSpPr/>
                    <p:nvPr/>
                  </p:nvSpPr>
                  <p:spPr>
                    <a:xfrm>
                      <a:off x="2558193" y="4022355"/>
                      <a:ext cx="114004" cy="114004"/>
                    </a:xfrm>
                    <a:custGeom>
                      <a:avLst/>
                      <a:gdLst>
                        <a:gd name="connsiteX0" fmla="*/ 34201 w 114004"/>
                        <a:gd name="connsiteY0" fmla="*/ 114005 h 114004"/>
                        <a:gd name="connsiteX1" fmla="*/ 79803 w 114004"/>
                        <a:gd name="connsiteY1" fmla="*/ 114005 h 114004"/>
                        <a:gd name="connsiteX2" fmla="*/ 114005 w 114004"/>
                        <a:gd name="connsiteY2" fmla="*/ 79803 h 114004"/>
                        <a:gd name="connsiteX3" fmla="*/ 114005 w 114004"/>
                        <a:gd name="connsiteY3" fmla="*/ 34201 h 114004"/>
                        <a:gd name="connsiteX4" fmla="*/ 79803 w 114004"/>
                        <a:gd name="connsiteY4" fmla="*/ 0 h 114004"/>
                        <a:gd name="connsiteX5" fmla="*/ 34201 w 114004"/>
                        <a:gd name="connsiteY5" fmla="*/ 0 h 114004"/>
                        <a:gd name="connsiteX6" fmla="*/ 0 w 114004"/>
                        <a:gd name="connsiteY6" fmla="*/ 34201 h 114004"/>
                        <a:gd name="connsiteX7" fmla="*/ 0 w 114004"/>
                        <a:gd name="connsiteY7" fmla="*/ 79803 h 114004"/>
                        <a:gd name="connsiteX8" fmla="*/ 34201 w 114004"/>
                        <a:gd name="connsiteY8" fmla="*/ 114005 h 114004"/>
                        <a:gd name="connsiteX9" fmla="*/ 34201 w 114004"/>
                        <a:gd name="connsiteY9" fmla="*/ 108334 h 114004"/>
                        <a:gd name="connsiteX10" fmla="*/ 5730 w 114004"/>
                        <a:gd name="connsiteY10" fmla="*/ 79862 h 114004"/>
                        <a:gd name="connsiteX11" fmla="*/ 5730 w 114004"/>
                        <a:gd name="connsiteY11" fmla="*/ 34260 h 114004"/>
                        <a:gd name="connsiteX12" fmla="*/ 34201 w 114004"/>
                        <a:gd name="connsiteY12" fmla="*/ 5789 h 114004"/>
                        <a:gd name="connsiteX13" fmla="*/ 79803 w 114004"/>
                        <a:gd name="connsiteY13" fmla="*/ 5789 h 114004"/>
                        <a:gd name="connsiteX14" fmla="*/ 108275 w 114004"/>
                        <a:gd name="connsiteY14" fmla="*/ 34260 h 114004"/>
                        <a:gd name="connsiteX15" fmla="*/ 108275 w 114004"/>
                        <a:gd name="connsiteY15" fmla="*/ 79862 h 114004"/>
                        <a:gd name="connsiteX16" fmla="*/ 79803 w 114004"/>
                        <a:gd name="connsiteY16" fmla="*/ 108334 h 114004"/>
                        <a:gd name="connsiteX17" fmla="*/ 34201 w 114004"/>
                        <a:gd name="connsiteY17" fmla="*/ 108334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34201" y="114005"/>
                          </a:moveTo>
                          <a:lnTo>
                            <a:pt x="79803" y="114005"/>
                          </a:lnTo>
                          <a:cubicBezTo>
                            <a:pt x="98706" y="114005"/>
                            <a:pt x="114005" y="98705"/>
                            <a:pt x="114005" y="79803"/>
                          </a:cubicBezTo>
                          <a:lnTo>
                            <a:pt x="114005" y="34201"/>
                          </a:lnTo>
                          <a:cubicBezTo>
                            <a:pt x="114005" y="15299"/>
                            <a:pt x="98706" y="0"/>
                            <a:pt x="79803" y="0"/>
                          </a:cubicBezTo>
                          <a:lnTo>
                            <a:pt x="34201" y="0"/>
                          </a:lnTo>
                          <a:cubicBezTo>
                            <a:pt x="15299" y="0"/>
                            <a:pt x="0" y="15299"/>
                            <a:pt x="0" y="34201"/>
                          </a:cubicBezTo>
                          <a:lnTo>
                            <a:pt x="0" y="79803"/>
                          </a:lnTo>
                          <a:cubicBezTo>
                            <a:pt x="0" y="98705"/>
                            <a:pt x="15358" y="114005"/>
                            <a:pt x="34201" y="114005"/>
                          </a:cubicBezTo>
                          <a:close/>
                          <a:moveTo>
                            <a:pt x="34201" y="108334"/>
                          </a:moveTo>
                          <a:cubicBezTo>
                            <a:pt x="18489" y="108334"/>
                            <a:pt x="5730" y="95575"/>
                            <a:pt x="5730" y="79862"/>
                          </a:cubicBezTo>
                          <a:lnTo>
                            <a:pt x="5730" y="34260"/>
                          </a:lnTo>
                          <a:cubicBezTo>
                            <a:pt x="5730" y="18548"/>
                            <a:pt x="18489" y="5789"/>
                            <a:pt x="34201" y="5789"/>
                          </a:cubicBezTo>
                          <a:lnTo>
                            <a:pt x="79803" y="5789"/>
                          </a:lnTo>
                          <a:cubicBezTo>
                            <a:pt x="95516" y="5789"/>
                            <a:pt x="108275" y="18548"/>
                            <a:pt x="108275" y="34260"/>
                          </a:cubicBezTo>
                          <a:lnTo>
                            <a:pt x="108275" y="79862"/>
                          </a:lnTo>
                          <a:cubicBezTo>
                            <a:pt x="108275" y="95575"/>
                            <a:pt x="95516" y="108334"/>
                            <a:pt x="79803" y="108334"/>
                          </a:cubicBezTo>
                          <a:lnTo>
                            <a:pt x="34201" y="10833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67" name="Freeform: Shape 966">
                      <a:extLst>
                        <a:ext uri="{FF2B5EF4-FFF2-40B4-BE49-F238E27FC236}">
                          <a16:creationId xmlns:a16="http://schemas.microsoft.com/office/drawing/2014/main" id="{C2D419B3-FF65-A32D-2091-644B551AFB02}"/>
                        </a:ext>
                      </a:extLst>
                    </p:cNvPr>
                    <p:cNvSpPr/>
                    <p:nvPr/>
                  </p:nvSpPr>
                  <p:spPr>
                    <a:xfrm>
                      <a:off x="2593812" y="4054725"/>
                      <a:ext cx="42766" cy="49323"/>
                    </a:xfrm>
                    <a:custGeom>
                      <a:avLst/>
                      <a:gdLst>
                        <a:gd name="connsiteX0" fmla="*/ 42767 w 42766"/>
                        <a:gd name="connsiteY0" fmla="*/ 0 h 49323"/>
                        <a:gd name="connsiteX1" fmla="*/ 42767 w 42766"/>
                        <a:gd name="connsiteY1" fmla="*/ 49323 h 49323"/>
                        <a:gd name="connsiteX2" fmla="*/ 0 w 42766"/>
                        <a:gd name="connsiteY2" fmla="*/ 24691 h 49323"/>
                      </a:gdLst>
                      <a:ahLst/>
                      <a:cxnLst>
                        <a:cxn ang="0">
                          <a:pos x="connsiteX0" y="connsiteY0"/>
                        </a:cxn>
                        <a:cxn ang="0">
                          <a:pos x="connsiteX1" y="connsiteY1"/>
                        </a:cxn>
                        <a:cxn ang="0">
                          <a:pos x="connsiteX2" y="connsiteY2"/>
                        </a:cxn>
                      </a:cxnLst>
                      <a:rect l="l" t="t" r="r" b="b"/>
                      <a:pathLst>
                        <a:path w="42766" h="49323">
                          <a:moveTo>
                            <a:pt x="42767" y="0"/>
                          </a:moveTo>
                          <a:lnTo>
                            <a:pt x="42767" y="49323"/>
                          </a:lnTo>
                          <a:lnTo>
                            <a:pt x="0" y="2469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959" name="Graphic 4773">
                    <a:extLst>
                      <a:ext uri="{FF2B5EF4-FFF2-40B4-BE49-F238E27FC236}">
                        <a16:creationId xmlns:a16="http://schemas.microsoft.com/office/drawing/2014/main" id="{152D8C56-2E57-BF20-754F-163F8AA3C0DF}"/>
                      </a:ext>
                    </a:extLst>
                  </p:cNvPr>
                  <p:cNvGrpSpPr/>
                  <p:nvPr/>
                </p:nvGrpSpPr>
                <p:grpSpPr>
                  <a:xfrm>
                    <a:off x="2844858" y="4022414"/>
                    <a:ext cx="114004" cy="114004"/>
                    <a:chOff x="2844858" y="4022414"/>
                    <a:chExt cx="114004" cy="114004"/>
                  </a:xfrm>
                  <a:grpFill/>
                </p:grpSpPr>
                <p:sp>
                  <p:nvSpPr>
                    <p:cNvPr id="964" name="Freeform: Shape 963">
                      <a:extLst>
                        <a:ext uri="{FF2B5EF4-FFF2-40B4-BE49-F238E27FC236}">
                          <a16:creationId xmlns:a16="http://schemas.microsoft.com/office/drawing/2014/main" id="{1CBF46AA-881E-5DED-81D0-5B4D24F26FD6}"/>
                        </a:ext>
                      </a:extLst>
                    </p:cNvPr>
                    <p:cNvSpPr/>
                    <p:nvPr/>
                  </p:nvSpPr>
                  <p:spPr>
                    <a:xfrm>
                      <a:off x="2844858" y="4022414"/>
                      <a:ext cx="114004" cy="114004"/>
                    </a:xfrm>
                    <a:custGeom>
                      <a:avLst/>
                      <a:gdLst>
                        <a:gd name="connsiteX0" fmla="*/ 79803 w 114004"/>
                        <a:gd name="connsiteY0" fmla="*/ 0 h 114004"/>
                        <a:gd name="connsiteX1" fmla="*/ 34201 w 114004"/>
                        <a:gd name="connsiteY1" fmla="*/ 0 h 114004"/>
                        <a:gd name="connsiteX2" fmla="*/ 0 w 114004"/>
                        <a:gd name="connsiteY2" fmla="*/ 34201 h 114004"/>
                        <a:gd name="connsiteX3" fmla="*/ 0 w 114004"/>
                        <a:gd name="connsiteY3" fmla="*/ 79803 h 114004"/>
                        <a:gd name="connsiteX4" fmla="*/ 34201 w 114004"/>
                        <a:gd name="connsiteY4" fmla="*/ 114005 h 114004"/>
                        <a:gd name="connsiteX5" fmla="*/ 79803 w 114004"/>
                        <a:gd name="connsiteY5" fmla="*/ 114005 h 114004"/>
                        <a:gd name="connsiteX6" fmla="*/ 114005 w 114004"/>
                        <a:gd name="connsiteY6" fmla="*/ 79803 h 114004"/>
                        <a:gd name="connsiteX7" fmla="*/ 114005 w 114004"/>
                        <a:gd name="connsiteY7" fmla="*/ 34201 h 114004"/>
                        <a:gd name="connsiteX8" fmla="*/ 79803 w 114004"/>
                        <a:gd name="connsiteY8" fmla="*/ 0 h 114004"/>
                        <a:gd name="connsiteX9" fmla="*/ 79803 w 114004"/>
                        <a:gd name="connsiteY9" fmla="*/ 5670 h 114004"/>
                        <a:gd name="connsiteX10" fmla="*/ 108275 w 114004"/>
                        <a:gd name="connsiteY10" fmla="*/ 34142 h 114004"/>
                        <a:gd name="connsiteX11" fmla="*/ 108275 w 114004"/>
                        <a:gd name="connsiteY11" fmla="*/ 79744 h 114004"/>
                        <a:gd name="connsiteX12" fmla="*/ 79803 w 114004"/>
                        <a:gd name="connsiteY12" fmla="*/ 108216 h 114004"/>
                        <a:gd name="connsiteX13" fmla="*/ 34201 w 114004"/>
                        <a:gd name="connsiteY13" fmla="*/ 108216 h 114004"/>
                        <a:gd name="connsiteX14" fmla="*/ 5730 w 114004"/>
                        <a:gd name="connsiteY14" fmla="*/ 79744 h 114004"/>
                        <a:gd name="connsiteX15" fmla="*/ 5730 w 114004"/>
                        <a:gd name="connsiteY15" fmla="*/ 34142 h 114004"/>
                        <a:gd name="connsiteX16" fmla="*/ 34201 w 114004"/>
                        <a:gd name="connsiteY16" fmla="*/ 5670 h 114004"/>
                        <a:gd name="connsiteX17" fmla="*/ 79803 w 114004"/>
                        <a:gd name="connsiteY17" fmla="*/ 5670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79803" y="0"/>
                          </a:moveTo>
                          <a:lnTo>
                            <a:pt x="34201" y="0"/>
                          </a:lnTo>
                          <a:cubicBezTo>
                            <a:pt x="15299" y="0"/>
                            <a:pt x="0" y="15299"/>
                            <a:pt x="0" y="34201"/>
                          </a:cubicBez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close/>
                          <a:moveTo>
                            <a:pt x="79803" y="5670"/>
                          </a:moveTo>
                          <a:cubicBezTo>
                            <a:pt x="95516" y="5670"/>
                            <a:pt x="108275" y="18489"/>
                            <a:pt x="108275" y="34142"/>
                          </a:cubicBezTo>
                          <a:lnTo>
                            <a:pt x="108275" y="79744"/>
                          </a:lnTo>
                          <a:cubicBezTo>
                            <a:pt x="108275" y="95457"/>
                            <a:pt x="95516" y="108216"/>
                            <a:pt x="79803" y="108216"/>
                          </a:cubicBezTo>
                          <a:lnTo>
                            <a:pt x="34201" y="108216"/>
                          </a:lnTo>
                          <a:cubicBezTo>
                            <a:pt x="18489" y="108216"/>
                            <a:pt x="5730" y="95457"/>
                            <a:pt x="5730" y="79744"/>
                          </a:cubicBezTo>
                          <a:lnTo>
                            <a:pt x="5730" y="34142"/>
                          </a:lnTo>
                          <a:cubicBezTo>
                            <a:pt x="5730" y="18430"/>
                            <a:pt x="18489" y="5670"/>
                            <a:pt x="34201" y="5670"/>
                          </a:cubicBezTo>
                          <a:lnTo>
                            <a:pt x="79803" y="56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65" name="Freeform: Shape 964">
                      <a:extLst>
                        <a:ext uri="{FF2B5EF4-FFF2-40B4-BE49-F238E27FC236}">
                          <a16:creationId xmlns:a16="http://schemas.microsoft.com/office/drawing/2014/main" id="{F5AE1B98-8482-119A-9EED-699F16B050C4}"/>
                        </a:ext>
                      </a:extLst>
                    </p:cNvPr>
                    <p:cNvSpPr/>
                    <p:nvPr/>
                  </p:nvSpPr>
                  <p:spPr>
                    <a:xfrm>
                      <a:off x="2880537" y="4054725"/>
                      <a:ext cx="42707" cy="49323"/>
                    </a:xfrm>
                    <a:custGeom>
                      <a:avLst/>
                      <a:gdLst>
                        <a:gd name="connsiteX0" fmla="*/ 0 w 42707"/>
                        <a:gd name="connsiteY0" fmla="*/ 49323 h 49323"/>
                        <a:gd name="connsiteX1" fmla="*/ 0 w 42707"/>
                        <a:gd name="connsiteY1" fmla="*/ 0 h 49323"/>
                        <a:gd name="connsiteX2" fmla="*/ 42708 w 42707"/>
                        <a:gd name="connsiteY2" fmla="*/ 24691 h 49323"/>
                      </a:gdLst>
                      <a:ahLst/>
                      <a:cxnLst>
                        <a:cxn ang="0">
                          <a:pos x="connsiteX0" y="connsiteY0"/>
                        </a:cxn>
                        <a:cxn ang="0">
                          <a:pos x="connsiteX1" y="connsiteY1"/>
                        </a:cxn>
                        <a:cxn ang="0">
                          <a:pos x="connsiteX2" y="connsiteY2"/>
                        </a:cxn>
                      </a:cxnLst>
                      <a:rect l="l" t="t" r="r" b="b"/>
                      <a:pathLst>
                        <a:path w="42707" h="49323">
                          <a:moveTo>
                            <a:pt x="0" y="49323"/>
                          </a:moveTo>
                          <a:lnTo>
                            <a:pt x="0" y="0"/>
                          </a:lnTo>
                          <a:lnTo>
                            <a:pt x="42708" y="2469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960" name="Graphic 4773">
                    <a:extLst>
                      <a:ext uri="{FF2B5EF4-FFF2-40B4-BE49-F238E27FC236}">
                        <a16:creationId xmlns:a16="http://schemas.microsoft.com/office/drawing/2014/main" id="{F74A04D6-493F-5ECC-6560-ECB6B322AFB9}"/>
                      </a:ext>
                    </a:extLst>
                  </p:cNvPr>
                  <p:cNvGrpSpPr/>
                  <p:nvPr/>
                </p:nvGrpSpPr>
                <p:grpSpPr>
                  <a:xfrm>
                    <a:off x="2702441" y="4022414"/>
                    <a:ext cx="114004" cy="114004"/>
                    <a:chOff x="2702441" y="4022414"/>
                    <a:chExt cx="114004" cy="114004"/>
                  </a:xfrm>
                  <a:grpFill/>
                </p:grpSpPr>
                <p:sp>
                  <p:nvSpPr>
                    <p:cNvPr id="961" name="Freeform: Shape 960">
                      <a:extLst>
                        <a:ext uri="{FF2B5EF4-FFF2-40B4-BE49-F238E27FC236}">
                          <a16:creationId xmlns:a16="http://schemas.microsoft.com/office/drawing/2014/main" id="{A8895181-8FD1-D192-5EA2-7B858BACCFE4}"/>
                        </a:ext>
                      </a:extLst>
                    </p:cNvPr>
                    <p:cNvSpPr/>
                    <p:nvPr/>
                  </p:nvSpPr>
                  <p:spPr>
                    <a:xfrm>
                      <a:off x="2702441" y="4022414"/>
                      <a:ext cx="114004" cy="114004"/>
                    </a:xfrm>
                    <a:custGeom>
                      <a:avLst/>
                      <a:gdLst>
                        <a:gd name="connsiteX0" fmla="*/ 0 w 114004"/>
                        <a:gd name="connsiteY0" fmla="*/ 34201 h 114004"/>
                        <a:gd name="connsiteX1" fmla="*/ 0 w 114004"/>
                        <a:gd name="connsiteY1" fmla="*/ 79803 h 114004"/>
                        <a:gd name="connsiteX2" fmla="*/ 34201 w 114004"/>
                        <a:gd name="connsiteY2" fmla="*/ 114005 h 114004"/>
                        <a:gd name="connsiteX3" fmla="*/ 79803 w 114004"/>
                        <a:gd name="connsiteY3" fmla="*/ 114005 h 114004"/>
                        <a:gd name="connsiteX4" fmla="*/ 114005 w 114004"/>
                        <a:gd name="connsiteY4" fmla="*/ 79803 h 114004"/>
                        <a:gd name="connsiteX5" fmla="*/ 114005 w 114004"/>
                        <a:gd name="connsiteY5" fmla="*/ 34201 h 114004"/>
                        <a:gd name="connsiteX6" fmla="*/ 79803 w 114004"/>
                        <a:gd name="connsiteY6" fmla="*/ 0 h 114004"/>
                        <a:gd name="connsiteX7" fmla="*/ 34201 w 114004"/>
                        <a:gd name="connsiteY7" fmla="*/ 0 h 114004"/>
                        <a:gd name="connsiteX8" fmla="*/ 0 w 114004"/>
                        <a:gd name="connsiteY8" fmla="*/ 34201 h 114004"/>
                        <a:gd name="connsiteX9" fmla="*/ 5730 w 114004"/>
                        <a:gd name="connsiteY9" fmla="*/ 34201 h 114004"/>
                        <a:gd name="connsiteX10" fmla="*/ 34201 w 114004"/>
                        <a:gd name="connsiteY10" fmla="*/ 5730 h 114004"/>
                        <a:gd name="connsiteX11" fmla="*/ 79803 w 114004"/>
                        <a:gd name="connsiteY11" fmla="*/ 5730 h 114004"/>
                        <a:gd name="connsiteX12" fmla="*/ 108275 w 114004"/>
                        <a:gd name="connsiteY12" fmla="*/ 34201 h 114004"/>
                        <a:gd name="connsiteX13" fmla="*/ 108275 w 114004"/>
                        <a:gd name="connsiteY13" fmla="*/ 79803 h 114004"/>
                        <a:gd name="connsiteX14" fmla="*/ 79803 w 114004"/>
                        <a:gd name="connsiteY14" fmla="*/ 108275 h 114004"/>
                        <a:gd name="connsiteX15" fmla="*/ 34201 w 114004"/>
                        <a:gd name="connsiteY15" fmla="*/ 108275 h 114004"/>
                        <a:gd name="connsiteX16" fmla="*/ 5730 w 114004"/>
                        <a:gd name="connsiteY16" fmla="*/ 79803 h 114004"/>
                        <a:gd name="connsiteX17" fmla="*/ 5730 w 114004"/>
                        <a:gd name="connsiteY17" fmla="*/ 34201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0" y="34201"/>
                          </a:move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lnTo>
                            <a:pt x="34201" y="0"/>
                          </a:lnTo>
                          <a:cubicBezTo>
                            <a:pt x="15358" y="0"/>
                            <a:pt x="0" y="15299"/>
                            <a:pt x="0" y="34201"/>
                          </a:cubicBezTo>
                          <a:close/>
                          <a:moveTo>
                            <a:pt x="5730" y="34201"/>
                          </a:moveTo>
                          <a:cubicBezTo>
                            <a:pt x="5730" y="18489"/>
                            <a:pt x="18489" y="5730"/>
                            <a:pt x="34201" y="5730"/>
                          </a:cubicBezTo>
                          <a:lnTo>
                            <a:pt x="79803" y="5730"/>
                          </a:lnTo>
                          <a:cubicBezTo>
                            <a:pt x="95516" y="5730"/>
                            <a:pt x="108275" y="18489"/>
                            <a:pt x="108275" y="34201"/>
                          </a:cubicBezTo>
                          <a:lnTo>
                            <a:pt x="108275" y="79803"/>
                          </a:lnTo>
                          <a:cubicBezTo>
                            <a:pt x="108275" y="95516"/>
                            <a:pt x="95516" y="108275"/>
                            <a:pt x="79803" y="108275"/>
                          </a:cubicBezTo>
                          <a:lnTo>
                            <a:pt x="34201" y="108275"/>
                          </a:lnTo>
                          <a:cubicBezTo>
                            <a:pt x="18489" y="108275"/>
                            <a:pt x="5730" y="95516"/>
                            <a:pt x="5730" y="79803"/>
                          </a:cubicBezTo>
                          <a:lnTo>
                            <a:pt x="5730" y="3420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62" name="Freeform: Shape 961">
                      <a:extLst>
                        <a:ext uri="{FF2B5EF4-FFF2-40B4-BE49-F238E27FC236}">
                          <a16:creationId xmlns:a16="http://schemas.microsoft.com/office/drawing/2014/main" id="{EFD85993-F0EB-C94C-781A-3015D3767FCC}"/>
                        </a:ext>
                      </a:extLst>
                    </p:cNvPr>
                    <p:cNvSpPr/>
                    <p:nvPr/>
                  </p:nvSpPr>
                  <p:spPr>
                    <a:xfrm>
                      <a:off x="2765114"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63" name="Freeform: Shape 962">
                      <a:extLst>
                        <a:ext uri="{FF2B5EF4-FFF2-40B4-BE49-F238E27FC236}">
                          <a16:creationId xmlns:a16="http://schemas.microsoft.com/office/drawing/2014/main" id="{B2AD802B-EE43-8EED-CBAE-3598F3D22946}"/>
                        </a:ext>
                      </a:extLst>
                    </p:cNvPr>
                    <p:cNvSpPr/>
                    <p:nvPr/>
                  </p:nvSpPr>
                  <p:spPr>
                    <a:xfrm>
                      <a:off x="2738533"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849" name="Graphic 4773">
                  <a:extLst>
                    <a:ext uri="{FF2B5EF4-FFF2-40B4-BE49-F238E27FC236}">
                      <a16:creationId xmlns:a16="http://schemas.microsoft.com/office/drawing/2014/main" id="{9D511D76-924B-49A7-4FB1-FD08FF1C6C8F}"/>
                    </a:ext>
                  </a:extLst>
                </p:cNvPr>
                <p:cNvGrpSpPr/>
                <p:nvPr/>
              </p:nvGrpSpPr>
              <p:grpSpPr>
                <a:xfrm>
                  <a:off x="4176882" y="1893185"/>
                  <a:ext cx="116840" cy="236869"/>
                  <a:chOff x="4176882" y="1893185"/>
                  <a:chExt cx="116840" cy="236869"/>
                </a:xfrm>
                <a:grpFill/>
              </p:grpSpPr>
              <p:sp>
                <p:nvSpPr>
                  <p:cNvPr id="956" name="Freeform: Shape 955">
                    <a:extLst>
                      <a:ext uri="{FF2B5EF4-FFF2-40B4-BE49-F238E27FC236}">
                        <a16:creationId xmlns:a16="http://schemas.microsoft.com/office/drawing/2014/main" id="{69ABBE00-230A-6833-4C66-23F653333698}"/>
                      </a:ext>
                    </a:extLst>
                  </p:cNvPr>
                  <p:cNvSpPr/>
                  <p:nvPr/>
                </p:nvSpPr>
                <p:spPr>
                  <a:xfrm>
                    <a:off x="4176941" y="2013274"/>
                    <a:ext cx="116781" cy="116781"/>
                  </a:xfrm>
                  <a:custGeom>
                    <a:avLst/>
                    <a:gdLst>
                      <a:gd name="connsiteX0" fmla="*/ 116781 w 116781"/>
                      <a:gd name="connsiteY0" fmla="*/ 97524 h 116781"/>
                      <a:gd name="connsiteX1" fmla="*/ 39813 w 116781"/>
                      <a:gd name="connsiteY1" fmla="*/ 20556 h 116781"/>
                      <a:gd name="connsiteX2" fmla="*/ 102782 w 116781"/>
                      <a:gd name="connsiteY2" fmla="*/ 20556 h 116781"/>
                      <a:gd name="connsiteX3" fmla="*/ 82225 w 116781"/>
                      <a:gd name="connsiteY3" fmla="*/ 0 h 116781"/>
                      <a:gd name="connsiteX4" fmla="*/ 0 w 116781"/>
                      <a:gd name="connsiteY4" fmla="*/ 0 h 116781"/>
                      <a:gd name="connsiteX5" fmla="*/ 0 w 116781"/>
                      <a:gd name="connsiteY5" fmla="*/ 82225 h 116781"/>
                      <a:gd name="connsiteX6" fmla="*/ 20556 w 116781"/>
                      <a:gd name="connsiteY6" fmla="*/ 102782 h 116781"/>
                      <a:gd name="connsiteX7" fmla="*/ 20556 w 116781"/>
                      <a:gd name="connsiteY7" fmla="*/ 39813 h 116781"/>
                      <a:gd name="connsiteX8" fmla="*/ 97524 w 116781"/>
                      <a:gd name="connsiteY8" fmla="*/ 116781 h 116781"/>
                      <a:gd name="connsiteX9" fmla="*/ 116781 w 116781"/>
                      <a:gd name="connsiteY9" fmla="*/ 97524 h 116781"/>
                      <a:gd name="connsiteX10" fmla="*/ 37746 w 116781"/>
                      <a:gd name="connsiteY10" fmla="*/ 22624 h 116781"/>
                      <a:gd name="connsiteX11" fmla="*/ 112646 w 116781"/>
                      <a:gd name="connsiteY11" fmla="*/ 97524 h 116781"/>
                      <a:gd name="connsiteX12" fmla="*/ 97465 w 116781"/>
                      <a:gd name="connsiteY12" fmla="*/ 112705 h 116781"/>
                      <a:gd name="connsiteX13" fmla="*/ 22565 w 116781"/>
                      <a:gd name="connsiteY13" fmla="*/ 37805 h 116781"/>
                      <a:gd name="connsiteX14" fmla="*/ 17603 w 116781"/>
                      <a:gd name="connsiteY14" fmla="*/ 32843 h 116781"/>
                      <a:gd name="connsiteX15" fmla="*/ 17603 w 116781"/>
                      <a:gd name="connsiteY15" fmla="*/ 39872 h 116781"/>
                      <a:gd name="connsiteX16" fmla="*/ 17603 w 116781"/>
                      <a:gd name="connsiteY16" fmla="*/ 95870 h 116781"/>
                      <a:gd name="connsiteX17" fmla="*/ 2835 w 116781"/>
                      <a:gd name="connsiteY17" fmla="*/ 81103 h 116781"/>
                      <a:gd name="connsiteX18" fmla="*/ 2835 w 116781"/>
                      <a:gd name="connsiteY18" fmla="*/ 2953 h 116781"/>
                      <a:gd name="connsiteX19" fmla="*/ 80985 w 116781"/>
                      <a:gd name="connsiteY19" fmla="*/ 2953 h 116781"/>
                      <a:gd name="connsiteX20" fmla="*/ 95752 w 116781"/>
                      <a:gd name="connsiteY20" fmla="*/ 17721 h 116781"/>
                      <a:gd name="connsiteX21" fmla="*/ 39813 w 116781"/>
                      <a:gd name="connsiteY21" fmla="*/ 17721 h 116781"/>
                      <a:gd name="connsiteX22" fmla="*/ 32784 w 116781"/>
                      <a:gd name="connsiteY22" fmla="*/ 17721 h 116781"/>
                      <a:gd name="connsiteX23" fmla="*/ 37746 w 116781"/>
                      <a:gd name="connsiteY23" fmla="*/ 2262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1">
                        <a:moveTo>
                          <a:pt x="116781" y="97524"/>
                        </a:moveTo>
                        <a:lnTo>
                          <a:pt x="39813" y="20556"/>
                        </a:lnTo>
                        <a:lnTo>
                          <a:pt x="102782" y="20556"/>
                        </a:lnTo>
                        <a:lnTo>
                          <a:pt x="82225" y="0"/>
                        </a:lnTo>
                        <a:lnTo>
                          <a:pt x="0" y="0"/>
                        </a:lnTo>
                        <a:lnTo>
                          <a:pt x="0" y="82225"/>
                        </a:lnTo>
                        <a:lnTo>
                          <a:pt x="20556" y="102782"/>
                        </a:lnTo>
                        <a:lnTo>
                          <a:pt x="20556" y="39813"/>
                        </a:lnTo>
                        <a:lnTo>
                          <a:pt x="97524" y="116781"/>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57" name="Freeform: Shape 956">
                    <a:extLst>
                      <a:ext uri="{FF2B5EF4-FFF2-40B4-BE49-F238E27FC236}">
                        <a16:creationId xmlns:a16="http://schemas.microsoft.com/office/drawing/2014/main" id="{D1AF170A-701E-0571-F800-8CD0822144C2}"/>
                      </a:ext>
                    </a:extLst>
                  </p:cNvPr>
                  <p:cNvSpPr/>
                  <p:nvPr/>
                </p:nvSpPr>
                <p:spPr>
                  <a:xfrm>
                    <a:off x="4176882" y="1893185"/>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7 w 116781"/>
                      <a:gd name="connsiteY5" fmla="*/ 76968 h 116780"/>
                      <a:gd name="connsiteX6" fmla="*/ 20557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7 h 116780"/>
                      <a:gd name="connsiteX11" fmla="*/ 2894 w 116781"/>
                      <a:gd name="connsiteY11" fmla="*/ 113887 h 116780"/>
                      <a:gd name="connsiteX12" fmla="*/ 2894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76 h 116780"/>
                      <a:gd name="connsiteX18" fmla="*/ 112705 w 116781"/>
                      <a:gd name="connsiteY18" fmla="*/ 19257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7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7" y="76968"/>
                        </a:lnTo>
                        <a:lnTo>
                          <a:pt x="20557" y="14000"/>
                        </a:lnTo>
                        <a:lnTo>
                          <a:pt x="0" y="34556"/>
                        </a:lnTo>
                        <a:lnTo>
                          <a:pt x="0" y="116781"/>
                        </a:lnTo>
                        <a:lnTo>
                          <a:pt x="82225" y="116781"/>
                        </a:lnTo>
                        <a:close/>
                        <a:moveTo>
                          <a:pt x="81044" y="113887"/>
                        </a:moveTo>
                        <a:lnTo>
                          <a:pt x="2894" y="113887"/>
                        </a:lnTo>
                        <a:lnTo>
                          <a:pt x="2894" y="35737"/>
                        </a:lnTo>
                        <a:lnTo>
                          <a:pt x="17662" y="20970"/>
                        </a:lnTo>
                        <a:lnTo>
                          <a:pt x="17662" y="76909"/>
                        </a:lnTo>
                        <a:lnTo>
                          <a:pt x="17662" y="83938"/>
                        </a:lnTo>
                        <a:lnTo>
                          <a:pt x="22624" y="78976"/>
                        </a:lnTo>
                        <a:lnTo>
                          <a:pt x="97524" y="4076"/>
                        </a:lnTo>
                        <a:lnTo>
                          <a:pt x="112705" y="19257"/>
                        </a:lnTo>
                        <a:lnTo>
                          <a:pt x="37805" y="94157"/>
                        </a:lnTo>
                        <a:lnTo>
                          <a:pt x="32843" y="99119"/>
                        </a:lnTo>
                        <a:lnTo>
                          <a:pt x="39872" y="99119"/>
                        </a:lnTo>
                        <a:lnTo>
                          <a:pt x="95811" y="99119"/>
                        </a:lnTo>
                        <a:lnTo>
                          <a:pt x="81044" y="11388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850" name="Graphic 4773">
                  <a:extLst>
                    <a:ext uri="{FF2B5EF4-FFF2-40B4-BE49-F238E27FC236}">
                      <a16:creationId xmlns:a16="http://schemas.microsoft.com/office/drawing/2014/main" id="{8B9C3261-319C-FEBC-66C9-850D736AF56C}"/>
                    </a:ext>
                  </a:extLst>
                </p:cNvPr>
                <p:cNvGrpSpPr/>
                <p:nvPr/>
              </p:nvGrpSpPr>
              <p:grpSpPr>
                <a:xfrm>
                  <a:off x="632696" y="2425108"/>
                  <a:ext cx="116780" cy="236869"/>
                  <a:chOff x="632696" y="2425108"/>
                  <a:chExt cx="116780" cy="236869"/>
                </a:xfrm>
                <a:grpFill/>
              </p:grpSpPr>
              <p:sp>
                <p:nvSpPr>
                  <p:cNvPr id="954" name="Freeform: Shape 953">
                    <a:extLst>
                      <a:ext uri="{FF2B5EF4-FFF2-40B4-BE49-F238E27FC236}">
                        <a16:creationId xmlns:a16="http://schemas.microsoft.com/office/drawing/2014/main" id="{63CF2B86-E82E-059B-DEFE-D5F3154C5705}"/>
                      </a:ext>
                    </a:extLst>
                  </p:cNvPr>
                  <p:cNvSpPr/>
                  <p:nvPr/>
                </p:nvSpPr>
                <p:spPr>
                  <a:xfrm>
                    <a:off x="632696" y="2425108"/>
                    <a:ext cx="116780" cy="116781"/>
                  </a:xfrm>
                  <a:custGeom>
                    <a:avLst/>
                    <a:gdLst>
                      <a:gd name="connsiteX0" fmla="*/ 0 w 116780"/>
                      <a:gd name="connsiteY0" fmla="*/ 19257 h 116781"/>
                      <a:gd name="connsiteX1" fmla="*/ 76968 w 116780"/>
                      <a:gd name="connsiteY1" fmla="*/ 96225 h 116781"/>
                      <a:gd name="connsiteX2" fmla="*/ 14000 w 116780"/>
                      <a:gd name="connsiteY2" fmla="*/ 96225 h 116781"/>
                      <a:gd name="connsiteX3" fmla="*/ 34556 w 116780"/>
                      <a:gd name="connsiteY3" fmla="*/ 116781 h 116781"/>
                      <a:gd name="connsiteX4" fmla="*/ 116781 w 116780"/>
                      <a:gd name="connsiteY4" fmla="*/ 116781 h 116781"/>
                      <a:gd name="connsiteX5" fmla="*/ 116781 w 116780"/>
                      <a:gd name="connsiteY5" fmla="*/ 34556 h 116781"/>
                      <a:gd name="connsiteX6" fmla="*/ 96225 w 116780"/>
                      <a:gd name="connsiteY6" fmla="*/ 14000 h 116781"/>
                      <a:gd name="connsiteX7" fmla="*/ 96225 w 116780"/>
                      <a:gd name="connsiteY7" fmla="*/ 76968 h 116781"/>
                      <a:gd name="connsiteX8" fmla="*/ 19257 w 116780"/>
                      <a:gd name="connsiteY8" fmla="*/ 0 h 116781"/>
                      <a:gd name="connsiteX9" fmla="*/ 0 w 116780"/>
                      <a:gd name="connsiteY9" fmla="*/ 19257 h 116781"/>
                      <a:gd name="connsiteX10" fmla="*/ 79035 w 116780"/>
                      <a:gd name="connsiteY10" fmla="*/ 94216 h 116781"/>
                      <a:gd name="connsiteX11" fmla="*/ 4135 w 116780"/>
                      <a:gd name="connsiteY11" fmla="*/ 19316 h 116781"/>
                      <a:gd name="connsiteX12" fmla="*/ 19316 w 116780"/>
                      <a:gd name="connsiteY12" fmla="*/ 4135 h 116781"/>
                      <a:gd name="connsiteX13" fmla="*/ 94216 w 116780"/>
                      <a:gd name="connsiteY13" fmla="*/ 79035 h 116781"/>
                      <a:gd name="connsiteX14" fmla="*/ 99178 w 116780"/>
                      <a:gd name="connsiteY14" fmla="*/ 83997 h 116781"/>
                      <a:gd name="connsiteX15" fmla="*/ 99178 w 116780"/>
                      <a:gd name="connsiteY15" fmla="*/ 76968 h 116781"/>
                      <a:gd name="connsiteX16" fmla="*/ 99178 w 116780"/>
                      <a:gd name="connsiteY16" fmla="*/ 20970 h 116781"/>
                      <a:gd name="connsiteX17" fmla="*/ 113946 w 116780"/>
                      <a:gd name="connsiteY17" fmla="*/ 35737 h 116781"/>
                      <a:gd name="connsiteX18" fmla="*/ 113946 w 116780"/>
                      <a:gd name="connsiteY18" fmla="*/ 113887 h 116781"/>
                      <a:gd name="connsiteX19" fmla="*/ 35796 w 116780"/>
                      <a:gd name="connsiteY19" fmla="*/ 113887 h 116781"/>
                      <a:gd name="connsiteX20" fmla="*/ 21029 w 116780"/>
                      <a:gd name="connsiteY20" fmla="*/ 99119 h 116781"/>
                      <a:gd name="connsiteX21" fmla="*/ 76968 w 116780"/>
                      <a:gd name="connsiteY21" fmla="*/ 99119 h 116781"/>
                      <a:gd name="connsiteX22" fmla="*/ 83997 w 116780"/>
                      <a:gd name="connsiteY22" fmla="*/ 99119 h 116781"/>
                      <a:gd name="connsiteX23" fmla="*/ 79035 w 116780"/>
                      <a:gd name="connsiteY23" fmla="*/ 94216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0" y="19257"/>
                        </a:moveTo>
                        <a:lnTo>
                          <a:pt x="76968" y="96225"/>
                        </a:lnTo>
                        <a:lnTo>
                          <a:pt x="14000" y="96225"/>
                        </a:lnTo>
                        <a:lnTo>
                          <a:pt x="34556" y="116781"/>
                        </a:lnTo>
                        <a:lnTo>
                          <a:pt x="116781" y="116781"/>
                        </a:lnTo>
                        <a:lnTo>
                          <a:pt x="116781" y="34556"/>
                        </a:lnTo>
                        <a:lnTo>
                          <a:pt x="96225" y="14000"/>
                        </a:lnTo>
                        <a:lnTo>
                          <a:pt x="96225" y="76968"/>
                        </a:lnTo>
                        <a:lnTo>
                          <a:pt x="19257" y="0"/>
                        </a:lnTo>
                        <a:lnTo>
                          <a:pt x="0" y="19257"/>
                        </a:lnTo>
                        <a:close/>
                        <a:moveTo>
                          <a:pt x="79035" y="94216"/>
                        </a:moveTo>
                        <a:lnTo>
                          <a:pt x="4135" y="19316"/>
                        </a:lnTo>
                        <a:lnTo>
                          <a:pt x="19316" y="4135"/>
                        </a:lnTo>
                        <a:lnTo>
                          <a:pt x="94216" y="79035"/>
                        </a:lnTo>
                        <a:lnTo>
                          <a:pt x="99178" y="83997"/>
                        </a:lnTo>
                        <a:lnTo>
                          <a:pt x="99178" y="76968"/>
                        </a:lnTo>
                        <a:lnTo>
                          <a:pt x="99178" y="20970"/>
                        </a:lnTo>
                        <a:lnTo>
                          <a:pt x="113946" y="35737"/>
                        </a:lnTo>
                        <a:lnTo>
                          <a:pt x="113946" y="113887"/>
                        </a:lnTo>
                        <a:lnTo>
                          <a:pt x="35796" y="113887"/>
                        </a:lnTo>
                        <a:lnTo>
                          <a:pt x="21029" y="99119"/>
                        </a:lnTo>
                        <a:lnTo>
                          <a:pt x="76968" y="99119"/>
                        </a:lnTo>
                        <a:lnTo>
                          <a:pt x="83997" y="99119"/>
                        </a:lnTo>
                        <a:lnTo>
                          <a:pt x="79035" y="9421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55" name="Freeform: Shape 954">
                    <a:extLst>
                      <a:ext uri="{FF2B5EF4-FFF2-40B4-BE49-F238E27FC236}">
                        <a16:creationId xmlns:a16="http://schemas.microsoft.com/office/drawing/2014/main" id="{6E0DC5B4-ACBC-1FB1-BE6E-4A31DC3EC31C}"/>
                      </a:ext>
                    </a:extLst>
                  </p:cNvPr>
                  <p:cNvSpPr/>
                  <p:nvPr/>
                </p:nvSpPr>
                <p:spPr>
                  <a:xfrm>
                    <a:off x="632696" y="2545197"/>
                    <a:ext cx="116780" cy="116780"/>
                  </a:xfrm>
                  <a:custGeom>
                    <a:avLst/>
                    <a:gdLst>
                      <a:gd name="connsiteX0" fmla="*/ 34556 w 116780"/>
                      <a:gd name="connsiteY0" fmla="*/ 0 h 116780"/>
                      <a:gd name="connsiteX1" fmla="*/ 14000 w 116780"/>
                      <a:gd name="connsiteY1" fmla="*/ 20556 h 116780"/>
                      <a:gd name="connsiteX2" fmla="*/ 76968 w 116780"/>
                      <a:gd name="connsiteY2" fmla="*/ 20556 h 116780"/>
                      <a:gd name="connsiteX3" fmla="*/ 0 w 116780"/>
                      <a:gd name="connsiteY3" fmla="*/ 97524 h 116780"/>
                      <a:gd name="connsiteX4" fmla="*/ 19257 w 116780"/>
                      <a:gd name="connsiteY4" fmla="*/ 116781 h 116780"/>
                      <a:gd name="connsiteX5" fmla="*/ 96225 w 116780"/>
                      <a:gd name="connsiteY5" fmla="*/ 39813 h 116780"/>
                      <a:gd name="connsiteX6" fmla="*/ 96225 w 116780"/>
                      <a:gd name="connsiteY6" fmla="*/ 102781 h 116780"/>
                      <a:gd name="connsiteX7" fmla="*/ 116781 w 116780"/>
                      <a:gd name="connsiteY7" fmla="*/ 82225 h 116780"/>
                      <a:gd name="connsiteX8" fmla="*/ 116781 w 116780"/>
                      <a:gd name="connsiteY8" fmla="*/ 0 h 116780"/>
                      <a:gd name="connsiteX9" fmla="*/ 34556 w 116780"/>
                      <a:gd name="connsiteY9" fmla="*/ 0 h 116780"/>
                      <a:gd name="connsiteX10" fmla="*/ 35796 w 116780"/>
                      <a:gd name="connsiteY10" fmla="*/ 2894 h 116780"/>
                      <a:gd name="connsiteX11" fmla="*/ 113946 w 116780"/>
                      <a:gd name="connsiteY11" fmla="*/ 2894 h 116780"/>
                      <a:gd name="connsiteX12" fmla="*/ 113946 w 116780"/>
                      <a:gd name="connsiteY12" fmla="*/ 81044 h 116780"/>
                      <a:gd name="connsiteX13" fmla="*/ 99178 w 116780"/>
                      <a:gd name="connsiteY13" fmla="*/ 95811 h 116780"/>
                      <a:gd name="connsiteX14" fmla="*/ 99178 w 116780"/>
                      <a:gd name="connsiteY14" fmla="*/ 39872 h 116780"/>
                      <a:gd name="connsiteX15" fmla="*/ 99178 w 116780"/>
                      <a:gd name="connsiteY15" fmla="*/ 32843 h 116780"/>
                      <a:gd name="connsiteX16" fmla="*/ 94216 w 116780"/>
                      <a:gd name="connsiteY16" fmla="*/ 37805 h 116780"/>
                      <a:gd name="connsiteX17" fmla="*/ 19316 w 116780"/>
                      <a:gd name="connsiteY17" fmla="*/ 112705 h 116780"/>
                      <a:gd name="connsiteX18" fmla="*/ 4135 w 116780"/>
                      <a:gd name="connsiteY18" fmla="*/ 97524 h 116780"/>
                      <a:gd name="connsiteX19" fmla="*/ 79035 w 116780"/>
                      <a:gd name="connsiteY19" fmla="*/ 22624 h 116780"/>
                      <a:gd name="connsiteX20" fmla="*/ 83997 w 116780"/>
                      <a:gd name="connsiteY20" fmla="*/ 17662 h 116780"/>
                      <a:gd name="connsiteX21" fmla="*/ 76968 w 116780"/>
                      <a:gd name="connsiteY21" fmla="*/ 17662 h 116780"/>
                      <a:gd name="connsiteX22" fmla="*/ 21029 w 116780"/>
                      <a:gd name="connsiteY22" fmla="*/ 17662 h 116780"/>
                      <a:gd name="connsiteX23" fmla="*/ 35796 w 116780"/>
                      <a:gd name="connsiteY23" fmla="*/ 2894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0">
                        <a:moveTo>
                          <a:pt x="34556" y="0"/>
                        </a:moveTo>
                        <a:lnTo>
                          <a:pt x="14000" y="20556"/>
                        </a:lnTo>
                        <a:lnTo>
                          <a:pt x="76968" y="20556"/>
                        </a:lnTo>
                        <a:lnTo>
                          <a:pt x="0" y="97524"/>
                        </a:lnTo>
                        <a:lnTo>
                          <a:pt x="19257" y="116781"/>
                        </a:lnTo>
                        <a:lnTo>
                          <a:pt x="96225" y="39813"/>
                        </a:lnTo>
                        <a:lnTo>
                          <a:pt x="96225" y="102781"/>
                        </a:lnTo>
                        <a:lnTo>
                          <a:pt x="116781" y="82225"/>
                        </a:lnTo>
                        <a:lnTo>
                          <a:pt x="116781" y="0"/>
                        </a:lnTo>
                        <a:lnTo>
                          <a:pt x="34556" y="0"/>
                        </a:lnTo>
                        <a:close/>
                        <a:moveTo>
                          <a:pt x="35796" y="2894"/>
                        </a:moveTo>
                        <a:lnTo>
                          <a:pt x="113946" y="2894"/>
                        </a:lnTo>
                        <a:lnTo>
                          <a:pt x="113946" y="81044"/>
                        </a:lnTo>
                        <a:lnTo>
                          <a:pt x="99178" y="95811"/>
                        </a:lnTo>
                        <a:lnTo>
                          <a:pt x="99178" y="39872"/>
                        </a:lnTo>
                        <a:lnTo>
                          <a:pt x="99178" y="32843"/>
                        </a:lnTo>
                        <a:lnTo>
                          <a:pt x="94216" y="37805"/>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851" name="Graphic 4773">
                  <a:extLst>
                    <a:ext uri="{FF2B5EF4-FFF2-40B4-BE49-F238E27FC236}">
                      <a16:creationId xmlns:a16="http://schemas.microsoft.com/office/drawing/2014/main" id="{F23903F2-0A25-5F2C-50C6-8E9171967478}"/>
                    </a:ext>
                  </a:extLst>
                </p:cNvPr>
                <p:cNvGrpSpPr/>
                <p:nvPr/>
              </p:nvGrpSpPr>
              <p:grpSpPr>
                <a:xfrm>
                  <a:off x="1371068" y="3902502"/>
                  <a:ext cx="116780" cy="236929"/>
                  <a:chOff x="1371068" y="3902502"/>
                  <a:chExt cx="116780" cy="236929"/>
                </a:xfrm>
                <a:grpFill/>
              </p:grpSpPr>
              <p:sp>
                <p:nvSpPr>
                  <p:cNvPr id="952" name="Freeform: Shape 951">
                    <a:extLst>
                      <a:ext uri="{FF2B5EF4-FFF2-40B4-BE49-F238E27FC236}">
                        <a16:creationId xmlns:a16="http://schemas.microsoft.com/office/drawing/2014/main" id="{1524B00D-86C7-1F16-D920-6E2386E80A21}"/>
                      </a:ext>
                    </a:extLst>
                  </p:cNvPr>
                  <p:cNvSpPr/>
                  <p:nvPr/>
                </p:nvSpPr>
                <p:spPr>
                  <a:xfrm>
                    <a:off x="1371068" y="3902502"/>
                    <a:ext cx="116780" cy="116840"/>
                  </a:xfrm>
                  <a:custGeom>
                    <a:avLst/>
                    <a:gdLst>
                      <a:gd name="connsiteX0" fmla="*/ 0 w 116780"/>
                      <a:gd name="connsiteY0" fmla="*/ 19316 h 116840"/>
                      <a:gd name="connsiteX1" fmla="*/ 76968 w 116780"/>
                      <a:gd name="connsiteY1" fmla="*/ 96284 h 116840"/>
                      <a:gd name="connsiteX2" fmla="*/ 14000 w 116780"/>
                      <a:gd name="connsiteY2" fmla="*/ 96284 h 116840"/>
                      <a:gd name="connsiteX3" fmla="*/ 34556 w 116780"/>
                      <a:gd name="connsiteY3" fmla="*/ 116840 h 116840"/>
                      <a:gd name="connsiteX4" fmla="*/ 116781 w 116780"/>
                      <a:gd name="connsiteY4" fmla="*/ 116840 h 116840"/>
                      <a:gd name="connsiteX5" fmla="*/ 116781 w 116780"/>
                      <a:gd name="connsiteY5" fmla="*/ 34556 h 116840"/>
                      <a:gd name="connsiteX6" fmla="*/ 96225 w 116780"/>
                      <a:gd name="connsiteY6" fmla="*/ 14000 h 116840"/>
                      <a:gd name="connsiteX7" fmla="*/ 96225 w 116780"/>
                      <a:gd name="connsiteY7" fmla="*/ 76968 h 116840"/>
                      <a:gd name="connsiteX8" fmla="*/ 19257 w 116780"/>
                      <a:gd name="connsiteY8" fmla="*/ 0 h 116840"/>
                      <a:gd name="connsiteX9" fmla="*/ 0 w 116780"/>
                      <a:gd name="connsiteY9" fmla="*/ 19316 h 116840"/>
                      <a:gd name="connsiteX10" fmla="*/ 79035 w 116780"/>
                      <a:gd name="connsiteY10" fmla="*/ 94216 h 116840"/>
                      <a:gd name="connsiteX11" fmla="*/ 4135 w 116780"/>
                      <a:gd name="connsiteY11" fmla="*/ 19316 h 116840"/>
                      <a:gd name="connsiteX12" fmla="*/ 19316 w 116780"/>
                      <a:gd name="connsiteY12" fmla="*/ 4135 h 116840"/>
                      <a:gd name="connsiteX13" fmla="*/ 94216 w 116780"/>
                      <a:gd name="connsiteY13" fmla="*/ 79035 h 116840"/>
                      <a:gd name="connsiteX14" fmla="*/ 99178 w 116780"/>
                      <a:gd name="connsiteY14" fmla="*/ 83997 h 116840"/>
                      <a:gd name="connsiteX15" fmla="*/ 99178 w 116780"/>
                      <a:gd name="connsiteY15" fmla="*/ 76968 h 116840"/>
                      <a:gd name="connsiteX16" fmla="*/ 99178 w 116780"/>
                      <a:gd name="connsiteY16" fmla="*/ 21029 h 116840"/>
                      <a:gd name="connsiteX17" fmla="*/ 113946 w 116780"/>
                      <a:gd name="connsiteY17" fmla="*/ 35796 h 116840"/>
                      <a:gd name="connsiteX18" fmla="*/ 113946 w 116780"/>
                      <a:gd name="connsiteY18" fmla="*/ 113946 h 116840"/>
                      <a:gd name="connsiteX19" fmla="*/ 35796 w 116780"/>
                      <a:gd name="connsiteY19" fmla="*/ 113946 h 116840"/>
                      <a:gd name="connsiteX20" fmla="*/ 21029 w 116780"/>
                      <a:gd name="connsiteY20" fmla="*/ 99178 h 116840"/>
                      <a:gd name="connsiteX21" fmla="*/ 76968 w 116780"/>
                      <a:gd name="connsiteY21" fmla="*/ 99178 h 116840"/>
                      <a:gd name="connsiteX22" fmla="*/ 83997 w 116780"/>
                      <a:gd name="connsiteY22" fmla="*/ 99178 h 116840"/>
                      <a:gd name="connsiteX23" fmla="*/ 79035 w 116780"/>
                      <a:gd name="connsiteY23" fmla="*/ 94216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840">
                        <a:moveTo>
                          <a:pt x="0" y="19316"/>
                        </a:moveTo>
                        <a:lnTo>
                          <a:pt x="76968" y="96284"/>
                        </a:lnTo>
                        <a:lnTo>
                          <a:pt x="14000" y="96284"/>
                        </a:lnTo>
                        <a:lnTo>
                          <a:pt x="34556" y="116840"/>
                        </a:lnTo>
                        <a:lnTo>
                          <a:pt x="116781" y="116840"/>
                        </a:lnTo>
                        <a:lnTo>
                          <a:pt x="116781" y="34556"/>
                        </a:lnTo>
                        <a:lnTo>
                          <a:pt x="96225" y="14000"/>
                        </a:lnTo>
                        <a:lnTo>
                          <a:pt x="96225" y="76968"/>
                        </a:lnTo>
                        <a:lnTo>
                          <a:pt x="19257" y="0"/>
                        </a:lnTo>
                        <a:lnTo>
                          <a:pt x="0" y="19316"/>
                        </a:lnTo>
                        <a:close/>
                        <a:moveTo>
                          <a:pt x="79035" y="94216"/>
                        </a:moveTo>
                        <a:lnTo>
                          <a:pt x="4135" y="19316"/>
                        </a:lnTo>
                        <a:lnTo>
                          <a:pt x="19316" y="4135"/>
                        </a:lnTo>
                        <a:lnTo>
                          <a:pt x="94216" y="79035"/>
                        </a:lnTo>
                        <a:lnTo>
                          <a:pt x="99178" y="83997"/>
                        </a:lnTo>
                        <a:lnTo>
                          <a:pt x="99178" y="76968"/>
                        </a:lnTo>
                        <a:lnTo>
                          <a:pt x="99178" y="21029"/>
                        </a:lnTo>
                        <a:lnTo>
                          <a:pt x="113946" y="35796"/>
                        </a:lnTo>
                        <a:lnTo>
                          <a:pt x="113946" y="113946"/>
                        </a:lnTo>
                        <a:lnTo>
                          <a:pt x="35796" y="113946"/>
                        </a:lnTo>
                        <a:lnTo>
                          <a:pt x="21029" y="99178"/>
                        </a:lnTo>
                        <a:lnTo>
                          <a:pt x="76968" y="99178"/>
                        </a:lnTo>
                        <a:lnTo>
                          <a:pt x="83997" y="99178"/>
                        </a:lnTo>
                        <a:lnTo>
                          <a:pt x="79035" y="9421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53" name="Freeform: Shape 952">
                    <a:extLst>
                      <a:ext uri="{FF2B5EF4-FFF2-40B4-BE49-F238E27FC236}">
                        <a16:creationId xmlns:a16="http://schemas.microsoft.com/office/drawing/2014/main" id="{60538B73-8016-D626-63B8-FCA42CD66C49}"/>
                      </a:ext>
                    </a:extLst>
                  </p:cNvPr>
                  <p:cNvSpPr/>
                  <p:nvPr/>
                </p:nvSpPr>
                <p:spPr>
                  <a:xfrm>
                    <a:off x="1371068" y="4022650"/>
                    <a:ext cx="116780" cy="116781"/>
                  </a:xfrm>
                  <a:custGeom>
                    <a:avLst/>
                    <a:gdLst>
                      <a:gd name="connsiteX0" fmla="*/ 34556 w 116780"/>
                      <a:gd name="connsiteY0" fmla="*/ 0 h 116781"/>
                      <a:gd name="connsiteX1" fmla="*/ 14000 w 116780"/>
                      <a:gd name="connsiteY1" fmla="*/ 20556 h 116781"/>
                      <a:gd name="connsiteX2" fmla="*/ 76968 w 116780"/>
                      <a:gd name="connsiteY2" fmla="*/ 20556 h 116781"/>
                      <a:gd name="connsiteX3" fmla="*/ 0 w 116780"/>
                      <a:gd name="connsiteY3" fmla="*/ 97524 h 116781"/>
                      <a:gd name="connsiteX4" fmla="*/ 19257 w 116780"/>
                      <a:gd name="connsiteY4" fmla="*/ 116781 h 116781"/>
                      <a:gd name="connsiteX5" fmla="*/ 96225 w 116780"/>
                      <a:gd name="connsiteY5" fmla="*/ 39813 h 116781"/>
                      <a:gd name="connsiteX6" fmla="*/ 96225 w 116780"/>
                      <a:gd name="connsiteY6" fmla="*/ 102782 h 116781"/>
                      <a:gd name="connsiteX7" fmla="*/ 116781 w 116780"/>
                      <a:gd name="connsiteY7" fmla="*/ 82225 h 116781"/>
                      <a:gd name="connsiteX8" fmla="*/ 116781 w 116780"/>
                      <a:gd name="connsiteY8" fmla="*/ 0 h 116781"/>
                      <a:gd name="connsiteX9" fmla="*/ 34556 w 116780"/>
                      <a:gd name="connsiteY9" fmla="*/ 0 h 116781"/>
                      <a:gd name="connsiteX10" fmla="*/ 35796 w 116780"/>
                      <a:gd name="connsiteY10" fmla="*/ 2894 h 116781"/>
                      <a:gd name="connsiteX11" fmla="*/ 113946 w 116780"/>
                      <a:gd name="connsiteY11" fmla="*/ 2894 h 116781"/>
                      <a:gd name="connsiteX12" fmla="*/ 113946 w 116780"/>
                      <a:gd name="connsiteY12" fmla="*/ 80985 h 116781"/>
                      <a:gd name="connsiteX13" fmla="*/ 99178 w 116780"/>
                      <a:gd name="connsiteY13" fmla="*/ 95752 h 116781"/>
                      <a:gd name="connsiteX14" fmla="*/ 99178 w 116780"/>
                      <a:gd name="connsiteY14" fmla="*/ 39813 h 116781"/>
                      <a:gd name="connsiteX15" fmla="*/ 99178 w 116780"/>
                      <a:gd name="connsiteY15" fmla="*/ 32784 h 116781"/>
                      <a:gd name="connsiteX16" fmla="*/ 94216 w 116780"/>
                      <a:gd name="connsiteY16" fmla="*/ 37746 h 116781"/>
                      <a:gd name="connsiteX17" fmla="*/ 19316 w 116780"/>
                      <a:gd name="connsiteY17" fmla="*/ 112705 h 116781"/>
                      <a:gd name="connsiteX18" fmla="*/ 4135 w 116780"/>
                      <a:gd name="connsiteY18" fmla="*/ 97524 h 116781"/>
                      <a:gd name="connsiteX19" fmla="*/ 79035 w 116780"/>
                      <a:gd name="connsiteY19" fmla="*/ 22624 h 116781"/>
                      <a:gd name="connsiteX20" fmla="*/ 83997 w 116780"/>
                      <a:gd name="connsiteY20" fmla="*/ 17662 h 116781"/>
                      <a:gd name="connsiteX21" fmla="*/ 76968 w 116780"/>
                      <a:gd name="connsiteY21" fmla="*/ 17662 h 116781"/>
                      <a:gd name="connsiteX22" fmla="*/ 21029 w 116780"/>
                      <a:gd name="connsiteY22" fmla="*/ 17662 h 116781"/>
                      <a:gd name="connsiteX23" fmla="*/ 35796 w 116780"/>
                      <a:gd name="connsiteY23" fmla="*/ 289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34556" y="0"/>
                        </a:moveTo>
                        <a:lnTo>
                          <a:pt x="14000" y="20556"/>
                        </a:lnTo>
                        <a:lnTo>
                          <a:pt x="76968" y="20556"/>
                        </a:lnTo>
                        <a:lnTo>
                          <a:pt x="0" y="97524"/>
                        </a:lnTo>
                        <a:lnTo>
                          <a:pt x="19257" y="116781"/>
                        </a:lnTo>
                        <a:lnTo>
                          <a:pt x="96225" y="39813"/>
                        </a:lnTo>
                        <a:lnTo>
                          <a:pt x="96225" y="102782"/>
                        </a:lnTo>
                        <a:lnTo>
                          <a:pt x="116781" y="82225"/>
                        </a:lnTo>
                        <a:lnTo>
                          <a:pt x="116781" y="0"/>
                        </a:lnTo>
                        <a:lnTo>
                          <a:pt x="34556" y="0"/>
                        </a:lnTo>
                        <a:close/>
                        <a:moveTo>
                          <a:pt x="35796" y="2894"/>
                        </a:moveTo>
                        <a:lnTo>
                          <a:pt x="113946" y="2894"/>
                        </a:lnTo>
                        <a:lnTo>
                          <a:pt x="113946" y="80985"/>
                        </a:lnTo>
                        <a:lnTo>
                          <a:pt x="99178" y="95752"/>
                        </a:lnTo>
                        <a:lnTo>
                          <a:pt x="99178" y="39813"/>
                        </a:lnTo>
                        <a:lnTo>
                          <a:pt x="99178" y="32784"/>
                        </a:lnTo>
                        <a:lnTo>
                          <a:pt x="94216" y="37746"/>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852" name="Graphic 4773">
                  <a:extLst>
                    <a:ext uri="{FF2B5EF4-FFF2-40B4-BE49-F238E27FC236}">
                      <a16:creationId xmlns:a16="http://schemas.microsoft.com/office/drawing/2014/main" id="{CA3FBC5F-849B-7964-1BAB-8AADDD7C3B0A}"/>
                    </a:ext>
                  </a:extLst>
                </p:cNvPr>
                <p:cNvGrpSpPr/>
                <p:nvPr/>
              </p:nvGrpSpPr>
              <p:grpSpPr>
                <a:xfrm>
                  <a:off x="2079905" y="3900907"/>
                  <a:ext cx="116840" cy="236928"/>
                  <a:chOff x="2079905" y="3900907"/>
                  <a:chExt cx="116840" cy="236928"/>
                </a:xfrm>
                <a:grpFill/>
              </p:grpSpPr>
              <p:sp>
                <p:nvSpPr>
                  <p:cNvPr id="950" name="Freeform: Shape 949">
                    <a:extLst>
                      <a:ext uri="{FF2B5EF4-FFF2-40B4-BE49-F238E27FC236}">
                        <a16:creationId xmlns:a16="http://schemas.microsoft.com/office/drawing/2014/main" id="{483F42D4-0A8A-6210-A11B-BF07B67849E9}"/>
                      </a:ext>
                    </a:extLst>
                  </p:cNvPr>
                  <p:cNvSpPr/>
                  <p:nvPr/>
                </p:nvSpPr>
                <p:spPr>
                  <a:xfrm>
                    <a:off x="2079964" y="4020996"/>
                    <a:ext cx="116781" cy="116840"/>
                  </a:xfrm>
                  <a:custGeom>
                    <a:avLst/>
                    <a:gdLst>
                      <a:gd name="connsiteX0" fmla="*/ 116781 w 116781"/>
                      <a:gd name="connsiteY0" fmla="*/ 97524 h 116840"/>
                      <a:gd name="connsiteX1" fmla="*/ 39813 w 116781"/>
                      <a:gd name="connsiteY1" fmla="*/ 20557 h 116840"/>
                      <a:gd name="connsiteX2" fmla="*/ 102781 w 116781"/>
                      <a:gd name="connsiteY2" fmla="*/ 20557 h 116840"/>
                      <a:gd name="connsiteX3" fmla="*/ 82225 w 116781"/>
                      <a:gd name="connsiteY3" fmla="*/ 0 h 116840"/>
                      <a:gd name="connsiteX4" fmla="*/ 0 w 116781"/>
                      <a:gd name="connsiteY4" fmla="*/ 0 h 116840"/>
                      <a:gd name="connsiteX5" fmla="*/ 0 w 116781"/>
                      <a:gd name="connsiteY5" fmla="*/ 82225 h 116840"/>
                      <a:gd name="connsiteX6" fmla="*/ 20556 w 116781"/>
                      <a:gd name="connsiteY6" fmla="*/ 102782 h 116840"/>
                      <a:gd name="connsiteX7" fmla="*/ 20556 w 116781"/>
                      <a:gd name="connsiteY7" fmla="*/ 39813 h 116840"/>
                      <a:gd name="connsiteX8" fmla="*/ 97465 w 116781"/>
                      <a:gd name="connsiteY8" fmla="*/ 116840 h 116840"/>
                      <a:gd name="connsiteX9" fmla="*/ 116781 w 116781"/>
                      <a:gd name="connsiteY9" fmla="*/ 97524 h 116840"/>
                      <a:gd name="connsiteX10" fmla="*/ 37746 w 116781"/>
                      <a:gd name="connsiteY10" fmla="*/ 22624 h 116840"/>
                      <a:gd name="connsiteX11" fmla="*/ 112646 w 116781"/>
                      <a:gd name="connsiteY11" fmla="*/ 97524 h 116840"/>
                      <a:gd name="connsiteX12" fmla="*/ 97465 w 116781"/>
                      <a:gd name="connsiteY12" fmla="*/ 112705 h 116840"/>
                      <a:gd name="connsiteX13" fmla="*/ 22565 w 116781"/>
                      <a:gd name="connsiteY13" fmla="*/ 37805 h 116840"/>
                      <a:gd name="connsiteX14" fmla="*/ 17603 w 116781"/>
                      <a:gd name="connsiteY14" fmla="*/ 32843 h 116840"/>
                      <a:gd name="connsiteX15" fmla="*/ 17603 w 116781"/>
                      <a:gd name="connsiteY15" fmla="*/ 39872 h 116840"/>
                      <a:gd name="connsiteX16" fmla="*/ 17603 w 116781"/>
                      <a:gd name="connsiteY16" fmla="*/ 95870 h 116840"/>
                      <a:gd name="connsiteX17" fmla="*/ 2835 w 116781"/>
                      <a:gd name="connsiteY17" fmla="*/ 81103 h 116840"/>
                      <a:gd name="connsiteX18" fmla="*/ 2835 w 116781"/>
                      <a:gd name="connsiteY18" fmla="*/ 2953 h 116840"/>
                      <a:gd name="connsiteX19" fmla="*/ 80985 w 116781"/>
                      <a:gd name="connsiteY19" fmla="*/ 2953 h 116840"/>
                      <a:gd name="connsiteX20" fmla="*/ 95752 w 116781"/>
                      <a:gd name="connsiteY20" fmla="*/ 17721 h 116840"/>
                      <a:gd name="connsiteX21" fmla="*/ 39813 w 116781"/>
                      <a:gd name="connsiteY21" fmla="*/ 17721 h 116840"/>
                      <a:gd name="connsiteX22" fmla="*/ 32784 w 116781"/>
                      <a:gd name="connsiteY22" fmla="*/ 17721 h 116840"/>
                      <a:gd name="connsiteX23" fmla="*/ 37746 w 116781"/>
                      <a:gd name="connsiteY23" fmla="*/ 22624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840">
                        <a:moveTo>
                          <a:pt x="116781" y="97524"/>
                        </a:moveTo>
                        <a:lnTo>
                          <a:pt x="39813" y="20557"/>
                        </a:lnTo>
                        <a:lnTo>
                          <a:pt x="102781" y="20557"/>
                        </a:lnTo>
                        <a:lnTo>
                          <a:pt x="82225" y="0"/>
                        </a:lnTo>
                        <a:lnTo>
                          <a:pt x="0" y="0"/>
                        </a:lnTo>
                        <a:lnTo>
                          <a:pt x="0" y="82225"/>
                        </a:lnTo>
                        <a:lnTo>
                          <a:pt x="20556" y="102782"/>
                        </a:lnTo>
                        <a:lnTo>
                          <a:pt x="20556" y="39813"/>
                        </a:lnTo>
                        <a:lnTo>
                          <a:pt x="97465" y="116840"/>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51" name="Freeform: Shape 950">
                    <a:extLst>
                      <a:ext uri="{FF2B5EF4-FFF2-40B4-BE49-F238E27FC236}">
                        <a16:creationId xmlns:a16="http://schemas.microsoft.com/office/drawing/2014/main" id="{A18BA5A0-A507-734F-456C-33F4023F9FDF}"/>
                      </a:ext>
                    </a:extLst>
                  </p:cNvPr>
                  <p:cNvSpPr/>
                  <p:nvPr/>
                </p:nvSpPr>
                <p:spPr>
                  <a:xfrm>
                    <a:off x="2079905" y="3900907"/>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6 w 116781"/>
                      <a:gd name="connsiteY5" fmla="*/ 76968 h 116780"/>
                      <a:gd name="connsiteX6" fmla="*/ 20556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6 h 116780"/>
                      <a:gd name="connsiteX11" fmla="*/ 2895 w 116781"/>
                      <a:gd name="connsiteY11" fmla="*/ 113886 h 116780"/>
                      <a:gd name="connsiteX12" fmla="*/ 2895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17 h 116780"/>
                      <a:gd name="connsiteX18" fmla="*/ 112705 w 116781"/>
                      <a:gd name="connsiteY18" fmla="*/ 19198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6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6" y="76968"/>
                        </a:lnTo>
                        <a:lnTo>
                          <a:pt x="20556" y="14000"/>
                        </a:lnTo>
                        <a:lnTo>
                          <a:pt x="0" y="34556"/>
                        </a:lnTo>
                        <a:lnTo>
                          <a:pt x="0" y="116781"/>
                        </a:lnTo>
                        <a:lnTo>
                          <a:pt x="82225" y="116781"/>
                        </a:lnTo>
                        <a:close/>
                        <a:moveTo>
                          <a:pt x="81044" y="113886"/>
                        </a:moveTo>
                        <a:lnTo>
                          <a:pt x="2895" y="113886"/>
                        </a:lnTo>
                        <a:lnTo>
                          <a:pt x="2895" y="35737"/>
                        </a:lnTo>
                        <a:lnTo>
                          <a:pt x="17662" y="20970"/>
                        </a:lnTo>
                        <a:lnTo>
                          <a:pt x="17662" y="76909"/>
                        </a:lnTo>
                        <a:lnTo>
                          <a:pt x="17662" y="83938"/>
                        </a:lnTo>
                        <a:lnTo>
                          <a:pt x="22624" y="78976"/>
                        </a:lnTo>
                        <a:lnTo>
                          <a:pt x="97524" y="4017"/>
                        </a:lnTo>
                        <a:lnTo>
                          <a:pt x="112705" y="19198"/>
                        </a:lnTo>
                        <a:lnTo>
                          <a:pt x="37805" y="94157"/>
                        </a:lnTo>
                        <a:lnTo>
                          <a:pt x="32843" y="99119"/>
                        </a:lnTo>
                        <a:lnTo>
                          <a:pt x="39872" y="99119"/>
                        </a:lnTo>
                        <a:lnTo>
                          <a:pt x="95811" y="99119"/>
                        </a:lnTo>
                        <a:lnTo>
                          <a:pt x="81044" y="11388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853" name="Graphic 4773">
                  <a:extLst>
                    <a:ext uri="{FF2B5EF4-FFF2-40B4-BE49-F238E27FC236}">
                      <a16:creationId xmlns:a16="http://schemas.microsoft.com/office/drawing/2014/main" id="{BF88C3F7-2BA2-744A-4197-AE88E1F3B014}"/>
                    </a:ext>
                  </a:extLst>
                </p:cNvPr>
                <p:cNvGrpSpPr/>
                <p:nvPr/>
              </p:nvGrpSpPr>
              <p:grpSpPr>
                <a:xfrm>
                  <a:off x="1932349" y="1658589"/>
                  <a:ext cx="648231" cy="115451"/>
                  <a:chOff x="1932349" y="1658589"/>
                  <a:chExt cx="648231" cy="115451"/>
                </a:xfrm>
                <a:grpFill/>
              </p:grpSpPr>
              <p:sp>
                <p:nvSpPr>
                  <p:cNvPr id="934" name="Freeform: Shape 933">
                    <a:extLst>
                      <a:ext uri="{FF2B5EF4-FFF2-40B4-BE49-F238E27FC236}">
                        <a16:creationId xmlns:a16="http://schemas.microsoft.com/office/drawing/2014/main" id="{E74B0DAB-10B2-045D-5AAF-B365501A754D}"/>
                      </a:ext>
                    </a:extLst>
                  </p:cNvPr>
                  <p:cNvSpPr/>
                  <p:nvPr/>
                </p:nvSpPr>
                <p:spPr>
                  <a:xfrm>
                    <a:off x="2171286" y="170398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70" y="22210"/>
                          <a:pt x="2540" y="17839"/>
                          <a:pt x="2540" y="12405"/>
                        </a:cubicBezTo>
                        <a:cubicBezTo>
                          <a:pt x="2540" y="6970"/>
                          <a:pt x="6911" y="2599"/>
                          <a:pt x="12346" y="2599"/>
                        </a:cubicBezTo>
                        <a:lnTo>
                          <a:pt x="12346" y="2599"/>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35" name="Freeform: Shape 934">
                    <a:extLst>
                      <a:ext uri="{FF2B5EF4-FFF2-40B4-BE49-F238E27FC236}">
                        <a16:creationId xmlns:a16="http://schemas.microsoft.com/office/drawing/2014/main" id="{14EDEAC0-95D6-25D5-59DC-5505A378EDC6}"/>
                      </a:ext>
                    </a:extLst>
                  </p:cNvPr>
                  <p:cNvSpPr/>
                  <p:nvPr/>
                </p:nvSpPr>
                <p:spPr>
                  <a:xfrm>
                    <a:off x="222255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36" name="Freeform: Shape 935">
                    <a:extLst>
                      <a:ext uri="{FF2B5EF4-FFF2-40B4-BE49-F238E27FC236}">
                        <a16:creationId xmlns:a16="http://schemas.microsoft.com/office/drawing/2014/main" id="{146A9FC9-BE82-1E5C-D5F1-A55423D307DC}"/>
                      </a:ext>
                    </a:extLst>
                  </p:cNvPr>
                  <p:cNvSpPr/>
                  <p:nvPr/>
                </p:nvSpPr>
                <p:spPr>
                  <a:xfrm>
                    <a:off x="2248254"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37" name="Freeform: Shape 936">
                    <a:extLst>
                      <a:ext uri="{FF2B5EF4-FFF2-40B4-BE49-F238E27FC236}">
                        <a16:creationId xmlns:a16="http://schemas.microsoft.com/office/drawing/2014/main" id="{52264F3E-2985-6746-A6D1-08D977F24AED}"/>
                      </a:ext>
                    </a:extLst>
                  </p:cNvPr>
                  <p:cNvSpPr/>
                  <p:nvPr/>
                </p:nvSpPr>
                <p:spPr>
                  <a:xfrm>
                    <a:off x="2299467"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750"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38" name="Freeform: Shape 937">
                    <a:extLst>
                      <a:ext uri="{FF2B5EF4-FFF2-40B4-BE49-F238E27FC236}">
                        <a16:creationId xmlns:a16="http://schemas.microsoft.com/office/drawing/2014/main" id="{4C8AD7B8-5C40-D70A-3024-1B13D276A8E5}"/>
                      </a:ext>
                    </a:extLst>
                  </p:cNvPr>
                  <p:cNvSpPr/>
                  <p:nvPr/>
                </p:nvSpPr>
                <p:spPr>
                  <a:xfrm>
                    <a:off x="235079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39" name="Freeform: Shape 938">
                    <a:extLst>
                      <a:ext uri="{FF2B5EF4-FFF2-40B4-BE49-F238E27FC236}">
                        <a16:creationId xmlns:a16="http://schemas.microsoft.com/office/drawing/2014/main" id="{93BB3B1B-B478-7DD4-24EC-176908FBD625}"/>
                      </a:ext>
                    </a:extLst>
                  </p:cNvPr>
                  <p:cNvSpPr/>
                  <p:nvPr/>
                </p:nvSpPr>
                <p:spPr>
                  <a:xfrm>
                    <a:off x="2376435"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80"/>
                          <a:pt x="17780" y="22151"/>
                          <a:pt x="12346" y="22151"/>
                        </a:cubicBezTo>
                        <a:cubicBezTo>
                          <a:pt x="6970" y="22151"/>
                          <a:pt x="2540" y="17721"/>
                          <a:pt x="2540" y="12346"/>
                        </a:cubicBezTo>
                        <a:cubicBezTo>
                          <a:pt x="2540" y="6970"/>
                          <a:pt x="6911"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40" name="Freeform: Shape 939">
                    <a:extLst>
                      <a:ext uri="{FF2B5EF4-FFF2-40B4-BE49-F238E27FC236}">
                        <a16:creationId xmlns:a16="http://schemas.microsoft.com/office/drawing/2014/main" id="{60B20746-3FFD-4530-1561-327007DBEBC4}"/>
                      </a:ext>
                    </a:extLst>
                  </p:cNvPr>
                  <p:cNvSpPr/>
                  <p:nvPr/>
                </p:nvSpPr>
                <p:spPr>
                  <a:xfrm>
                    <a:off x="2402072"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41" name="Freeform: Shape 940">
                    <a:extLst>
                      <a:ext uri="{FF2B5EF4-FFF2-40B4-BE49-F238E27FC236}">
                        <a16:creationId xmlns:a16="http://schemas.microsoft.com/office/drawing/2014/main" id="{00819F7E-372C-DEF4-73FA-A537FA6F0E49}"/>
                      </a:ext>
                    </a:extLst>
                  </p:cNvPr>
                  <p:cNvSpPr/>
                  <p:nvPr/>
                </p:nvSpPr>
                <p:spPr>
                  <a:xfrm>
                    <a:off x="2453344"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21"/>
                          <a:pt x="2540" y="12346"/>
                        </a:cubicBezTo>
                        <a:cubicBezTo>
                          <a:pt x="2540" y="6970"/>
                          <a:pt x="6911" y="2540"/>
                          <a:pt x="12346" y="2540"/>
                        </a:cubicBezTo>
                        <a:lnTo>
                          <a:pt x="12346" y="2540"/>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49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42" name="Freeform: Shape 941">
                    <a:extLst>
                      <a:ext uri="{FF2B5EF4-FFF2-40B4-BE49-F238E27FC236}">
                        <a16:creationId xmlns:a16="http://schemas.microsoft.com/office/drawing/2014/main" id="{8F203A43-1E27-89BB-8170-548CBBEB5705}"/>
                      </a:ext>
                    </a:extLst>
                  </p:cNvPr>
                  <p:cNvSpPr/>
                  <p:nvPr/>
                </p:nvSpPr>
                <p:spPr>
                  <a:xfrm>
                    <a:off x="2504617"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43" name="Freeform: Shape 942">
                    <a:extLst>
                      <a:ext uri="{FF2B5EF4-FFF2-40B4-BE49-F238E27FC236}">
                        <a16:creationId xmlns:a16="http://schemas.microsoft.com/office/drawing/2014/main" id="{31CF22C3-1F48-3C4C-479E-DE917BD59928}"/>
                      </a:ext>
                    </a:extLst>
                  </p:cNvPr>
                  <p:cNvSpPr/>
                  <p:nvPr/>
                </p:nvSpPr>
                <p:spPr>
                  <a:xfrm>
                    <a:off x="2530253"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44" name="Freeform: Shape 943">
                    <a:extLst>
                      <a:ext uri="{FF2B5EF4-FFF2-40B4-BE49-F238E27FC236}">
                        <a16:creationId xmlns:a16="http://schemas.microsoft.com/office/drawing/2014/main" id="{777F64A5-98CB-0C0D-2A92-6D1DA23B24CF}"/>
                      </a:ext>
                    </a:extLst>
                  </p:cNvPr>
                  <p:cNvSpPr/>
                  <p:nvPr/>
                </p:nvSpPr>
                <p:spPr>
                  <a:xfrm>
                    <a:off x="2555889"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70"/>
                          <a:pt x="22151" y="12346"/>
                        </a:cubicBezTo>
                        <a:cubicBezTo>
                          <a:pt x="22151" y="17780"/>
                          <a:pt x="17780" y="22151"/>
                          <a:pt x="12346" y="22151"/>
                        </a:cubicBezTo>
                        <a:cubicBezTo>
                          <a:pt x="6911" y="22151"/>
                          <a:pt x="2540" y="17721"/>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49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45" name="Freeform: Shape 944">
                    <a:extLst>
                      <a:ext uri="{FF2B5EF4-FFF2-40B4-BE49-F238E27FC236}">
                        <a16:creationId xmlns:a16="http://schemas.microsoft.com/office/drawing/2014/main" id="{067FDBD3-6EB7-7BA3-E1DA-A2D80D1F1F8F}"/>
                      </a:ext>
                    </a:extLst>
                  </p:cNvPr>
                  <p:cNvSpPr/>
                  <p:nvPr/>
                </p:nvSpPr>
                <p:spPr>
                  <a:xfrm>
                    <a:off x="2137498" y="1658767"/>
                    <a:ext cx="66719" cy="115274"/>
                  </a:xfrm>
                  <a:custGeom>
                    <a:avLst/>
                    <a:gdLst>
                      <a:gd name="connsiteX0" fmla="*/ 60310 w 66719"/>
                      <a:gd name="connsiteY0" fmla="*/ 115275 h 115274"/>
                      <a:gd name="connsiteX1" fmla="*/ 64859 w 66719"/>
                      <a:gd name="connsiteY1" fmla="*/ 113384 h 115274"/>
                      <a:gd name="connsiteX2" fmla="*/ 64859 w 66719"/>
                      <a:gd name="connsiteY2" fmla="*/ 104347 h 115274"/>
                      <a:gd name="connsiteX3" fmla="*/ 18134 w 66719"/>
                      <a:gd name="connsiteY3" fmla="*/ 57623 h 115274"/>
                      <a:gd name="connsiteX4" fmla="*/ 64859 w 66719"/>
                      <a:gd name="connsiteY4" fmla="*/ 10898 h 115274"/>
                      <a:gd name="connsiteX5" fmla="*/ 64859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9" y="113384"/>
                        </a:cubicBezTo>
                        <a:cubicBezTo>
                          <a:pt x="67340" y="110903"/>
                          <a:pt x="67340" y="106828"/>
                          <a:pt x="64859" y="104347"/>
                        </a:cubicBezTo>
                        <a:lnTo>
                          <a:pt x="18134" y="57623"/>
                        </a:lnTo>
                        <a:lnTo>
                          <a:pt x="64859" y="10898"/>
                        </a:lnTo>
                        <a:cubicBezTo>
                          <a:pt x="67340" y="8417"/>
                          <a:pt x="67340" y="4342"/>
                          <a:pt x="64859" y="1861"/>
                        </a:cubicBezTo>
                        <a:cubicBezTo>
                          <a:pt x="62378" y="-620"/>
                          <a:pt x="58302" y="-620"/>
                          <a:pt x="55821" y="1861"/>
                        </a:cubicBezTo>
                        <a:lnTo>
                          <a:pt x="0" y="57682"/>
                        </a:lnTo>
                        <a:lnTo>
                          <a:pt x="55821" y="113503"/>
                        </a:lnTo>
                        <a:cubicBezTo>
                          <a:pt x="57002" y="114684"/>
                          <a:pt x="58656" y="115275"/>
                          <a:pt x="60310" y="115275"/>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46" name="Freeform: Shape 945">
                    <a:extLst>
                      <a:ext uri="{FF2B5EF4-FFF2-40B4-BE49-F238E27FC236}">
                        <a16:creationId xmlns:a16="http://schemas.microsoft.com/office/drawing/2014/main" id="{4E315D1A-81FA-6975-1681-A417C1D4C257}"/>
                      </a:ext>
                    </a:extLst>
                  </p:cNvPr>
                  <p:cNvSpPr/>
                  <p:nvPr/>
                </p:nvSpPr>
                <p:spPr>
                  <a:xfrm>
                    <a:off x="2086107" y="1658708"/>
                    <a:ext cx="66778" cy="115333"/>
                  </a:xfrm>
                  <a:custGeom>
                    <a:avLst/>
                    <a:gdLst>
                      <a:gd name="connsiteX0" fmla="*/ 60369 w 66778"/>
                      <a:gd name="connsiteY0" fmla="*/ 115334 h 115333"/>
                      <a:gd name="connsiteX1" fmla="*/ 64918 w 66778"/>
                      <a:gd name="connsiteY1" fmla="*/ 113443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3"/>
                        </a:cubicBezTo>
                        <a:cubicBezTo>
                          <a:pt x="67399" y="110963"/>
                          <a:pt x="67399" y="106887"/>
                          <a:pt x="64918" y="104347"/>
                        </a:cubicBezTo>
                        <a:lnTo>
                          <a:pt x="18134" y="57623"/>
                        </a:lnTo>
                        <a:lnTo>
                          <a:pt x="64918" y="10898"/>
                        </a:lnTo>
                        <a:cubicBezTo>
                          <a:pt x="67399" y="8417"/>
                          <a:pt x="67399" y="4342"/>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47" name="Freeform: Shape 946">
                    <a:extLst>
                      <a:ext uri="{FF2B5EF4-FFF2-40B4-BE49-F238E27FC236}">
                        <a16:creationId xmlns:a16="http://schemas.microsoft.com/office/drawing/2014/main" id="{8D670E24-2CDA-FB47-7BB8-A7631551E42B}"/>
                      </a:ext>
                    </a:extLst>
                  </p:cNvPr>
                  <p:cNvSpPr/>
                  <p:nvPr/>
                </p:nvSpPr>
                <p:spPr>
                  <a:xfrm>
                    <a:off x="2034894" y="165858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7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48" name="Freeform: Shape 947">
                    <a:extLst>
                      <a:ext uri="{FF2B5EF4-FFF2-40B4-BE49-F238E27FC236}">
                        <a16:creationId xmlns:a16="http://schemas.microsoft.com/office/drawing/2014/main" id="{0833D703-B7EF-0940-10CB-139939D70F7B}"/>
                      </a:ext>
                    </a:extLst>
                  </p:cNvPr>
                  <p:cNvSpPr/>
                  <p:nvPr/>
                </p:nvSpPr>
                <p:spPr>
                  <a:xfrm>
                    <a:off x="1983621" y="165858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618" y="114684"/>
                          <a:pt x="64859" y="113444"/>
                        </a:cubicBezTo>
                        <a:cubicBezTo>
                          <a:pt x="67340" y="110963"/>
                          <a:pt x="67340" y="106887"/>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49" name="Freeform: Shape 948">
                    <a:extLst>
                      <a:ext uri="{FF2B5EF4-FFF2-40B4-BE49-F238E27FC236}">
                        <a16:creationId xmlns:a16="http://schemas.microsoft.com/office/drawing/2014/main" id="{F8F84DEE-0109-6814-43C6-C82ED0A2AD8D}"/>
                      </a:ext>
                    </a:extLst>
                  </p:cNvPr>
                  <p:cNvSpPr/>
                  <p:nvPr/>
                </p:nvSpPr>
                <p:spPr>
                  <a:xfrm>
                    <a:off x="1932349" y="1658648"/>
                    <a:ext cx="66719" cy="115274"/>
                  </a:xfrm>
                  <a:custGeom>
                    <a:avLst/>
                    <a:gdLst>
                      <a:gd name="connsiteX0" fmla="*/ 60310 w 66719"/>
                      <a:gd name="connsiteY0" fmla="*/ 115275 h 115274"/>
                      <a:gd name="connsiteX1" fmla="*/ 64858 w 66719"/>
                      <a:gd name="connsiteY1" fmla="*/ 113384 h 115274"/>
                      <a:gd name="connsiteX2" fmla="*/ 64858 w 66719"/>
                      <a:gd name="connsiteY2" fmla="*/ 104347 h 115274"/>
                      <a:gd name="connsiteX3" fmla="*/ 18134 w 66719"/>
                      <a:gd name="connsiteY3" fmla="*/ 57623 h 115274"/>
                      <a:gd name="connsiteX4" fmla="*/ 64858 w 66719"/>
                      <a:gd name="connsiteY4" fmla="*/ 10898 h 115274"/>
                      <a:gd name="connsiteX5" fmla="*/ 64858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8" y="113384"/>
                        </a:cubicBezTo>
                        <a:cubicBezTo>
                          <a:pt x="67340" y="110904"/>
                          <a:pt x="67340" y="106828"/>
                          <a:pt x="64858" y="104347"/>
                        </a:cubicBezTo>
                        <a:lnTo>
                          <a:pt x="18134" y="57623"/>
                        </a:lnTo>
                        <a:lnTo>
                          <a:pt x="64858" y="10898"/>
                        </a:lnTo>
                        <a:cubicBezTo>
                          <a:pt x="67340" y="8417"/>
                          <a:pt x="67340" y="4342"/>
                          <a:pt x="64858" y="1861"/>
                        </a:cubicBezTo>
                        <a:cubicBezTo>
                          <a:pt x="62378" y="-620"/>
                          <a:pt x="58302" y="-620"/>
                          <a:pt x="55821" y="1861"/>
                        </a:cubicBezTo>
                        <a:lnTo>
                          <a:pt x="0" y="57682"/>
                        </a:lnTo>
                        <a:lnTo>
                          <a:pt x="55821" y="113503"/>
                        </a:lnTo>
                        <a:cubicBezTo>
                          <a:pt x="57002" y="114625"/>
                          <a:pt x="58656" y="115275"/>
                          <a:pt x="60310" y="115275"/>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854" name="Graphic 4773">
                  <a:extLst>
                    <a:ext uri="{FF2B5EF4-FFF2-40B4-BE49-F238E27FC236}">
                      <a16:creationId xmlns:a16="http://schemas.microsoft.com/office/drawing/2014/main" id="{C80ED735-914E-6020-172B-83C8522826B4}"/>
                    </a:ext>
                  </a:extLst>
                </p:cNvPr>
                <p:cNvGrpSpPr/>
                <p:nvPr/>
              </p:nvGrpSpPr>
              <p:grpSpPr>
                <a:xfrm>
                  <a:off x="455605" y="4257600"/>
                  <a:ext cx="648231" cy="115511"/>
                  <a:chOff x="455605" y="4257600"/>
                  <a:chExt cx="648231" cy="115511"/>
                </a:xfrm>
                <a:grpFill/>
              </p:grpSpPr>
              <p:sp>
                <p:nvSpPr>
                  <p:cNvPr id="918" name="Freeform: Shape 917">
                    <a:extLst>
                      <a:ext uri="{FF2B5EF4-FFF2-40B4-BE49-F238E27FC236}">
                        <a16:creationId xmlns:a16="http://schemas.microsoft.com/office/drawing/2014/main" id="{630C39B4-308E-8D50-00E8-AF6E66CC7D4E}"/>
                      </a:ext>
                    </a:extLst>
                  </p:cNvPr>
                  <p:cNvSpPr/>
                  <p:nvPr/>
                </p:nvSpPr>
                <p:spPr>
                  <a:xfrm>
                    <a:off x="694542" y="4303054"/>
                    <a:ext cx="24691" cy="24750"/>
                  </a:xfrm>
                  <a:custGeom>
                    <a:avLst/>
                    <a:gdLst>
                      <a:gd name="connsiteX0" fmla="*/ 12346 w 24691"/>
                      <a:gd name="connsiteY0" fmla="*/ 2599 h 24750"/>
                      <a:gd name="connsiteX1" fmla="*/ 22151 w 24691"/>
                      <a:gd name="connsiteY1" fmla="*/ 12405 h 24750"/>
                      <a:gd name="connsiteX2" fmla="*/ 12346 w 24691"/>
                      <a:gd name="connsiteY2" fmla="*/ 22210 h 24750"/>
                      <a:gd name="connsiteX3" fmla="*/ 2540 w 24691"/>
                      <a:gd name="connsiteY3" fmla="*/ 12405 h 24750"/>
                      <a:gd name="connsiteX4" fmla="*/ 12346 w 24691"/>
                      <a:gd name="connsiteY4" fmla="*/ 2599 h 24750"/>
                      <a:gd name="connsiteX5" fmla="*/ 12346 w 24691"/>
                      <a:gd name="connsiteY5" fmla="*/ 2599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99"/>
                        </a:moveTo>
                        <a:cubicBezTo>
                          <a:pt x="17780" y="2599"/>
                          <a:pt x="22151" y="6971"/>
                          <a:pt x="22151" y="12405"/>
                        </a:cubicBezTo>
                        <a:cubicBezTo>
                          <a:pt x="22151" y="17839"/>
                          <a:pt x="17780" y="22210"/>
                          <a:pt x="12346" y="22210"/>
                        </a:cubicBezTo>
                        <a:cubicBezTo>
                          <a:pt x="6911" y="22210"/>
                          <a:pt x="2540" y="17839"/>
                          <a:pt x="2540" y="12405"/>
                        </a:cubicBezTo>
                        <a:cubicBezTo>
                          <a:pt x="2540" y="6971"/>
                          <a:pt x="6911" y="2599"/>
                          <a:pt x="12346" y="2599"/>
                        </a:cubicBezTo>
                        <a:lnTo>
                          <a:pt x="12346" y="2599"/>
                        </a:lnTo>
                        <a:close/>
                        <a:moveTo>
                          <a:pt x="12346" y="0"/>
                        </a:moveTo>
                        <a:cubicBezTo>
                          <a:pt x="5493" y="0"/>
                          <a:pt x="0" y="5553"/>
                          <a:pt x="0" y="12346"/>
                        </a:cubicBezTo>
                        <a:cubicBezTo>
                          <a:pt x="0" y="19198"/>
                          <a:pt x="5553" y="24750"/>
                          <a:pt x="12346" y="24750"/>
                        </a:cubicBezTo>
                        <a:cubicBezTo>
                          <a:pt x="19198" y="24750"/>
                          <a:pt x="24691" y="19198"/>
                          <a:pt x="24691" y="12346"/>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19" name="Freeform: Shape 918">
                    <a:extLst>
                      <a:ext uri="{FF2B5EF4-FFF2-40B4-BE49-F238E27FC236}">
                        <a16:creationId xmlns:a16="http://schemas.microsoft.com/office/drawing/2014/main" id="{DC4B7981-B229-18CB-6B4B-29BE4376FA01}"/>
                      </a:ext>
                    </a:extLst>
                  </p:cNvPr>
                  <p:cNvSpPr/>
                  <p:nvPr/>
                </p:nvSpPr>
                <p:spPr>
                  <a:xfrm>
                    <a:off x="745814"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98"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20" name="Freeform: Shape 919">
                    <a:extLst>
                      <a:ext uri="{FF2B5EF4-FFF2-40B4-BE49-F238E27FC236}">
                        <a16:creationId xmlns:a16="http://schemas.microsoft.com/office/drawing/2014/main" id="{E1A4CB1F-0686-C7B5-35D9-FD3147C64901}"/>
                      </a:ext>
                    </a:extLst>
                  </p:cNvPr>
                  <p:cNvSpPr/>
                  <p:nvPr/>
                </p:nvSpPr>
                <p:spPr>
                  <a:xfrm>
                    <a:off x="771510"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21" name="Freeform: Shape 920">
                    <a:extLst>
                      <a:ext uri="{FF2B5EF4-FFF2-40B4-BE49-F238E27FC236}">
                        <a16:creationId xmlns:a16="http://schemas.microsoft.com/office/drawing/2014/main" id="{C03C661E-447B-CCD9-1063-48B9879339A3}"/>
                      </a:ext>
                    </a:extLst>
                  </p:cNvPr>
                  <p:cNvSpPr/>
                  <p:nvPr/>
                </p:nvSpPr>
                <p:spPr>
                  <a:xfrm>
                    <a:off x="822723" y="4303054"/>
                    <a:ext cx="24691" cy="24750"/>
                  </a:xfrm>
                  <a:custGeom>
                    <a:avLst/>
                    <a:gdLst>
                      <a:gd name="connsiteX0" fmla="*/ 12346 w 24691"/>
                      <a:gd name="connsiteY0" fmla="*/ 2540 h 24750"/>
                      <a:gd name="connsiteX1" fmla="*/ 22151 w 24691"/>
                      <a:gd name="connsiteY1" fmla="*/ 12346 h 24750"/>
                      <a:gd name="connsiteX2" fmla="*/ 12346 w 24691"/>
                      <a:gd name="connsiteY2" fmla="*/ 22151 h 24750"/>
                      <a:gd name="connsiteX3" fmla="*/ 2540 w 24691"/>
                      <a:gd name="connsiteY3" fmla="*/ 12346 h 24750"/>
                      <a:gd name="connsiteX4" fmla="*/ 12346 w 24691"/>
                      <a:gd name="connsiteY4" fmla="*/ 2540 h 24750"/>
                      <a:gd name="connsiteX5" fmla="*/ 12346 w 24691"/>
                      <a:gd name="connsiteY5" fmla="*/ 2540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1"/>
                          <a:pt x="6970" y="2540"/>
                          <a:pt x="12346" y="2540"/>
                        </a:cubicBezTo>
                        <a:lnTo>
                          <a:pt x="12346" y="2540"/>
                        </a:lnTo>
                        <a:close/>
                        <a:moveTo>
                          <a:pt x="12346" y="0"/>
                        </a:moveTo>
                        <a:cubicBezTo>
                          <a:pt x="5494" y="0"/>
                          <a:pt x="0" y="5553"/>
                          <a:pt x="0" y="12346"/>
                        </a:cubicBezTo>
                        <a:cubicBezTo>
                          <a:pt x="0" y="19198"/>
                          <a:pt x="5553" y="24750"/>
                          <a:pt x="12346" y="24750"/>
                        </a:cubicBezTo>
                        <a:cubicBezTo>
                          <a:pt x="19198" y="24750"/>
                          <a:pt x="24691" y="19198"/>
                          <a:pt x="24691" y="12346"/>
                        </a:cubicBezTo>
                        <a:cubicBezTo>
                          <a:pt x="24750"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22" name="Freeform: Shape 921">
                    <a:extLst>
                      <a:ext uri="{FF2B5EF4-FFF2-40B4-BE49-F238E27FC236}">
                        <a16:creationId xmlns:a16="http://schemas.microsoft.com/office/drawing/2014/main" id="{12496174-F0E8-1350-AA3C-C96287E86893}"/>
                      </a:ext>
                    </a:extLst>
                  </p:cNvPr>
                  <p:cNvSpPr/>
                  <p:nvPr/>
                </p:nvSpPr>
                <p:spPr>
                  <a:xfrm>
                    <a:off x="874055"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23" name="Freeform: Shape 922">
                    <a:extLst>
                      <a:ext uri="{FF2B5EF4-FFF2-40B4-BE49-F238E27FC236}">
                        <a16:creationId xmlns:a16="http://schemas.microsoft.com/office/drawing/2014/main" id="{F6C133A0-41B8-125F-0864-BF0EC9045111}"/>
                      </a:ext>
                    </a:extLst>
                  </p:cNvPr>
                  <p:cNvSpPr/>
                  <p:nvPr/>
                </p:nvSpPr>
                <p:spPr>
                  <a:xfrm>
                    <a:off x="899691"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21"/>
                          <a:pt x="17780" y="22151"/>
                          <a:pt x="12346" y="22151"/>
                        </a:cubicBezTo>
                        <a:cubicBezTo>
                          <a:pt x="6970" y="22151"/>
                          <a:pt x="2540" y="17721"/>
                          <a:pt x="2540" y="12346"/>
                        </a:cubicBezTo>
                        <a:cubicBezTo>
                          <a:pt x="2540" y="6971"/>
                          <a:pt x="6911" y="2540"/>
                          <a:pt x="12346" y="2540"/>
                        </a:cubicBezTo>
                        <a:lnTo>
                          <a:pt x="12346" y="2540"/>
                        </a:lnTo>
                        <a:close/>
                        <a:moveTo>
                          <a:pt x="12346" y="0"/>
                        </a:moveTo>
                        <a:cubicBezTo>
                          <a:pt x="5494"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24" name="Freeform: Shape 923">
                    <a:extLst>
                      <a:ext uri="{FF2B5EF4-FFF2-40B4-BE49-F238E27FC236}">
                        <a16:creationId xmlns:a16="http://schemas.microsoft.com/office/drawing/2014/main" id="{4E1C676F-8B2E-7923-9E68-A2CD242A997F}"/>
                      </a:ext>
                    </a:extLst>
                  </p:cNvPr>
                  <p:cNvSpPr/>
                  <p:nvPr/>
                </p:nvSpPr>
                <p:spPr>
                  <a:xfrm>
                    <a:off x="925327"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4" y="24750"/>
                          <a:pt x="0" y="19198"/>
                          <a:pt x="0" y="12346"/>
                        </a:cubicBezTo>
                        <a:cubicBezTo>
                          <a:pt x="0" y="5494"/>
                          <a:pt x="5553" y="0"/>
                          <a:pt x="12346" y="0"/>
                        </a:cubicBezTo>
                        <a:cubicBezTo>
                          <a:pt x="19139"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25" name="Freeform: Shape 924">
                    <a:extLst>
                      <a:ext uri="{FF2B5EF4-FFF2-40B4-BE49-F238E27FC236}">
                        <a16:creationId xmlns:a16="http://schemas.microsoft.com/office/drawing/2014/main" id="{1F4A4D6B-DED5-9153-31E5-C70615A71EAD}"/>
                      </a:ext>
                    </a:extLst>
                  </p:cNvPr>
                  <p:cNvSpPr/>
                  <p:nvPr/>
                </p:nvSpPr>
                <p:spPr>
                  <a:xfrm>
                    <a:off x="976600"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80"/>
                          <a:pt x="2540" y="12346"/>
                        </a:cubicBezTo>
                        <a:cubicBezTo>
                          <a:pt x="2540" y="6971"/>
                          <a:pt x="6911" y="2540"/>
                          <a:pt x="12346" y="2540"/>
                        </a:cubicBezTo>
                        <a:lnTo>
                          <a:pt x="12346" y="2540"/>
                        </a:lnTo>
                        <a:close/>
                        <a:moveTo>
                          <a:pt x="12346" y="0"/>
                        </a:moveTo>
                        <a:cubicBezTo>
                          <a:pt x="5493"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26" name="Freeform: Shape 925">
                    <a:extLst>
                      <a:ext uri="{FF2B5EF4-FFF2-40B4-BE49-F238E27FC236}">
                        <a16:creationId xmlns:a16="http://schemas.microsoft.com/office/drawing/2014/main" id="{9A8794BD-B51E-F96B-6455-9AA52C7E22D7}"/>
                      </a:ext>
                    </a:extLst>
                  </p:cNvPr>
                  <p:cNvSpPr/>
                  <p:nvPr/>
                </p:nvSpPr>
                <p:spPr>
                  <a:xfrm>
                    <a:off x="1027872"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553"/>
                          <a:pt x="5553" y="0"/>
                          <a:pt x="12346" y="0"/>
                        </a:cubicBezTo>
                        <a:cubicBezTo>
                          <a:pt x="19198"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27" name="Freeform: Shape 926">
                    <a:extLst>
                      <a:ext uri="{FF2B5EF4-FFF2-40B4-BE49-F238E27FC236}">
                        <a16:creationId xmlns:a16="http://schemas.microsoft.com/office/drawing/2014/main" id="{602E299E-24F6-9EDE-E200-837AA8002E2B}"/>
                      </a:ext>
                    </a:extLst>
                  </p:cNvPr>
                  <p:cNvSpPr/>
                  <p:nvPr/>
                </p:nvSpPr>
                <p:spPr>
                  <a:xfrm>
                    <a:off x="1053509"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3" y="24750"/>
                          <a:pt x="0" y="19198"/>
                          <a:pt x="0" y="12346"/>
                        </a:cubicBezTo>
                        <a:cubicBezTo>
                          <a:pt x="0" y="5494"/>
                          <a:pt x="5552" y="0"/>
                          <a:pt x="12346" y="0"/>
                        </a:cubicBezTo>
                        <a:cubicBezTo>
                          <a:pt x="19198"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28" name="Freeform: Shape 927">
                    <a:extLst>
                      <a:ext uri="{FF2B5EF4-FFF2-40B4-BE49-F238E27FC236}">
                        <a16:creationId xmlns:a16="http://schemas.microsoft.com/office/drawing/2014/main" id="{D5A84029-2094-D52D-F9BC-41708D867F2D}"/>
                      </a:ext>
                    </a:extLst>
                  </p:cNvPr>
                  <p:cNvSpPr/>
                  <p:nvPr/>
                </p:nvSpPr>
                <p:spPr>
                  <a:xfrm>
                    <a:off x="1079145" y="430299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5 h 24691"/>
                      <a:gd name="connsiteX8" fmla="*/ 12346 w 24691"/>
                      <a:gd name="connsiteY8" fmla="*/ 24691 h 24691"/>
                      <a:gd name="connsiteX9" fmla="*/ 24691 w 24691"/>
                      <a:gd name="connsiteY9" fmla="*/ 12345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11" y="22210"/>
                          <a:pt x="2540" y="17839"/>
                          <a:pt x="2540" y="12405"/>
                        </a:cubicBezTo>
                        <a:cubicBezTo>
                          <a:pt x="2540" y="6970"/>
                          <a:pt x="6970" y="2599"/>
                          <a:pt x="12346" y="2599"/>
                        </a:cubicBezTo>
                        <a:lnTo>
                          <a:pt x="12346" y="2599"/>
                        </a:lnTo>
                        <a:close/>
                        <a:moveTo>
                          <a:pt x="12346" y="0"/>
                        </a:moveTo>
                        <a:cubicBezTo>
                          <a:pt x="5493" y="0"/>
                          <a:pt x="0" y="5553"/>
                          <a:pt x="0" y="12345"/>
                        </a:cubicBezTo>
                        <a:cubicBezTo>
                          <a:pt x="0" y="19198"/>
                          <a:pt x="5553" y="24691"/>
                          <a:pt x="12346" y="24691"/>
                        </a:cubicBezTo>
                        <a:cubicBezTo>
                          <a:pt x="19198" y="24691"/>
                          <a:pt x="24691" y="19139"/>
                          <a:pt x="24691" y="12345"/>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29" name="Freeform: Shape 928">
                    <a:extLst>
                      <a:ext uri="{FF2B5EF4-FFF2-40B4-BE49-F238E27FC236}">
                        <a16:creationId xmlns:a16="http://schemas.microsoft.com/office/drawing/2014/main" id="{0E14BA18-E325-0836-BF84-FD2213035FC2}"/>
                      </a:ext>
                    </a:extLst>
                  </p:cNvPr>
                  <p:cNvSpPr/>
                  <p:nvPr/>
                </p:nvSpPr>
                <p:spPr>
                  <a:xfrm>
                    <a:off x="660754" y="4257777"/>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7"/>
                        </a:lnTo>
                        <a:cubicBezTo>
                          <a:pt x="67340" y="8476"/>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30" name="Freeform: Shape 929">
                    <a:extLst>
                      <a:ext uri="{FF2B5EF4-FFF2-40B4-BE49-F238E27FC236}">
                        <a16:creationId xmlns:a16="http://schemas.microsoft.com/office/drawing/2014/main" id="{4E76C832-EF47-FBCA-2634-CBFD02BD9BF9}"/>
                      </a:ext>
                    </a:extLst>
                  </p:cNvPr>
                  <p:cNvSpPr/>
                  <p:nvPr/>
                </p:nvSpPr>
                <p:spPr>
                  <a:xfrm>
                    <a:off x="609363" y="4257777"/>
                    <a:ext cx="66778" cy="115333"/>
                  </a:xfrm>
                  <a:custGeom>
                    <a:avLst/>
                    <a:gdLst>
                      <a:gd name="connsiteX0" fmla="*/ 60369 w 66778"/>
                      <a:gd name="connsiteY0" fmla="*/ 115334 h 115333"/>
                      <a:gd name="connsiteX1" fmla="*/ 64918 w 66778"/>
                      <a:gd name="connsiteY1" fmla="*/ 113444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4"/>
                        </a:cubicBezTo>
                        <a:cubicBezTo>
                          <a:pt x="67399" y="110963"/>
                          <a:pt x="67399" y="106887"/>
                          <a:pt x="64918" y="104347"/>
                        </a:cubicBezTo>
                        <a:lnTo>
                          <a:pt x="18134" y="57623"/>
                        </a:lnTo>
                        <a:lnTo>
                          <a:pt x="64918" y="10898"/>
                        </a:lnTo>
                        <a:cubicBezTo>
                          <a:pt x="67399" y="8417"/>
                          <a:pt x="67399" y="4341"/>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31" name="Freeform: Shape 930">
                    <a:extLst>
                      <a:ext uri="{FF2B5EF4-FFF2-40B4-BE49-F238E27FC236}">
                        <a16:creationId xmlns:a16="http://schemas.microsoft.com/office/drawing/2014/main" id="{B3F14C11-D023-6CC3-6155-0ABB0D8EF37B}"/>
                      </a:ext>
                    </a:extLst>
                  </p:cNvPr>
                  <p:cNvSpPr/>
                  <p:nvPr/>
                </p:nvSpPr>
                <p:spPr>
                  <a:xfrm>
                    <a:off x="558150" y="425765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32" name="Freeform: Shape 931">
                    <a:extLst>
                      <a:ext uri="{FF2B5EF4-FFF2-40B4-BE49-F238E27FC236}">
                        <a16:creationId xmlns:a16="http://schemas.microsoft.com/office/drawing/2014/main" id="{721909E2-BBE9-6E52-FC16-409BF313556C}"/>
                      </a:ext>
                    </a:extLst>
                  </p:cNvPr>
                  <p:cNvSpPr/>
                  <p:nvPr/>
                </p:nvSpPr>
                <p:spPr>
                  <a:xfrm>
                    <a:off x="506877" y="4257600"/>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7"/>
                          <a:pt x="67340" y="4401"/>
                          <a:pt x="64859" y="1861"/>
                        </a:cubicBezTo>
                        <a:cubicBezTo>
                          <a:pt x="62378" y="-620"/>
                          <a:pt x="58302" y="-620"/>
                          <a:pt x="55821" y="1861"/>
                        </a:cubicBezTo>
                        <a:lnTo>
                          <a:pt x="0" y="57682"/>
                        </a:lnTo>
                        <a:lnTo>
                          <a:pt x="55821" y="113503"/>
                        </a:lnTo>
                        <a:cubicBezTo>
                          <a:pt x="57002" y="114802"/>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33" name="Freeform: Shape 932">
                    <a:extLst>
                      <a:ext uri="{FF2B5EF4-FFF2-40B4-BE49-F238E27FC236}">
                        <a16:creationId xmlns:a16="http://schemas.microsoft.com/office/drawing/2014/main" id="{7BA42384-FF77-69B3-4493-0A4D6013C2E2}"/>
                      </a:ext>
                    </a:extLst>
                  </p:cNvPr>
                  <p:cNvSpPr/>
                  <p:nvPr/>
                </p:nvSpPr>
                <p:spPr>
                  <a:xfrm>
                    <a:off x="455605" y="425765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8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02" y="114684"/>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855" name="Graphic 4773">
                  <a:extLst>
                    <a:ext uri="{FF2B5EF4-FFF2-40B4-BE49-F238E27FC236}">
                      <a16:creationId xmlns:a16="http://schemas.microsoft.com/office/drawing/2014/main" id="{31635A17-52EE-0479-459A-91939B628A32}"/>
                    </a:ext>
                  </a:extLst>
                </p:cNvPr>
                <p:cNvGrpSpPr/>
                <p:nvPr/>
              </p:nvGrpSpPr>
              <p:grpSpPr>
                <a:xfrm>
                  <a:off x="3234542" y="2956736"/>
                  <a:ext cx="583845" cy="119557"/>
                  <a:chOff x="3234542" y="2956736"/>
                  <a:chExt cx="583845" cy="119557"/>
                </a:xfrm>
                <a:grpFill/>
              </p:grpSpPr>
              <p:grpSp>
                <p:nvGrpSpPr>
                  <p:cNvPr id="907" name="Graphic 4773">
                    <a:extLst>
                      <a:ext uri="{FF2B5EF4-FFF2-40B4-BE49-F238E27FC236}">
                        <a16:creationId xmlns:a16="http://schemas.microsoft.com/office/drawing/2014/main" id="{FB829561-5F0C-1695-0100-212F6C4E2A04}"/>
                      </a:ext>
                    </a:extLst>
                  </p:cNvPr>
                  <p:cNvGrpSpPr/>
                  <p:nvPr/>
                </p:nvGrpSpPr>
                <p:grpSpPr>
                  <a:xfrm>
                    <a:off x="3234542" y="2956736"/>
                    <a:ext cx="119557" cy="119557"/>
                    <a:chOff x="3234542" y="2956736"/>
                    <a:chExt cx="119557" cy="119557"/>
                  </a:xfrm>
                  <a:grpFill/>
                </p:grpSpPr>
                <p:sp>
                  <p:nvSpPr>
                    <p:cNvPr id="916" name="Freeform: Shape 915">
                      <a:extLst>
                        <a:ext uri="{FF2B5EF4-FFF2-40B4-BE49-F238E27FC236}">
                          <a16:creationId xmlns:a16="http://schemas.microsoft.com/office/drawing/2014/main" id="{C2025094-2E4B-CCCB-BD40-058B180B9AD3}"/>
                        </a:ext>
                      </a:extLst>
                    </p:cNvPr>
                    <p:cNvSpPr/>
                    <p:nvPr/>
                  </p:nvSpPr>
                  <p:spPr>
                    <a:xfrm>
                      <a:off x="3273941" y="2978474"/>
                      <a:ext cx="40698" cy="76199"/>
                    </a:xfrm>
                    <a:custGeom>
                      <a:avLst/>
                      <a:gdLst>
                        <a:gd name="connsiteX0" fmla="*/ 38868 w 40698"/>
                        <a:gd name="connsiteY0" fmla="*/ 76200 h 76199"/>
                        <a:gd name="connsiteX1" fmla="*/ 40167 w 40698"/>
                        <a:gd name="connsiteY1" fmla="*/ 75668 h 76199"/>
                        <a:gd name="connsiteX2" fmla="*/ 40167 w 40698"/>
                        <a:gd name="connsiteY2" fmla="*/ 73128 h 76199"/>
                        <a:gd name="connsiteX3" fmla="*/ 5139 w 40698"/>
                        <a:gd name="connsiteY3" fmla="*/ 38100 h 76199"/>
                        <a:gd name="connsiteX4" fmla="*/ 40167 w 40698"/>
                        <a:gd name="connsiteY4" fmla="*/ 3072 h 76199"/>
                        <a:gd name="connsiteX5" fmla="*/ 40167 w 40698"/>
                        <a:gd name="connsiteY5" fmla="*/ 532 h 76199"/>
                        <a:gd name="connsiteX6" fmla="*/ 37627 w 40698"/>
                        <a:gd name="connsiteY6" fmla="*/ 532 h 76199"/>
                        <a:gd name="connsiteX7" fmla="*/ 0 w 40698"/>
                        <a:gd name="connsiteY7" fmla="*/ 38159 h 76199"/>
                        <a:gd name="connsiteX8" fmla="*/ 37627 w 40698"/>
                        <a:gd name="connsiteY8" fmla="*/ 75786 h 76199"/>
                        <a:gd name="connsiteX9" fmla="*/ 38868 w 40698"/>
                        <a:gd name="connsiteY9" fmla="*/ 76200 h 76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8" h="76199">
                          <a:moveTo>
                            <a:pt x="38868" y="76200"/>
                          </a:moveTo>
                          <a:cubicBezTo>
                            <a:pt x="39340" y="76200"/>
                            <a:pt x="39813" y="76023"/>
                            <a:pt x="40167" y="75668"/>
                          </a:cubicBezTo>
                          <a:cubicBezTo>
                            <a:pt x="40876" y="74960"/>
                            <a:pt x="40876" y="73837"/>
                            <a:pt x="40167" y="73128"/>
                          </a:cubicBezTo>
                          <a:lnTo>
                            <a:pt x="5139" y="38100"/>
                          </a:lnTo>
                          <a:lnTo>
                            <a:pt x="40167" y="3072"/>
                          </a:lnTo>
                          <a:cubicBezTo>
                            <a:pt x="40876" y="2363"/>
                            <a:pt x="40876" y="1240"/>
                            <a:pt x="40167" y="532"/>
                          </a:cubicBezTo>
                          <a:cubicBezTo>
                            <a:pt x="39459" y="-177"/>
                            <a:pt x="38336" y="-177"/>
                            <a:pt x="37627" y="532"/>
                          </a:cubicBezTo>
                          <a:lnTo>
                            <a:pt x="0" y="38159"/>
                          </a:lnTo>
                          <a:lnTo>
                            <a:pt x="37627" y="75786"/>
                          </a:lnTo>
                          <a:cubicBezTo>
                            <a:pt x="37982" y="76023"/>
                            <a:pt x="38454" y="76200"/>
                            <a:pt x="38868" y="7620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17" name="Freeform: Shape 916">
                      <a:extLst>
                        <a:ext uri="{FF2B5EF4-FFF2-40B4-BE49-F238E27FC236}">
                          <a16:creationId xmlns:a16="http://schemas.microsoft.com/office/drawing/2014/main" id="{701A62E0-EA4C-9866-B83D-C65F39F1C097}"/>
                        </a:ext>
                      </a:extLst>
                    </p:cNvPr>
                    <p:cNvSpPr/>
                    <p:nvPr/>
                  </p:nvSpPr>
                  <p:spPr>
                    <a:xfrm>
                      <a:off x="3234542" y="2956736"/>
                      <a:ext cx="119557" cy="119557"/>
                    </a:xfrm>
                    <a:custGeom>
                      <a:avLst/>
                      <a:gdLst>
                        <a:gd name="connsiteX0" fmla="*/ 59779 w 119557"/>
                        <a:gd name="connsiteY0" fmla="*/ 6025 h 119557"/>
                        <a:gd name="connsiteX1" fmla="*/ 113532 w 119557"/>
                        <a:gd name="connsiteY1" fmla="*/ 59779 h 119557"/>
                        <a:gd name="connsiteX2" fmla="*/ 59779 w 119557"/>
                        <a:gd name="connsiteY2" fmla="*/ 113532 h 119557"/>
                        <a:gd name="connsiteX3" fmla="*/ 6025 w 119557"/>
                        <a:gd name="connsiteY3" fmla="*/ 59779 h 119557"/>
                        <a:gd name="connsiteX4" fmla="*/ 59779 w 119557"/>
                        <a:gd name="connsiteY4" fmla="*/ 6025 h 119557"/>
                        <a:gd name="connsiteX5" fmla="*/ 59779 w 119557"/>
                        <a:gd name="connsiteY5" fmla="*/ 6025 h 119557"/>
                        <a:gd name="connsiteX6" fmla="*/ 59779 w 119557"/>
                        <a:gd name="connsiteY6" fmla="*/ 0 h 119557"/>
                        <a:gd name="connsiteX7" fmla="*/ 0 w 119557"/>
                        <a:gd name="connsiteY7" fmla="*/ 59779 h 119557"/>
                        <a:gd name="connsiteX8" fmla="*/ 59779 w 119557"/>
                        <a:gd name="connsiteY8" fmla="*/ 119557 h 119557"/>
                        <a:gd name="connsiteX9" fmla="*/ 119557 w 119557"/>
                        <a:gd name="connsiteY9" fmla="*/ 59779 h 119557"/>
                        <a:gd name="connsiteX10" fmla="*/ 59779 w 119557"/>
                        <a:gd name="connsiteY10" fmla="*/ 0 h 119557"/>
                        <a:gd name="connsiteX11" fmla="*/ 59779 w 119557"/>
                        <a:gd name="connsiteY11" fmla="*/ 0 h 119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9557" h="119557">
                          <a:moveTo>
                            <a:pt x="59779" y="6025"/>
                          </a:moveTo>
                          <a:cubicBezTo>
                            <a:pt x="89431" y="6025"/>
                            <a:pt x="113532" y="30126"/>
                            <a:pt x="113532" y="59779"/>
                          </a:cubicBezTo>
                          <a:cubicBezTo>
                            <a:pt x="113532" y="89432"/>
                            <a:pt x="89431" y="113532"/>
                            <a:pt x="59779" y="113532"/>
                          </a:cubicBezTo>
                          <a:cubicBezTo>
                            <a:pt x="30125" y="113532"/>
                            <a:pt x="6025" y="89432"/>
                            <a:pt x="6025" y="59779"/>
                          </a:cubicBezTo>
                          <a:cubicBezTo>
                            <a:pt x="6025" y="30126"/>
                            <a:pt x="30125" y="6025"/>
                            <a:pt x="59779" y="6025"/>
                          </a:cubicBezTo>
                          <a:lnTo>
                            <a:pt x="59779" y="6025"/>
                          </a:lnTo>
                          <a:close/>
                          <a:moveTo>
                            <a:pt x="59779" y="0"/>
                          </a:moveTo>
                          <a:cubicBezTo>
                            <a:pt x="26758" y="0"/>
                            <a:pt x="0" y="26759"/>
                            <a:pt x="0" y="59779"/>
                          </a:cubicBezTo>
                          <a:cubicBezTo>
                            <a:pt x="0" y="92799"/>
                            <a:pt x="26758" y="119557"/>
                            <a:pt x="59779" y="119557"/>
                          </a:cubicBezTo>
                          <a:cubicBezTo>
                            <a:pt x="92798" y="119557"/>
                            <a:pt x="119557" y="92799"/>
                            <a:pt x="119557" y="59779"/>
                          </a:cubicBezTo>
                          <a:cubicBezTo>
                            <a:pt x="119498" y="26759"/>
                            <a:pt x="92740" y="0"/>
                            <a:pt x="59779" y="0"/>
                          </a:cubicBezTo>
                          <a:lnTo>
                            <a:pt x="59779"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908" name="Freeform: Shape 907">
                    <a:extLst>
                      <a:ext uri="{FF2B5EF4-FFF2-40B4-BE49-F238E27FC236}">
                        <a16:creationId xmlns:a16="http://schemas.microsoft.com/office/drawing/2014/main" id="{68C32290-6E9A-6401-7F33-F1A196288D24}"/>
                      </a:ext>
                    </a:extLst>
                  </p:cNvPr>
                  <p:cNvSpPr/>
                  <p:nvPr/>
                </p:nvSpPr>
                <p:spPr>
                  <a:xfrm>
                    <a:off x="3376250"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09" name="Freeform: Shape 908">
                    <a:extLst>
                      <a:ext uri="{FF2B5EF4-FFF2-40B4-BE49-F238E27FC236}">
                        <a16:creationId xmlns:a16="http://schemas.microsoft.com/office/drawing/2014/main" id="{C83A7E92-1A4C-248F-1C82-B1D7787F6C86}"/>
                      </a:ext>
                    </a:extLst>
                  </p:cNvPr>
                  <p:cNvSpPr/>
                  <p:nvPr/>
                </p:nvSpPr>
                <p:spPr>
                  <a:xfrm>
                    <a:off x="345729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51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10" name="Freeform: Shape 909">
                    <a:extLst>
                      <a:ext uri="{FF2B5EF4-FFF2-40B4-BE49-F238E27FC236}">
                        <a16:creationId xmlns:a16="http://schemas.microsoft.com/office/drawing/2014/main" id="{58B69E8C-BCF8-E6B9-A996-DD4138F15538}"/>
                      </a:ext>
                    </a:extLst>
                  </p:cNvPr>
                  <p:cNvSpPr/>
                  <p:nvPr/>
                </p:nvSpPr>
                <p:spPr>
                  <a:xfrm>
                    <a:off x="3497816"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514"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649"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11" name="Freeform: Shape 910">
                    <a:extLst>
                      <a:ext uri="{FF2B5EF4-FFF2-40B4-BE49-F238E27FC236}">
                        <a16:creationId xmlns:a16="http://schemas.microsoft.com/office/drawing/2014/main" id="{FF4B6E9F-BA69-4DEB-4344-D882FE73FF39}"/>
                      </a:ext>
                    </a:extLst>
                  </p:cNvPr>
                  <p:cNvSpPr/>
                  <p:nvPr/>
                </p:nvSpPr>
                <p:spPr>
                  <a:xfrm>
                    <a:off x="353833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12" name="Freeform: Shape 911">
                    <a:extLst>
                      <a:ext uri="{FF2B5EF4-FFF2-40B4-BE49-F238E27FC236}">
                        <a16:creationId xmlns:a16="http://schemas.microsoft.com/office/drawing/2014/main" id="{B41F0BB4-58F1-F267-8323-B3092E335E9D}"/>
                      </a:ext>
                    </a:extLst>
                  </p:cNvPr>
                  <p:cNvSpPr/>
                  <p:nvPr/>
                </p:nvSpPr>
                <p:spPr>
                  <a:xfrm>
                    <a:off x="3619381"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649"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13" name="Freeform: Shape 912">
                    <a:extLst>
                      <a:ext uri="{FF2B5EF4-FFF2-40B4-BE49-F238E27FC236}">
                        <a16:creationId xmlns:a16="http://schemas.microsoft.com/office/drawing/2014/main" id="{E69F3232-4464-6EDF-9620-C1FE34548399}"/>
                      </a:ext>
                    </a:extLst>
                  </p:cNvPr>
                  <p:cNvSpPr/>
                  <p:nvPr/>
                </p:nvSpPr>
                <p:spPr>
                  <a:xfrm>
                    <a:off x="3659962"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14" name="Freeform: Shape 913">
                    <a:extLst>
                      <a:ext uri="{FF2B5EF4-FFF2-40B4-BE49-F238E27FC236}">
                        <a16:creationId xmlns:a16="http://schemas.microsoft.com/office/drawing/2014/main" id="{B5FEB6BB-35F7-31B0-2E05-8800943E34EB}"/>
                      </a:ext>
                    </a:extLst>
                  </p:cNvPr>
                  <p:cNvSpPr/>
                  <p:nvPr/>
                </p:nvSpPr>
                <p:spPr>
                  <a:xfrm>
                    <a:off x="370048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15" name="Freeform: Shape 914">
                    <a:extLst>
                      <a:ext uri="{FF2B5EF4-FFF2-40B4-BE49-F238E27FC236}">
                        <a16:creationId xmlns:a16="http://schemas.microsoft.com/office/drawing/2014/main" id="{06799ACC-F38C-C821-C926-3A8E8913A24E}"/>
                      </a:ext>
                    </a:extLst>
                  </p:cNvPr>
                  <p:cNvSpPr/>
                  <p:nvPr/>
                </p:nvSpPr>
                <p:spPr>
                  <a:xfrm>
                    <a:off x="378152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856" name="Graphic 4773">
                  <a:extLst>
                    <a:ext uri="{FF2B5EF4-FFF2-40B4-BE49-F238E27FC236}">
                      <a16:creationId xmlns:a16="http://schemas.microsoft.com/office/drawing/2014/main" id="{18629ED4-67B9-8C9E-C9C6-92A1BDC40712}"/>
                    </a:ext>
                  </a:extLst>
                </p:cNvPr>
                <p:cNvGrpSpPr/>
                <p:nvPr/>
              </p:nvGrpSpPr>
              <p:grpSpPr>
                <a:xfrm>
                  <a:off x="2640418" y="2129759"/>
                  <a:ext cx="886046" cy="59069"/>
                  <a:chOff x="2640418" y="2129759"/>
                  <a:chExt cx="886046" cy="59069"/>
                </a:xfrm>
                <a:grpFill/>
              </p:grpSpPr>
              <p:sp>
                <p:nvSpPr>
                  <p:cNvPr id="899" name="Freeform: Shape 898">
                    <a:extLst>
                      <a:ext uri="{FF2B5EF4-FFF2-40B4-BE49-F238E27FC236}">
                        <a16:creationId xmlns:a16="http://schemas.microsoft.com/office/drawing/2014/main" id="{70C67F33-7520-8BBB-32FB-98E563A8324D}"/>
                      </a:ext>
                    </a:extLst>
                  </p:cNvPr>
                  <p:cNvSpPr/>
                  <p:nvPr/>
                </p:nvSpPr>
                <p:spPr>
                  <a:xfrm>
                    <a:off x="3467395"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00" name="Freeform: Shape 899">
                    <a:extLst>
                      <a:ext uri="{FF2B5EF4-FFF2-40B4-BE49-F238E27FC236}">
                        <a16:creationId xmlns:a16="http://schemas.microsoft.com/office/drawing/2014/main" id="{D9AFF00C-D206-B48E-7ED6-70164DF91630}"/>
                      </a:ext>
                    </a:extLst>
                  </p:cNvPr>
                  <p:cNvSpPr/>
                  <p:nvPr/>
                </p:nvSpPr>
                <p:spPr>
                  <a:xfrm>
                    <a:off x="3349255"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01" name="Freeform: Shape 900">
                    <a:extLst>
                      <a:ext uri="{FF2B5EF4-FFF2-40B4-BE49-F238E27FC236}">
                        <a16:creationId xmlns:a16="http://schemas.microsoft.com/office/drawing/2014/main" id="{45FCC2A8-8341-FB4F-4309-1AFA597E8AFA}"/>
                      </a:ext>
                    </a:extLst>
                  </p:cNvPr>
                  <p:cNvSpPr/>
                  <p:nvPr/>
                </p:nvSpPr>
                <p:spPr>
                  <a:xfrm>
                    <a:off x="3231116"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02" name="Freeform: Shape 901">
                    <a:extLst>
                      <a:ext uri="{FF2B5EF4-FFF2-40B4-BE49-F238E27FC236}">
                        <a16:creationId xmlns:a16="http://schemas.microsoft.com/office/drawing/2014/main" id="{BB143528-FCFB-F621-EC01-7D08BC487C2B}"/>
                      </a:ext>
                    </a:extLst>
                  </p:cNvPr>
                  <p:cNvSpPr/>
                  <p:nvPr/>
                </p:nvSpPr>
                <p:spPr>
                  <a:xfrm>
                    <a:off x="3112976"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03" name="Freeform: Shape 902">
                    <a:extLst>
                      <a:ext uri="{FF2B5EF4-FFF2-40B4-BE49-F238E27FC236}">
                        <a16:creationId xmlns:a16="http://schemas.microsoft.com/office/drawing/2014/main" id="{4A9F9C0A-CF96-AFCA-3609-B4A2C2D85F2F}"/>
                      </a:ext>
                    </a:extLst>
                  </p:cNvPr>
                  <p:cNvSpPr/>
                  <p:nvPr/>
                </p:nvSpPr>
                <p:spPr>
                  <a:xfrm>
                    <a:off x="2994837"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04" name="Freeform: Shape 903">
                    <a:extLst>
                      <a:ext uri="{FF2B5EF4-FFF2-40B4-BE49-F238E27FC236}">
                        <a16:creationId xmlns:a16="http://schemas.microsoft.com/office/drawing/2014/main" id="{B458E764-DA91-AF22-FE8A-438B053AD457}"/>
                      </a:ext>
                    </a:extLst>
                  </p:cNvPr>
                  <p:cNvSpPr/>
                  <p:nvPr/>
                </p:nvSpPr>
                <p:spPr>
                  <a:xfrm>
                    <a:off x="2876697"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05" name="Freeform: Shape 904">
                    <a:extLst>
                      <a:ext uri="{FF2B5EF4-FFF2-40B4-BE49-F238E27FC236}">
                        <a16:creationId xmlns:a16="http://schemas.microsoft.com/office/drawing/2014/main" id="{DD49E496-CF64-BAA7-FF11-2C0AF1BE1738}"/>
                      </a:ext>
                    </a:extLst>
                  </p:cNvPr>
                  <p:cNvSpPr/>
                  <p:nvPr/>
                </p:nvSpPr>
                <p:spPr>
                  <a:xfrm>
                    <a:off x="2758558"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906" name="Freeform: Shape 905">
                    <a:extLst>
                      <a:ext uri="{FF2B5EF4-FFF2-40B4-BE49-F238E27FC236}">
                        <a16:creationId xmlns:a16="http://schemas.microsoft.com/office/drawing/2014/main" id="{61F85D16-4016-C152-8225-529A0C19178D}"/>
                      </a:ext>
                    </a:extLst>
                  </p:cNvPr>
                  <p:cNvSpPr/>
                  <p:nvPr/>
                </p:nvSpPr>
                <p:spPr>
                  <a:xfrm>
                    <a:off x="2640418"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857" name="Graphic 4773">
                  <a:extLst>
                    <a:ext uri="{FF2B5EF4-FFF2-40B4-BE49-F238E27FC236}">
                      <a16:creationId xmlns:a16="http://schemas.microsoft.com/office/drawing/2014/main" id="{5B62C50A-8251-8434-52ED-EABBD427C33F}"/>
                    </a:ext>
                  </a:extLst>
                </p:cNvPr>
                <p:cNvGrpSpPr/>
                <p:nvPr/>
              </p:nvGrpSpPr>
              <p:grpSpPr>
                <a:xfrm>
                  <a:off x="1990651" y="4610690"/>
                  <a:ext cx="886046" cy="59069"/>
                  <a:chOff x="1990651" y="4610690"/>
                  <a:chExt cx="886046" cy="59069"/>
                </a:xfrm>
                <a:grpFill/>
              </p:grpSpPr>
              <p:sp>
                <p:nvSpPr>
                  <p:cNvPr id="891" name="Freeform: Shape 890">
                    <a:extLst>
                      <a:ext uri="{FF2B5EF4-FFF2-40B4-BE49-F238E27FC236}">
                        <a16:creationId xmlns:a16="http://schemas.microsoft.com/office/drawing/2014/main" id="{593D2C2F-70B9-D883-F4EF-D099F31539EF}"/>
                      </a:ext>
                    </a:extLst>
                  </p:cNvPr>
                  <p:cNvSpPr/>
                  <p:nvPr/>
                </p:nvSpPr>
                <p:spPr>
                  <a:xfrm>
                    <a:off x="2817627"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92" name="Freeform: Shape 891">
                    <a:extLst>
                      <a:ext uri="{FF2B5EF4-FFF2-40B4-BE49-F238E27FC236}">
                        <a16:creationId xmlns:a16="http://schemas.microsoft.com/office/drawing/2014/main" id="{AB6C23F9-2370-B463-C333-778695EB8E28}"/>
                      </a:ext>
                    </a:extLst>
                  </p:cNvPr>
                  <p:cNvSpPr/>
                  <p:nvPr/>
                </p:nvSpPr>
                <p:spPr>
                  <a:xfrm>
                    <a:off x="2699488"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93" name="Freeform: Shape 892">
                    <a:extLst>
                      <a:ext uri="{FF2B5EF4-FFF2-40B4-BE49-F238E27FC236}">
                        <a16:creationId xmlns:a16="http://schemas.microsoft.com/office/drawing/2014/main" id="{2726C86A-D46F-C62B-4BEA-01D45C9800F8}"/>
                      </a:ext>
                    </a:extLst>
                  </p:cNvPr>
                  <p:cNvSpPr/>
                  <p:nvPr/>
                </p:nvSpPr>
                <p:spPr>
                  <a:xfrm>
                    <a:off x="2581348"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94" name="Freeform: Shape 893">
                    <a:extLst>
                      <a:ext uri="{FF2B5EF4-FFF2-40B4-BE49-F238E27FC236}">
                        <a16:creationId xmlns:a16="http://schemas.microsoft.com/office/drawing/2014/main" id="{B9295113-4A3D-52B5-554B-D9748326712B}"/>
                      </a:ext>
                    </a:extLst>
                  </p:cNvPr>
                  <p:cNvSpPr/>
                  <p:nvPr/>
                </p:nvSpPr>
                <p:spPr>
                  <a:xfrm>
                    <a:off x="246320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95" name="Freeform: Shape 894">
                    <a:extLst>
                      <a:ext uri="{FF2B5EF4-FFF2-40B4-BE49-F238E27FC236}">
                        <a16:creationId xmlns:a16="http://schemas.microsoft.com/office/drawing/2014/main" id="{94DAAE04-B1C4-E911-C64A-55C20370FDD9}"/>
                      </a:ext>
                    </a:extLst>
                  </p:cNvPr>
                  <p:cNvSpPr/>
                  <p:nvPr/>
                </p:nvSpPr>
                <p:spPr>
                  <a:xfrm>
                    <a:off x="234506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96" name="Freeform: Shape 895">
                    <a:extLst>
                      <a:ext uri="{FF2B5EF4-FFF2-40B4-BE49-F238E27FC236}">
                        <a16:creationId xmlns:a16="http://schemas.microsoft.com/office/drawing/2014/main" id="{A6179F58-D8F1-BAB4-1E95-226268578326}"/>
                      </a:ext>
                    </a:extLst>
                  </p:cNvPr>
                  <p:cNvSpPr/>
                  <p:nvPr/>
                </p:nvSpPr>
                <p:spPr>
                  <a:xfrm>
                    <a:off x="2226930"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97" name="Freeform: Shape 896">
                    <a:extLst>
                      <a:ext uri="{FF2B5EF4-FFF2-40B4-BE49-F238E27FC236}">
                        <a16:creationId xmlns:a16="http://schemas.microsoft.com/office/drawing/2014/main" id="{91375409-85AE-1576-8F65-4ACD091AD0DF}"/>
                      </a:ext>
                    </a:extLst>
                  </p:cNvPr>
                  <p:cNvSpPr/>
                  <p:nvPr/>
                </p:nvSpPr>
                <p:spPr>
                  <a:xfrm>
                    <a:off x="2108790"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98" name="Freeform: Shape 897">
                    <a:extLst>
                      <a:ext uri="{FF2B5EF4-FFF2-40B4-BE49-F238E27FC236}">
                        <a16:creationId xmlns:a16="http://schemas.microsoft.com/office/drawing/2014/main" id="{90563ABB-5686-6DD4-861D-6A0B770081B6}"/>
                      </a:ext>
                    </a:extLst>
                  </p:cNvPr>
                  <p:cNvSpPr/>
                  <p:nvPr/>
                </p:nvSpPr>
                <p:spPr>
                  <a:xfrm>
                    <a:off x="1990651"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858" name="Freeform: Shape 857">
                  <a:extLst>
                    <a:ext uri="{FF2B5EF4-FFF2-40B4-BE49-F238E27FC236}">
                      <a16:creationId xmlns:a16="http://schemas.microsoft.com/office/drawing/2014/main" id="{AF2F447A-CEDE-2929-7D12-B7F149A7D118}"/>
                    </a:ext>
                  </a:extLst>
                </p:cNvPr>
                <p:cNvSpPr/>
                <p:nvPr/>
              </p:nvSpPr>
              <p:spPr>
                <a:xfrm rot="-2700000">
                  <a:off x="3497758" y="3223441"/>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59" name="Freeform: Shape 858">
                  <a:extLst>
                    <a:ext uri="{FF2B5EF4-FFF2-40B4-BE49-F238E27FC236}">
                      <a16:creationId xmlns:a16="http://schemas.microsoft.com/office/drawing/2014/main" id="{5E1848A3-B8C2-DECB-7B11-E53622C8B7BB}"/>
                    </a:ext>
                  </a:extLst>
                </p:cNvPr>
                <p:cNvSpPr/>
                <p:nvPr/>
              </p:nvSpPr>
              <p:spPr>
                <a:xfrm>
                  <a:off x="3350142"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60" name="Freeform: Shape 859">
                  <a:extLst>
                    <a:ext uri="{FF2B5EF4-FFF2-40B4-BE49-F238E27FC236}">
                      <a16:creationId xmlns:a16="http://schemas.microsoft.com/office/drawing/2014/main" id="{6B3DC22A-5B30-3C7A-D70B-FDF21B6EF5F8}"/>
                    </a:ext>
                  </a:extLst>
                </p:cNvPr>
                <p:cNvSpPr/>
                <p:nvPr/>
              </p:nvSpPr>
              <p:spPr>
                <a:xfrm>
                  <a:off x="3202467"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61" name="Freeform: Shape 860">
                  <a:extLst>
                    <a:ext uri="{FF2B5EF4-FFF2-40B4-BE49-F238E27FC236}">
                      <a16:creationId xmlns:a16="http://schemas.microsoft.com/office/drawing/2014/main" id="{051B92CD-10F2-8A1D-DED2-E3BE44246703}"/>
                    </a:ext>
                  </a:extLst>
                </p:cNvPr>
                <p:cNvSpPr/>
                <p:nvPr/>
              </p:nvSpPr>
              <p:spPr>
                <a:xfrm rot="-2700000">
                  <a:off x="3054737" y="3223438"/>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62" name="Freeform: Shape 861">
                  <a:extLst>
                    <a:ext uri="{FF2B5EF4-FFF2-40B4-BE49-F238E27FC236}">
                      <a16:creationId xmlns:a16="http://schemas.microsoft.com/office/drawing/2014/main" id="{EBA1052A-0E1A-6482-663C-ACAABFF74FCE}"/>
                    </a:ext>
                  </a:extLst>
                </p:cNvPr>
                <p:cNvSpPr/>
                <p:nvPr/>
              </p:nvSpPr>
              <p:spPr>
                <a:xfrm rot="-2700000">
                  <a:off x="2907066" y="3223435"/>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63" name="Freeform: Shape 862">
                  <a:extLst>
                    <a:ext uri="{FF2B5EF4-FFF2-40B4-BE49-F238E27FC236}">
                      <a16:creationId xmlns:a16="http://schemas.microsoft.com/office/drawing/2014/main" id="{3BDC7037-6C46-CC4E-C1EE-4ED0C1A51E93}"/>
                    </a:ext>
                  </a:extLst>
                </p:cNvPr>
                <p:cNvSpPr/>
                <p:nvPr/>
              </p:nvSpPr>
              <p:spPr>
                <a:xfrm>
                  <a:off x="2759444"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64" name="Freeform: Shape 863">
                  <a:extLst>
                    <a:ext uri="{FF2B5EF4-FFF2-40B4-BE49-F238E27FC236}">
                      <a16:creationId xmlns:a16="http://schemas.microsoft.com/office/drawing/2014/main" id="{951E6A83-93DE-9B40-1E95-7EBF387D9954}"/>
                    </a:ext>
                  </a:extLst>
                </p:cNvPr>
                <p:cNvSpPr/>
                <p:nvPr/>
              </p:nvSpPr>
              <p:spPr>
                <a:xfrm>
                  <a:off x="2611769"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65" name="Freeform: Shape 864">
                  <a:extLst>
                    <a:ext uri="{FF2B5EF4-FFF2-40B4-BE49-F238E27FC236}">
                      <a16:creationId xmlns:a16="http://schemas.microsoft.com/office/drawing/2014/main" id="{6ECB1EB3-4A90-610A-A34C-3A8E7E7EF45F}"/>
                    </a:ext>
                  </a:extLst>
                </p:cNvPr>
                <p:cNvSpPr/>
                <p:nvPr/>
              </p:nvSpPr>
              <p:spPr>
                <a:xfrm rot="-2700000">
                  <a:off x="2464040" y="3223432"/>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66" name="Freeform: Shape 865">
                  <a:extLst>
                    <a:ext uri="{FF2B5EF4-FFF2-40B4-BE49-F238E27FC236}">
                      <a16:creationId xmlns:a16="http://schemas.microsoft.com/office/drawing/2014/main" id="{9A954FCE-8FD2-7D36-56FD-EC580F93D7FB}"/>
                    </a:ext>
                  </a:extLst>
                </p:cNvPr>
                <p:cNvSpPr/>
                <p:nvPr/>
              </p:nvSpPr>
              <p:spPr>
                <a:xfrm>
                  <a:off x="1038446" y="3340749"/>
                  <a:ext cx="191326" cy="177091"/>
                </a:xfrm>
                <a:custGeom>
                  <a:avLst/>
                  <a:gdLst>
                    <a:gd name="connsiteX0" fmla="*/ 88546 w 191326"/>
                    <a:gd name="connsiteY0" fmla="*/ 0 h 177091"/>
                    <a:gd name="connsiteX1" fmla="*/ 113887 w 191326"/>
                    <a:gd name="connsiteY1" fmla="*/ 25341 h 177091"/>
                    <a:gd name="connsiteX2" fmla="*/ 71474 w 191326"/>
                    <a:gd name="connsiteY2" fmla="*/ 67694 h 177091"/>
                    <a:gd name="connsiteX3" fmla="*/ 191327 w 191326"/>
                    <a:gd name="connsiteY3" fmla="*/ 67694 h 177091"/>
                    <a:gd name="connsiteX4" fmla="*/ 191327 w 191326"/>
                    <a:gd name="connsiteY4" fmla="*/ 106916 h 177091"/>
                    <a:gd name="connsiteX5" fmla="*/ 68934 w 191326"/>
                    <a:gd name="connsiteY5" fmla="*/ 106916 h 177091"/>
                    <a:gd name="connsiteX6" fmla="*/ 113887 w 191326"/>
                    <a:gd name="connsiteY6" fmla="*/ 151809 h 177091"/>
                    <a:gd name="connsiteX7" fmla="*/ 88546 w 191326"/>
                    <a:gd name="connsiteY7" fmla="*/ 177091 h 177091"/>
                    <a:gd name="connsiteX8" fmla="*/ 0 w 191326"/>
                    <a:gd name="connsiteY8" fmla="*/ 88546 h 177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326" h="177091">
                      <a:moveTo>
                        <a:pt x="88546" y="0"/>
                      </a:moveTo>
                      <a:lnTo>
                        <a:pt x="113887" y="25341"/>
                      </a:lnTo>
                      <a:lnTo>
                        <a:pt x="71474" y="67694"/>
                      </a:lnTo>
                      <a:lnTo>
                        <a:pt x="191327" y="67694"/>
                      </a:lnTo>
                      <a:lnTo>
                        <a:pt x="191327" y="106916"/>
                      </a:lnTo>
                      <a:lnTo>
                        <a:pt x="68934" y="106916"/>
                      </a:lnTo>
                      <a:lnTo>
                        <a:pt x="113887" y="151809"/>
                      </a:lnTo>
                      <a:lnTo>
                        <a:pt x="88546" y="177091"/>
                      </a:lnTo>
                      <a:lnTo>
                        <a:pt x="0" y="8854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67" name="Freeform: Shape 866">
                  <a:extLst>
                    <a:ext uri="{FF2B5EF4-FFF2-40B4-BE49-F238E27FC236}">
                      <a16:creationId xmlns:a16="http://schemas.microsoft.com/office/drawing/2014/main" id="{82760B36-EBF4-CD4A-2D63-D02318DD09E9}"/>
                    </a:ext>
                  </a:extLst>
                </p:cNvPr>
                <p:cNvSpPr/>
                <p:nvPr/>
              </p:nvSpPr>
              <p:spPr>
                <a:xfrm>
                  <a:off x="5004626" y="1576512"/>
                  <a:ext cx="174374" cy="161437"/>
                </a:xfrm>
                <a:custGeom>
                  <a:avLst/>
                  <a:gdLst>
                    <a:gd name="connsiteX0" fmla="*/ 80690 w 174374"/>
                    <a:gd name="connsiteY0" fmla="*/ 0 h 161437"/>
                    <a:gd name="connsiteX1" fmla="*/ 103727 w 174374"/>
                    <a:gd name="connsiteY1" fmla="*/ 23037 h 161437"/>
                    <a:gd name="connsiteX2" fmla="*/ 65154 w 174374"/>
                    <a:gd name="connsiteY2" fmla="*/ 61669 h 161437"/>
                    <a:gd name="connsiteX3" fmla="*/ 174374 w 174374"/>
                    <a:gd name="connsiteY3" fmla="*/ 61669 h 161437"/>
                    <a:gd name="connsiteX4" fmla="*/ 174374 w 174374"/>
                    <a:gd name="connsiteY4" fmla="*/ 97406 h 161437"/>
                    <a:gd name="connsiteX5" fmla="*/ 62850 w 174374"/>
                    <a:gd name="connsiteY5" fmla="*/ 97406 h 161437"/>
                    <a:gd name="connsiteX6" fmla="*/ 103727 w 174374"/>
                    <a:gd name="connsiteY6" fmla="*/ 138341 h 161437"/>
                    <a:gd name="connsiteX7" fmla="*/ 80690 w 174374"/>
                    <a:gd name="connsiteY7" fmla="*/ 161438 h 161437"/>
                    <a:gd name="connsiteX8" fmla="*/ 0 w 174374"/>
                    <a:gd name="connsiteY8" fmla="*/ 80689 h 16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4374" h="161437">
                      <a:moveTo>
                        <a:pt x="80690" y="0"/>
                      </a:moveTo>
                      <a:lnTo>
                        <a:pt x="103727" y="23037"/>
                      </a:lnTo>
                      <a:lnTo>
                        <a:pt x="65154" y="61669"/>
                      </a:lnTo>
                      <a:lnTo>
                        <a:pt x="174374" y="61669"/>
                      </a:lnTo>
                      <a:lnTo>
                        <a:pt x="174374" y="97406"/>
                      </a:lnTo>
                      <a:lnTo>
                        <a:pt x="62850" y="97406"/>
                      </a:lnTo>
                      <a:lnTo>
                        <a:pt x="103727" y="138341"/>
                      </a:lnTo>
                      <a:lnTo>
                        <a:pt x="80690" y="161438"/>
                      </a:lnTo>
                      <a:lnTo>
                        <a:pt x="0" y="8068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868" name="Graphic 4773">
                  <a:extLst>
                    <a:ext uri="{FF2B5EF4-FFF2-40B4-BE49-F238E27FC236}">
                      <a16:creationId xmlns:a16="http://schemas.microsoft.com/office/drawing/2014/main" id="{F925F393-7A09-7888-D40C-E367E210831F}"/>
                    </a:ext>
                  </a:extLst>
                </p:cNvPr>
                <p:cNvGrpSpPr/>
                <p:nvPr/>
              </p:nvGrpSpPr>
              <p:grpSpPr>
                <a:xfrm>
                  <a:off x="457259" y="2897903"/>
                  <a:ext cx="526784" cy="117726"/>
                  <a:chOff x="457259" y="2897903"/>
                  <a:chExt cx="526784" cy="117726"/>
                </a:xfrm>
                <a:grpFill/>
              </p:grpSpPr>
              <p:sp>
                <p:nvSpPr>
                  <p:cNvPr id="869" name="Freeform: Shape 868">
                    <a:extLst>
                      <a:ext uri="{FF2B5EF4-FFF2-40B4-BE49-F238E27FC236}">
                        <a16:creationId xmlns:a16="http://schemas.microsoft.com/office/drawing/2014/main" id="{CCF7BE53-7022-B9A6-D0B4-9442AEBD85F9}"/>
                      </a:ext>
                    </a:extLst>
                  </p:cNvPr>
                  <p:cNvSpPr/>
                  <p:nvPr/>
                </p:nvSpPr>
                <p:spPr>
                  <a:xfrm>
                    <a:off x="882147" y="2924248"/>
                    <a:ext cx="8269" cy="9214"/>
                  </a:xfrm>
                  <a:custGeom>
                    <a:avLst/>
                    <a:gdLst>
                      <a:gd name="connsiteX0" fmla="*/ 0 w 8269"/>
                      <a:gd name="connsiteY0" fmla="*/ 3131 h 9214"/>
                      <a:gd name="connsiteX1" fmla="*/ 5316 w 8269"/>
                      <a:gd name="connsiteY1" fmla="*/ 0 h 9214"/>
                      <a:gd name="connsiteX2" fmla="*/ 8270 w 8269"/>
                      <a:gd name="connsiteY2" fmla="*/ 5139 h 9214"/>
                      <a:gd name="connsiteX3" fmla="*/ 5907 w 8269"/>
                      <a:gd name="connsiteY3" fmla="*/ 6498 h 9214"/>
                      <a:gd name="connsiteX4" fmla="*/ 5907 w 8269"/>
                      <a:gd name="connsiteY4" fmla="*/ 9215 h 9214"/>
                      <a:gd name="connsiteX5" fmla="*/ 0 w 8269"/>
                      <a:gd name="connsiteY5" fmla="*/ 9215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0" y="3131"/>
                        </a:moveTo>
                        <a:lnTo>
                          <a:pt x="5316" y="0"/>
                        </a:lnTo>
                        <a:lnTo>
                          <a:pt x="8270" y="5139"/>
                        </a:lnTo>
                        <a:lnTo>
                          <a:pt x="5907" y="6498"/>
                        </a:lnTo>
                        <a:lnTo>
                          <a:pt x="5907" y="9215"/>
                        </a:lnTo>
                        <a:lnTo>
                          <a:pt x="0" y="9215"/>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70" name="Freeform: Shape 869">
                    <a:extLst>
                      <a:ext uri="{FF2B5EF4-FFF2-40B4-BE49-F238E27FC236}">
                        <a16:creationId xmlns:a16="http://schemas.microsoft.com/office/drawing/2014/main" id="{F080AF54-9EFB-CA34-AA73-8AB46457AA15}"/>
                      </a:ext>
                    </a:extLst>
                  </p:cNvPr>
                  <p:cNvSpPr/>
                  <p:nvPr/>
                </p:nvSpPr>
                <p:spPr>
                  <a:xfrm rot="-1800341">
                    <a:off x="896354" y="2917003"/>
                    <a:ext cx="9333" cy="5907"/>
                  </a:xfrm>
                  <a:custGeom>
                    <a:avLst/>
                    <a:gdLst>
                      <a:gd name="connsiteX0" fmla="*/ 0 w 9333"/>
                      <a:gd name="connsiteY0" fmla="*/ 0 h 5907"/>
                      <a:gd name="connsiteX1" fmla="*/ 9333 w 9333"/>
                      <a:gd name="connsiteY1" fmla="*/ 0 h 5907"/>
                      <a:gd name="connsiteX2" fmla="*/ 9333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3" y="0"/>
                        </a:lnTo>
                        <a:lnTo>
                          <a:pt x="9333"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71" name="Freeform: Shape 870">
                    <a:extLst>
                      <a:ext uri="{FF2B5EF4-FFF2-40B4-BE49-F238E27FC236}">
                        <a16:creationId xmlns:a16="http://schemas.microsoft.com/office/drawing/2014/main" id="{1C4524D5-C80E-E96F-F00B-6EDEB2068A74}"/>
                      </a:ext>
                    </a:extLst>
                  </p:cNvPr>
                  <p:cNvSpPr/>
                  <p:nvPr/>
                </p:nvSpPr>
                <p:spPr>
                  <a:xfrm>
                    <a:off x="911682" y="2905641"/>
                    <a:ext cx="10986" cy="9805"/>
                  </a:xfrm>
                  <a:custGeom>
                    <a:avLst/>
                    <a:gdLst>
                      <a:gd name="connsiteX0" fmla="*/ 8033 w 10986"/>
                      <a:gd name="connsiteY0" fmla="*/ 0 h 9805"/>
                      <a:gd name="connsiteX1" fmla="*/ 10987 w 10986"/>
                      <a:gd name="connsiteY1" fmla="*/ 5139 h 9805"/>
                      <a:gd name="connsiteX2" fmla="*/ 2953 w 10986"/>
                      <a:gd name="connsiteY2" fmla="*/ 9806 h 9805"/>
                      <a:gd name="connsiteX3" fmla="*/ 0 w 10986"/>
                      <a:gd name="connsiteY3" fmla="*/ 4667 h 9805"/>
                    </a:gdLst>
                    <a:ahLst/>
                    <a:cxnLst>
                      <a:cxn ang="0">
                        <a:pos x="connsiteX0" y="connsiteY0"/>
                      </a:cxn>
                      <a:cxn ang="0">
                        <a:pos x="connsiteX1" y="connsiteY1"/>
                      </a:cxn>
                      <a:cxn ang="0">
                        <a:pos x="connsiteX2" y="connsiteY2"/>
                      </a:cxn>
                      <a:cxn ang="0">
                        <a:pos x="connsiteX3" y="connsiteY3"/>
                      </a:cxn>
                    </a:cxnLst>
                    <a:rect l="l" t="t" r="r" b="b"/>
                    <a:pathLst>
                      <a:path w="10986" h="9805">
                        <a:moveTo>
                          <a:pt x="8033" y="0"/>
                        </a:moveTo>
                        <a:lnTo>
                          <a:pt x="10987" y="5139"/>
                        </a:lnTo>
                        <a:lnTo>
                          <a:pt x="2953" y="9806"/>
                        </a:lnTo>
                        <a:lnTo>
                          <a:pt x="0" y="466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72" name="Freeform: Shape 871">
                    <a:extLst>
                      <a:ext uri="{FF2B5EF4-FFF2-40B4-BE49-F238E27FC236}">
                        <a16:creationId xmlns:a16="http://schemas.microsoft.com/office/drawing/2014/main" id="{B678D5C6-BAED-8A66-99C2-11A9367C0C9E}"/>
                      </a:ext>
                    </a:extLst>
                  </p:cNvPr>
                  <p:cNvSpPr/>
                  <p:nvPr/>
                </p:nvSpPr>
                <p:spPr>
                  <a:xfrm>
                    <a:off x="927808" y="2897903"/>
                    <a:ext cx="10632" cy="8210"/>
                  </a:xfrm>
                  <a:custGeom>
                    <a:avLst/>
                    <a:gdLst>
                      <a:gd name="connsiteX0" fmla="*/ 5257 w 10632"/>
                      <a:gd name="connsiteY0" fmla="*/ 0 h 8210"/>
                      <a:gd name="connsiteX1" fmla="*/ 10632 w 10632"/>
                      <a:gd name="connsiteY1" fmla="*/ 3072 h 8210"/>
                      <a:gd name="connsiteX2" fmla="*/ 7679 w 10632"/>
                      <a:gd name="connsiteY2" fmla="*/ 8211 h 8210"/>
                      <a:gd name="connsiteX3" fmla="*/ 5257 w 10632"/>
                      <a:gd name="connsiteY3" fmla="*/ 6852 h 8210"/>
                      <a:gd name="connsiteX4" fmla="*/ 2953 w 10632"/>
                      <a:gd name="connsiteY4" fmla="*/ 8211 h 8210"/>
                      <a:gd name="connsiteX5" fmla="*/ 0 w 10632"/>
                      <a:gd name="connsiteY5" fmla="*/ 3072 h 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10">
                        <a:moveTo>
                          <a:pt x="5257" y="0"/>
                        </a:moveTo>
                        <a:lnTo>
                          <a:pt x="10632" y="3072"/>
                        </a:lnTo>
                        <a:lnTo>
                          <a:pt x="7679" y="8211"/>
                        </a:lnTo>
                        <a:lnTo>
                          <a:pt x="5257" y="6852"/>
                        </a:lnTo>
                        <a:lnTo>
                          <a:pt x="2953" y="8211"/>
                        </a:lnTo>
                        <a:lnTo>
                          <a:pt x="0" y="3072"/>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73" name="Freeform: Shape 872">
                    <a:extLst>
                      <a:ext uri="{FF2B5EF4-FFF2-40B4-BE49-F238E27FC236}">
                        <a16:creationId xmlns:a16="http://schemas.microsoft.com/office/drawing/2014/main" id="{D6564A64-FC34-406A-03F5-7C6B38473F26}"/>
                      </a:ext>
                    </a:extLst>
                  </p:cNvPr>
                  <p:cNvSpPr/>
                  <p:nvPr/>
                </p:nvSpPr>
                <p:spPr>
                  <a:xfrm>
                    <a:off x="959647" y="2914915"/>
                    <a:ext cx="11046" cy="9805"/>
                  </a:xfrm>
                  <a:custGeom>
                    <a:avLst/>
                    <a:gdLst>
                      <a:gd name="connsiteX0" fmla="*/ 2953 w 11046"/>
                      <a:gd name="connsiteY0" fmla="*/ 0 h 9805"/>
                      <a:gd name="connsiteX1" fmla="*/ 11046 w 11046"/>
                      <a:gd name="connsiteY1" fmla="*/ 4726 h 9805"/>
                      <a:gd name="connsiteX2" fmla="*/ 8033 w 11046"/>
                      <a:gd name="connsiteY2" fmla="*/ 9806 h 9805"/>
                      <a:gd name="connsiteX3" fmla="*/ 0 w 11046"/>
                      <a:gd name="connsiteY3" fmla="*/ 5139 h 9805"/>
                    </a:gdLst>
                    <a:ahLst/>
                    <a:cxnLst>
                      <a:cxn ang="0">
                        <a:pos x="connsiteX0" y="connsiteY0"/>
                      </a:cxn>
                      <a:cxn ang="0">
                        <a:pos x="connsiteX1" y="connsiteY1"/>
                      </a:cxn>
                      <a:cxn ang="0">
                        <a:pos x="connsiteX2" y="connsiteY2"/>
                      </a:cxn>
                      <a:cxn ang="0">
                        <a:pos x="connsiteX3" y="connsiteY3"/>
                      </a:cxn>
                    </a:cxnLst>
                    <a:rect l="l" t="t" r="r" b="b"/>
                    <a:pathLst>
                      <a:path w="11046" h="9805">
                        <a:moveTo>
                          <a:pt x="2953" y="0"/>
                        </a:moveTo>
                        <a:lnTo>
                          <a:pt x="11046" y="4726"/>
                        </a:lnTo>
                        <a:lnTo>
                          <a:pt x="8033" y="9806"/>
                        </a:lnTo>
                        <a:lnTo>
                          <a:pt x="0" y="513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74" name="Freeform: Shape 873">
                    <a:extLst>
                      <a:ext uri="{FF2B5EF4-FFF2-40B4-BE49-F238E27FC236}">
                        <a16:creationId xmlns:a16="http://schemas.microsoft.com/office/drawing/2014/main" id="{4EA7099F-FBC7-5834-8F19-91631AC43A00}"/>
                      </a:ext>
                    </a:extLst>
                  </p:cNvPr>
                  <p:cNvSpPr/>
                  <p:nvPr/>
                </p:nvSpPr>
                <p:spPr>
                  <a:xfrm rot="-3600896">
                    <a:off x="946174" y="2906009"/>
                    <a:ext cx="5907" cy="9274"/>
                  </a:xfrm>
                  <a:custGeom>
                    <a:avLst/>
                    <a:gdLst>
                      <a:gd name="connsiteX0" fmla="*/ 0 w 5907"/>
                      <a:gd name="connsiteY0" fmla="*/ 0 h 9274"/>
                      <a:gd name="connsiteX1" fmla="*/ 5907 w 5907"/>
                      <a:gd name="connsiteY1" fmla="*/ 0 h 9274"/>
                      <a:gd name="connsiteX2" fmla="*/ 5907 w 5907"/>
                      <a:gd name="connsiteY2" fmla="*/ 9275 h 9274"/>
                      <a:gd name="connsiteX3" fmla="*/ 0 w 5907"/>
                      <a:gd name="connsiteY3" fmla="*/ 9275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5"/>
                        </a:lnTo>
                        <a:lnTo>
                          <a:pt x="0" y="9275"/>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75" name="Freeform: Shape 874">
                    <a:extLst>
                      <a:ext uri="{FF2B5EF4-FFF2-40B4-BE49-F238E27FC236}">
                        <a16:creationId xmlns:a16="http://schemas.microsoft.com/office/drawing/2014/main" id="{ABBF3781-3B05-24D1-05C4-A6A1F97EA1BC}"/>
                      </a:ext>
                    </a:extLst>
                  </p:cNvPr>
                  <p:cNvSpPr/>
                  <p:nvPr/>
                </p:nvSpPr>
                <p:spPr>
                  <a:xfrm>
                    <a:off x="975773" y="2924248"/>
                    <a:ext cx="8269" cy="9214"/>
                  </a:xfrm>
                  <a:custGeom>
                    <a:avLst/>
                    <a:gdLst>
                      <a:gd name="connsiteX0" fmla="*/ 2953 w 8269"/>
                      <a:gd name="connsiteY0" fmla="*/ 0 h 9214"/>
                      <a:gd name="connsiteX1" fmla="*/ 8270 w 8269"/>
                      <a:gd name="connsiteY1" fmla="*/ 3131 h 9214"/>
                      <a:gd name="connsiteX2" fmla="*/ 8270 w 8269"/>
                      <a:gd name="connsiteY2" fmla="*/ 9215 h 9214"/>
                      <a:gd name="connsiteX3" fmla="*/ 2304 w 8269"/>
                      <a:gd name="connsiteY3" fmla="*/ 9215 h 9214"/>
                      <a:gd name="connsiteX4" fmla="*/ 2304 w 8269"/>
                      <a:gd name="connsiteY4" fmla="*/ 6498 h 9214"/>
                      <a:gd name="connsiteX5" fmla="*/ 0 w 8269"/>
                      <a:gd name="connsiteY5" fmla="*/ 5139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2953" y="0"/>
                        </a:moveTo>
                        <a:lnTo>
                          <a:pt x="8270" y="3131"/>
                        </a:lnTo>
                        <a:lnTo>
                          <a:pt x="8270" y="9215"/>
                        </a:lnTo>
                        <a:lnTo>
                          <a:pt x="2304" y="9215"/>
                        </a:lnTo>
                        <a:lnTo>
                          <a:pt x="2304" y="6498"/>
                        </a:lnTo>
                        <a:lnTo>
                          <a:pt x="0" y="513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76" name="Freeform: Shape 875">
                    <a:extLst>
                      <a:ext uri="{FF2B5EF4-FFF2-40B4-BE49-F238E27FC236}">
                        <a16:creationId xmlns:a16="http://schemas.microsoft.com/office/drawing/2014/main" id="{D2344967-5036-1C14-8552-62E93C21FFE8}"/>
                      </a:ext>
                    </a:extLst>
                  </p:cNvPr>
                  <p:cNvSpPr/>
                  <p:nvPr/>
                </p:nvSpPr>
                <p:spPr>
                  <a:xfrm>
                    <a:off x="978077" y="2961403"/>
                    <a:ext cx="5966" cy="9273"/>
                  </a:xfrm>
                  <a:custGeom>
                    <a:avLst/>
                    <a:gdLst>
                      <a:gd name="connsiteX0" fmla="*/ 0 w 5966"/>
                      <a:gd name="connsiteY0" fmla="*/ 0 h 9273"/>
                      <a:gd name="connsiteX1" fmla="*/ 5966 w 5966"/>
                      <a:gd name="connsiteY1" fmla="*/ 0 h 9273"/>
                      <a:gd name="connsiteX2" fmla="*/ 5966 w 5966"/>
                      <a:gd name="connsiteY2" fmla="*/ 9274 h 9273"/>
                      <a:gd name="connsiteX3" fmla="*/ 0 w 5966"/>
                      <a:gd name="connsiteY3" fmla="*/ 9274 h 9273"/>
                    </a:gdLst>
                    <a:ahLst/>
                    <a:cxnLst>
                      <a:cxn ang="0">
                        <a:pos x="connsiteX0" y="connsiteY0"/>
                      </a:cxn>
                      <a:cxn ang="0">
                        <a:pos x="connsiteX1" y="connsiteY1"/>
                      </a:cxn>
                      <a:cxn ang="0">
                        <a:pos x="connsiteX2" y="connsiteY2"/>
                      </a:cxn>
                      <a:cxn ang="0">
                        <a:pos x="connsiteX3" y="connsiteY3"/>
                      </a:cxn>
                    </a:cxnLst>
                    <a:rect l="l" t="t" r="r" b="b"/>
                    <a:pathLst>
                      <a:path w="5966" h="9273">
                        <a:moveTo>
                          <a:pt x="0" y="0"/>
                        </a:moveTo>
                        <a:lnTo>
                          <a:pt x="5966" y="0"/>
                        </a:lnTo>
                        <a:lnTo>
                          <a:pt x="5966"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77" name="Freeform: Shape 876">
                    <a:extLst>
                      <a:ext uri="{FF2B5EF4-FFF2-40B4-BE49-F238E27FC236}">
                        <a16:creationId xmlns:a16="http://schemas.microsoft.com/office/drawing/2014/main" id="{65592139-838D-0B85-7539-8408B6220F00}"/>
                      </a:ext>
                    </a:extLst>
                  </p:cNvPr>
                  <p:cNvSpPr/>
                  <p:nvPr/>
                </p:nvSpPr>
                <p:spPr>
                  <a:xfrm>
                    <a:off x="978077" y="2942796"/>
                    <a:ext cx="5966" cy="9333"/>
                  </a:xfrm>
                  <a:custGeom>
                    <a:avLst/>
                    <a:gdLst>
                      <a:gd name="connsiteX0" fmla="*/ 0 w 5966"/>
                      <a:gd name="connsiteY0" fmla="*/ 0 h 9333"/>
                      <a:gd name="connsiteX1" fmla="*/ 5966 w 5966"/>
                      <a:gd name="connsiteY1" fmla="*/ 0 h 9333"/>
                      <a:gd name="connsiteX2" fmla="*/ 5966 w 5966"/>
                      <a:gd name="connsiteY2" fmla="*/ 9333 h 9333"/>
                      <a:gd name="connsiteX3" fmla="*/ 0 w 5966"/>
                      <a:gd name="connsiteY3" fmla="*/ 9333 h 9333"/>
                    </a:gdLst>
                    <a:ahLst/>
                    <a:cxnLst>
                      <a:cxn ang="0">
                        <a:pos x="connsiteX0" y="connsiteY0"/>
                      </a:cxn>
                      <a:cxn ang="0">
                        <a:pos x="connsiteX1" y="connsiteY1"/>
                      </a:cxn>
                      <a:cxn ang="0">
                        <a:pos x="connsiteX2" y="connsiteY2"/>
                      </a:cxn>
                      <a:cxn ang="0">
                        <a:pos x="connsiteX3" y="connsiteY3"/>
                      </a:cxn>
                    </a:cxnLst>
                    <a:rect l="l" t="t" r="r" b="b"/>
                    <a:pathLst>
                      <a:path w="5966" h="9333">
                        <a:moveTo>
                          <a:pt x="0" y="0"/>
                        </a:moveTo>
                        <a:lnTo>
                          <a:pt x="5966" y="0"/>
                        </a:lnTo>
                        <a:lnTo>
                          <a:pt x="5966" y="9333"/>
                        </a:lnTo>
                        <a:lnTo>
                          <a:pt x="0" y="933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78" name="Freeform: Shape 877">
                    <a:extLst>
                      <a:ext uri="{FF2B5EF4-FFF2-40B4-BE49-F238E27FC236}">
                        <a16:creationId xmlns:a16="http://schemas.microsoft.com/office/drawing/2014/main" id="{A591506D-0BE0-E168-0A3D-09D353793739}"/>
                      </a:ext>
                    </a:extLst>
                  </p:cNvPr>
                  <p:cNvSpPr/>
                  <p:nvPr/>
                </p:nvSpPr>
                <p:spPr>
                  <a:xfrm>
                    <a:off x="975773" y="2980010"/>
                    <a:ext cx="8269" cy="9214"/>
                  </a:xfrm>
                  <a:custGeom>
                    <a:avLst/>
                    <a:gdLst>
                      <a:gd name="connsiteX0" fmla="*/ 8270 w 8269"/>
                      <a:gd name="connsiteY0" fmla="*/ 6143 h 9214"/>
                      <a:gd name="connsiteX1" fmla="*/ 2953 w 8269"/>
                      <a:gd name="connsiteY1" fmla="*/ 9215 h 9214"/>
                      <a:gd name="connsiteX2" fmla="*/ 0 w 8269"/>
                      <a:gd name="connsiteY2" fmla="*/ 4135 h 9214"/>
                      <a:gd name="connsiteX3" fmla="*/ 2304 w 8269"/>
                      <a:gd name="connsiteY3" fmla="*/ 2776 h 9214"/>
                      <a:gd name="connsiteX4" fmla="*/ 2304 w 8269"/>
                      <a:gd name="connsiteY4" fmla="*/ 0 h 9214"/>
                      <a:gd name="connsiteX5" fmla="*/ 8270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8270" y="6143"/>
                        </a:moveTo>
                        <a:lnTo>
                          <a:pt x="2953" y="9215"/>
                        </a:lnTo>
                        <a:lnTo>
                          <a:pt x="0" y="4135"/>
                        </a:lnTo>
                        <a:lnTo>
                          <a:pt x="2304" y="2776"/>
                        </a:lnTo>
                        <a:lnTo>
                          <a:pt x="2304" y="0"/>
                        </a:lnTo>
                        <a:lnTo>
                          <a:pt x="827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79" name="Freeform: Shape 878">
                    <a:extLst>
                      <a:ext uri="{FF2B5EF4-FFF2-40B4-BE49-F238E27FC236}">
                        <a16:creationId xmlns:a16="http://schemas.microsoft.com/office/drawing/2014/main" id="{420E25C5-37C3-115E-FF4D-C38AE977E175}"/>
                      </a:ext>
                    </a:extLst>
                  </p:cNvPr>
                  <p:cNvSpPr/>
                  <p:nvPr/>
                </p:nvSpPr>
                <p:spPr>
                  <a:xfrm rot="-1801109">
                    <a:off x="960619" y="2990764"/>
                    <a:ext cx="9274" cy="5907"/>
                  </a:xfrm>
                  <a:custGeom>
                    <a:avLst/>
                    <a:gdLst>
                      <a:gd name="connsiteX0" fmla="*/ 0 w 9274"/>
                      <a:gd name="connsiteY0" fmla="*/ 0 h 5907"/>
                      <a:gd name="connsiteX1" fmla="*/ 9274 w 9274"/>
                      <a:gd name="connsiteY1" fmla="*/ 0 h 5907"/>
                      <a:gd name="connsiteX2" fmla="*/ 9274 w 9274"/>
                      <a:gd name="connsiteY2" fmla="*/ 5907 h 5907"/>
                      <a:gd name="connsiteX3" fmla="*/ 0 w 9274"/>
                      <a:gd name="connsiteY3" fmla="*/ 5907 h 5907"/>
                    </a:gdLst>
                    <a:ahLst/>
                    <a:cxnLst>
                      <a:cxn ang="0">
                        <a:pos x="connsiteX0" y="connsiteY0"/>
                      </a:cxn>
                      <a:cxn ang="0">
                        <a:pos x="connsiteX1" y="connsiteY1"/>
                      </a:cxn>
                      <a:cxn ang="0">
                        <a:pos x="connsiteX2" y="connsiteY2"/>
                      </a:cxn>
                      <a:cxn ang="0">
                        <a:pos x="connsiteX3" y="connsiteY3"/>
                      </a:cxn>
                    </a:cxnLst>
                    <a:rect l="l" t="t" r="r" b="b"/>
                    <a:pathLst>
                      <a:path w="9274" h="5907">
                        <a:moveTo>
                          <a:pt x="0" y="0"/>
                        </a:moveTo>
                        <a:lnTo>
                          <a:pt x="9274" y="0"/>
                        </a:lnTo>
                        <a:lnTo>
                          <a:pt x="9274"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80" name="Freeform: Shape 879">
                    <a:extLst>
                      <a:ext uri="{FF2B5EF4-FFF2-40B4-BE49-F238E27FC236}">
                        <a16:creationId xmlns:a16="http://schemas.microsoft.com/office/drawing/2014/main" id="{9E292832-8059-0D5B-7EC7-F7BEC4F09E60}"/>
                      </a:ext>
                    </a:extLst>
                  </p:cNvPr>
                  <p:cNvSpPr/>
                  <p:nvPr/>
                </p:nvSpPr>
                <p:spPr>
                  <a:xfrm rot="-1806651">
                    <a:off x="944560" y="3000057"/>
                    <a:ext cx="9333" cy="5907"/>
                  </a:xfrm>
                  <a:custGeom>
                    <a:avLst/>
                    <a:gdLst>
                      <a:gd name="connsiteX0" fmla="*/ 0 w 9333"/>
                      <a:gd name="connsiteY0" fmla="*/ 0 h 5907"/>
                      <a:gd name="connsiteX1" fmla="*/ 9334 w 9333"/>
                      <a:gd name="connsiteY1" fmla="*/ 0 h 5907"/>
                      <a:gd name="connsiteX2" fmla="*/ 9334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4" y="0"/>
                        </a:lnTo>
                        <a:lnTo>
                          <a:pt x="9334"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81" name="Freeform: Shape 880">
                    <a:extLst>
                      <a:ext uri="{FF2B5EF4-FFF2-40B4-BE49-F238E27FC236}">
                        <a16:creationId xmlns:a16="http://schemas.microsoft.com/office/drawing/2014/main" id="{5A9A1B8A-51D6-0F24-63F4-953A8D88FF4B}"/>
                      </a:ext>
                    </a:extLst>
                  </p:cNvPr>
                  <p:cNvSpPr/>
                  <p:nvPr/>
                </p:nvSpPr>
                <p:spPr>
                  <a:xfrm>
                    <a:off x="927808" y="3007359"/>
                    <a:ext cx="10632" cy="8269"/>
                  </a:xfrm>
                  <a:custGeom>
                    <a:avLst/>
                    <a:gdLst>
                      <a:gd name="connsiteX0" fmla="*/ 5257 w 10632"/>
                      <a:gd name="connsiteY0" fmla="*/ 1418 h 8269"/>
                      <a:gd name="connsiteX1" fmla="*/ 7679 w 10632"/>
                      <a:gd name="connsiteY1" fmla="*/ 0 h 8269"/>
                      <a:gd name="connsiteX2" fmla="*/ 10632 w 10632"/>
                      <a:gd name="connsiteY2" fmla="*/ 5139 h 8269"/>
                      <a:gd name="connsiteX3" fmla="*/ 5257 w 10632"/>
                      <a:gd name="connsiteY3" fmla="*/ 8270 h 8269"/>
                      <a:gd name="connsiteX4" fmla="*/ 0 w 10632"/>
                      <a:gd name="connsiteY4" fmla="*/ 5139 h 8269"/>
                      <a:gd name="connsiteX5" fmla="*/ 2953 w 10632"/>
                      <a:gd name="connsiteY5" fmla="*/ 0 h 8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69">
                        <a:moveTo>
                          <a:pt x="5257" y="1418"/>
                        </a:moveTo>
                        <a:lnTo>
                          <a:pt x="7679" y="0"/>
                        </a:lnTo>
                        <a:lnTo>
                          <a:pt x="10632" y="5139"/>
                        </a:lnTo>
                        <a:lnTo>
                          <a:pt x="5257" y="8270"/>
                        </a:lnTo>
                        <a:lnTo>
                          <a:pt x="0" y="5139"/>
                        </a:lnTo>
                        <a:lnTo>
                          <a:pt x="2953"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82" name="Freeform: Shape 881">
                    <a:extLst>
                      <a:ext uri="{FF2B5EF4-FFF2-40B4-BE49-F238E27FC236}">
                        <a16:creationId xmlns:a16="http://schemas.microsoft.com/office/drawing/2014/main" id="{41B38828-E7B4-CAA8-F58D-51368C39C487}"/>
                      </a:ext>
                    </a:extLst>
                  </p:cNvPr>
                  <p:cNvSpPr/>
                  <p:nvPr/>
                </p:nvSpPr>
                <p:spPr>
                  <a:xfrm rot="-3604434">
                    <a:off x="898141" y="2989017"/>
                    <a:ext cx="5966" cy="9274"/>
                  </a:xfrm>
                  <a:custGeom>
                    <a:avLst/>
                    <a:gdLst>
                      <a:gd name="connsiteX0" fmla="*/ 0 w 5966"/>
                      <a:gd name="connsiteY0" fmla="*/ 0 h 9274"/>
                      <a:gd name="connsiteX1" fmla="*/ 5966 w 5966"/>
                      <a:gd name="connsiteY1" fmla="*/ 0 h 9274"/>
                      <a:gd name="connsiteX2" fmla="*/ 5966 w 5966"/>
                      <a:gd name="connsiteY2" fmla="*/ 9274 h 9274"/>
                      <a:gd name="connsiteX3" fmla="*/ 0 w 5966"/>
                      <a:gd name="connsiteY3" fmla="*/ 9274 h 9274"/>
                    </a:gdLst>
                    <a:ahLst/>
                    <a:cxnLst>
                      <a:cxn ang="0">
                        <a:pos x="connsiteX0" y="connsiteY0"/>
                      </a:cxn>
                      <a:cxn ang="0">
                        <a:pos x="connsiteX1" y="connsiteY1"/>
                      </a:cxn>
                      <a:cxn ang="0">
                        <a:pos x="connsiteX2" y="connsiteY2"/>
                      </a:cxn>
                      <a:cxn ang="0">
                        <a:pos x="connsiteX3" y="connsiteY3"/>
                      </a:cxn>
                    </a:cxnLst>
                    <a:rect l="l" t="t" r="r" b="b"/>
                    <a:pathLst>
                      <a:path w="5966" h="9274">
                        <a:moveTo>
                          <a:pt x="0" y="0"/>
                        </a:moveTo>
                        <a:lnTo>
                          <a:pt x="5966" y="0"/>
                        </a:lnTo>
                        <a:lnTo>
                          <a:pt x="5966"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83" name="Freeform: Shape 882">
                    <a:extLst>
                      <a:ext uri="{FF2B5EF4-FFF2-40B4-BE49-F238E27FC236}">
                        <a16:creationId xmlns:a16="http://schemas.microsoft.com/office/drawing/2014/main" id="{2600A2ED-7EC9-6330-AD52-D27B707D4029}"/>
                      </a:ext>
                    </a:extLst>
                  </p:cNvPr>
                  <p:cNvSpPr/>
                  <p:nvPr/>
                </p:nvSpPr>
                <p:spPr>
                  <a:xfrm rot="-3587633">
                    <a:off x="914188" y="2998227"/>
                    <a:ext cx="5906" cy="9332"/>
                  </a:xfrm>
                  <a:custGeom>
                    <a:avLst/>
                    <a:gdLst>
                      <a:gd name="connsiteX0" fmla="*/ 0 w 5906"/>
                      <a:gd name="connsiteY0" fmla="*/ 0 h 9332"/>
                      <a:gd name="connsiteX1" fmla="*/ 5907 w 5906"/>
                      <a:gd name="connsiteY1" fmla="*/ 0 h 9332"/>
                      <a:gd name="connsiteX2" fmla="*/ 5907 w 5906"/>
                      <a:gd name="connsiteY2" fmla="*/ 9333 h 9332"/>
                      <a:gd name="connsiteX3" fmla="*/ 0 w 5906"/>
                      <a:gd name="connsiteY3" fmla="*/ 9333 h 9332"/>
                    </a:gdLst>
                    <a:ahLst/>
                    <a:cxnLst>
                      <a:cxn ang="0">
                        <a:pos x="connsiteX0" y="connsiteY0"/>
                      </a:cxn>
                      <a:cxn ang="0">
                        <a:pos x="connsiteX1" y="connsiteY1"/>
                      </a:cxn>
                      <a:cxn ang="0">
                        <a:pos x="connsiteX2" y="connsiteY2"/>
                      </a:cxn>
                      <a:cxn ang="0">
                        <a:pos x="connsiteX3" y="connsiteY3"/>
                      </a:cxn>
                    </a:cxnLst>
                    <a:rect l="l" t="t" r="r" b="b"/>
                    <a:pathLst>
                      <a:path w="5906" h="9332">
                        <a:moveTo>
                          <a:pt x="0" y="0"/>
                        </a:moveTo>
                        <a:lnTo>
                          <a:pt x="5907" y="0"/>
                        </a:lnTo>
                        <a:lnTo>
                          <a:pt x="5907" y="9333"/>
                        </a:lnTo>
                        <a:lnTo>
                          <a:pt x="0" y="933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84" name="Freeform: Shape 883">
                    <a:extLst>
                      <a:ext uri="{FF2B5EF4-FFF2-40B4-BE49-F238E27FC236}">
                        <a16:creationId xmlns:a16="http://schemas.microsoft.com/office/drawing/2014/main" id="{061AD718-A1C4-7773-74F5-6CF6D2460D46}"/>
                      </a:ext>
                    </a:extLst>
                  </p:cNvPr>
                  <p:cNvSpPr/>
                  <p:nvPr/>
                </p:nvSpPr>
                <p:spPr>
                  <a:xfrm>
                    <a:off x="882147" y="2980010"/>
                    <a:ext cx="8269" cy="9214"/>
                  </a:xfrm>
                  <a:custGeom>
                    <a:avLst/>
                    <a:gdLst>
                      <a:gd name="connsiteX0" fmla="*/ 5907 w 8269"/>
                      <a:gd name="connsiteY0" fmla="*/ 2776 h 9214"/>
                      <a:gd name="connsiteX1" fmla="*/ 8270 w 8269"/>
                      <a:gd name="connsiteY1" fmla="*/ 4135 h 9214"/>
                      <a:gd name="connsiteX2" fmla="*/ 5316 w 8269"/>
                      <a:gd name="connsiteY2" fmla="*/ 9215 h 9214"/>
                      <a:gd name="connsiteX3" fmla="*/ 0 w 8269"/>
                      <a:gd name="connsiteY3" fmla="*/ 6143 h 9214"/>
                      <a:gd name="connsiteX4" fmla="*/ 0 w 8269"/>
                      <a:gd name="connsiteY4" fmla="*/ 0 h 9214"/>
                      <a:gd name="connsiteX5" fmla="*/ 5907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5907" y="2776"/>
                        </a:moveTo>
                        <a:lnTo>
                          <a:pt x="8270" y="4135"/>
                        </a:lnTo>
                        <a:lnTo>
                          <a:pt x="5316" y="9215"/>
                        </a:lnTo>
                        <a:lnTo>
                          <a:pt x="0" y="6143"/>
                        </a:lnTo>
                        <a:lnTo>
                          <a:pt x="0" y="0"/>
                        </a:lnTo>
                        <a:lnTo>
                          <a:pt x="5907"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85" name="Freeform: Shape 884">
                    <a:extLst>
                      <a:ext uri="{FF2B5EF4-FFF2-40B4-BE49-F238E27FC236}">
                        <a16:creationId xmlns:a16="http://schemas.microsoft.com/office/drawing/2014/main" id="{11E3138D-FA8E-43E8-0CC5-51925004E7E7}"/>
                      </a:ext>
                    </a:extLst>
                  </p:cNvPr>
                  <p:cNvSpPr/>
                  <p:nvPr/>
                </p:nvSpPr>
                <p:spPr>
                  <a:xfrm rot="-23376">
                    <a:off x="882168" y="2961460"/>
                    <a:ext cx="5907" cy="9274"/>
                  </a:xfrm>
                  <a:custGeom>
                    <a:avLst/>
                    <a:gdLst>
                      <a:gd name="connsiteX0" fmla="*/ 0 w 5907"/>
                      <a:gd name="connsiteY0" fmla="*/ 0 h 9274"/>
                      <a:gd name="connsiteX1" fmla="*/ 5907 w 5907"/>
                      <a:gd name="connsiteY1" fmla="*/ 0 h 9274"/>
                      <a:gd name="connsiteX2" fmla="*/ 5907 w 5907"/>
                      <a:gd name="connsiteY2" fmla="*/ 9274 h 9274"/>
                      <a:gd name="connsiteX3" fmla="*/ 0 w 5907"/>
                      <a:gd name="connsiteY3" fmla="*/ 9274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86" name="Freeform: Shape 885">
                    <a:extLst>
                      <a:ext uri="{FF2B5EF4-FFF2-40B4-BE49-F238E27FC236}">
                        <a16:creationId xmlns:a16="http://schemas.microsoft.com/office/drawing/2014/main" id="{D4E9FD68-A8E0-90A3-0796-3D3539704E65}"/>
                      </a:ext>
                    </a:extLst>
                  </p:cNvPr>
                  <p:cNvSpPr/>
                  <p:nvPr/>
                </p:nvSpPr>
                <p:spPr>
                  <a:xfrm rot="-5391765">
                    <a:off x="880458" y="2944505"/>
                    <a:ext cx="9333" cy="5906"/>
                  </a:xfrm>
                  <a:custGeom>
                    <a:avLst/>
                    <a:gdLst>
                      <a:gd name="connsiteX0" fmla="*/ 0 w 9333"/>
                      <a:gd name="connsiteY0" fmla="*/ 0 h 5906"/>
                      <a:gd name="connsiteX1" fmla="*/ 9333 w 9333"/>
                      <a:gd name="connsiteY1" fmla="*/ 0 h 5906"/>
                      <a:gd name="connsiteX2" fmla="*/ 9333 w 9333"/>
                      <a:gd name="connsiteY2" fmla="*/ 5907 h 5906"/>
                      <a:gd name="connsiteX3" fmla="*/ 0 w 9333"/>
                      <a:gd name="connsiteY3" fmla="*/ 5907 h 5906"/>
                    </a:gdLst>
                    <a:ahLst/>
                    <a:cxnLst>
                      <a:cxn ang="0">
                        <a:pos x="connsiteX0" y="connsiteY0"/>
                      </a:cxn>
                      <a:cxn ang="0">
                        <a:pos x="connsiteX1" y="connsiteY1"/>
                      </a:cxn>
                      <a:cxn ang="0">
                        <a:pos x="connsiteX2" y="connsiteY2"/>
                      </a:cxn>
                      <a:cxn ang="0">
                        <a:pos x="connsiteX3" y="connsiteY3"/>
                      </a:cxn>
                    </a:cxnLst>
                    <a:rect l="l" t="t" r="r" b="b"/>
                    <a:pathLst>
                      <a:path w="9333" h="5906">
                        <a:moveTo>
                          <a:pt x="0" y="0"/>
                        </a:moveTo>
                        <a:lnTo>
                          <a:pt x="9333" y="0"/>
                        </a:lnTo>
                        <a:lnTo>
                          <a:pt x="9333"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87" name="Freeform: Shape 886">
                    <a:extLst>
                      <a:ext uri="{FF2B5EF4-FFF2-40B4-BE49-F238E27FC236}">
                        <a16:creationId xmlns:a16="http://schemas.microsoft.com/office/drawing/2014/main" id="{CAA4D9CC-E296-AB89-E8E3-B91D2502FA6A}"/>
                      </a:ext>
                    </a:extLst>
                  </p:cNvPr>
                  <p:cNvSpPr/>
                  <p:nvPr/>
                </p:nvSpPr>
                <p:spPr>
                  <a:xfrm>
                    <a:off x="564234" y="2900915"/>
                    <a:ext cx="96047" cy="110873"/>
                  </a:xfrm>
                  <a:custGeom>
                    <a:avLst/>
                    <a:gdLst>
                      <a:gd name="connsiteX0" fmla="*/ 96047 w 96047"/>
                      <a:gd name="connsiteY0" fmla="*/ 83111 h 110873"/>
                      <a:gd name="connsiteX1" fmla="*/ 48024 w 96047"/>
                      <a:gd name="connsiteY1" fmla="*/ 110874 h 110873"/>
                      <a:gd name="connsiteX2" fmla="*/ 0 w 96047"/>
                      <a:gd name="connsiteY2" fmla="*/ 83111 h 110873"/>
                      <a:gd name="connsiteX3" fmla="*/ 0 w 96047"/>
                      <a:gd name="connsiteY3" fmla="*/ 27763 h 110873"/>
                      <a:gd name="connsiteX4" fmla="*/ 48024 w 96047"/>
                      <a:gd name="connsiteY4" fmla="*/ 0 h 110873"/>
                      <a:gd name="connsiteX5" fmla="*/ 96047 w 96047"/>
                      <a:gd name="connsiteY5" fmla="*/ 27763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47" h="110873">
                        <a:moveTo>
                          <a:pt x="96047" y="83111"/>
                        </a:moveTo>
                        <a:lnTo>
                          <a:pt x="48024" y="110874"/>
                        </a:lnTo>
                        <a:lnTo>
                          <a:pt x="0" y="83111"/>
                        </a:lnTo>
                        <a:lnTo>
                          <a:pt x="0" y="27763"/>
                        </a:lnTo>
                        <a:lnTo>
                          <a:pt x="48024" y="0"/>
                        </a:lnTo>
                        <a:lnTo>
                          <a:pt x="96047" y="2776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88" name="Freeform: Shape 887">
                    <a:extLst>
                      <a:ext uri="{FF2B5EF4-FFF2-40B4-BE49-F238E27FC236}">
                        <a16:creationId xmlns:a16="http://schemas.microsoft.com/office/drawing/2014/main" id="{E2807DAF-B6D4-7124-E080-1C1C9A8D66FB}"/>
                      </a:ext>
                    </a:extLst>
                  </p:cNvPr>
                  <p:cNvSpPr/>
                  <p:nvPr/>
                </p:nvSpPr>
                <p:spPr>
                  <a:xfrm>
                    <a:off x="669437" y="2901329"/>
                    <a:ext cx="95988" cy="110873"/>
                  </a:xfrm>
                  <a:custGeom>
                    <a:avLst/>
                    <a:gdLst>
                      <a:gd name="connsiteX0" fmla="*/ 47965 w 95988"/>
                      <a:gd name="connsiteY0" fmla="*/ 0 h 110873"/>
                      <a:gd name="connsiteX1" fmla="*/ 0 w 95988"/>
                      <a:gd name="connsiteY1" fmla="*/ 27763 h 110873"/>
                      <a:gd name="connsiteX2" fmla="*/ 0 w 95988"/>
                      <a:gd name="connsiteY2" fmla="*/ 83170 h 110873"/>
                      <a:gd name="connsiteX3" fmla="*/ 47965 w 95988"/>
                      <a:gd name="connsiteY3" fmla="*/ 110874 h 110873"/>
                      <a:gd name="connsiteX4" fmla="*/ 95988 w 95988"/>
                      <a:gd name="connsiteY4" fmla="*/ 83170 h 110873"/>
                      <a:gd name="connsiteX5" fmla="*/ 95988 w 95988"/>
                      <a:gd name="connsiteY5" fmla="*/ 27763 h 110873"/>
                      <a:gd name="connsiteX6" fmla="*/ 47965 w 95988"/>
                      <a:gd name="connsiteY6" fmla="*/ 0 h 110873"/>
                      <a:gd name="connsiteX7" fmla="*/ 70707 w 95988"/>
                      <a:gd name="connsiteY7" fmla="*/ 46074 h 110873"/>
                      <a:gd name="connsiteX8" fmla="*/ 60842 w 95988"/>
                      <a:gd name="connsiteY8" fmla="*/ 40404 h 110873"/>
                      <a:gd name="connsiteX9" fmla="*/ 60842 w 95988"/>
                      <a:gd name="connsiteY9" fmla="*/ 29003 h 110873"/>
                      <a:gd name="connsiteX10" fmla="*/ 70707 w 95988"/>
                      <a:gd name="connsiteY10" fmla="*/ 23332 h 110873"/>
                      <a:gd name="connsiteX11" fmla="*/ 80571 w 95988"/>
                      <a:gd name="connsiteY11" fmla="*/ 29003 h 110873"/>
                      <a:gd name="connsiteX12" fmla="*/ 80571 w 95988"/>
                      <a:gd name="connsiteY12" fmla="*/ 40404 h 110873"/>
                      <a:gd name="connsiteX13" fmla="*/ 70707 w 95988"/>
                      <a:gd name="connsiteY13" fmla="*/ 46074 h 110873"/>
                      <a:gd name="connsiteX14" fmla="*/ 47965 w 95988"/>
                      <a:gd name="connsiteY14" fmla="*/ 77086 h 110873"/>
                      <a:gd name="connsiteX15" fmla="*/ 57829 w 95988"/>
                      <a:gd name="connsiteY15" fmla="*/ 71415 h 110873"/>
                      <a:gd name="connsiteX16" fmla="*/ 67694 w 95988"/>
                      <a:gd name="connsiteY16" fmla="*/ 77086 h 110873"/>
                      <a:gd name="connsiteX17" fmla="*/ 67694 w 95988"/>
                      <a:gd name="connsiteY17" fmla="*/ 88427 h 110873"/>
                      <a:gd name="connsiteX18" fmla="*/ 57829 w 95988"/>
                      <a:gd name="connsiteY18" fmla="*/ 94098 h 110873"/>
                      <a:gd name="connsiteX19" fmla="*/ 47965 w 95988"/>
                      <a:gd name="connsiteY19" fmla="*/ 88427 h 110873"/>
                      <a:gd name="connsiteX20" fmla="*/ 47965 w 95988"/>
                      <a:gd name="connsiteY20" fmla="*/ 77086 h 110873"/>
                      <a:gd name="connsiteX21" fmla="*/ 35206 w 95988"/>
                      <a:gd name="connsiteY21" fmla="*/ 61137 h 110873"/>
                      <a:gd name="connsiteX22" fmla="*/ 25341 w 95988"/>
                      <a:gd name="connsiteY22" fmla="*/ 66808 h 110873"/>
                      <a:gd name="connsiteX23" fmla="*/ 15476 w 95988"/>
                      <a:gd name="connsiteY23" fmla="*/ 61137 h 110873"/>
                      <a:gd name="connsiteX24" fmla="*/ 15476 w 95988"/>
                      <a:gd name="connsiteY24" fmla="*/ 49737 h 110873"/>
                      <a:gd name="connsiteX25" fmla="*/ 25341 w 95988"/>
                      <a:gd name="connsiteY25" fmla="*/ 44066 h 110873"/>
                      <a:gd name="connsiteX26" fmla="*/ 35206 w 95988"/>
                      <a:gd name="connsiteY26" fmla="*/ 49737 h 110873"/>
                      <a:gd name="connsiteX27" fmla="*/ 35206 w 95988"/>
                      <a:gd name="connsiteY27" fmla="*/ 61137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5988" h="110873">
                        <a:moveTo>
                          <a:pt x="47965" y="0"/>
                        </a:moveTo>
                        <a:lnTo>
                          <a:pt x="0" y="27763"/>
                        </a:lnTo>
                        <a:lnTo>
                          <a:pt x="0" y="83170"/>
                        </a:lnTo>
                        <a:lnTo>
                          <a:pt x="47965" y="110874"/>
                        </a:lnTo>
                        <a:lnTo>
                          <a:pt x="95988" y="83170"/>
                        </a:lnTo>
                        <a:lnTo>
                          <a:pt x="95988" y="27763"/>
                        </a:lnTo>
                        <a:lnTo>
                          <a:pt x="47965" y="0"/>
                        </a:lnTo>
                        <a:close/>
                        <a:moveTo>
                          <a:pt x="70707" y="46074"/>
                        </a:moveTo>
                        <a:lnTo>
                          <a:pt x="60842" y="40404"/>
                        </a:lnTo>
                        <a:lnTo>
                          <a:pt x="60842" y="29003"/>
                        </a:lnTo>
                        <a:lnTo>
                          <a:pt x="70707" y="23332"/>
                        </a:lnTo>
                        <a:lnTo>
                          <a:pt x="80571" y="29003"/>
                        </a:lnTo>
                        <a:lnTo>
                          <a:pt x="80571" y="40404"/>
                        </a:lnTo>
                        <a:lnTo>
                          <a:pt x="70707" y="46074"/>
                        </a:lnTo>
                        <a:close/>
                        <a:moveTo>
                          <a:pt x="47965" y="77086"/>
                        </a:moveTo>
                        <a:lnTo>
                          <a:pt x="57829" y="71415"/>
                        </a:lnTo>
                        <a:lnTo>
                          <a:pt x="67694" y="77086"/>
                        </a:lnTo>
                        <a:lnTo>
                          <a:pt x="67694" y="88427"/>
                        </a:lnTo>
                        <a:lnTo>
                          <a:pt x="57829" y="94098"/>
                        </a:lnTo>
                        <a:lnTo>
                          <a:pt x="47965" y="88427"/>
                        </a:lnTo>
                        <a:lnTo>
                          <a:pt x="47965" y="77086"/>
                        </a:lnTo>
                        <a:close/>
                        <a:moveTo>
                          <a:pt x="35206" y="61137"/>
                        </a:moveTo>
                        <a:lnTo>
                          <a:pt x="25341" y="66808"/>
                        </a:lnTo>
                        <a:lnTo>
                          <a:pt x="15476" y="61137"/>
                        </a:lnTo>
                        <a:lnTo>
                          <a:pt x="15476" y="49737"/>
                        </a:lnTo>
                        <a:lnTo>
                          <a:pt x="25341" y="44066"/>
                        </a:lnTo>
                        <a:lnTo>
                          <a:pt x="35206" y="49737"/>
                        </a:lnTo>
                        <a:lnTo>
                          <a:pt x="35206" y="6113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89" name="Freeform: Shape 888">
                    <a:extLst>
                      <a:ext uri="{FF2B5EF4-FFF2-40B4-BE49-F238E27FC236}">
                        <a16:creationId xmlns:a16="http://schemas.microsoft.com/office/drawing/2014/main" id="{0068130F-14E8-236D-3D62-247ED712F2A6}"/>
                      </a:ext>
                    </a:extLst>
                  </p:cNvPr>
                  <p:cNvSpPr/>
                  <p:nvPr/>
                </p:nvSpPr>
                <p:spPr>
                  <a:xfrm>
                    <a:off x="775172" y="2900974"/>
                    <a:ext cx="95988" cy="110874"/>
                  </a:xfrm>
                  <a:custGeom>
                    <a:avLst/>
                    <a:gdLst>
                      <a:gd name="connsiteX0" fmla="*/ 95988 w 95988"/>
                      <a:gd name="connsiteY0" fmla="*/ 27704 h 110874"/>
                      <a:gd name="connsiteX1" fmla="*/ 47965 w 95988"/>
                      <a:gd name="connsiteY1" fmla="*/ 0 h 110874"/>
                      <a:gd name="connsiteX2" fmla="*/ 0 w 95988"/>
                      <a:gd name="connsiteY2" fmla="*/ 27704 h 110874"/>
                      <a:gd name="connsiteX3" fmla="*/ 0 w 95988"/>
                      <a:gd name="connsiteY3" fmla="*/ 83111 h 110874"/>
                      <a:gd name="connsiteX4" fmla="*/ 47965 w 95988"/>
                      <a:gd name="connsiteY4" fmla="*/ 110874 h 110874"/>
                      <a:gd name="connsiteX5" fmla="*/ 95988 w 95988"/>
                      <a:gd name="connsiteY5" fmla="*/ 83111 h 110874"/>
                      <a:gd name="connsiteX6" fmla="*/ 95988 w 95988"/>
                      <a:gd name="connsiteY6" fmla="*/ 27704 h 110874"/>
                      <a:gd name="connsiteX7" fmla="*/ 65390 w 95988"/>
                      <a:gd name="connsiteY7" fmla="*/ 45307 h 110874"/>
                      <a:gd name="connsiteX8" fmla="*/ 65390 w 95988"/>
                      <a:gd name="connsiteY8" fmla="*/ 65449 h 110874"/>
                      <a:gd name="connsiteX9" fmla="*/ 48024 w 95988"/>
                      <a:gd name="connsiteY9" fmla="*/ 75491 h 110874"/>
                      <a:gd name="connsiteX10" fmla="*/ 30598 w 95988"/>
                      <a:gd name="connsiteY10" fmla="*/ 65449 h 110874"/>
                      <a:gd name="connsiteX11" fmla="*/ 30598 w 95988"/>
                      <a:gd name="connsiteY11" fmla="*/ 45307 h 110874"/>
                      <a:gd name="connsiteX12" fmla="*/ 48024 w 95988"/>
                      <a:gd name="connsiteY12" fmla="*/ 35265 h 110874"/>
                      <a:gd name="connsiteX13" fmla="*/ 65390 w 95988"/>
                      <a:gd name="connsiteY13" fmla="*/ 45307 h 11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88" h="110874">
                        <a:moveTo>
                          <a:pt x="95988" y="27704"/>
                        </a:moveTo>
                        <a:lnTo>
                          <a:pt x="47965" y="0"/>
                        </a:lnTo>
                        <a:lnTo>
                          <a:pt x="0" y="27704"/>
                        </a:lnTo>
                        <a:lnTo>
                          <a:pt x="0" y="83111"/>
                        </a:lnTo>
                        <a:lnTo>
                          <a:pt x="47965" y="110874"/>
                        </a:lnTo>
                        <a:lnTo>
                          <a:pt x="95988" y="83111"/>
                        </a:lnTo>
                        <a:lnTo>
                          <a:pt x="95988" y="27704"/>
                        </a:lnTo>
                        <a:close/>
                        <a:moveTo>
                          <a:pt x="65390" y="45307"/>
                        </a:moveTo>
                        <a:lnTo>
                          <a:pt x="65390" y="65449"/>
                        </a:lnTo>
                        <a:lnTo>
                          <a:pt x="48024" y="75491"/>
                        </a:lnTo>
                        <a:lnTo>
                          <a:pt x="30598" y="65449"/>
                        </a:lnTo>
                        <a:lnTo>
                          <a:pt x="30598" y="45307"/>
                        </a:lnTo>
                        <a:lnTo>
                          <a:pt x="48024" y="35265"/>
                        </a:lnTo>
                        <a:lnTo>
                          <a:pt x="65390" y="453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90" name="Freeform: Shape 889">
                    <a:extLst>
                      <a:ext uri="{FF2B5EF4-FFF2-40B4-BE49-F238E27FC236}">
                        <a16:creationId xmlns:a16="http://schemas.microsoft.com/office/drawing/2014/main" id="{96CDB377-45EE-0CF3-68BF-B31E1BBF3E28}"/>
                      </a:ext>
                    </a:extLst>
                  </p:cNvPr>
                  <p:cNvSpPr/>
                  <p:nvPr/>
                </p:nvSpPr>
                <p:spPr>
                  <a:xfrm>
                    <a:off x="457259" y="2900974"/>
                    <a:ext cx="95929" cy="110814"/>
                  </a:xfrm>
                  <a:custGeom>
                    <a:avLst/>
                    <a:gdLst>
                      <a:gd name="connsiteX0" fmla="*/ 47965 w 95929"/>
                      <a:gd name="connsiteY0" fmla="*/ 110815 h 110814"/>
                      <a:gd name="connsiteX1" fmla="*/ 95929 w 95929"/>
                      <a:gd name="connsiteY1" fmla="*/ 83052 h 110814"/>
                      <a:gd name="connsiteX2" fmla="*/ 95929 w 95929"/>
                      <a:gd name="connsiteY2" fmla="*/ 27704 h 110814"/>
                      <a:gd name="connsiteX3" fmla="*/ 47965 w 95929"/>
                      <a:gd name="connsiteY3" fmla="*/ 0 h 110814"/>
                      <a:gd name="connsiteX4" fmla="*/ 0 w 95929"/>
                      <a:gd name="connsiteY4" fmla="*/ 27704 h 110814"/>
                      <a:gd name="connsiteX5" fmla="*/ 0 w 95929"/>
                      <a:gd name="connsiteY5" fmla="*/ 83052 h 110814"/>
                      <a:gd name="connsiteX6" fmla="*/ 47965 w 95929"/>
                      <a:gd name="connsiteY6" fmla="*/ 110815 h 110814"/>
                      <a:gd name="connsiteX7" fmla="*/ 61373 w 95929"/>
                      <a:gd name="connsiteY7" fmla="*/ 78681 h 110814"/>
                      <a:gd name="connsiteX8" fmla="*/ 34497 w 95929"/>
                      <a:gd name="connsiteY8" fmla="*/ 78681 h 110814"/>
                      <a:gd name="connsiteX9" fmla="*/ 21029 w 95929"/>
                      <a:gd name="connsiteY9" fmla="*/ 55349 h 110814"/>
                      <a:gd name="connsiteX10" fmla="*/ 34497 w 95929"/>
                      <a:gd name="connsiteY10" fmla="*/ 32016 h 110814"/>
                      <a:gd name="connsiteX11" fmla="*/ 61373 w 95929"/>
                      <a:gd name="connsiteY11" fmla="*/ 32016 h 110814"/>
                      <a:gd name="connsiteX12" fmla="*/ 74841 w 95929"/>
                      <a:gd name="connsiteY12" fmla="*/ 55349 h 110814"/>
                      <a:gd name="connsiteX13" fmla="*/ 61373 w 95929"/>
                      <a:gd name="connsiteY13" fmla="*/ 78681 h 110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29" h="110814">
                        <a:moveTo>
                          <a:pt x="47965" y="110815"/>
                        </a:moveTo>
                        <a:lnTo>
                          <a:pt x="95929" y="83052"/>
                        </a:lnTo>
                        <a:lnTo>
                          <a:pt x="95929" y="27704"/>
                        </a:lnTo>
                        <a:lnTo>
                          <a:pt x="47965" y="0"/>
                        </a:lnTo>
                        <a:lnTo>
                          <a:pt x="0" y="27704"/>
                        </a:lnTo>
                        <a:lnTo>
                          <a:pt x="0" y="83052"/>
                        </a:lnTo>
                        <a:lnTo>
                          <a:pt x="47965" y="110815"/>
                        </a:lnTo>
                        <a:close/>
                        <a:moveTo>
                          <a:pt x="61373" y="78681"/>
                        </a:moveTo>
                        <a:lnTo>
                          <a:pt x="34497" y="78681"/>
                        </a:lnTo>
                        <a:lnTo>
                          <a:pt x="21029" y="55349"/>
                        </a:lnTo>
                        <a:lnTo>
                          <a:pt x="34497" y="32016"/>
                        </a:lnTo>
                        <a:lnTo>
                          <a:pt x="61373" y="32016"/>
                        </a:lnTo>
                        <a:lnTo>
                          <a:pt x="74841" y="55349"/>
                        </a:lnTo>
                        <a:lnTo>
                          <a:pt x="61373" y="7868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836" name="Graphic 4773">
                <a:extLst>
                  <a:ext uri="{FF2B5EF4-FFF2-40B4-BE49-F238E27FC236}">
                    <a16:creationId xmlns:a16="http://schemas.microsoft.com/office/drawing/2014/main" id="{262BBE59-E047-8428-CC1E-A5AC8FF98FBC}"/>
                  </a:ext>
                </a:extLst>
              </p:cNvPr>
              <p:cNvGrpSpPr/>
              <p:nvPr/>
            </p:nvGrpSpPr>
            <p:grpSpPr>
              <a:xfrm>
                <a:off x="3924418" y="4634731"/>
                <a:ext cx="680365" cy="187664"/>
                <a:chOff x="3924418" y="4634731"/>
                <a:chExt cx="680365" cy="187664"/>
              </a:xfrm>
              <a:grpFill/>
            </p:grpSpPr>
            <p:sp>
              <p:nvSpPr>
                <p:cNvPr id="837" name="Freeform: Shape 836">
                  <a:extLst>
                    <a:ext uri="{FF2B5EF4-FFF2-40B4-BE49-F238E27FC236}">
                      <a16:creationId xmlns:a16="http://schemas.microsoft.com/office/drawing/2014/main" id="{B0E2A6DD-3E39-C403-1905-059C820440B9}"/>
                    </a:ext>
                  </a:extLst>
                </p:cNvPr>
                <p:cNvSpPr/>
                <p:nvPr/>
              </p:nvSpPr>
              <p:spPr>
                <a:xfrm>
                  <a:off x="3924418" y="4634731"/>
                  <a:ext cx="680365" cy="187664"/>
                </a:xfrm>
                <a:custGeom>
                  <a:avLst/>
                  <a:gdLst>
                    <a:gd name="connsiteX0" fmla="*/ 89491 w 680365"/>
                    <a:gd name="connsiteY0" fmla="*/ 122452 h 187664"/>
                    <a:gd name="connsiteX1" fmla="*/ 497545 w 680365"/>
                    <a:gd name="connsiteY1" fmla="*/ 122452 h 187664"/>
                    <a:gd name="connsiteX2" fmla="*/ 586445 w 680365"/>
                    <a:gd name="connsiteY2" fmla="*/ 187665 h 187664"/>
                    <a:gd name="connsiteX3" fmla="*/ 680366 w 680365"/>
                    <a:gd name="connsiteY3" fmla="*/ 93862 h 187664"/>
                    <a:gd name="connsiteX4" fmla="*/ 586445 w 680365"/>
                    <a:gd name="connsiteY4" fmla="*/ 0 h 187664"/>
                    <a:gd name="connsiteX5" fmla="*/ 497308 w 680365"/>
                    <a:gd name="connsiteY5" fmla="*/ 66099 h 187664"/>
                    <a:gd name="connsiteX6" fmla="*/ 89491 w 680365"/>
                    <a:gd name="connsiteY6" fmla="*/ 66099 h 187664"/>
                    <a:gd name="connsiteX7" fmla="*/ 89491 w 680365"/>
                    <a:gd name="connsiteY7" fmla="*/ 71711 h 187664"/>
                    <a:gd name="connsiteX8" fmla="*/ 495536 w 680365"/>
                    <a:gd name="connsiteY8" fmla="*/ 71711 h 187664"/>
                    <a:gd name="connsiteX9" fmla="*/ 492878 w 680365"/>
                    <a:gd name="connsiteY9" fmla="*/ 91085 h 187664"/>
                    <a:gd name="connsiteX10" fmla="*/ 0 w 680365"/>
                    <a:gd name="connsiteY10" fmla="*/ 91085 h 187664"/>
                    <a:gd name="connsiteX11" fmla="*/ 0 w 680365"/>
                    <a:gd name="connsiteY11" fmla="*/ 96638 h 187664"/>
                    <a:gd name="connsiteX12" fmla="*/ 492878 w 680365"/>
                    <a:gd name="connsiteY12" fmla="*/ 96638 h 187664"/>
                    <a:gd name="connsiteX13" fmla="*/ 495773 w 680365"/>
                    <a:gd name="connsiteY13" fmla="*/ 116899 h 187664"/>
                    <a:gd name="connsiteX14" fmla="*/ 89432 w 680365"/>
                    <a:gd name="connsiteY14" fmla="*/ 116840 h 187664"/>
                    <a:gd name="connsiteX15" fmla="*/ 89432 w 680365"/>
                    <a:gd name="connsiteY15" fmla="*/ 122452 h 187664"/>
                    <a:gd name="connsiteX16" fmla="*/ 586504 w 680365"/>
                    <a:gd name="connsiteY16" fmla="*/ 19729 h 187664"/>
                    <a:gd name="connsiteX17" fmla="*/ 660577 w 680365"/>
                    <a:gd name="connsiteY17" fmla="*/ 93803 h 187664"/>
                    <a:gd name="connsiteX18" fmla="*/ 586445 w 680365"/>
                    <a:gd name="connsiteY18" fmla="*/ 167876 h 187664"/>
                    <a:gd name="connsiteX19" fmla="*/ 512371 w 680365"/>
                    <a:gd name="connsiteY19" fmla="*/ 93803 h 187664"/>
                    <a:gd name="connsiteX20" fmla="*/ 586504 w 680365"/>
                    <a:gd name="connsiteY20" fmla="*/ 19729 h 187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80365" h="187664">
                      <a:moveTo>
                        <a:pt x="89491" y="122452"/>
                      </a:moveTo>
                      <a:lnTo>
                        <a:pt x="497545" y="122452"/>
                      </a:lnTo>
                      <a:cubicBezTo>
                        <a:pt x="509713" y="160197"/>
                        <a:pt x="544682" y="187665"/>
                        <a:pt x="586445" y="187665"/>
                      </a:cubicBezTo>
                      <a:cubicBezTo>
                        <a:pt x="638308" y="187665"/>
                        <a:pt x="680366" y="145666"/>
                        <a:pt x="680366" y="93862"/>
                      </a:cubicBezTo>
                      <a:cubicBezTo>
                        <a:pt x="680366" y="41999"/>
                        <a:pt x="638367" y="0"/>
                        <a:pt x="586445" y="0"/>
                      </a:cubicBezTo>
                      <a:cubicBezTo>
                        <a:pt x="544387" y="0"/>
                        <a:pt x="509181" y="27940"/>
                        <a:pt x="497308" y="66099"/>
                      </a:cubicBezTo>
                      <a:lnTo>
                        <a:pt x="89491" y="66099"/>
                      </a:lnTo>
                      <a:lnTo>
                        <a:pt x="89491" y="71711"/>
                      </a:lnTo>
                      <a:lnTo>
                        <a:pt x="495536" y="71711"/>
                      </a:lnTo>
                      <a:cubicBezTo>
                        <a:pt x="494060" y="77972"/>
                        <a:pt x="493114" y="84411"/>
                        <a:pt x="492878" y="91085"/>
                      </a:cubicBezTo>
                      <a:lnTo>
                        <a:pt x="0" y="91085"/>
                      </a:lnTo>
                      <a:lnTo>
                        <a:pt x="0" y="96638"/>
                      </a:lnTo>
                      <a:lnTo>
                        <a:pt x="492878" y="96638"/>
                      </a:lnTo>
                      <a:cubicBezTo>
                        <a:pt x="493056" y="103608"/>
                        <a:pt x="494119" y="110401"/>
                        <a:pt x="495773" y="116899"/>
                      </a:cubicBezTo>
                      <a:lnTo>
                        <a:pt x="89432" y="116840"/>
                      </a:lnTo>
                      <a:lnTo>
                        <a:pt x="89432" y="122452"/>
                      </a:lnTo>
                      <a:close/>
                      <a:moveTo>
                        <a:pt x="586504" y="19729"/>
                      </a:moveTo>
                      <a:cubicBezTo>
                        <a:pt x="627439" y="19729"/>
                        <a:pt x="660636" y="52927"/>
                        <a:pt x="660577" y="93803"/>
                      </a:cubicBezTo>
                      <a:cubicBezTo>
                        <a:pt x="660577" y="134738"/>
                        <a:pt x="627439" y="167876"/>
                        <a:pt x="586445" y="167876"/>
                      </a:cubicBezTo>
                      <a:cubicBezTo>
                        <a:pt x="545509" y="167876"/>
                        <a:pt x="512371" y="134679"/>
                        <a:pt x="512371" y="93803"/>
                      </a:cubicBezTo>
                      <a:cubicBezTo>
                        <a:pt x="512430" y="52868"/>
                        <a:pt x="545568" y="19729"/>
                        <a:pt x="586504" y="19729"/>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838" name="Freeform: Shape 837">
                  <a:extLst>
                    <a:ext uri="{FF2B5EF4-FFF2-40B4-BE49-F238E27FC236}">
                      <a16:creationId xmlns:a16="http://schemas.microsoft.com/office/drawing/2014/main" id="{13293AD6-8DE1-A1C2-DF37-EAD4DC7BEC1C}"/>
                    </a:ext>
                  </a:extLst>
                </p:cNvPr>
                <p:cNvSpPr/>
                <p:nvPr/>
              </p:nvSpPr>
              <p:spPr>
                <a:xfrm>
                  <a:off x="4453269" y="4670941"/>
                  <a:ext cx="115186" cy="115186"/>
                </a:xfrm>
                <a:custGeom>
                  <a:avLst/>
                  <a:gdLst>
                    <a:gd name="connsiteX0" fmla="*/ 57593 w 115186"/>
                    <a:gd name="connsiteY0" fmla="*/ 115186 h 115186"/>
                    <a:gd name="connsiteX1" fmla="*/ 115186 w 115186"/>
                    <a:gd name="connsiteY1" fmla="*/ 57593 h 115186"/>
                    <a:gd name="connsiteX2" fmla="*/ 57593 w 115186"/>
                    <a:gd name="connsiteY2" fmla="*/ 0 h 115186"/>
                    <a:gd name="connsiteX3" fmla="*/ 0 w 115186"/>
                    <a:gd name="connsiteY3" fmla="*/ 57593 h 115186"/>
                    <a:gd name="connsiteX4" fmla="*/ 57593 w 115186"/>
                    <a:gd name="connsiteY4" fmla="*/ 115186 h 115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86" h="115186">
                      <a:moveTo>
                        <a:pt x="57593" y="115186"/>
                      </a:moveTo>
                      <a:cubicBezTo>
                        <a:pt x="89490" y="115186"/>
                        <a:pt x="115186" y="89432"/>
                        <a:pt x="115186" y="57593"/>
                      </a:cubicBezTo>
                      <a:cubicBezTo>
                        <a:pt x="115186" y="25813"/>
                        <a:pt x="89490" y="0"/>
                        <a:pt x="57593" y="0"/>
                      </a:cubicBezTo>
                      <a:cubicBezTo>
                        <a:pt x="25813" y="0"/>
                        <a:pt x="0" y="25813"/>
                        <a:pt x="0" y="57593"/>
                      </a:cubicBezTo>
                      <a:cubicBezTo>
                        <a:pt x="59" y="89432"/>
                        <a:pt x="25813" y="115186"/>
                        <a:pt x="57593" y="11518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grpSp>
        <p:nvGrpSpPr>
          <p:cNvPr id="1107" name="Group 1106">
            <a:extLst>
              <a:ext uri="{FF2B5EF4-FFF2-40B4-BE49-F238E27FC236}">
                <a16:creationId xmlns:a16="http://schemas.microsoft.com/office/drawing/2014/main" id="{2E8FD02F-959C-51E1-0532-D05BBF3029D0}"/>
              </a:ext>
            </a:extLst>
          </p:cNvPr>
          <p:cNvGrpSpPr/>
          <p:nvPr userDrawn="1"/>
        </p:nvGrpSpPr>
        <p:grpSpPr>
          <a:xfrm>
            <a:off x="802059" y="16017213"/>
            <a:ext cx="10232284" cy="1784004"/>
            <a:chOff x="824337" y="7216576"/>
            <a:chExt cx="10232284" cy="3636623"/>
          </a:xfrm>
        </p:grpSpPr>
        <p:grpSp>
          <p:nvGrpSpPr>
            <p:cNvPr id="1108" name="Graphic 4773">
              <a:extLst>
                <a:ext uri="{FF2B5EF4-FFF2-40B4-BE49-F238E27FC236}">
                  <a16:creationId xmlns:a16="http://schemas.microsoft.com/office/drawing/2014/main" id="{E7142459-C1EA-2B2A-C8EC-4DB6DDE3955C}"/>
                </a:ext>
              </a:extLst>
            </p:cNvPr>
            <p:cNvGrpSpPr/>
            <p:nvPr userDrawn="1"/>
          </p:nvGrpSpPr>
          <p:grpSpPr>
            <a:xfrm>
              <a:off x="824337" y="7216576"/>
              <a:ext cx="4296304" cy="3636623"/>
              <a:chOff x="8624" y="1576512"/>
              <a:chExt cx="5170376" cy="3982601"/>
            </a:xfrm>
            <a:solidFill>
              <a:schemeClr val="bg1">
                <a:lumMod val="95000"/>
                <a:alpha val="76000"/>
              </a:schemeClr>
            </a:solidFill>
          </p:grpSpPr>
          <p:grpSp>
            <p:nvGrpSpPr>
              <p:cNvPr id="1246" name="Graphic 4773">
                <a:extLst>
                  <a:ext uri="{FF2B5EF4-FFF2-40B4-BE49-F238E27FC236}">
                    <a16:creationId xmlns:a16="http://schemas.microsoft.com/office/drawing/2014/main" id="{A0B7F153-A186-6C29-273D-17207B0DFF9C}"/>
                  </a:ext>
                </a:extLst>
              </p:cNvPr>
              <p:cNvGrpSpPr/>
              <p:nvPr/>
            </p:nvGrpSpPr>
            <p:grpSpPr>
              <a:xfrm>
                <a:off x="8624" y="1576512"/>
                <a:ext cx="5170376" cy="3982601"/>
                <a:chOff x="8624" y="1576512"/>
                <a:chExt cx="5170376" cy="3982601"/>
              </a:xfrm>
              <a:grpFill/>
            </p:grpSpPr>
            <p:sp>
              <p:nvSpPr>
                <p:cNvPr id="1250" name="Freeform: Shape 1249">
                  <a:extLst>
                    <a:ext uri="{FF2B5EF4-FFF2-40B4-BE49-F238E27FC236}">
                      <a16:creationId xmlns:a16="http://schemas.microsoft.com/office/drawing/2014/main" id="{9CF2304C-71E4-3C10-7512-A68EDB13E440}"/>
                    </a:ext>
                  </a:extLst>
                </p:cNvPr>
                <p:cNvSpPr/>
                <p:nvPr/>
              </p:nvSpPr>
              <p:spPr>
                <a:xfrm>
                  <a:off x="1467647" y="2244945"/>
                  <a:ext cx="3526878" cy="437352"/>
                </a:xfrm>
                <a:custGeom>
                  <a:avLst/>
                  <a:gdLst>
                    <a:gd name="connsiteX0" fmla="*/ 2146182 w 3526878"/>
                    <a:gd name="connsiteY0" fmla="*/ 5907 h 437352"/>
                    <a:gd name="connsiteX1" fmla="*/ 1085407 w 3526878"/>
                    <a:gd name="connsiteY1" fmla="*/ 5907 h 437352"/>
                    <a:gd name="connsiteX2" fmla="*/ 967267 w 3526878"/>
                    <a:gd name="connsiteY2" fmla="*/ 124047 h 437352"/>
                    <a:gd name="connsiteX3" fmla="*/ 41467 w 3526878"/>
                    <a:gd name="connsiteY3" fmla="*/ 124047 h 437352"/>
                    <a:gd name="connsiteX4" fmla="*/ 20911 w 3526878"/>
                    <a:gd name="connsiteY4" fmla="*/ 142004 h 437352"/>
                    <a:gd name="connsiteX5" fmla="*/ 0 w 3526878"/>
                    <a:gd name="connsiteY5" fmla="*/ 121093 h 437352"/>
                    <a:gd name="connsiteX6" fmla="*/ 20911 w 3526878"/>
                    <a:gd name="connsiteY6" fmla="*/ 100182 h 437352"/>
                    <a:gd name="connsiteX7" fmla="*/ 41467 w 3526878"/>
                    <a:gd name="connsiteY7" fmla="*/ 118140 h 437352"/>
                    <a:gd name="connsiteX8" fmla="*/ 964787 w 3526878"/>
                    <a:gd name="connsiteY8" fmla="*/ 118140 h 437352"/>
                    <a:gd name="connsiteX9" fmla="*/ 1082926 w 3526878"/>
                    <a:gd name="connsiteY9" fmla="*/ 0 h 437352"/>
                    <a:gd name="connsiteX10" fmla="*/ 2148604 w 3526878"/>
                    <a:gd name="connsiteY10" fmla="*/ 0 h 437352"/>
                    <a:gd name="connsiteX11" fmla="*/ 2562092 w 3526878"/>
                    <a:gd name="connsiteY11" fmla="*/ 413488 h 437352"/>
                    <a:gd name="connsiteX12" fmla="*/ 3485412 w 3526878"/>
                    <a:gd name="connsiteY12" fmla="*/ 413488 h 437352"/>
                    <a:gd name="connsiteX13" fmla="*/ 3505968 w 3526878"/>
                    <a:gd name="connsiteY13" fmla="*/ 395531 h 437352"/>
                    <a:gd name="connsiteX14" fmla="*/ 3526879 w 3526878"/>
                    <a:gd name="connsiteY14" fmla="*/ 416442 h 437352"/>
                    <a:gd name="connsiteX15" fmla="*/ 3505968 w 3526878"/>
                    <a:gd name="connsiteY15" fmla="*/ 437353 h 437352"/>
                    <a:gd name="connsiteX16" fmla="*/ 3485412 w 3526878"/>
                    <a:gd name="connsiteY16" fmla="*/ 419395 h 437352"/>
                    <a:gd name="connsiteX17" fmla="*/ 2559670 w 3526878"/>
                    <a:gd name="connsiteY17" fmla="*/ 419395 h 437352"/>
                    <a:gd name="connsiteX18" fmla="*/ 2146182 w 3526878"/>
                    <a:gd name="connsiteY18" fmla="*/ 5907 h 437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526878" h="437352">
                      <a:moveTo>
                        <a:pt x="2146182" y="5907"/>
                      </a:moveTo>
                      <a:lnTo>
                        <a:pt x="1085407" y="5907"/>
                      </a:lnTo>
                      <a:lnTo>
                        <a:pt x="967267" y="124047"/>
                      </a:lnTo>
                      <a:lnTo>
                        <a:pt x="41467" y="124047"/>
                      </a:lnTo>
                      <a:cubicBezTo>
                        <a:pt x="40049" y="134148"/>
                        <a:pt x="31425" y="142004"/>
                        <a:pt x="20911" y="142004"/>
                      </a:cubicBezTo>
                      <a:cubicBezTo>
                        <a:pt x="9392" y="142004"/>
                        <a:pt x="0" y="132671"/>
                        <a:pt x="0" y="121093"/>
                      </a:cubicBezTo>
                      <a:cubicBezTo>
                        <a:pt x="0" y="109515"/>
                        <a:pt x="9333" y="100182"/>
                        <a:pt x="20911" y="100182"/>
                      </a:cubicBezTo>
                      <a:cubicBezTo>
                        <a:pt x="31425" y="100182"/>
                        <a:pt x="40049" y="107980"/>
                        <a:pt x="41467" y="118140"/>
                      </a:cubicBezTo>
                      <a:lnTo>
                        <a:pt x="964787" y="118140"/>
                      </a:lnTo>
                      <a:lnTo>
                        <a:pt x="1082926" y="0"/>
                      </a:lnTo>
                      <a:lnTo>
                        <a:pt x="2148604" y="0"/>
                      </a:lnTo>
                      <a:lnTo>
                        <a:pt x="2562092" y="413488"/>
                      </a:lnTo>
                      <a:lnTo>
                        <a:pt x="3485412" y="413488"/>
                      </a:lnTo>
                      <a:cubicBezTo>
                        <a:pt x="3486829" y="403388"/>
                        <a:pt x="3495454" y="395531"/>
                        <a:pt x="3505968" y="395531"/>
                      </a:cubicBezTo>
                      <a:cubicBezTo>
                        <a:pt x="3517487" y="395531"/>
                        <a:pt x="3526879" y="404864"/>
                        <a:pt x="3526879" y="416442"/>
                      </a:cubicBezTo>
                      <a:cubicBezTo>
                        <a:pt x="3526879" y="427961"/>
                        <a:pt x="3517546" y="437353"/>
                        <a:pt x="3505968" y="437353"/>
                      </a:cubicBezTo>
                      <a:cubicBezTo>
                        <a:pt x="3495454" y="437353"/>
                        <a:pt x="3486829" y="429555"/>
                        <a:pt x="3485412" y="419395"/>
                      </a:cubicBezTo>
                      <a:lnTo>
                        <a:pt x="2559670" y="419395"/>
                      </a:lnTo>
                      <a:lnTo>
                        <a:pt x="2146182"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51" name="Freeform: Shape 1250">
                  <a:extLst>
                    <a:ext uri="{FF2B5EF4-FFF2-40B4-BE49-F238E27FC236}">
                      <a16:creationId xmlns:a16="http://schemas.microsoft.com/office/drawing/2014/main" id="{9C67D316-7CE1-8EA0-3A6B-241A27F3F87C}"/>
                    </a:ext>
                  </a:extLst>
                </p:cNvPr>
                <p:cNvSpPr/>
                <p:nvPr/>
              </p:nvSpPr>
              <p:spPr>
                <a:xfrm>
                  <a:off x="1762996" y="3880942"/>
                  <a:ext cx="2640891" cy="1678172"/>
                </a:xfrm>
                <a:custGeom>
                  <a:avLst/>
                  <a:gdLst>
                    <a:gd name="connsiteX0" fmla="*/ 0 w 2640891"/>
                    <a:gd name="connsiteY0" fmla="*/ 670678 h 1678172"/>
                    <a:gd name="connsiteX1" fmla="*/ 20911 w 2640891"/>
                    <a:gd name="connsiteY1" fmla="*/ 691589 h 1678172"/>
                    <a:gd name="connsiteX2" fmla="*/ 41467 w 2640891"/>
                    <a:gd name="connsiteY2" fmla="*/ 673632 h 1678172"/>
                    <a:gd name="connsiteX3" fmla="*/ 1260136 w 2640891"/>
                    <a:gd name="connsiteY3" fmla="*/ 673632 h 1678172"/>
                    <a:gd name="connsiteX4" fmla="*/ 1857921 w 2640891"/>
                    <a:gd name="connsiteY4" fmla="*/ 1271418 h 1678172"/>
                    <a:gd name="connsiteX5" fmla="*/ 1789696 w 2640891"/>
                    <a:gd name="connsiteY5" fmla="*/ 1438585 h 1678172"/>
                    <a:gd name="connsiteX6" fmla="*/ 2029283 w 2640891"/>
                    <a:gd name="connsiteY6" fmla="*/ 1678172 h 1678172"/>
                    <a:gd name="connsiteX7" fmla="*/ 2268870 w 2640891"/>
                    <a:gd name="connsiteY7" fmla="*/ 1438585 h 1678172"/>
                    <a:gd name="connsiteX8" fmla="*/ 2032236 w 2640891"/>
                    <a:gd name="connsiteY8" fmla="*/ 1199116 h 1678172"/>
                    <a:gd name="connsiteX9" fmla="*/ 2032236 w 2640891"/>
                    <a:gd name="connsiteY9" fmla="*/ 23864 h 1678172"/>
                    <a:gd name="connsiteX10" fmla="*/ 2599424 w 2640891"/>
                    <a:gd name="connsiteY10" fmla="*/ 23864 h 1678172"/>
                    <a:gd name="connsiteX11" fmla="*/ 2619981 w 2640891"/>
                    <a:gd name="connsiteY11" fmla="*/ 41822 h 1678172"/>
                    <a:gd name="connsiteX12" fmla="*/ 2640891 w 2640891"/>
                    <a:gd name="connsiteY12" fmla="*/ 20911 h 1678172"/>
                    <a:gd name="connsiteX13" fmla="*/ 2619981 w 2640891"/>
                    <a:gd name="connsiteY13" fmla="*/ 0 h 1678172"/>
                    <a:gd name="connsiteX14" fmla="*/ 2599424 w 2640891"/>
                    <a:gd name="connsiteY14" fmla="*/ 17957 h 1678172"/>
                    <a:gd name="connsiteX15" fmla="*/ 2026329 w 2640891"/>
                    <a:gd name="connsiteY15" fmla="*/ 17957 h 1678172"/>
                    <a:gd name="connsiteX16" fmla="*/ 2026329 w 2640891"/>
                    <a:gd name="connsiteY16" fmla="*/ 1199116 h 1678172"/>
                    <a:gd name="connsiteX17" fmla="*/ 1862116 w 2640891"/>
                    <a:gd name="connsiteY17" fmla="*/ 1267283 h 1678172"/>
                    <a:gd name="connsiteX18" fmla="*/ 1262617 w 2640891"/>
                    <a:gd name="connsiteY18" fmla="*/ 667725 h 1678172"/>
                    <a:gd name="connsiteX19" fmla="*/ 41467 w 2640891"/>
                    <a:gd name="connsiteY19" fmla="*/ 667725 h 1678172"/>
                    <a:gd name="connsiteX20" fmla="*/ 20911 w 2640891"/>
                    <a:gd name="connsiteY20" fmla="*/ 649768 h 1678172"/>
                    <a:gd name="connsiteX21" fmla="*/ 0 w 2640891"/>
                    <a:gd name="connsiteY21" fmla="*/ 670678 h 1678172"/>
                    <a:gd name="connsiteX22" fmla="*/ 2026329 w 2640891"/>
                    <a:gd name="connsiteY22" fmla="*/ 1379456 h 1678172"/>
                    <a:gd name="connsiteX23" fmla="*/ 1989529 w 2640891"/>
                    <a:gd name="connsiteY23" fmla="*/ 1394696 h 1678172"/>
                    <a:gd name="connsiteX24" fmla="*/ 1866250 w 2640891"/>
                    <a:gd name="connsiteY24" fmla="*/ 1271418 h 1678172"/>
                    <a:gd name="connsiteX25" fmla="*/ 2026329 w 2640891"/>
                    <a:gd name="connsiteY25" fmla="*/ 1205023 h 1678172"/>
                    <a:gd name="connsiteX26" fmla="*/ 2026329 w 2640891"/>
                    <a:gd name="connsiteY26" fmla="*/ 1379456 h 1678172"/>
                    <a:gd name="connsiteX27" fmla="*/ 1862116 w 2640891"/>
                    <a:gd name="connsiteY27" fmla="*/ 1275612 h 1678172"/>
                    <a:gd name="connsiteX28" fmla="*/ 1985394 w 2640891"/>
                    <a:gd name="connsiteY28" fmla="*/ 1398890 h 1678172"/>
                    <a:gd name="connsiteX29" fmla="*/ 1970036 w 2640891"/>
                    <a:gd name="connsiteY29" fmla="*/ 1438644 h 1678172"/>
                    <a:gd name="connsiteX30" fmla="*/ 2029283 w 2640891"/>
                    <a:gd name="connsiteY30" fmla="*/ 1497891 h 1678172"/>
                    <a:gd name="connsiteX31" fmla="*/ 2088530 w 2640891"/>
                    <a:gd name="connsiteY31" fmla="*/ 1438644 h 1678172"/>
                    <a:gd name="connsiteX32" fmla="*/ 2032236 w 2640891"/>
                    <a:gd name="connsiteY32" fmla="*/ 1379515 h 1678172"/>
                    <a:gd name="connsiteX33" fmla="*/ 2032236 w 2640891"/>
                    <a:gd name="connsiteY33" fmla="*/ 1205023 h 1678172"/>
                    <a:gd name="connsiteX34" fmla="*/ 2262963 w 2640891"/>
                    <a:gd name="connsiteY34" fmla="*/ 1438585 h 1678172"/>
                    <a:gd name="connsiteX35" fmla="*/ 2029283 w 2640891"/>
                    <a:gd name="connsiteY35" fmla="*/ 1672265 h 1678172"/>
                    <a:gd name="connsiteX36" fmla="*/ 1795603 w 2640891"/>
                    <a:gd name="connsiteY36" fmla="*/ 1438585 h 1678172"/>
                    <a:gd name="connsiteX37" fmla="*/ 1862116 w 2640891"/>
                    <a:gd name="connsiteY37" fmla="*/ 1275612 h 16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640891" h="1678172">
                      <a:moveTo>
                        <a:pt x="0" y="670678"/>
                      </a:moveTo>
                      <a:cubicBezTo>
                        <a:pt x="0" y="682197"/>
                        <a:pt x="9333" y="691589"/>
                        <a:pt x="20911" y="691589"/>
                      </a:cubicBezTo>
                      <a:cubicBezTo>
                        <a:pt x="31425" y="691589"/>
                        <a:pt x="40049" y="683792"/>
                        <a:pt x="41467" y="673632"/>
                      </a:cubicBezTo>
                      <a:lnTo>
                        <a:pt x="1260136" y="673632"/>
                      </a:lnTo>
                      <a:lnTo>
                        <a:pt x="1857921" y="1271418"/>
                      </a:lnTo>
                      <a:cubicBezTo>
                        <a:pt x="1815746" y="1314598"/>
                        <a:pt x="1789696" y="1373608"/>
                        <a:pt x="1789696" y="1438585"/>
                      </a:cubicBezTo>
                      <a:cubicBezTo>
                        <a:pt x="1789696" y="1570665"/>
                        <a:pt x="1897144" y="1678172"/>
                        <a:pt x="2029283" y="1678172"/>
                      </a:cubicBezTo>
                      <a:cubicBezTo>
                        <a:pt x="2161363" y="1678172"/>
                        <a:pt x="2268870" y="1570724"/>
                        <a:pt x="2268870" y="1438585"/>
                      </a:cubicBezTo>
                      <a:cubicBezTo>
                        <a:pt x="2268870" y="1307450"/>
                        <a:pt x="2163017" y="1200711"/>
                        <a:pt x="2032236" y="1199116"/>
                      </a:cubicBezTo>
                      <a:lnTo>
                        <a:pt x="2032236" y="23864"/>
                      </a:lnTo>
                      <a:lnTo>
                        <a:pt x="2599424" y="23864"/>
                      </a:lnTo>
                      <a:cubicBezTo>
                        <a:pt x="2600842" y="33965"/>
                        <a:pt x="2609466" y="41822"/>
                        <a:pt x="2619981" y="41822"/>
                      </a:cubicBezTo>
                      <a:cubicBezTo>
                        <a:pt x="2631499" y="41822"/>
                        <a:pt x="2640891" y="32488"/>
                        <a:pt x="2640891" y="20911"/>
                      </a:cubicBezTo>
                      <a:cubicBezTo>
                        <a:pt x="2640891" y="9392"/>
                        <a:pt x="2631558" y="0"/>
                        <a:pt x="2619981" y="0"/>
                      </a:cubicBezTo>
                      <a:cubicBezTo>
                        <a:pt x="2609466" y="0"/>
                        <a:pt x="2600842" y="7797"/>
                        <a:pt x="2599424" y="17957"/>
                      </a:cubicBezTo>
                      <a:lnTo>
                        <a:pt x="2026329" y="17957"/>
                      </a:lnTo>
                      <a:lnTo>
                        <a:pt x="2026329" y="1199116"/>
                      </a:lnTo>
                      <a:cubicBezTo>
                        <a:pt x="1962534" y="1199884"/>
                        <a:pt x="1904646" y="1225757"/>
                        <a:pt x="1862116" y="1267283"/>
                      </a:cubicBezTo>
                      <a:lnTo>
                        <a:pt x="1262617" y="667725"/>
                      </a:lnTo>
                      <a:lnTo>
                        <a:pt x="41467" y="667725"/>
                      </a:lnTo>
                      <a:cubicBezTo>
                        <a:pt x="40049" y="657624"/>
                        <a:pt x="31425" y="649768"/>
                        <a:pt x="20911" y="649768"/>
                      </a:cubicBezTo>
                      <a:cubicBezTo>
                        <a:pt x="9333" y="649827"/>
                        <a:pt x="0" y="659159"/>
                        <a:pt x="0" y="670678"/>
                      </a:cubicBezTo>
                      <a:close/>
                      <a:moveTo>
                        <a:pt x="2026329" y="1379456"/>
                      </a:moveTo>
                      <a:cubicBezTo>
                        <a:pt x="2012212" y="1380165"/>
                        <a:pt x="1999394" y="1385777"/>
                        <a:pt x="1989529" y="1394696"/>
                      </a:cubicBezTo>
                      <a:lnTo>
                        <a:pt x="1866250" y="1271418"/>
                      </a:lnTo>
                      <a:cubicBezTo>
                        <a:pt x="1907717" y="1230955"/>
                        <a:pt x="1964129" y="1205791"/>
                        <a:pt x="2026329" y="1205023"/>
                      </a:cubicBezTo>
                      <a:lnTo>
                        <a:pt x="2026329" y="1379456"/>
                      </a:lnTo>
                      <a:close/>
                      <a:moveTo>
                        <a:pt x="1862116" y="1275612"/>
                      </a:moveTo>
                      <a:lnTo>
                        <a:pt x="1985394" y="1398890"/>
                      </a:lnTo>
                      <a:cubicBezTo>
                        <a:pt x="1975884" y="1409405"/>
                        <a:pt x="1970036" y="1423286"/>
                        <a:pt x="1970036" y="1438644"/>
                      </a:cubicBezTo>
                      <a:cubicBezTo>
                        <a:pt x="1970036" y="1471369"/>
                        <a:pt x="1996558" y="1497891"/>
                        <a:pt x="2029283" y="1497891"/>
                      </a:cubicBezTo>
                      <a:cubicBezTo>
                        <a:pt x="2062007" y="1497891"/>
                        <a:pt x="2088530" y="1471369"/>
                        <a:pt x="2088530" y="1438644"/>
                      </a:cubicBezTo>
                      <a:cubicBezTo>
                        <a:pt x="2088530" y="1406865"/>
                        <a:pt x="2063602" y="1381051"/>
                        <a:pt x="2032236" y="1379515"/>
                      </a:cubicBezTo>
                      <a:lnTo>
                        <a:pt x="2032236" y="1205023"/>
                      </a:lnTo>
                      <a:cubicBezTo>
                        <a:pt x="2159709" y="1206618"/>
                        <a:pt x="2262963" y="1310758"/>
                        <a:pt x="2262963" y="1438585"/>
                      </a:cubicBezTo>
                      <a:cubicBezTo>
                        <a:pt x="2262963" y="1567416"/>
                        <a:pt x="2158114" y="1672265"/>
                        <a:pt x="2029283" y="1672265"/>
                      </a:cubicBezTo>
                      <a:cubicBezTo>
                        <a:pt x="1900452" y="1672265"/>
                        <a:pt x="1795603" y="1567416"/>
                        <a:pt x="1795603" y="1438585"/>
                      </a:cubicBezTo>
                      <a:cubicBezTo>
                        <a:pt x="1795603" y="1375262"/>
                        <a:pt x="1821003" y="1317729"/>
                        <a:pt x="1862116" y="1275612"/>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52" name="Freeform: Shape 1251">
                  <a:extLst>
                    <a:ext uri="{FF2B5EF4-FFF2-40B4-BE49-F238E27FC236}">
                      <a16:creationId xmlns:a16="http://schemas.microsoft.com/office/drawing/2014/main" id="{1AD988CA-2093-C644-EBA9-D64F3FAAE0F2}"/>
                    </a:ext>
                  </a:extLst>
                </p:cNvPr>
                <p:cNvSpPr/>
                <p:nvPr/>
              </p:nvSpPr>
              <p:spPr>
                <a:xfrm>
                  <a:off x="345321" y="4176350"/>
                  <a:ext cx="2877111" cy="201073"/>
                </a:xfrm>
                <a:custGeom>
                  <a:avLst/>
                  <a:gdLst>
                    <a:gd name="connsiteX0" fmla="*/ 20911 w 2877111"/>
                    <a:gd name="connsiteY0" fmla="*/ 0 h 201073"/>
                    <a:gd name="connsiteX1" fmla="*/ 41467 w 2877111"/>
                    <a:gd name="connsiteY1" fmla="*/ 17957 h 201073"/>
                    <a:gd name="connsiteX2" fmla="*/ 849069 w 2877111"/>
                    <a:gd name="connsiteY2" fmla="*/ 17957 h 201073"/>
                    <a:gd name="connsiteX3" fmla="*/ 1026278 w 2877111"/>
                    <a:gd name="connsiteY3" fmla="*/ 195166 h 201073"/>
                    <a:gd name="connsiteX4" fmla="*/ 1438585 w 2877111"/>
                    <a:gd name="connsiteY4" fmla="*/ 195166 h 201073"/>
                    <a:gd name="connsiteX5" fmla="*/ 1850833 w 2877111"/>
                    <a:gd name="connsiteY5" fmla="*/ 195166 h 201073"/>
                    <a:gd name="connsiteX6" fmla="*/ 2028042 w 2877111"/>
                    <a:gd name="connsiteY6" fmla="*/ 17957 h 201073"/>
                    <a:gd name="connsiteX7" fmla="*/ 2835644 w 2877111"/>
                    <a:gd name="connsiteY7" fmla="*/ 17957 h 201073"/>
                    <a:gd name="connsiteX8" fmla="*/ 2856201 w 2877111"/>
                    <a:gd name="connsiteY8" fmla="*/ 0 h 201073"/>
                    <a:gd name="connsiteX9" fmla="*/ 2877111 w 2877111"/>
                    <a:gd name="connsiteY9" fmla="*/ 20911 h 201073"/>
                    <a:gd name="connsiteX10" fmla="*/ 2856201 w 2877111"/>
                    <a:gd name="connsiteY10" fmla="*/ 41821 h 201073"/>
                    <a:gd name="connsiteX11" fmla="*/ 2835644 w 2877111"/>
                    <a:gd name="connsiteY11" fmla="*/ 23864 h 201073"/>
                    <a:gd name="connsiteX12" fmla="*/ 2030523 w 2877111"/>
                    <a:gd name="connsiteY12" fmla="*/ 23864 h 201073"/>
                    <a:gd name="connsiteX13" fmla="*/ 1853314 w 2877111"/>
                    <a:gd name="connsiteY13" fmla="*/ 201073 h 201073"/>
                    <a:gd name="connsiteX14" fmla="*/ 1438585 w 2877111"/>
                    <a:gd name="connsiteY14" fmla="*/ 201073 h 201073"/>
                    <a:gd name="connsiteX15" fmla="*/ 1023856 w 2877111"/>
                    <a:gd name="connsiteY15" fmla="*/ 201073 h 201073"/>
                    <a:gd name="connsiteX16" fmla="*/ 846647 w 2877111"/>
                    <a:gd name="connsiteY16" fmla="*/ 23864 h 201073"/>
                    <a:gd name="connsiteX17" fmla="*/ 41467 w 2877111"/>
                    <a:gd name="connsiteY17" fmla="*/ 23864 h 201073"/>
                    <a:gd name="connsiteX18" fmla="*/ 20911 w 2877111"/>
                    <a:gd name="connsiteY18" fmla="*/ 41821 h 201073"/>
                    <a:gd name="connsiteX19" fmla="*/ 0 w 2877111"/>
                    <a:gd name="connsiteY19" fmla="*/ 20911 h 201073"/>
                    <a:gd name="connsiteX20" fmla="*/ 20911 w 2877111"/>
                    <a:gd name="connsiteY20" fmla="*/ 0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877111" h="201073">
                      <a:moveTo>
                        <a:pt x="20911" y="0"/>
                      </a:moveTo>
                      <a:cubicBezTo>
                        <a:pt x="31425" y="0"/>
                        <a:pt x="40049" y="7797"/>
                        <a:pt x="41467" y="17957"/>
                      </a:cubicBezTo>
                      <a:lnTo>
                        <a:pt x="849069" y="17957"/>
                      </a:lnTo>
                      <a:lnTo>
                        <a:pt x="1026278" y="195166"/>
                      </a:lnTo>
                      <a:lnTo>
                        <a:pt x="1438585" y="195166"/>
                      </a:lnTo>
                      <a:lnTo>
                        <a:pt x="1850833" y="195166"/>
                      </a:lnTo>
                      <a:lnTo>
                        <a:pt x="2028042" y="17957"/>
                      </a:lnTo>
                      <a:lnTo>
                        <a:pt x="2835644" y="17957"/>
                      </a:lnTo>
                      <a:cubicBezTo>
                        <a:pt x="2837062" y="7856"/>
                        <a:pt x="2845686" y="0"/>
                        <a:pt x="2856201" y="0"/>
                      </a:cubicBezTo>
                      <a:cubicBezTo>
                        <a:pt x="2867719" y="0"/>
                        <a:pt x="2877111" y="9333"/>
                        <a:pt x="2877111" y="20911"/>
                      </a:cubicBezTo>
                      <a:cubicBezTo>
                        <a:pt x="2877111" y="32429"/>
                        <a:pt x="2867778" y="41821"/>
                        <a:pt x="2856201" y="41821"/>
                      </a:cubicBezTo>
                      <a:cubicBezTo>
                        <a:pt x="2845686" y="41821"/>
                        <a:pt x="2837062" y="34024"/>
                        <a:pt x="2835644" y="23864"/>
                      </a:cubicBezTo>
                      <a:lnTo>
                        <a:pt x="2030523" y="23864"/>
                      </a:lnTo>
                      <a:lnTo>
                        <a:pt x="1853314" y="201073"/>
                      </a:lnTo>
                      <a:lnTo>
                        <a:pt x="1438585" y="201073"/>
                      </a:lnTo>
                      <a:lnTo>
                        <a:pt x="1023856" y="201073"/>
                      </a:lnTo>
                      <a:lnTo>
                        <a:pt x="846647" y="23864"/>
                      </a:lnTo>
                      <a:lnTo>
                        <a:pt x="41467" y="23864"/>
                      </a:lnTo>
                      <a:cubicBezTo>
                        <a:pt x="40049" y="33965"/>
                        <a:pt x="31425" y="41821"/>
                        <a:pt x="20911" y="41821"/>
                      </a:cubicBezTo>
                      <a:cubicBezTo>
                        <a:pt x="9392" y="41821"/>
                        <a:pt x="0" y="32488"/>
                        <a:pt x="0" y="20911"/>
                      </a:cubicBezTo>
                      <a:cubicBezTo>
                        <a:pt x="0" y="9333"/>
                        <a:pt x="9333" y="0"/>
                        <a:pt x="20911" y="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53" name="Freeform: Shape 1252">
                  <a:extLst>
                    <a:ext uri="{FF2B5EF4-FFF2-40B4-BE49-F238E27FC236}">
                      <a16:creationId xmlns:a16="http://schemas.microsoft.com/office/drawing/2014/main" id="{B64DBD12-9946-519A-B1B1-88BFEAD9FAAB}"/>
                    </a:ext>
                  </a:extLst>
                </p:cNvPr>
                <p:cNvSpPr/>
                <p:nvPr/>
              </p:nvSpPr>
              <p:spPr>
                <a:xfrm>
                  <a:off x="8624" y="2522337"/>
                  <a:ext cx="4749622" cy="1737182"/>
                </a:xfrm>
                <a:custGeom>
                  <a:avLst/>
                  <a:gdLst>
                    <a:gd name="connsiteX0" fmla="*/ 0 w 4749622"/>
                    <a:gd name="connsiteY0" fmla="*/ 552539 h 1737182"/>
                    <a:gd name="connsiteX1" fmla="*/ 20911 w 4749622"/>
                    <a:gd name="connsiteY1" fmla="*/ 573449 h 1737182"/>
                    <a:gd name="connsiteX2" fmla="*/ 41467 w 4749622"/>
                    <a:gd name="connsiteY2" fmla="*/ 555492 h 1737182"/>
                    <a:gd name="connsiteX3" fmla="*/ 1185767 w 4749622"/>
                    <a:gd name="connsiteY3" fmla="*/ 555492 h 1737182"/>
                    <a:gd name="connsiteX4" fmla="*/ 1362976 w 4749622"/>
                    <a:gd name="connsiteY4" fmla="*/ 378283 h 1737182"/>
                    <a:gd name="connsiteX5" fmla="*/ 1716863 w 4749622"/>
                    <a:gd name="connsiteY5" fmla="*/ 378283 h 1737182"/>
                    <a:gd name="connsiteX6" fmla="*/ 1772270 w 4749622"/>
                    <a:gd name="connsiteY6" fmla="*/ 433690 h 1737182"/>
                    <a:gd name="connsiteX7" fmla="*/ 1772270 w 4749622"/>
                    <a:gd name="connsiteY7" fmla="*/ 1258127 h 1737182"/>
                    <a:gd name="connsiteX8" fmla="*/ 1535637 w 4749622"/>
                    <a:gd name="connsiteY8" fmla="*/ 1497596 h 1737182"/>
                    <a:gd name="connsiteX9" fmla="*/ 1775224 w 4749622"/>
                    <a:gd name="connsiteY9" fmla="*/ 1737183 h 1737182"/>
                    <a:gd name="connsiteX10" fmla="*/ 2014811 w 4749622"/>
                    <a:gd name="connsiteY10" fmla="*/ 1497596 h 1737182"/>
                    <a:gd name="connsiteX11" fmla="*/ 1946585 w 4749622"/>
                    <a:gd name="connsiteY11" fmla="*/ 1330428 h 1737182"/>
                    <a:gd name="connsiteX12" fmla="*/ 2367162 w 4749622"/>
                    <a:gd name="connsiteY12" fmla="*/ 909852 h 1737182"/>
                    <a:gd name="connsiteX13" fmla="*/ 3664275 w 4749622"/>
                    <a:gd name="connsiteY13" fmla="*/ 909852 h 1737182"/>
                    <a:gd name="connsiteX14" fmla="*/ 3959624 w 4749622"/>
                    <a:gd name="connsiteY14" fmla="*/ 1205200 h 1737182"/>
                    <a:gd name="connsiteX15" fmla="*/ 4708156 w 4749622"/>
                    <a:gd name="connsiteY15" fmla="*/ 1205200 h 1737182"/>
                    <a:gd name="connsiteX16" fmla="*/ 4728712 w 4749622"/>
                    <a:gd name="connsiteY16" fmla="*/ 1223158 h 1737182"/>
                    <a:gd name="connsiteX17" fmla="*/ 4749623 w 4749622"/>
                    <a:gd name="connsiteY17" fmla="*/ 1202247 h 1737182"/>
                    <a:gd name="connsiteX18" fmla="*/ 4728712 w 4749622"/>
                    <a:gd name="connsiteY18" fmla="*/ 1181336 h 1737182"/>
                    <a:gd name="connsiteX19" fmla="*/ 4708156 w 4749622"/>
                    <a:gd name="connsiteY19" fmla="*/ 1199293 h 1737182"/>
                    <a:gd name="connsiteX20" fmla="*/ 3962105 w 4749622"/>
                    <a:gd name="connsiteY20" fmla="*/ 1199293 h 1737182"/>
                    <a:gd name="connsiteX21" fmla="*/ 3666756 w 4749622"/>
                    <a:gd name="connsiteY21" fmla="*/ 903945 h 1737182"/>
                    <a:gd name="connsiteX22" fmla="*/ 2364740 w 4749622"/>
                    <a:gd name="connsiteY22" fmla="*/ 903945 h 1737182"/>
                    <a:gd name="connsiteX23" fmla="*/ 1942450 w 4749622"/>
                    <a:gd name="connsiteY23" fmla="*/ 1326235 h 1737182"/>
                    <a:gd name="connsiteX24" fmla="*/ 1778236 w 4749622"/>
                    <a:gd name="connsiteY24" fmla="*/ 1258068 h 1737182"/>
                    <a:gd name="connsiteX25" fmla="*/ 1778236 w 4749622"/>
                    <a:gd name="connsiteY25" fmla="*/ 433690 h 1737182"/>
                    <a:gd name="connsiteX26" fmla="*/ 1833644 w 4749622"/>
                    <a:gd name="connsiteY26" fmla="*/ 378283 h 1737182"/>
                    <a:gd name="connsiteX27" fmla="*/ 2719159 w 4749622"/>
                    <a:gd name="connsiteY27" fmla="*/ 378283 h 1737182"/>
                    <a:gd name="connsiteX28" fmla="*/ 2955438 w 4749622"/>
                    <a:gd name="connsiteY28" fmla="*/ 614562 h 1737182"/>
                    <a:gd name="connsiteX29" fmla="*/ 4058389 w 4749622"/>
                    <a:gd name="connsiteY29" fmla="*/ 614562 h 1737182"/>
                    <a:gd name="connsiteX30" fmla="*/ 4078945 w 4749622"/>
                    <a:gd name="connsiteY30" fmla="*/ 632519 h 1737182"/>
                    <a:gd name="connsiteX31" fmla="*/ 4099856 w 4749622"/>
                    <a:gd name="connsiteY31" fmla="*/ 611608 h 1737182"/>
                    <a:gd name="connsiteX32" fmla="*/ 4078945 w 4749622"/>
                    <a:gd name="connsiteY32" fmla="*/ 590698 h 1737182"/>
                    <a:gd name="connsiteX33" fmla="*/ 4058389 w 4749622"/>
                    <a:gd name="connsiteY33" fmla="*/ 608655 h 1737182"/>
                    <a:gd name="connsiteX34" fmla="*/ 2957919 w 4749622"/>
                    <a:gd name="connsiteY34" fmla="*/ 608655 h 1737182"/>
                    <a:gd name="connsiteX35" fmla="*/ 2721640 w 4749622"/>
                    <a:gd name="connsiteY35" fmla="*/ 372376 h 1737182"/>
                    <a:gd name="connsiteX36" fmla="*/ 1833644 w 4749622"/>
                    <a:gd name="connsiteY36" fmla="*/ 372376 h 1737182"/>
                    <a:gd name="connsiteX37" fmla="*/ 1778236 w 4749622"/>
                    <a:gd name="connsiteY37" fmla="*/ 316968 h 1737182"/>
                    <a:gd name="connsiteX38" fmla="*/ 1778236 w 4749622"/>
                    <a:gd name="connsiteY38" fmla="*/ 17957 h 1737182"/>
                    <a:gd name="connsiteX39" fmla="*/ 909793 w 4749622"/>
                    <a:gd name="connsiteY39" fmla="*/ 17957 h 1737182"/>
                    <a:gd name="connsiteX40" fmla="*/ 889236 w 4749622"/>
                    <a:gd name="connsiteY40" fmla="*/ 0 h 1737182"/>
                    <a:gd name="connsiteX41" fmla="*/ 868326 w 4749622"/>
                    <a:gd name="connsiteY41" fmla="*/ 20911 h 1737182"/>
                    <a:gd name="connsiteX42" fmla="*/ 889236 w 4749622"/>
                    <a:gd name="connsiteY42" fmla="*/ 41821 h 1737182"/>
                    <a:gd name="connsiteX43" fmla="*/ 909793 w 4749622"/>
                    <a:gd name="connsiteY43" fmla="*/ 23864 h 1737182"/>
                    <a:gd name="connsiteX44" fmla="*/ 1772329 w 4749622"/>
                    <a:gd name="connsiteY44" fmla="*/ 23864 h 1737182"/>
                    <a:gd name="connsiteX45" fmla="*/ 1772329 w 4749622"/>
                    <a:gd name="connsiteY45" fmla="*/ 316968 h 1737182"/>
                    <a:gd name="connsiteX46" fmla="*/ 1716922 w 4749622"/>
                    <a:gd name="connsiteY46" fmla="*/ 372376 h 1737182"/>
                    <a:gd name="connsiteX47" fmla="*/ 1360613 w 4749622"/>
                    <a:gd name="connsiteY47" fmla="*/ 372376 h 1737182"/>
                    <a:gd name="connsiteX48" fmla="*/ 1183404 w 4749622"/>
                    <a:gd name="connsiteY48" fmla="*/ 549585 h 1737182"/>
                    <a:gd name="connsiteX49" fmla="*/ 41467 w 4749622"/>
                    <a:gd name="connsiteY49" fmla="*/ 549585 h 1737182"/>
                    <a:gd name="connsiteX50" fmla="*/ 20911 w 4749622"/>
                    <a:gd name="connsiteY50" fmla="*/ 531628 h 1737182"/>
                    <a:gd name="connsiteX51" fmla="*/ 0 w 4749622"/>
                    <a:gd name="connsiteY51" fmla="*/ 552539 h 1737182"/>
                    <a:gd name="connsiteX52" fmla="*/ 1938256 w 4749622"/>
                    <a:gd name="connsiteY52" fmla="*/ 1330488 h 1737182"/>
                    <a:gd name="connsiteX53" fmla="*/ 1814623 w 4749622"/>
                    <a:gd name="connsiteY53" fmla="*/ 1454120 h 1737182"/>
                    <a:gd name="connsiteX54" fmla="*/ 1778177 w 4749622"/>
                    <a:gd name="connsiteY54" fmla="*/ 1439058 h 1737182"/>
                    <a:gd name="connsiteX55" fmla="*/ 1778177 w 4749622"/>
                    <a:gd name="connsiteY55" fmla="*/ 1264093 h 1737182"/>
                    <a:gd name="connsiteX56" fmla="*/ 1938256 w 4749622"/>
                    <a:gd name="connsiteY56" fmla="*/ 1330488 h 1737182"/>
                    <a:gd name="connsiteX57" fmla="*/ 1772329 w 4749622"/>
                    <a:gd name="connsiteY57" fmla="*/ 1264093 h 1737182"/>
                    <a:gd name="connsiteX58" fmla="*/ 1772329 w 4749622"/>
                    <a:gd name="connsiteY58" fmla="*/ 1439058 h 1737182"/>
                    <a:gd name="connsiteX59" fmla="*/ 1716508 w 4749622"/>
                    <a:gd name="connsiteY59" fmla="*/ 1497714 h 1737182"/>
                    <a:gd name="connsiteX60" fmla="*/ 1775283 w 4749622"/>
                    <a:gd name="connsiteY60" fmla="*/ 1556489 h 1737182"/>
                    <a:gd name="connsiteX61" fmla="*/ 1834057 w 4749622"/>
                    <a:gd name="connsiteY61" fmla="*/ 1497714 h 1737182"/>
                    <a:gd name="connsiteX62" fmla="*/ 1818817 w 4749622"/>
                    <a:gd name="connsiteY62" fmla="*/ 1458315 h 1737182"/>
                    <a:gd name="connsiteX63" fmla="*/ 1942450 w 4749622"/>
                    <a:gd name="connsiteY63" fmla="*/ 1334682 h 1737182"/>
                    <a:gd name="connsiteX64" fmla="*/ 2008904 w 4749622"/>
                    <a:gd name="connsiteY64" fmla="*/ 1497714 h 1737182"/>
                    <a:gd name="connsiteX65" fmla="*/ 1775224 w 4749622"/>
                    <a:gd name="connsiteY65" fmla="*/ 1731394 h 1737182"/>
                    <a:gd name="connsiteX66" fmla="*/ 1541544 w 4749622"/>
                    <a:gd name="connsiteY66" fmla="*/ 1497714 h 1737182"/>
                    <a:gd name="connsiteX67" fmla="*/ 1772329 w 4749622"/>
                    <a:gd name="connsiteY67" fmla="*/ 1264093 h 173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4749622" h="1737182">
                      <a:moveTo>
                        <a:pt x="0" y="552539"/>
                      </a:moveTo>
                      <a:cubicBezTo>
                        <a:pt x="0" y="564057"/>
                        <a:pt x="9333" y="573449"/>
                        <a:pt x="20911" y="573449"/>
                      </a:cubicBezTo>
                      <a:cubicBezTo>
                        <a:pt x="31425" y="573449"/>
                        <a:pt x="40049" y="565652"/>
                        <a:pt x="41467" y="555492"/>
                      </a:cubicBezTo>
                      <a:lnTo>
                        <a:pt x="1185767" y="555492"/>
                      </a:lnTo>
                      <a:lnTo>
                        <a:pt x="1362976" y="378283"/>
                      </a:lnTo>
                      <a:lnTo>
                        <a:pt x="1716863" y="378283"/>
                      </a:lnTo>
                      <a:cubicBezTo>
                        <a:pt x="1718340" y="408231"/>
                        <a:pt x="1742322" y="432213"/>
                        <a:pt x="1772270" y="433690"/>
                      </a:cubicBezTo>
                      <a:lnTo>
                        <a:pt x="1772270" y="1258127"/>
                      </a:lnTo>
                      <a:cubicBezTo>
                        <a:pt x="1641549" y="1259722"/>
                        <a:pt x="1535637" y="1366520"/>
                        <a:pt x="1535637" y="1497596"/>
                      </a:cubicBezTo>
                      <a:cubicBezTo>
                        <a:pt x="1535637" y="1629676"/>
                        <a:pt x="1643085" y="1737183"/>
                        <a:pt x="1775224" y="1737183"/>
                      </a:cubicBezTo>
                      <a:cubicBezTo>
                        <a:pt x="1907304" y="1737183"/>
                        <a:pt x="2014811" y="1629735"/>
                        <a:pt x="2014811" y="1497596"/>
                      </a:cubicBezTo>
                      <a:cubicBezTo>
                        <a:pt x="2014811" y="1432619"/>
                        <a:pt x="1988761" y="1373608"/>
                        <a:pt x="1946585" y="1330428"/>
                      </a:cubicBezTo>
                      <a:lnTo>
                        <a:pt x="2367162" y="909852"/>
                      </a:lnTo>
                      <a:lnTo>
                        <a:pt x="3664275" y="909852"/>
                      </a:lnTo>
                      <a:lnTo>
                        <a:pt x="3959624" y="1205200"/>
                      </a:lnTo>
                      <a:lnTo>
                        <a:pt x="4708156" y="1205200"/>
                      </a:lnTo>
                      <a:cubicBezTo>
                        <a:pt x="4709574" y="1215301"/>
                        <a:pt x="4718198" y="1223158"/>
                        <a:pt x="4728712" y="1223158"/>
                      </a:cubicBezTo>
                      <a:cubicBezTo>
                        <a:pt x="4740231" y="1223158"/>
                        <a:pt x="4749623" y="1213825"/>
                        <a:pt x="4749623" y="1202247"/>
                      </a:cubicBezTo>
                      <a:cubicBezTo>
                        <a:pt x="4749623" y="1190729"/>
                        <a:pt x="4740290" y="1181336"/>
                        <a:pt x="4728712" y="1181336"/>
                      </a:cubicBezTo>
                      <a:cubicBezTo>
                        <a:pt x="4718198" y="1181336"/>
                        <a:pt x="4709574" y="1189134"/>
                        <a:pt x="4708156" y="1199293"/>
                      </a:cubicBezTo>
                      <a:lnTo>
                        <a:pt x="3962105" y="1199293"/>
                      </a:lnTo>
                      <a:lnTo>
                        <a:pt x="3666756" y="903945"/>
                      </a:lnTo>
                      <a:lnTo>
                        <a:pt x="2364740" y="903945"/>
                      </a:lnTo>
                      <a:lnTo>
                        <a:pt x="1942450" y="1326235"/>
                      </a:lnTo>
                      <a:cubicBezTo>
                        <a:pt x="1899920" y="1284708"/>
                        <a:pt x="1842032" y="1258895"/>
                        <a:pt x="1778236" y="1258068"/>
                      </a:cubicBezTo>
                      <a:lnTo>
                        <a:pt x="1778236" y="433690"/>
                      </a:lnTo>
                      <a:cubicBezTo>
                        <a:pt x="1808185" y="432213"/>
                        <a:pt x="1832167" y="408231"/>
                        <a:pt x="1833644" y="378283"/>
                      </a:cubicBezTo>
                      <a:lnTo>
                        <a:pt x="2719159" y="378283"/>
                      </a:lnTo>
                      <a:lnTo>
                        <a:pt x="2955438" y="614562"/>
                      </a:lnTo>
                      <a:lnTo>
                        <a:pt x="4058389" y="614562"/>
                      </a:lnTo>
                      <a:cubicBezTo>
                        <a:pt x="4059806" y="624663"/>
                        <a:pt x="4068430" y="632519"/>
                        <a:pt x="4078945" y="632519"/>
                      </a:cubicBezTo>
                      <a:cubicBezTo>
                        <a:pt x="4090463" y="632519"/>
                        <a:pt x="4099856" y="623186"/>
                        <a:pt x="4099856" y="611608"/>
                      </a:cubicBezTo>
                      <a:cubicBezTo>
                        <a:pt x="4099856" y="600031"/>
                        <a:pt x="4090523" y="590698"/>
                        <a:pt x="4078945" y="590698"/>
                      </a:cubicBezTo>
                      <a:cubicBezTo>
                        <a:pt x="4068430" y="590698"/>
                        <a:pt x="4059806" y="598495"/>
                        <a:pt x="4058389" y="608655"/>
                      </a:cubicBezTo>
                      <a:lnTo>
                        <a:pt x="2957919" y="608655"/>
                      </a:lnTo>
                      <a:lnTo>
                        <a:pt x="2721640" y="372376"/>
                      </a:lnTo>
                      <a:lnTo>
                        <a:pt x="1833644" y="372376"/>
                      </a:lnTo>
                      <a:cubicBezTo>
                        <a:pt x="1832167" y="342427"/>
                        <a:pt x="1808185" y="318445"/>
                        <a:pt x="1778236" y="316968"/>
                      </a:cubicBezTo>
                      <a:lnTo>
                        <a:pt x="1778236" y="17957"/>
                      </a:lnTo>
                      <a:lnTo>
                        <a:pt x="909793" y="17957"/>
                      </a:lnTo>
                      <a:cubicBezTo>
                        <a:pt x="908375" y="7856"/>
                        <a:pt x="899751" y="0"/>
                        <a:pt x="889236" y="0"/>
                      </a:cubicBezTo>
                      <a:cubicBezTo>
                        <a:pt x="877718" y="0"/>
                        <a:pt x="868326" y="9333"/>
                        <a:pt x="868326" y="20911"/>
                      </a:cubicBezTo>
                      <a:cubicBezTo>
                        <a:pt x="868326" y="32488"/>
                        <a:pt x="877659" y="41821"/>
                        <a:pt x="889236" y="41821"/>
                      </a:cubicBezTo>
                      <a:cubicBezTo>
                        <a:pt x="899751" y="41821"/>
                        <a:pt x="908375" y="34024"/>
                        <a:pt x="909793" y="23864"/>
                      </a:cubicBezTo>
                      <a:lnTo>
                        <a:pt x="1772329" y="23864"/>
                      </a:lnTo>
                      <a:lnTo>
                        <a:pt x="1772329" y="316968"/>
                      </a:lnTo>
                      <a:cubicBezTo>
                        <a:pt x="1742381" y="318445"/>
                        <a:pt x="1718399" y="342427"/>
                        <a:pt x="1716922" y="372376"/>
                      </a:cubicBezTo>
                      <a:lnTo>
                        <a:pt x="1360613" y="372376"/>
                      </a:lnTo>
                      <a:lnTo>
                        <a:pt x="1183404" y="549585"/>
                      </a:lnTo>
                      <a:lnTo>
                        <a:pt x="41467" y="549585"/>
                      </a:lnTo>
                      <a:cubicBezTo>
                        <a:pt x="40049" y="539484"/>
                        <a:pt x="31425" y="531628"/>
                        <a:pt x="20911" y="531628"/>
                      </a:cubicBezTo>
                      <a:cubicBezTo>
                        <a:pt x="9333" y="531687"/>
                        <a:pt x="0" y="541020"/>
                        <a:pt x="0" y="552539"/>
                      </a:cubicBezTo>
                      <a:close/>
                      <a:moveTo>
                        <a:pt x="1938256" y="1330488"/>
                      </a:moveTo>
                      <a:lnTo>
                        <a:pt x="1814623" y="1454120"/>
                      </a:lnTo>
                      <a:cubicBezTo>
                        <a:pt x="1804877" y="1445319"/>
                        <a:pt x="1792177" y="1439767"/>
                        <a:pt x="1778177" y="1439058"/>
                      </a:cubicBezTo>
                      <a:lnTo>
                        <a:pt x="1778177" y="1264093"/>
                      </a:lnTo>
                      <a:cubicBezTo>
                        <a:pt x="1840437" y="1264861"/>
                        <a:pt x="1896789" y="1290025"/>
                        <a:pt x="1938256" y="1330488"/>
                      </a:cubicBezTo>
                      <a:close/>
                      <a:moveTo>
                        <a:pt x="1772329" y="1264093"/>
                      </a:moveTo>
                      <a:lnTo>
                        <a:pt x="1772329" y="1439058"/>
                      </a:lnTo>
                      <a:cubicBezTo>
                        <a:pt x="1741259" y="1440594"/>
                        <a:pt x="1716508" y="1466230"/>
                        <a:pt x="1716508" y="1497714"/>
                      </a:cubicBezTo>
                      <a:cubicBezTo>
                        <a:pt x="1716508" y="1530202"/>
                        <a:pt x="1742794" y="1556489"/>
                        <a:pt x="1775283" y="1556489"/>
                      </a:cubicBezTo>
                      <a:cubicBezTo>
                        <a:pt x="1807771" y="1556489"/>
                        <a:pt x="1834057" y="1530202"/>
                        <a:pt x="1834057" y="1497714"/>
                      </a:cubicBezTo>
                      <a:cubicBezTo>
                        <a:pt x="1834057" y="1482533"/>
                        <a:pt x="1828268" y="1468770"/>
                        <a:pt x="1818817" y="1458315"/>
                      </a:cubicBezTo>
                      <a:lnTo>
                        <a:pt x="1942450" y="1334682"/>
                      </a:lnTo>
                      <a:cubicBezTo>
                        <a:pt x="1983563" y="1376798"/>
                        <a:pt x="2008904" y="1434332"/>
                        <a:pt x="2008904" y="1497714"/>
                      </a:cubicBezTo>
                      <a:cubicBezTo>
                        <a:pt x="2008904" y="1626545"/>
                        <a:pt x="1904055" y="1731394"/>
                        <a:pt x="1775224" y="1731394"/>
                      </a:cubicBezTo>
                      <a:cubicBezTo>
                        <a:pt x="1646393" y="1731394"/>
                        <a:pt x="1541544" y="1626545"/>
                        <a:pt x="1541544" y="1497714"/>
                      </a:cubicBezTo>
                      <a:cubicBezTo>
                        <a:pt x="1541603" y="1369828"/>
                        <a:pt x="1644857" y="1265688"/>
                        <a:pt x="1772329" y="12640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54" name="Freeform: Shape 1253">
                  <a:extLst>
                    <a:ext uri="{FF2B5EF4-FFF2-40B4-BE49-F238E27FC236}">
                      <a16:creationId xmlns:a16="http://schemas.microsoft.com/office/drawing/2014/main" id="{C3CF46AF-9C37-CEE2-1CCA-1CB55E66517E}"/>
                    </a:ext>
                  </a:extLst>
                </p:cNvPr>
                <p:cNvSpPr/>
                <p:nvPr/>
              </p:nvSpPr>
              <p:spPr>
                <a:xfrm>
                  <a:off x="1113287" y="1831457"/>
                  <a:ext cx="2936180" cy="201073"/>
                </a:xfrm>
                <a:custGeom>
                  <a:avLst/>
                  <a:gdLst>
                    <a:gd name="connsiteX0" fmla="*/ 2915270 w 2936180"/>
                    <a:gd name="connsiteY0" fmla="*/ 201073 h 201073"/>
                    <a:gd name="connsiteX1" fmla="*/ 2894714 w 2936180"/>
                    <a:gd name="connsiteY1" fmla="*/ 183116 h 201073"/>
                    <a:gd name="connsiteX2" fmla="*/ 1791704 w 2936180"/>
                    <a:gd name="connsiteY2" fmla="*/ 183116 h 201073"/>
                    <a:gd name="connsiteX3" fmla="*/ 1614495 w 2936180"/>
                    <a:gd name="connsiteY3" fmla="*/ 5907 h 201073"/>
                    <a:gd name="connsiteX4" fmla="*/ 671860 w 2936180"/>
                    <a:gd name="connsiteY4" fmla="*/ 5907 h 201073"/>
                    <a:gd name="connsiteX5" fmla="*/ 553720 w 2936180"/>
                    <a:gd name="connsiteY5" fmla="*/ 124047 h 201073"/>
                    <a:gd name="connsiteX6" fmla="*/ 41467 w 2936180"/>
                    <a:gd name="connsiteY6" fmla="*/ 124047 h 201073"/>
                    <a:gd name="connsiteX7" fmla="*/ 20911 w 2936180"/>
                    <a:gd name="connsiteY7" fmla="*/ 142004 h 201073"/>
                    <a:gd name="connsiteX8" fmla="*/ 0 w 2936180"/>
                    <a:gd name="connsiteY8" fmla="*/ 121093 h 201073"/>
                    <a:gd name="connsiteX9" fmla="*/ 20911 w 2936180"/>
                    <a:gd name="connsiteY9" fmla="*/ 100182 h 201073"/>
                    <a:gd name="connsiteX10" fmla="*/ 41467 w 2936180"/>
                    <a:gd name="connsiteY10" fmla="*/ 118140 h 201073"/>
                    <a:gd name="connsiteX11" fmla="*/ 551298 w 2936180"/>
                    <a:gd name="connsiteY11" fmla="*/ 118140 h 201073"/>
                    <a:gd name="connsiteX12" fmla="*/ 669438 w 2936180"/>
                    <a:gd name="connsiteY12" fmla="*/ 0 h 201073"/>
                    <a:gd name="connsiteX13" fmla="*/ 1616976 w 2936180"/>
                    <a:gd name="connsiteY13" fmla="*/ 0 h 201073"/>
                    <a:gd name="connsiteX14" fmla="*/ 1794185 w 2936180"/>
                    <a:gd name="connsiteY14" fmla="*/ 177209 h 201073"/>
                    <a:gd name="connsiteX15" fmla="*/ 2894714 w 2936180"/>
                    <a:gd name="connsiteY15" fmla="*/ 177209 h 201073"/>
                    <a:gd name="connsiteX16" fmla="*/ 2915270 w 2936180"/>
                    <a:gd name="connsiteY16" fmla="*/ 159252 h 201073"/>
                    <a:gd name="connsiteX17" fmla="*/ 2936181 w 2936180"/>
                    <a:gd name="connsiteY17" fmla="*/ 180163 h 201073"/>
                    <a:gd name="connsiteX18" fmla="*/ 2915270 w 2936180"/>
                    <a:gd name="connsiteY18" fmla="*/ 201073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36180" h="201073">
                      <a:moveTo>
                        <a:pt x="2915270" y="201073"/>
                      </a:moveTo>
                      <a:cubicBezTo>
                        <a:pt x="2904756" y="201073"/>
                        <a:pt x="2896132" y="193276"/>
                        <a:pt x="2894714" y="183116"/>
                      </a:cubicBezTo>
                      <a:lnTo>
                        <a:pt x="1791704" y="183116"/>
                      </a:lnTo>
                      <a:lnTo>
                        <a:pt x="1614495" y="5907"/>
                      </a:lnTo>
                      <a:lnTo>
                        <a:pt x="671860" y="5907"/>
                      </a:lnTo>
                      <a:lnTo>
                        <a:pt x="553720" y="124047"/>
                      </a:lnTo>
                      <a:lnTo>
                        <a:pt x="41467" y="124047"/>
                      </a:lnTo>
                      <a:cubicBezTo>
                        <a:pt x="40049" y="134147"/>
                        <a:pt x="31425" y="142004"/>
                        <a:pt x="20911" y="142004"/>
                      </a:cubicBezTo>
                      <a:cubicBezTo>
                        <a:pt x="9392" y="142004"/>
                        <a:pt x="0" y="132671"/>
                        <a:pt x="0" y="121093"/>
                      </a:cubicBezTo>
                      <a:cubicBezTo>
                        <a:pt x="0" y="109574"/>
                        <a:pt x="9333" y="100182"/>
                        <a:pt x="20911" y="100182"/>
                      </a:cubicBezTo>
                      <a:cubicBezTo>
                        <a:pt x="31425" y="100182"/>
                        <a:pt x="40049" y="107980"/>
                        <a:pt x="41467" y="118140"/>
                      </a:cubicBezTo>
                      <a:lnTo>
                        <a:pt x="551298" y="118140"/>
                      </a:lnTo>
                      <a:lnTo>
                        <a:pt x="669438" y="0"/>
                      </a:lnTo>
                      <a:lnTo>
                        <a:pt x="1616976" y="0"/>
                      </a:lnTo>
                      <a:lnTo>
                        <a:pt x="1794185" y="177209"/>
                      </a:lnTo>
                      <a:lnTo>
                        <a:pt x="2894714" y="177209"/>
                      </a:lnTo>
                      <a:cubicBezTo>
                        <a:pt x="2896132" y="167108"/>
                        <a:pt x="2904756" y="159252"/>
                        <a:pt x="2915270" y="159252"/>
                      </a:cubicBezTo>
                      <a:cubicBezTo>
                        <a:pt x="2926789" y="159252"/>
                        <a:pt x="2936181" y="168585"/>
                        <a:pt x="2936181" y="180163"/>
                      </a:cubicBezTo>
                      <a:cubicBezTo>
                        <a:pt x="2936181" y="191741"/>
                        <a:pt x="2926789" y="201073"/>
                        <a:pt x="2915270" y="20107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55" name="Freeform: Shape 1254">
                  <a:extLst>
                    <a:ext uri="{FF2B5EF4-FFF2-40B4-BE49-F238E27FC236}">
                      <a16:creationId xmlns:a16="http://schemas.microsoft.com/office/drawing/2014/main" id="{DC4080E8-4557-BC75-0EE8-39F84B67B0F8}"/>
                    </a:ext>
                  </a:extLst>
                </p:cNvPr>
                <p:cNvSpPr/>
                <p:nvPr/>
              </p:nvSpPr>
              <p:spPr>
                <a:xfrm>
                  <a:off x="3939625" y="1922670"/>
                  <a:ext cx="177764" cy="177840"/>
                </a:xfrm>
                <a:custGeom>
                  <a:avLst/>
                  <a:gdLst>
                    <a:gd name="connsiteX0" fmla="*/ 19348 w 177764"/>
                    <a:gd name="connsiteY0" fmla="*/ 144416 h 177840"/>
                    <a:gd name="connsiteX1" fmla="*/ 19348 w 177764"/>
                    <a:gd name="connsiteY1" fmla="*/ 175369 h 177840"/>
                    <a:gd name="connsiteX2" fmla="*/ 27736 w 177764"/>
                    <a:gd name="connsiteY2" fmla="*/ 166922 h 177840"/>
                    <a:gd name="connsiteX3" fmla="*/ 27736 w 177764"/>
                    <a:gd name="connsiteY3" fmla="*/ 153513 h 177840"/>
                    <a:gd name="connsiteX4" fmla="*/ 144340 w 177764"/>
                    <a:gd name="connsiteY4" fmla="*/ 158475 h 177840"/>
                    <a:gd name="connsiteX5" fmla="*/ 175293 w 177764"/>
                    <a:gd name="connsiteY5" fmla="*/ 158475 h 177840"/>
                    <a:gd name="connsiteX6" fmla="*/ 166846 w 177764"/>
                    <a:gd name="connsiteY6" fmla="*/ 150028 h 177840"/>
                    <a:gd name="connsiteX7" fmla="*/ 153437 w 177764"/>
                    <a:gd name="connsiteY7" fmla="*/ 150028 h 177840"/>
                    <a:gd name="connsiteX8" fmla="*/ 158399 w 177764"/>
                    <a:gd name="connsiteY8" fmla="*/ 33424 h 177840"/>
                    <a:gd name="connsiteX9" fmla="*/ 158399 w 177764"/>
                    <a:gd name="connsiteY9" fmla="*/ 2472 h 177840"/>
                    <a:gd name="connsiteX10" fmla="*/ 149952 w 177764"/>
                    <a:gd name="connsiteY10" fmla="*/ 10919 h 177840"/>
                    <a:gd name="connsiteX11" fmla="*/ 149952 w 177764"/>
                    <a:gd name="connsiteY11" fmla="*/ 24327 h 177840"/>
                    <a:gd name="connsiteX12" fmla="*/ 33348 w 177764"/>
                    <a:gd name="connsiteY12" fmla="*/ 19366 h 177840"/>
                    <a:gd name="connsiteX13" fmla="*/ 2395 w 177764"/>
                    <a:gd name="connsiteY13" fmla="*/ 19366 h 177840"/>
                    <a:gd name="connsiteX14" fmla="*/ 10843 w 177764"/>
                    <a:gd name="connsiteY14" fmla="*/ 27813 h 177840"/>
                    <a:gd name="connsiteX15" fmla="*/ 24251 w 177764"/>
                    <a:gd name="connsiteY15" fmla="*/ 27813 h 177840"/>
                    <a:gd name="connsiteX16" fmla="*/ 19348 w 177764"/>
                    <a:gd name="connsiteY16" fmla="*/ 144416 h 177840"/>
                    <a:gd name="connsiteX17" fmla="*/ 27796 w 177764"/>
                    <a:gd name="connsiteY17" fmla="*/ 30530 h 177840"/>
                    <a:gd name="connsiteX18" fmla="*/ 27796 w 177764"/>
                    <a:gd name="connsiteY18" fmla="*/ 44707 h 177840"/>
                    <a:gd name="connsiteX19" fmla="*/ 36242 w 177764"/>
                    <a:gd name="connsiteY19" fmla="*/ 53154 h 177840"/>
                    <a:gd name="connsiteX20" fmla="*/ 36242 w 177764"/>
                    <a:gd name="connsiteY20" fmla="*/ 22792 h 177840"/>
                    <a:gd name="connsiteX21" fmla="*/ 147412 w 177764"/>
                    <a:gd name="connsiteY21" fmla="*/ 27872 h 177840"/>
                    <a:gd name="connsiteX22" fmla="*/ 133235 w 177764"/>
                    <a:gd name="connsiteY22" fmla="*/ 27872 h 177840"/>
                    <a:gd name="connsiteX23" fmla="*/ 124788 w 177764"/>
                    <a:gd name="connsiteY23" fmla="*/ 36319 h 177840"/>
                    <a:gd name="connsiteX24" fmla="*/ 155150 w 177764"/>
                    <a:gd name="connsiteY24" fmla="*/ 36319 h 177840"/>
                    <a:gd name="connsiteX25" fmla="*/ 150070 w 177764"/>
                    <a:gd name="connsiteY25" fmla="*/ 147488 h 177840"/>
                    <a:gd name="connsiteX26" fmla="*/ 150070 w 177764"/>
                    <a:gd name="connsiteY26" fmla="*/ 133311 h 177840"/>
                    <a:gd name="connsiteX27" fmla="*/ 141623 w 177764"/>
                    <a:gd name="connsiteY27" fmla="*/ 124864 h 177840"/>
                    <a:gd name="connsiteX28" fmla="*/ 141623 w 177764"/>
                    <a:gd name="connsiteY28" fmla="*/ 155226 h 177840"/>
                    <a:gd name="connsiteX29" fmla="*/ 30453 w 177764"/>
                    <a:gd name="connsiteY29" fmla="*/ 150146 h 177840"/>
                    <a:gd name="connsiteX30" fmla="*/ 44630 w 177764"/>
                    <a:gd name="connsiteY30" fmla="*/ 150146 h 177840"/>
                    <a:gd name="connsiteX31" fmla="*/ 53077 w 177764"/>
                    <a:gd name="connsiteY31" fmla="*/ 141699 h 177840"/>
                    <a:gd name="connsiteX32" fmla="*/ 22715 w 177764"/>
                    <a:gd name="connsiteY32" fmla="*/ 141699 h 177840"/>
                    <a:gd name="connsiteX33" fmla="*/ 27796 w 177764"/>
                    <a:gd name="connsiteY33" fmla="*/ 30530 h 177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840">
                      <a:moveTo>
                        <a:pt x="19348" y="144416"/>
                      </a:moveTo>
                      <a:lnTo>
                        <a:pt x="19348" y="175369"/>
                      </a:lnTo>
                      <a:lnTo>
                        <a:pt x="27736" y="166922"/>
                      </a:lnTo>
                      <a:lnTo>
                        <a:pt x="27736" y="153513"/>
                      </a:lnTo>
                      <a:cubicBezTo>
                        <a:pt x="60107" y="184170"/>
                        <a:pt x="110080" y="185883"/>
                        <a:pt x="144340" y="158475"/>
                      </a:cubicBezTo>
                      <a:lnTo>
                        <a:pt x="175293" y="158475"/>
                      </a:lnTo>
                      <a:lnTo>
                        <a:pt x="166846" y="150028"/>
                      </a:lnTo>
                      <a:lnTo>
                        <a:pt x="153437" y="150028"/>
                      </a:lnTo>
                      <a:cubicBezTo>
                        <a:pt x="184094" y="117599"/>
                        <a:pt x="185807" y="67685"/>
                        <a:pt x="158399" y="33424"/>
                      </a:cubicBezTo>
                      <a:lnTo>
                        <a:pt x="158399" y="2472"/>
                      </a:lnTo>
                      <a:lnTo>
                        <a:pt x="149952" y="10919"/>
                      </a:lnTo>
                      <a:lnTo>
                        <a:pt x="149952" y="24327"/>
                      </a:lnTo>
                      <a:cubicBezTo>
                        <a:pt x="117581" y="-6330"/>
                        <a:pt x="67609" y="-8043"/>
                        <a:pt x="33348" y="19366"/>
                      </a:cubicBezTo>
                      <a:lnTo>
                        <a:pt x="2395" y="19366"/>
                      </a:lnTo>
                      <a:lnTo>
                        <a:pt x="10843" y="27813"/>
                      </a:lnTo>
                      <a:lnTo>
                        <a:pt x="24251" y="27813"/>
                      </a:lnTo>
                      <a:cubicBezTo>
                        <a:pt x="-6347" y="60242"/>
                        <a:pt x="-8001" y="110156"/>
                        <a:pt x="19348" y="144416"/>
                      </a:cubicBezTo>
                      <a:close/>
                      <a:moveTo>
                        <a:pt x="27796" y="30530"/>
                      </a:moveTo>
                      <a:lnTo>
                        <a:pt x="27796" y="44707"/>
                      </a:lnTo>
                      <a:lnTo>
                        <a:pt x="36242" y="53154"/>
                      </a:lnTo>
                      <a:lnTo>
                        <a:pt x="36242" y="22792"/>
                      </a:lnTo>
                      <a:cubicBezTo>
                        <a:pt x="68967" y="-3317"/>
                        <a:pt x="116636" y="-1604"/>
                        <a:pt x="147412" y="27872"/>
                      </a:cubicBezTo>
                      <a:lnTo>
                        <a:pt x="133235" y="27872"/>
                      </a:lnTo>
                      <a:lnTo>
                        <a:pt x="124788" y="36319"/>
                      </a:lnTo>
                      <a:lnTo>
                        <a:pt x="155150" y="36319"/>
                      </a:lnTo>
                      <a:cubicBezTo>
                        <a:pt x="181259" y="69043"/>
                        <a:pt x="179546" y="116713"/>
                        <a:pt x="150070" y="147488"/>
                      </a:cubicBezTo>
                      <a:lnTo>
                        <a:pt x="150070" y="133311"/>
                      </a:lnTo>
                      <a:lnTo>
                        <a:pt x="141623" y="124864"/>
                      </a:lnTo>
                      <a:lnTo>
                        <a:pt x="141623" y="155226"/>
                      </a:lnTo>
                      <a:cubicBezTo>
                        <a:pt x="108898" y="181335"/>
                        <a:pt x="61229" y="179622"/>
                        <a:pt x="30453" y="150146"/>
                      </a:cubicBezTo>
                      <a:lnTo>
                        <a:pt x="44630" y="150146"/>
                      </a:lnTo>
                      <a:lnTo>
                        <a:pt x="53077" y="141699"/>
                      </a:lnTo>
                      <a:lnTo>
                        <a:pt x="22715" y="141699"/>
                      </a:lnTo>
                      <a:cubicBezTo>
                        <a:pt x="-3334" y="108974"/>
                        <a:pt x="-1681" y="61305"/>
                        <a:pt x="27796" y="305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56" name="Freeform: Shape 1255">
                  <a:extLst>
                    <a:ext uri="{FF2B5EF4-FFF2-40B4-BE49-F238E27FC236}">
                      <a16:creationId xmlns:a16="http://schemas.microsoft.com/office/drawing/2014/main" id="{B2778D2A-A53C-3F7C-3C68-910F2313973E}"/>
                    </a:ext>
                  </a:extLst>
                </p:cNvPr>
                <p:cNvSpPr/>
                <p:nvPr/>
              </p:nvSpPr>
              <p:spPr>
                <a:xfrm>
                  <a:off x="3112330" y="4108370"/>
                  <a:ext cx="177787" cy="177790"/>
                </a:xfrm>
                <a:custGeom>
                  <a:avLst/>
                  <a:gdLst>
                    <a:gd name="connsiteX0" fmla="*/ 19372 w 177787"/>
                    <a:gd name="connsiteY0" fmla="*/ 144357 h 177790"/>
                    <a:gd name="connsiteX1" fmla="*/ 19372 w 177787"/>
                    <a:gd name="connsiteY1" fmla="*/ 175310 h 177790"/>
                    <a:gd name="connsiteX2" fmla="*/ 27760 w 177787"/>
                    <a:gd name="connsiteY2" fmla="*/ 166863 h 177790"/>
                    <a:gd name="connsiteX3" fmla="*/ 27760 w 177787"/>
                    <a:gd name="connsiteY3" fmla="*/ 153454 h 177790"/>
                    <a:gd name="connsiteX4" fmla="*/ 144363 w 177787"/>
                    <a:gd name="connsiteY4" fmla="*/ 158475 h 177790"/>
                    <a:gd name="connsiteX5" fmla="*/ 175316 w 177787"/>
                    <a:gd name="connsiteY5" fmla="*/ 158475 h 177790"/>
                    <a:gd name="connsiteX6" fmla="*/ 166869 w 177787"/>
                    <a:gd name="connsiteY6" fmla="*/ 150028 h 177790"/>
                    <a:gd name="connsiteX7" fmla="*/ 153460 w 177787"/>
                    <a:gd name="connsiteY7" fmla="*/ 150028 h 177790"/>
                    <a:gd name="connsiteX8" fmla="*/ 158422 w 177787"/>
                    <a:gd name="connsiteY8" fmla="*/ 33424 h 177790"/>
                    <a:gd name="connsiteX9" fmla="*/ 158422 w 177787"/>
                    <a:gd name="connsiteY9" fmla="*/ 2472 h 177790"/>
                    <a:gd name="connsiteX10" fmla="*/ 149975 w 177787"/>
                    <a:gd name="connsiteY10" fmla="*/ 10918 h 177790"/>
                    <a:gd name="connsiteX11" fmla="*/ 149975 w 177787"/>
                    <a:gd name="connsiteY11" fmla="*/ 24327 h 177790"/>
                    <a:gd name="connsiteX12" fmla="*/ 33371 w 177787"/>
                    <a:gd name="connsiteY12" fmla="*/ 19365 h 177790"/>
                    <a:gd name="connsiteX13" fmla="*/ 2419 w 177787"/>
                    <a:gd name="connsiteY13" fmla="*/ 19365 h 177790"/>
                    <a:gd name="connsiteX14" fmla="*/ 10866 w 177787"/>
                    <a:gd name="connsiteY14" fmla="*/ 27812 h 177790"/>
                    <a:gd name="connsiteX15" fmla="*/ 24275 w 177787"/>
                    <a:gd name="connsiteY15" fmla="*/ 27812 h 177790"/>
                    <a:gd name="connsiteX16" fmla="*/ 19372 w 177787"/>
                    <a:gd name="connsiteY16" fmla="*/ 144357 h 177790"/>
                    <a:gd name="connsiteX17" fmla="*/ 27760 w 177787"/>
                    <a:gd name="connsiteY17" fmla="*/ 30411 h 177790"/>
                    <a:gd name="connsiteX18" fmla="*/ 27760 w 177787"/>
                    <a:gd name="connsiteY18" fmla="*/ 44588 h 177790"/>
                    <a:gd name="connsiteX19" fmla="*/ 36207 w 177787"/>
                    <a:gd name="connsiteY19" fmla="*/ 53035 h 177790"/>
                    <a:gd name="connsiteX20" fmla="*/ 36207 w 177787"/>
                    <a:gd name="connsiteY20" fmla="*/ 22673 h 177790"/>
                    <a:gd name="connsiteX21" fmla="*/ 147376 w 177787"/>
                    <a:gd name="connsiteY21" fmla="*/ 27754 h 177790"/>
                    <a:gd name="connsiteX22" fmla="*/ 133199 w 177787"/>
                    <a:gd name="connsiteY22" fmla="*/ 27754 h 177790"/>
                    <a:gd name="connsiteX23" fmla="*/ 124752 w 177787"/>
                    <a:gd name="connsiteY23" fmla="*/ 36201 h 177790"/>
                    <a:gd name="connsiteX24" fmla="*/ 155114 w 177787"/>
                    <a:gd name="connsiteY24" fmla="*/ 36201 h 177790"/>
                    <a:gd name="connsiteX25" fmla="*/ 150034 w 177787"/>
                    <a:gd name="connsiteY25" fmla="*/ 147370 h 177790"/>
                    <a:gd name="connsiteX26" fmla="*/ 150034 w 177787"/>
                    <a:gd name="connsiteY26" fmla="*/ 133193 h 177790"/>
                    <a:gd name="connsiteX27" fmla="*/ 141587 w 177787"/>
                    <a:gd name="connsiteY27" fmla="*/ 124746 h 177790"/>
                    <a:gd name="connsiteX28" fmla="*/ 141587 w 177787"/>
                    <a:gd name="connsiteY28" fmla="*/ 155108 h 177790"/>
                    <a:gd name="connsiteX29" fmla="*/ 30418 w 177787"/>
                    <a:gd name="connsiteY29" fmla="*/ 150028 h 177790"/>
                    <a:gd name="connsiteX30" fmla="*/ 44595 w 177787"/>
                    <a:gd name="connsiteY30" fmla="*/ 150028 h 177790"/>
                    <a:gd name="connsiteX31" fmla="*/ 53041 w 177787"/>
                    <a:gd name="connsiteY31" fmla="*/ 141581 h 177790"/>
                    <a:gd name="connsiteX32" fmla="*/ 22680 w 177787"/>
                    <a:gd name="connsiteY32" fmla="*/ 141581 h 177790"/>
                    <a:gd name="connsiteX33" fmla="*/ 27760 w 177787"/>
                    <a:gd name="connsiteY33" fmla="*/ 30411 h 177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87" h="177790">
                      <a:moveTo>
                        <a:pt x="19372" y="144357"/>
                      </a:moveTo>
                      <a:lnTo>
                        <a:pt x="19372" y="175310"/>
                      </a:lnTo>
                      <a:lnTo>
                        <a:pt x="27760" y="166863"/>
                      </a:lnTo>
                      <a:lnTo>
                        <a:pt x="27760" y="153454"/>
                      </a:lnTo>
                      <a:cubicBezTo>
                        <a:pt x="60130" y="184111"/>
                        <a:pt x="110103" y="185824"/>
                        <a:pt x="144363" y="158475"/>
                      </a:cubicBezTo>
                      <a:lnTo>
                        <a:pt x="175316" y="158475"/>
                      </a:lnTo>
                      <a:lnTo>
                        <a:pt x="166869" y="150028"/>
                      </a:lnTo>
                      <a:lnTo>
                        <a:pt x="153460" y="150028"/>
                      </a:lnTo>
                      <a:cubicBezTo>
                        <a:pt x="184117" y="117598"/>
                        <a:pt x="185830" y="67684"/>
                        <a:pt x="158422" y="33424"/>
                      </a:cubicBezTo>
                      <a:lnTo>
                        <a:pt x="158422" y="2472"/>
                      </a:lnTo>
                      <a:lnTo>
                        <a:pt x="149975" y="10918"/>
                      </a:lnTo>
                      <a:lnTo>
                        <a:pt x="149975" y="24327"/>
                      </a:lnTo>
                      <a:cubicBezTo>
                        <a:pt x="117605" y="-6330"/>
                        <a:pt x="67632" y="-8043"/>
                        <a:pt x="33371" y="19365"/>
                      </a:cubicBezTo>
                      <a:lnTo>
                        <a:pt x="2419" y="19365"/>
                      </a:lnTo>
                      <a:lnTo>
                        <a:pt x="10866" y="27812"/>
                      </a:lnTo>
                      <a:lnTo>
                        <a:pt x="24275" y="27812"/>
                      </a:lnTo>
                      <a:cubicBezTo>
                        <a:pt x="-6324" y="60124"/>
                        <a:pt x="-8036" y="110038"/>
                        <a:pt x="19372" y="144357"/>
                      </a:cubicBezTo>
                      <a:close/>
                      <a:moveTo>
                        <a:pt x="27760" y="30411"/>
                      </a:moveTo>
                      <a:lnTo>
                        <a:pt x="27760" y="44588"/>
                      </a:lnTo>
                      <a:lnTo>
                        <a:pt x="36207" y="53035"/>
                      </a:lnTo>
                      <a:lnTo>
                        <a:pt x="36207" y="22673"/>
                      </a:lnTo>
                      <a:cubicBezTo>
                        <a:pt x="68931" y="-3435"/>
                        <a:pt x="116601" y="-1723"/>
                        <a:pt x="147376" y="27754"/>
                      </a:cubicBezTo>
                      <a:lnTo>
                        <a:pt x="133199" y="27754"/>
                      </a:lnTo>
                      <a:lnTo>
                        <a:pt x="124752" y="36201"/>
                      </a:lnTo>
                      <a:lnTo>
                        <a:pt x="155114" y="36201"/>
                      </a:lnTo>
                      <a:cubicBezTo>
                        <a:pt x="181223" y="68925"/>
                        <a:pt x="179510" y="116594"/>
                        <a:pt x="150034" y="147370"/>
                      </a:cubicBezTo>
                      <a:lnTo>
                        <a:pt x="150034" y="133193"/>
                      </a:lnTo>
                      <a:lnTo>
                        <a:pt x="141587" y="124746"/>
                      </a:lnTo>
                      <a:lnTo>
                        <a:pt x="141587" y="155108"/>
                      </a:lnTo>
                      <a:cubicBezTo>
                        <a:pt x="108862" y="181158"/>
                        <a:pt x="61193" y="179504"/>
                        <a:pt x="30418" y="150028"/>
                      </a:cubicBezTo>
                      <a:lnTo>
                        <a:pt x="44595" y="150028"/>
                      </a:lnTo>
                      <a:lnTo>
                        <a:pt x="53041" y="141581"/>
                      </a:lnTo>
                      <a:lnTo>
                        <a:pt x="22680" y="141581"/>
                      </a:lnTo>
                      <a:cubicBezTo>
                        <a:pt x="-3370" y="108856"/>
                        <a:pt x="-1657" y="61187"/>
                        <a:pt x="27760" y="30411"/>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57" name="Freeform: Shape 1256">
                  <a:extLst>
                    <a:ext uri="{FF2B5EF4-FFF2-40B4-BE49-F238E27FC236}">
                      <a16:creationId xmlns:a16="http://schemas.microsoft.com/office/drawing/2014/main" id="{86FD7783-E7D4-8EBF-0191-7EC5B61A460F}"/>
                    </a:ext>
                  </a:extLst>
                </p:cNvPr>
                <p:cNvSpPr/>
                <p:nvPr/>
              </p:nvSpPr>
              <p:spPr>
                <a:xfrm>
                  <a:off x="808927" y="2454830"/>
                  <a:ext cx="177764" cy="177731"/>
                </a:xfrm>
                <a:custGeom>
                  <a:avLst/>
                  <a:gdLst>
                    <a:gd name="connsiteX0" fmla="*/ 19348 w 177764"/>
                    <a:gd name="connsiteY0" fmla="*/ 144239 h 177731"/>
                    <a:gd name="connsiteX1" fmla="*/ 19348 w 177764"/>
                    <a:gd name="connsiteY1" fmla="*/ 175192 h 177731"/>
                    <a:gd name="connsiteX2" fmla="*/ 27736 w 177764"/>
                    <a:gd name="connsiteY2" fmla="*/ 166804 h 177731"/>
                    <a:gd name="connsiteX3" fmla="*/ 27736 w 177764"/>
                    <a:gd name="connsiteY3" fmla="*/ 153395 h 177731"/>
                    <a:gd name="connsiteX4" fmla="*/ 144340 w 177764"/>
                    <a:gd name="connsiteY4" fmla="*/ 158416 h 177731"/>
                    <a:gd name="connsiteX5" fmla="*/ 175293 w 177764"/>
                    <a:gd name="connsiteY5" fmla="*/ 158416 h 177731"/>
                    <a:gd name="connsiteX6" fmla="*/ 166846 w 177764"/>
                    <a:gd name="connsiteY6" fmla="*/ 150028 h 177731"/>
                    <a:gd name="connsiteX7" fmla="*/ 153437 w 177764"/>
                    <a:gd name="connsiteY7" fmla="*/ 150028 h 177731"/>
                    <a:gd name="connsiteX8" fmla="*/ 158399 w 177764"/>
                    <a:gd name="connsiteY8" fmla="*/ 33424 h 177731"/>
                    <a:gd name="connsiteX9" fmla="*/ 158399 w 177764"/>
                    <a:gd name="connsiteY9" fmla="*/ 2472 h 177731"/>
                    <a:gd name="connsiteX10" fmla="*/ 149952 w 177764"/>
                    <a:gd name="connsiteY10" fmla="*/ 10919 h 177731"/>
                    <a:gd name="connsiteX11" fmla="*/ 149952 w 177764"/>
                    <a:gd name="connsiteY11" fmla="*/ 24328 h 177731"/>
                    <a:gd name="connsiteX12" fmla="*/ 33348 w 177764"/>
                    <a:gd name="connsiteY12" fmla="*/ 19365 h 177731"/>
                    <a:gd name="connsiteX13" fmla="*/ 2395 w 177764"/>
                    <a:gd name="connsiteY13" fmla="*/ 19365 h 177731"/>
                    <a:gd name="connsiteX14" fmla="*/ 10842 w 177764"/>
                    <a:gd name="connsiteY14" fmla="*/ 27813 h 177731"/>
                    <a:gd name="connsiteX15" fmla="*/ 24251 w 177764"/>
                    <a:gd name="connsiteY15" fmla="*/ 27813 h 177731"/>
                    <a:gd name="connsiteX16" fmla="*/ 19348 w 177764"/>
                    <a:gd name="connsiteY16" fmla="*/ 144239 h 177731"/>
                    <a:gd name="connsiteX17" fmla="*/ 27795 w 177764"/>
                    <a:gd name="connsiteY17" fmla="*/ 30293 h 177731"/>
                    <a:gd name="connsiteX18" fmla="*/ 27795 w 177764"/>
                    <a:gd name="connsiteY18" fmla="*/ 44470 h 177731"/>
                    <a:gd name="connsiteX19" fmla="*/ 36242 w 177764"/>
                    <a:gd name="connsiteY19" fmla="*/ 52917 h 177731"/>
                    <a:gd name="connsiteX20" fmla="*/ 36242 w 177764"/>
                    <a:gd name="connsiteY20" fmla="*/ 22555 h 177731"/>
                    <a:gd name="connsiteX21" fmla="*/ 147412 w 177764"/>
                    <a:gd name="connsiteY21" fmla="*/ 27635 h 177731"/>
                    <a:gd name="connsiteX22" fmla="*/ 133235 w 177764"/>
                    <a:gd name="connsiteY22" fmla="*/ 27635 h 177731"/>
                    <a:gd name="connsiteX23" fmla="*/ 124788 w 177764"/>
                    <a:gd name="connsiteY23" fmla="*/ 36082 h 177731"/>
                    <a:gd name="connsiteX24" fmla="*/ 155150 w 177764"/>
                    <a:gd name="connsiteY24" fmla="*/ 36082 h 177731"/>
                    <a:gd name="connsiteX25" fmla="*/ 150070 w 177764"/>
                    <a:gd name="connsiteY25" fmla="*/ 147252 h 177731"/>
                    <a:gd name="connsiteX26" fmla="*/ 150070 w 177764"/>
                    <a:gd name="connsiteY26" fmla="*/ 133075 h 177731"/>
                    <a:gd name="connsiteX27" fmla="*/ 141623 w 177764"/>
                    <a:gd name="connsiteY27" fmla="*/ 124628 h 177731"/>
                    <a:gd name="connsiteX28" fmla="*/ 141623 w 177764"/>
                    <a:gd name="connsiteY28" fmla="*/ 154990 h 177731"/>
                    <a:gd name="connsiteX29" fmla="*/ 30454 w 177764"/>
                    <a:gd name="connsiteY29" fmla="*/ 149910 h 177731"/>
                    <a:gd name="connsiteX30" fmla="*/ 44630 w 177764"/>
                    <a:gd name="connsiteY30" fmla="*/ 149910 h 177731"/>
                    <a:gd name="connsiteX31" fmla="*/ 53077 w 177764"/>
                    <a:gd name="connsiteY31" fmla="*/ 141463 h 177731"/>
                    <a:gd name="connsiteX32" fmla="*/ 22715 w 177764"/>
                    <a:gd name="connsiteY32" fmla="*/ 141463 h 177731"/>
                    <a:gd name="connsiteX33" fmla="*/ 27795 w 177764"/>
                    <a:gd name="connsiteY33" fmla="*/ 30293 h 177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731">
                      <a:moveTo>
                        <a:pt x="19348" y="144239"/>
                      </a:moveTo>
                      <a:lnTo>
                        <a:pt x="19348" y="175192"/>
                      </a:lnTo>
                      <a:lnTo>
                        <a:pt x="27736" y="166804"/>
                      </a:lnTo>
                      <a:lnTo>
                        <a:pt x="27736" y="153395"/>
                      </a:lnTo>
                      <a:cubicBezTo>
                        <a:pt x="60107" y="184052"/>
                        <a:pt x="110080" y="185765"/>
                        <a:pt x="144340" y="158416"/>
                      </a:cubicBezTo>
                      <a:lnTo>
                        <a:pt x="175293" y="158416"/>
                      </a:lnTo>
                      <a:lnTo>
                        <a:pt x="166846" y="150028"/>
                      </a:lnTo>
                      <a:lnTo>
                        <a:pt x="153437" y="150028"/>
                      </a:lnTo>
                      <a:cubicBezTo>
                        <a:pt x="184094" y="117599"/>
                        <a:pt x="185807" y="67685"/>
                        <a:pt x="158399" y="33424"/>
                      </a:cubicBezTo>
                      <a:lnTo>
                        <a:pt x="158399" y="2472"/>
                      </a:lnTo>
                      <a:lnTo>
                        <a:pt x="149952" y="10919"/>
                      </a:lnTo>
                      <a:lnTo>
                        <a:pt x="149952" y="24328"/>
                      </a:lnTo>
                      <a:cubicBezTo>
                        <a:pt x="117582" y="-6330"/>
                        <a:pt x="67608" y="-8043"/>
                        <a:pt x="33348" y="19365"/>
                      </a:cubicBezTo>
                      <a:lnTo>
                        <a:pt x="2395" y="19365"/>
                      </a:lnTo>
                      <a:lnTo>
                        <a:pt x="10842" y="27813"/>
                      </a:lnTo>
                      <a:lnTo>
                        <a:pt x="24251" y="27813"/>
                      </a:lnTo>
                      <a:cubicBezTo>
                        <a:pt x="-6347" y="60006"/>
                        <a:pt x="-8001" y="109920"/>
                        <a:pt x="19348" y="144239"/>
                      </a:cubicBezTo>
                      <a:close/>
                      <a:moveTo>
                        <a:pt x="27795" y="30293"/>
                      </a:moveTo>
                      <a:lnTo>
                        <a:pt x="27795" y="44470"/>
                      </a:lnTo>
                      <a:lnTo>
                        <a:pt x="36242" y="52917"/>
                      </a:lnTo>
                      <a:lnTo>
                        <a:pt x="36242" y="22555"/>
                      </a:lnTo>
                      <a:cubicBezTo>
                        <a:pt x="68967" y="-3553"/>
                        <a:pt x="116636" y="-1841"/>
                        <a:pt x="147412" y="27635"/>
                      </a:cubicBezTo>
                      <a:lnTo>
                        <a:pt x="133235" y="27635"/>
                      </a:lnTo>
                      <a:lnTo>
                        <a:pt x="124788" y="36082"/>
                      </a:lnTo>
                      <a:lnTo>
                        <a:pt x="155150" y="36082"/>
                      </a:lnTo>
                      <a:cubicBezTo>
                        <a:pt x="181259" y="68807"/>
                        <a:pt x="179546" y="116476"/>
                        <a:pt x="150070" y="147252"/>
                      </a:cubicBezTo>
                      <a:lnTo>
                        <a:pt x="150070" y="133075"/>
                      </a:lnTo>
                      <a:lnTo>
                        <a:pt x="141623" y="124628"/>
                      </a:lnTo>
                      <a:lnTo>
                        <a:pt x="141623" y="154990"/>
                      </a:lnTo>
                      <a:cubicBezTo>
                        <a:pt x="108898" y="181040"/>
                        <a:pt x="61229" y="179386"/>
                        <a:pt x="30454" y="149910"/>
                      </a:cubicBezTo>
                      <a:lnTo>
                        <a:pt x="44630" y="149910"/>
                      </a:lnTo>
                      <a:lnTo>
                        <a:pt x="53077" y="141463"/>
                      </a:lnTo>
                      <a:lnTo>
                        <a:pt x="22715" y="141463"/>
                      </a:lnTo>
                      <a:cubicBezTo>
                        <a:pt x="-3334" y="108738"/>
                        <a:pt x="-1680" y="61069"/>
                        <a:pt x="27795" y="302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1258" name="Graphic 4773">
                  <a:extLst>
                    <a:ext uri="{FF2B5EF4-FFF2-40B4-BE49-F238E27FC236}">
                      <a16:creationId xmlns:a16="http://schemas.microsoft.com/office/drawing/2014/main" id="{D7985DE9-7F3E-F19E-0CEC-DADF01D3FEAE}"/>
                    </a:ext>
                  </a:extLst>
                </p:cNvPr>
                <p:cNvGrpSpPr/>
                <p:nvPr/>
              </p:nvGrpSpPr>
              <p:grpSpPr>
                <a:xfrm>
                  <a:off x="1739250" y="2188416"/>
                  <a:ext cx="502742" cy="119025"/>
                  <a:chOff x="1739250" y="2188416"/>
                  <a:chExt cx="502742" cy="119025"/>
                </a:xfrm>
                <a:grpFill/>
              </p:grpSpPr>
              <p:sp>
                <p:nvSpPr>
                  <p:cNvPr id="1379" name="Freeform: Shape 1378">
                    <a:extLst>
                      <a:ext uri="{FF2B5EF4-FFF2-40B4-BE49-F238E27FC236}">
                        <a16:creationId xmlns:a16="http://schemas.microsoft.com/office/drawing/2014/main" id="{B56B966C-4D2A-0B8F-7FE4-AFC1928390D8}"/>
                      </a:ext>
                    </a:extLst>
                  </p:cNvPr>
                  <p:cNvSpPr/>
                  <p:nvPr/>
                </p:nvSpPr>
                <p:spPr>
                  <a:xfrm>
                    <a:off x="2096208" y="2188475"/>
                    <a:ext cx="145784" cy="118966"/>
                  </a:xfrm>
                  <a:custGeom>
                    <a:avLst/>
                    <a:gdLst>
                      <a:gd name="connsiteX0" fmla="*/ 0 w 145784"/>
                      <a:gd name="connsiteY0" fmla="*/ 35678 h 118966"/>
                      <a:gd name="connsiteX1" fmla="*/ 0 w 145784"/>
                      <a:gd name="connsiteY1" fmla="*/ 83289 h 118966"/>
                      <a:gd name="connsiteX2" fmla="*/ 35678 w 145784"/>
                      <a:gd name="connsiteY2" fmla="*/ 118967 h 118966"/>
                      <a:gd name="connsiteX3" fmla="*/ 83288 w 145784"/>
                      <a:gd name="connsiteY3" fmla="*/ 118967 h 118966"/>
                      <a:gd name="connsiteX4" fmla="*/ 118494 w 145784"/>
                      <a:gd name="connsiteY4" fmla="*/ 88959 h 118966"/>
                      <a:gd name="connsiteX5" fmla="*/ 145784 w 145784"/>
                      <a:gd name="connsiteY5" fmla="*/ 59483 h 118966"/>
                      <a:gd name="connsiteX6" fmla="*/ 118494 w 145784"/>
                      <a:gd name="connsiteY6" fmla="*/ 30008 h 118966"/>
                      <a:gd name="connsiteX7" fmla="*/ 83288 w 145784"/>
                      <a:gd name="connsiteY7" fmla="*/ 0 h 118966"/>
                      <a:gd name="connsiteX8" fmla="*/ 35678 w 145784"/>
                      <a:gd name="connsiteY8" fmla="*/ 0 h 118966"/>
                      <a:gd name="connsiteX9" fmla="*/ 0 w 145784"/>
                      <a:gd name="connsiteY9" fmla="*/ 35678 h 118966"/>
                      <a:gd name="connsiteX10" fmla="*/ 5966 w 145784"/>
                      <a:gd name="connsiteY10" fmla="*/ 35678 h 118966"/>
                      <a:gd name="connsiteX11" fmla="*/ 35678 w 145784"/>
                      <a:gd name="connsiteY11" fmla="*/ 5907 h 118966"/>
                      <a:gd name="connsiteX12" fmla="*/ 83288 w 145784"/>
                      <a:gd name="connsiteY12" fmla="*/ 5907 h 118966"/>
                      <a:gd name="connsiteX13" fmla="*/ 112469 w 145784"/>
                      <a:gd name="connsiteY13" fmla="*/ 30067 h 118966"/>
                      <a:gd name="connsiteX14" fmla="*/ 86242 w 145784"/>
                      <a:gd name="connsiteY14" fmla="*/ 59424 h 118966"/>
                      <a:gd name="connsiteX15" fmla="*/ 112469 w 145784"/>
                      <a:gd name="connsiteY15" fmla="*/ 88782 h 118966"/>
                      <a:gd name="connsiteX16" fmla="*/ 83288 w 145784"/>
                      <a:gd name="connsiteY16" fmla="*/ 112942 h 118966"/>
                      <a:gd name="connsiteX17" fmla="*/ 35678 w 145784"/>
                      <a:gd name="connsiteY17" fmla="*/ 112942 h 118966"/>
                      <a:gd name="connsiteX18" fmla="*/ 5966 w 145784"/>
                      <a:gd name="connsiteY18" fmla="*/ 83171 h 118966"/>
                      <a:gd name="connsiteX19" fmla="*/ 5966 w 145784"/>
                      <a:gd name="connsiteY19" fmla="*/ 3567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0" y="35678"/>
                        </a:moveTo>
                        <a:lnTo>
                          <a:pt x="0" y="83289"/>
                        </a:lnTo>
                        <a:cubicBezTo>
                          <a:pt x="0" y="103018"/>
                          <a:pt x="16008" y="118967"/>
                          <a:pt x="35678" y="118967"/>
                        </a:cubicBezTo>
                        <a:lnTo>
                          <a:pt x="83288" y="118967"/>
                        </a:lnTo>
                        <a:cubicBezTo>
                          <a:pt x="101068" y="118967"/>
                          <a:pt x="115777" y="105971"/>
                          <a:pt x="118494" y="88959"/>
                        </a:cubicBezTo>
                        <a:cubicBezTo>
                          <a:pt x="133734" y="87660"/>
                          <a:pt x="145784" y="75019"/>
                          <a:pt x="145784" y="59483"/>
                        </a:cubicBezTo>
                        <a:cubicBezTo>
                          <a:pt x="145784" y="43948"/>
                          <a:pt x="133734" y="31248"/>
                          <a:pt x="118494" y="30008"/>
                        </a:cubicBezTo>
                        <a:cubicBezTo>
                          <a:pt x="115777" y="12996"/>
                          <a:pt x="101068" y="0"/>
                          <a:pt x="83288" y="0"/>
                        </a:cubicBezTo>
                        <a:lnTo>
                          <a:pt x="35678" y="0"/>
                        </a:lnTo>
                        <a:cubicBezTo>
                          <a:pt x="16008" y="-59"/>
                          <a:pt x="0" y="15949"/>
                          <a:pt x="0" y="35678"/>
                        </a:cubicBezTo>
                        <a:close/>
                        <a:moveTo>
                          <a:pt x="5966" y="35678"/>
                        </a:moveTo>
                        <a:cubicBezTo>
                          <a:pt x="5966" y="19257"/>
                          <a:pt x="19316" y="5907"/>
                          <a:pt x="35678" y="5907"/>
                        </a:cubicBezTo>
                        <a:lnTo>
                          <a:pt x="83288" y="5907"/>
                        </a:lnTo>
                        <a:cubicBezTo>
                          <a:pt x="97761" y="5907"/>
                          <a:pt x="109870" y="16303"/>
                          <a:pt x="112469" y="30067"/>
                        </a:cubicBezTo>
                        <a:cubicBezTo>
                          <a:pt x="97761" y="31839"/>
                          <a:pt x="86242" y="44244"/>
                          <a:pt x="86242" y="59424"/>
                        </a:cubicBezTo>
                        <a:cubicBezTo>
                          <a:pt x="86242" y="74664"/>
                          <a:pt x="97701" y="87010"/>
                          <a:pt x="112469" y="88782"/>
                        </a:cubicBezTo>
                        <a:cubicBezTo>
                          <a:pt x="109870" y="102545"/>
                          <a:pt x="97761" y="112942"/>
                          <a:pt x="83288" y="112942"/>
                        </a:cubicBezTo>
                        <a:lnTo>
                          <a:pt x="35678" y="112942"/>
                        </a:lnTo>
                        <a:cubicBezTo>
                          <a:pt x="19257" y="112942"/>
                          <a:pt x="5966" y="99592"/>
                          <a:pt x="5966" y="83171"/>
                        </a:cubicBezTo>
                        <a:lnTo>
                          <a:pt x="5966" y="35678"/>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80" name="Freeform: Shape 1379">
                    <a:extLst>
                      <a:ext uri="{FF2B5EF4-FFF2-40B4-BE49-F238E27FC236}">
                        <a16:creationId xmlns:a16="http://schemas.microsoft.com/office/drawing/2014/main" id="{EC10D288-9E1F-7327-9E63-4E95F9A218C2}"/>
                      </a:ext>
                    </a:extLst>
                  </p:cNvPr>
                  <p:cNvSpPr/>
                  <p:nvPr/>
                </p:nvSpPr>
                <p:spPr>
                  <a:xfrm>
                    <a:off x="1739250" y="2188416"/>
                    <a:ext cx="145784" cy="118966"/>
                  </a:xfrm>
                  <a:custGeom>
                    <a:avLst/>
                    <a:gdLst>
                      <a:gd name="connsiteX0" fmla="*/ 145784 w 145784"/>
                      <a:gd name="connsiteY0" fmla="*/ 83288 h 118966"/>
                      <a:gd name="connsiteX1" fmla="*/ 145784 w 145784"/>
                      <a:gd name="connsiteY1" fmla="*/ 35678 h 118966"/>
                      <a:gd name="connsiteX2" fmla="*/ 110106 w 145784"/>
                      <a:gd name="connsiteY2" fmla="*/ 0 h 118966"/>
                      <a:gd name="connsiteX3" fmla="*/ 62496 w 145784"/>
                      <a:gd name="connsiteY3" fmla="*/ 0 h 118966"/>
                      <a:gd name="connsiteX4" fmla="*/ 27290 w 145784"/>
                      <a:gd name="connsiteY4" fmla="*/ 30007 h 118966"/>
                      <a:gd name="connsiteX5" fmla="*/ 0 w 145784"/>
                      <a:gd name="connsiteY5" fmla="*/ 59483 h 118966"/>
                      <a:gd name="connsiteX6" fmla="*/ 27290 w 145784"/>
                      <a:gd name="connsiteY6" fmla="*/ 88959 h 118966"/>
                      <a:gd name="connsiteX7" fmla="*/ 62496 w 145784"/>
                      <a:gd name="connsiteY7" fmla="*/ 118966 h 118966"/>
                      <a:gd name="connsiteX8" fmla="*/ 110106 w 145784"/>
                      <a:gd name="connsiteY8" fmla="*/ 118966 h 118966"/>
                      <a:gd name="connsiteX9" fmla="*/ 145784 w 145784"/>
                      <a:gd name="connsiteY9" fmla="*/ 83288 h 118966"/>
                      <a:gd name="connsiteX10" fmla="*/ 139877 w 145784"/>
                      <a:gd name="connsiteY10" fmla="*/ 83288 h 118966"/>
                      <a:gd name="connsiteX11" fmla="*/ 110106 w 145784"/>
                      <a:gd name="connsiteY11" fmla="*/ 113059 h 118966"/>
                      <a:gd name="connsiteX12" fmla="*/ 62496 w 145784"/>
                      <a:gd name="connsiteY12" fmla="*/ 113059 h 118966"/>
                      <a:gd name="connsiteX13" fmla="*/ 33315 w 145784"/>
                      <a:gd name="connsiteY13" fmla="*/ 88900 h 118966"/>
                      <a:gd name="connsiteX14" fmla="*/ 59542 w 145784"/>
                      <a:gd name="connsiteY14" fmla="*/ 59542 h 118966"/>
                      <a:gd name="connsiteX15" fmla="*/ 33315 w 145784"/>
                      <a:gd name="connsiteY15" fmla="*/ 30185 h 118966"/>
                      <a:gd name="connsiteX16" fmla="*/ 62496 w 145784"/>
                      <a:gd name="connsiteY16" fmla="*/ 6025 h 118966"/>
                      <a:gd name="connsiteX17" fmla="*/ 110106 w 145784"/>
                      <a:gd name="connsiteY17" fmla="*/ 6025 h 118966"/>
                      <a:gd name="connsiteX18" fmla="*/ 139877 w 145784"/>
                      <a:gd name="connsiteY18" fmla="*/ 35796 h 118966"/>
                      <a:gd name="connsiteX19" fmla="*/ 139877 w 145784"/>
                      <a:gd name="connsiteY19" fmla="*/ 8328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145784" y="83288"/>
                        </a:moveTo>
                        <a:lnTo>
                          <a:pt x="145784" y="35678"/>
                        </a:lnTo>
                        <a:cubicBezTo>
                          <a:pt x="145784" y="15949"/>
                          <a:pt x="129776" y="0"/>
                          <a:pt x="110106" y="0"/>
                        </a:cubicBezTo>
                        <a:lnTo>
                          <a:pt x="62496" y="0"/>
                        </a:lnTo>
                        <a:cubicBezTo>
                          <a:pt x="44716" y="0"/>
                          <a:pt x="30007" y="12995"/>
                          <a:pt x="27290" y="30007"/>
                        </a:cubicBezTo>
                        <a:cubicBezTo>
                          <a:pt x="12050" y="31307"/>
                          <a:pt x="0" y="43889"/>
                          <a:pt x="0" y="59483"/>
                        </a:cubicBezTo>
                        <a:cubicBezTo>
                          <a:pt x="0" y="75078"/>
                          <a:pt x="12050" y="87718"/>
                          <a:pt x="27290" y="88959"/>
                        </a:cubicBezTo>
                        <a:cubicBezTo>
                          <a:pt x="30007" y="105971"/>
                          <a:pt x="44716" y="118966"/>
                          <a:pt x="62496" y="118966"/>
                        </a:cubicBezTo>
                        <a:lnTo>
                          <a:pt x="110106" y="118966"/>
                        </a:lnTo>
                        <a:cubicBezTo>
                          <a:pt x="129835" y="118966"/>
                          <a:pt x="145784" y="103018"/>
                          <a:pt x="145784" y="83288"/>
                        </a:cubicBezTo>
                        <a:close/>
                        <a:moveTo>
                          <a:pt x="139877" y="83288"/>
                        </a:moveTo>
                        <a:cubicBezTo>
                          <a:pt x="139877" y="99710"/>
                          <a:pt x="126527" y="113059"/>
                          <a:pt x="110106" y="113059"/>
                        </a:cubicBezTo>
                        <a:lnTo>
                          <a:pt x="62496" y="113059"/>
                        </a:lnTo>
                        <a:cubicBezTo>
                          <a:pt x="48024" y="113059"/>
                          <a:pt x="35914" y="102663"/>
                          <a:pt x="33315" y="88900"/>
                        </a:cubicBezTo>
                        <a:cubicBezTo>
                          <a:pt x="48083" y="87128"/>
                          <a:pt x="59542" y="74723"/>
                          <a:pt x="59542" y="59542"/>
                        </a:cubicBezTo>
                        <a:cubicBezTo>
                          <a:pt x="59542" y="44361"/>
                          <a:pt x="48083" y="31957"/>
                          <a:pt x="33315" y="30185"/>
                        </a:cubicBezTo>
                        <a:cubicBezTo>
                          <a:pt x="35914" y="16421"/>
                          <a:pt x="48024" y="6025"/>
                          <a:pt x="62496" y="6025"/>
                        </a:cubicBezTo>
                        <a:lnTo>
                          <a:pt x="110106" y="6025"/>
                        </a:lnTo>
                        <a:cubicBezTo>
                          <a:pt x="126527" y="6025"/>
                          <a:pt x="139877" y="19375"/>
                          <a:pt x="139877" y="35796"/>
                        </a:cubicBezTo>
                        <a:lnTo>
                          <a:pt x="139877" y="83288"/>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81" name="Freeform: Shape 1380">
                    <a:extLst>
                      <a:ext uri="{FF2B5EF4-FFF2-40B4-BE49-F238E27FC236}">
                        <a16:creationId xmlns:a16="http://schemas.microsoft.com/office/drawing/2014/main" id="{828DF926-04DD-DDA7-DCB3-22FA0767B137}"/>
                      </a:ext>
                    </a:extLst>
                  </p:cNvPr>
                  <p:cNvSpPr/>
                  <p:nvPr/>
                </p:nvSpPr>
                <p:spPr>
                  <a:xfrm>
                    <a:off x="1900510" y="2188475"/>
                    <a:ext cx="176559" cy="118907"/>
                  </a:xfrm>
                  <a:custGeom>
                    <a:avLst/>
                    <a:gdLst>
                      <a:gd name="connsiteX0" fmla="*/ 28354 w 176559"/>
                      <a:gd name="connsiteY0" fmla="*/ 89018 h 118907"/>
                      <a:gd name="connsiteX1" fmla="*/ 63559 w 176559"/>
                      <a:gd name="connsiteY1" fmla="*/ 118907 h 118907"/>
                      <a:gd name="connsiteX2" fmla="*/ 111170 w 176559"/>
                      <a:gd name="connsiteY2" fmla="*/ 118907 h 118907"/>
                      <a:gd name="connsiteX3" fmla="*/ 146316 w 176559"/>
                      <a:gd name="connsiteY3" fmla="*/ 89136 h 118907"/>
                      <a:gd name="connsiteX4" fmla="*/ 146848 w 176559"/>
                      <a:gd name="connsiteY4" fmla="*/ 89195 h 118907"/>
                      <a:gd name="connsiteX5" fmla="*/ 176560 w 176559"/>
                      <a:gd name="connsiteY5" fmla="*/ 59483 h 118907"/>
                      <a:gd name="connsiteX6" fmla="*/ 146848 w 176559"/>
                      <a:gd name="connsiteY6" fmla="*/ 29712 h 118907"/>
                      <a:gd name="connsiteX7" fmla="*/ 146316 w 176559"/>
                      <a:gd name="connsiteY7" fmla="*/ 29771 h 118907"/>
                      <a:gd name="connsiteX8" fmla="*/ 111170 w 176559"/>
                      <a:gd name="connsiteY8" fmla="*/ 0 h 118907"/>
                      <a:gd name="connsiteX9" fmla="*/ 63559 w 176559"/>
                      <a:gd name="connsiteY9" fmla="*/ 0 h 118907"/>
                      <a:gd name="connsiteX10" fmla="*/ 28354 w 176559"/>
                      <a:gd name="connsiteY10" fmla="*/ 29889 h 118907"/>
                      <a:gd name="connsiteX11" fmla="*/ 0 w 176559"/>
                      <a:gd name="connsiteY11" fmla="*/ 59483 h 118907"/>
                      <a:gd name="connsiteX12" fmla="*/ 28354 w 176559"/>
                      <a:gd name="connsiteY12" fmla="*/ 89018 h 118907"/>
                      <a:gd name="connsiteX13" fmla="*/ 34320 w 176559"/>
                      <a:gd name="connsiteY13" fmla="*/ 88723 h 118907"/>
                      <a:gd name="connsiteX14" fmla="*/ 59424 w 176559"/>
                      <a:gd name="connsiteY14" fmla="*/ 59424 h 118907"/>
                      <a:gd name="connsiteX15" fmla="*/ 34320 w 176559"/>
                      <a:gd name="connsiteY15" fmla="*/ 30126 h 118907"/>
                      <a:gd name="connsiteX16" fmla="*/ 63500 w 176559"/>
                      <a:gd name="connsiteY16" fmla="*/ 5848 h 118907"/>
                      <a:gd name="connsiteX17" fmla="*/ 111110 w 176559"/>
                      <a:gd name="connsiteY17" fmla="*/ 5848 h 118907"/>
                      <a:gd name="connsiteX18" fmla="*/ 140350 w 176559"/>
                      <a:gd name="connsiteY18" fmla="*/ 30421 h 118907"/>
                      <a:gd name="connsiteX19" fmla="*/ 117077 w 176559"/>
                      <a:gd name="connsiteY19" fmla="*/ 59424 h 118907"/>
                      <a:gd name="connsiteX20" fmla="*/ 140350 w 176559"/>
                      <a:gd name="connsiteY20" fmla="*/ 88427 h 118907"/>
                      <a:gd name="connsiteX21" fmla="*/ 111110 w 176559"/>
                      <a:gd name="connsiteY21" fmla="*/ 113001 h 118907"/>
                      <a:gd name="connsiteX22" fmla="*/ 63500 w 176559"/>
                      <a:gd name="connsiteY22" fmla="*/ 113001 h 118907"/>
                      <a:gd name="connsiteX23" fmla="*/ 34320 w 176559"/>
                      <a:gd name="connsiteY23" fmla="*/ 88723 h 118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559" h="118907">
                        <a:moveTo>
                          <a:pt x="28354" y="89018"/>
                        </a:moveTo>
                        <a:cubicBezTo>
                          <a:pt x="31130" y="105971"/>
                          <a:pt x="45779" y="118907"/>
                          <a:pt x="63559" y="118907"/>
                        </a:cubicBezTo>
                        <a:lnTo>
                          <a:pt x="111170" y="118907"/>
                        </a:lnTo>
                        <a:cubicBezTo>
                          <a:pt x="128890" y="118907"/>
                          <a:pt x="143540" y="106030"/>
                          <a:pt x="146316" y="89136"/>
                        </a:cubicBezTo>
                        <a:cubicBezTo>
                          <a:pt x="146493" y="89136"/>
                          <a:pt x="146671" y="89195"/>
                          <a:pt x="146848" y="89195"/>
                        </a:cubicBezTo>
                        <a:cubicBezTo>
                          <a:pt x="163269" y="89195"/>
                          <a:pt x="176560" y="75905"/>
                          <a:pt x="176560" y="59483"/>
                        </a:cubicBezTo>
                        <a:cubicBezTo>
                          <a:pt x="176560" y="43062"/>
                          <a:pt x="163269" y="29712"/>
                          <a:pt x="146848" y="29712"/>
                        </a:cubicBezTo>
                        <a:cubicBezTo>
                          <a:pt x="146671" y="29712"/>
                          <a:pt x="146493" y="29771"/>
                          <a:pt x="146316" y="29771"/>
                        </a:cubicBezTo>
                        <a:cubicBezTo>
                          <a:pt x="143481" y="12877"/>
                          <a:pt x="128831" y="0"/>
                          <a:pt x="111170" y="0"/>
                        </a:cubicBezTo>
                        <a:lnTo>
                          <a:pt x="63559" y="0"/>
                        </a:lnTo>
                        <a:cubicBezTo>
                          <a:pt x="45838" y="0"/>
                          <a:pt x="31189" y="12936"/>
                          <a:pt x="28354" y="29889"/>
                        </a:cubicBezTo>
                        <a:cubicBezTo>
                          <a:pt x="12582" y="30598"/>
                          <a:pt x="0" y="43534"/>
                          <a:pt x="0" y="59483"/>
                        </a:cubicBezTo>
                        <a:cubicBezTo>
                          <a:pt x="-59" y="75432"/>
                          <a:pt x="12582" y="88309"/>
                          <a:pt x="28354" y="89018"/>
                        </a:cubicBezTo>
                        <a:close/>
                        <a:moveTo>
                          <a:pt x="34320" y="88723"/>
                        </a:moveTo>
                        <a:cubicBezTo>
                          <a:pt x="48556" y="86478"/>
                          <a:pt x="59424" y="74310"/>
                          <a:pt x="59424" y="59424"/>
                        </a:cubicBezTo>
                        <a:cubicBezTo>
                          <a:pt x="59424" y="44598"/>
                          <a:pt x="48497" y="32370"/>
                          <a:pt x="34320" y="30126"/>
                        </a:cubicBezTo>
                        <a:cubicBezTo>
                          <a:pt x="36919" y="16362"/>
                          <a:pt x="48969" y="5848"/>
                          <a:pt x="63500" y="5848"/>
                        </a:cubicBezTo>
                        <a:lnTo>
                          <a:pt x="111110" y="5848"/>
                        </a:lnTo>
                        <a:cubicBezTo>
                          <a:pt x="125760" y="5848"/>
                          <a:pt x="137869" y="16481"/>
                          <a:pt x="140350" y="30421"/>
                        </a:cubicBezTo>
                        <a:cubicBezTo>
                          <a:pt x="127059" y="33375"/>
                          <a:pt x="117077" y="45189"/>
                          <a:pt x="117077" y="59424"/>
                        </a:cubicBezTo>
                        <a:cubicBezTo>
                          <a:pt x="117077" y="73601"/>
                          <a:pt x="127059" y="85474"/>
                          <a:pt x="140350" y="88427"/>
                        </a:cubicBezTo>
                        <a:cubicBezTo>
                          <a:pt x="137869" y="102368"/>
                          <a:pt x="125760" y="113001"/>
                          <a:pt x="111110" y="113001"/>
                        </a:cubicBezTo>
                        <a:lnTo>
                          <a:pt x="63500" y="113001"/>
                        </a:lnTo>
                        <a:cubicBezTo>
                          <a:pt x="48969" y="113001"/>
                          <a:pt x="36919" y="102486"/>
                          <a:pt x="34320" y="8872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259" name="Graphic 4773">
                  <a:extLst>
                    <a:ext uri="{FF2B5EF4-FFF2-40B4-BE49-F238E27FC236}">
                      <a16:creationId xmlns:a16="http://schemas.microsoft.com/office/drawing/2014/main" id="{EDB7C992-802B-D2A3-56EB-0050C5942045}"/>
                    </a:ext>
                  </a:extLst>
                </p:cNvPr>
                <p:cNvGrpSpPr/>
                <p:nvPr/>
              </p:nvGrpSpPr>
              <p:grpSpPr>
                <a:xfrm>
                  <a:off x="2558193" y="4022355"/>
                  <a:ext cx="400670" cy="114063"/>
                  <a:chOff x="2558193" y="4022355"/>
                  <a:chExt cx="400670" cy="114063"/>
                </a:xfrm>
                <a:grpFill/>
              </p:grpSpPr>
              <p:grpSp>
                <p:nvGrpSpPr>
                  <p:cNvPr id="1369" name="Graphic 4773">
                    <a:extLst>
                      <a:ext uri="{FF2B5EF4-FFF2-40B4-BE49-F238E27FC236}">
                        <a16:creationId xmlns:a16="http://schemas.microsoft.com/office/drawing/2014/main" id="{3B9EF390-2499-AD8B-8001-27584BCCF0A2}"/>
                      </a:ext>
                    </a:extLst>
                  </p:cNvPr>
                  <p:cNvGrpSpPr/>
                  <p:nvPr/>
                </p:nvGrpSpPr>
                <p:grpSpPr>
                  <a:xfrm>
                    <a:off x="2558193" y="4022355"/>
                    <a:ext cx="114004" cy="114004"/>
                    <a:chOff x="2558193" y="4022355"/>
                    <a:chExt cx="114004" cy="114004"/>
                  </a:xfrm>
                  <a:grpFill/>
                </p:grpSpPr>
                <p:sp>
                  <p:nvSpPr>
                    <p:cNvPr id="1377" name="Freeform: Shape 1376">
                      <a:extLst>
                        <a:ext uri="{FF2B5EF4-FFF2-40B4-BE49-F238E27FC236}">
                          <a16:creationId xmlns:a16="http://schemas.microsoft.com/office/drawing/2014/main" id="{4BA53D72-702D-8755-152C-5E7A43380CA5}"/>
                        </a:ext>
                      </a:extLst>
                    </p:cNvPr>
                    <p:cNvSpPr/>
                    <p:nvPr/>
                  </p:nvSpPr>
                  <p:spPr>
                    <a:xfrm>
                      <a:off x="2558193" y="4022355"/>
                      <a:ext cx="114004" cy="114004"/>
                    </a:xfrm>
                    <a:custGeom>
                      <a:avLst/>
                      <a:gdLst>
                        <a:gd name="connsiteX0" fmla="*/ 34201 w 114004"/>
                        <a:gd name="connsiteY0" fmla="*/ 114005 h 114004"/>
                        <a:gd name="connsiteX1" fmla="*/ 79803 w 114004"/>
                        <a:gd name="connsiteY1" fmla="*/ 114005 h 114004"/>
                        <a:gd name="connsiteX2" fmla="*/ 114005 w 114004"/>
                        <a:gd name="connsiteY2" fmla="*/ 79803 h 114004"/>
                        <a:gd name="connsiteX3" fmla="*/ 114005 w 114004"/>
                        <a:gd name="connsiteY3" fmla="*/ 34201 h 114004"/>
                        <a:gd name="connsiteX4" fmla="*/ 79803 w 114004"/>
                        <a:gd name="connsiteY4" fmla="*/ 0 h 114004"/>
                        <a:gd name="connsiteX5" fmla="*/ 34201 w 114004"/>
                        <a:gd name="connsiteY5" fmla="*/ 0 h 114004"/>
                        <a:gd name="connsiteX6" fmla="*/ 0 w 114004"/>
                        <a:gd name="connsiteY6" fmla="*/ 34201 h 114004"/>
                        <a:gd name="connsiteX7" fmla="*/ 0 w 114004"/>
                        <a:gd name="connsiteY7" fmla="*/ 79803 h 114004"/>
                        <a:gd name="connsiteX8" fmla="*/ 34201 w 114004"/>
                        <a:gd name="connsiteY8" fmla="*/ 114005 h 114004"/>
                        <a:gd name="connsiteX9" fmla="*/ 34201 w 114004"/>
                        <a:gd name="connsiteY9" fmla="*/ 108334 h 114004"/>
                        <a:gd name="connsiteX10" fmla="*/ 5730 w 114004"/>
                        <a:gd name="connsiteY10" fmla="*/ 79862 h 114004"/>
                        <a:gd name="connsiteX11" fmla="*/ 5730 w 114004"/>
                        <a:gd name="connsiteY11" fmla="*/ 34260 h 114004"/>
                        <a:gd name="connsiteX12" fmla="*/ 34201 w 114004"/>
                        <a:gd name="connsiteY12" fmla="*/ 5789 h 114004"/>
                        <a:gd name="connsiteX13" fmla="*/ 79803 w 114004"/>
                        <a:gd name="connsiteY13" fmla="*/ 5789 h 114004"/>
                        <a:gd name="connsiteX14" fmla="*/ 108275 w 114004"/>
                        <a:gd name="connsiteY14" fmla="*/ 34260 h 114004"/>
                        <a:gd name="connsiteX15" fmla="*/ 108275 w 114004"/>
                        <a:gd name="connsiteY15" fmla="*/ 79862 h 114004"/>
                        <a:gd name="connsiteX16" fmla="*/ 79803 w 114004"/>
                        <a:gd name="connsiteY16" fmla="*/ 108334 h 114004"/>
                        <a:gd name="connsiteX17" fmla="*/ 34201 w 114004"/>
                        <a:gd name="connsiteY17" fmla="*/ 108334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34201" y="114005"/>
                          </a:moveTo>
                          <a:lnTo>
                            <a:pt x="79803" y="114005"/>
                          </a:lnTo>
                          <a:cubicBezTo>
                            <a:pt x="98706" y="114005"/>
                            <a:pt x="114005" y="98705"/>
                            <a:pt x="114005" y="79803"/>
                          </a:cubicBezTo>
                          <a:lnTo>
                            <a:pt x="114005" y="34201"/>
                          </a:lnTo>
                          <a:cubicBezTo>
                            <a:pt x="114005" y="15299"/>
                            <a:pt x="98706" y="0"/>
                            <a:pt x="79803" y="0"/>
                          </a:cubicBezTo>
                          <a:lnTo>
                            <a:pt x="34201" y="0"/>
                          </a:lnTo>
                          <a:cubicBezTo>
                            <a:pt x="15299" y="0"/>
                            <a:pt x="0" y="15299"/>
                            <a:pt x="0" y="34201"/>
                          </a:cubicBezTo>
                          <a:lnTo>
                            <a:pt x="0" y="79803"/>
                          </a:lnTo>
                          <a:cubicBezTo>
                            <a:pt x="0" y="98705"/>
                            <a:pt x="15358" y="114005"/>
                            <a:pt x="34201" y="114005"/>
                          </a:cubicBezTo>
                          <a:close/>
                          <a:moveTo>
                            <a:pt x="34201" y="108334"/>
                          </a:moveTo>
                          <a:cubicBezTo>
                            <a:pt x="18489" y="108334"/>
                            <a:pt x="5730" y="95575"/>
                            <a:pt x="5730" y="79862"/>
                          </a:cubicBezTo>
                          <a:lnTo>
                            <a:pt x="5730" y="34260"/>
                          </a:lnTo>
                          <a:cubicBezTo>
                            <a:pt x="5730" y="18548"/>
                            <a:pt x="18489" y="5789"/>
                            <a:pt x="34201" y="5789"/>
                          </a:cubicBezTo>
                          <a:lnTo>
                            <a:pt x="79803" y="5789"/>
                          </a:lnTo>
                          <a:cubicBezTo>
                            <a:pt x="95516" y="5789"/>
                            <a:pt x="108275" y="18548"/>
                            <a:pt x="108275" y="34260"/>
                          </a:cubicBezTo>
                          <a:lnTo>
                            <a:pt x="108275" y="79862"/>
                          </a:lnTo>
                          <a:cubicBezTo>
                            <a:pt x="108275" y="95575"/>
                            <a:pt x="95516" y="108334"/>
                            <a:pt x="79803" y="108334"/>
                          </a:cubicBezTo>
                          <a:lnTo>
                            <a:pt x="34201" y="10833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78" name="Freeform: Shape 1377">
                      <a:extLst>
                        <a:ext uri="{FF2B5EF4-FFF2-40B4-BE49-F238E27FC236}">
                          <a16:creationId xmlns:a16="http://schemas.microsoft.com/office/drawing/2014/main" id="{F40C59DB-27D0-9F33-5BDC-47B95B60B9D8}"/>
                        </a:ext>
                      </a:extLst>
                    </p:cNvPr>
                    <p:cNvSpPr/>
                    <p:nvPr/>
                  </p:nvSpPr>
                  <p:spPr>
                    <a:xfrm>
                      <a:off x="2593812" y="4054725"/>
                      <a:ext cx="42766" cy="49323"/>
                    </a:xfrm>
                    <a:custGeom>
                      <a:avLst/>
                      <a:gdLst>
                        <a:gd name="connsiteX0" fmla="*/ 42767 w 42766"/>
                        <a:gd name="connsiteY0" fmla="*/ 0 h 49323"/>
                        <a:gd name="connsiteX1" fmla="*/ 42767 w 42766"/>
                        <a:gd name="connsiteY1" fmla="*/ 49323 h 49323"/>
                        <a:gd name="connsiteX2" fmla="*/ 0 w 42766"/>
                        <a:gd name="connsiteY2" fmla="*/ 24691 h 49323"/>
                      </a:gdLst>
                      <a:ahLst/>
                      <a:cxnLst>
                        <a:cxn ang="0">
                          <a:pos x="connsiteX0" y="connsiteY0"/>
                        </a:cxn>
                        <a:cxn ang="0">
                          <a:pos x="connsiteX1" y="connsiteY1"/>
                        </a:cxn>
                        <a:cxn ang="0">
                          <a:pos x="connsiteX2" y="connsiteY2"/>
                        </a:cxn>
                      </a:cxnLst>
                      <a:rect l="l" t="t" r="r" b="b"/>
                      <a:pathLst>
                        <a:path w="42766" h="49323">
                          <a:moveTo>
                            <a:pt x="42767" y="0"/>
                          </a:moveTo>
                          <a:lnTo>
                            <a:pt x="42767" y="49323"/>
                          </a:lnTo>
                          <a:lnTo>
                            <a:pt x="0" y="2469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370" name="Graphic 4773">
                    <a:extLst>
                      <a:ext uri="{FF2B5EF4-FFF2-40B4-BE49-F238E27FC236}">
                        <a16:creationId xmlns:a16="http://schemas.microsoft.com/office/drawing/2014/main" id="{4432C022-90E7-9217-8ABA-4D077B1F3C5A}"/>
                      </a:ext>
                    </a:extLst>
                  </p:cNvPr>
                  <p:cNvGrpSpPr/>
                  <p:nvPr/>
                </p:nvGrpSpPr>
                <p:grpSpPr>
                  <a:xfrm>
                    <a:off x="2844858" y="4022414"/>
                    <a:ext cx="114004" cy="114004"/>
                    <a:chOff x="2844858" y="4022414"/>
                    <a:chExt cx="114004" cy="114004"/>
                  </a:xfrm>
                  <a:grpFill/>
                </p:grpSpPr>
                <p:sp>
                  <p:nvSpPr>
                    <p:cNvPr id="1375" name="Freeform: Shape 1374">
                      <a:extLst>
                        <a:ext uri="{FF2B5EF4-FFF2-40B4-BE49-F238E27FC236}">
                          <a16:creationId xmlns:a16="http://schemas.microsoft.com/office/drawing/2014/main" id="{76B1EAF6-DCF2-597F-895B-D5A7BBEB2C71}"/>
                        </a:ext>
                      </a:extLst>
                    </p:cNvPr>
                    <p:cNvSpPr/>
                    <p:nvPr/>
                  </p:nvSpPr>
                  <p:spPr>
                    <a:xfrm>
                      <a:off x="2844858" y="4022414"/>
                      <a:ext cx="114004" cy="114004"/>
                    </a:xfrm>
                    <a:custGeom>
                      <a:avLst/>
                      <a:gdLst>
                        <a:gd name="connsiteX0" fmla="*/ 79803 w 114004"/>
                        <a:gd name="connsiteY0" fmla="*/ 0 h 114004"/>
                        <a:gd name="connsiteX1" fmla="*/ 34201 w 114004"/>
                        <a:gd name="connsiteY1" fmla="*/ 0 h 114004"/>
                        <a:gd name="connsiteX2" fmla="*/ 0 w 114004"/>
                        <a:gd name="connsiteY2" fmla="*/ 34201 h 114004"/>
                        <a:gd name="connsiteX3" fmla="*/ 0 w 114004"/>
                        <a:gd name="connsiteY3" fmla="*/ 79803 h 114004"/>
                        <a:gd name="connsiteX4" fmla="*/ 34201 w 114004"/>
                        <a:gd name="connsiteY4" fmla="*/ 114005 h 114004"/>
                        <a:gd name="connsiteX5" fmla="*/ 79803 w 114004"/>
                        <a:gd name="connsiteY5" fmla="*/ 114005 h 114004"/>
                        <a:gd name="connsiteX6" fmla="*/ 114005 w 114004"/>
                        <a:gd name="connsiteY6" fmla="*/ 79803 h 114004"/>
                        <a:gd name="connsiteX7" fmla="*/ 114005 w 114004"/>
                        <a:gd name="connsiteY7" fmla="*/ 34201 h 114004"/>
                        <a:gd name="connsiteX8" fmla="*/ 79803 w 114004"/>
                        <a:gd name="connsiteY8" fmla="*/ 0 h 114004"/>
                        <a:gd name="connsiteX9" fmla="*/ 79803 w 114004"/>
                        <a:gd name="connsiteY9" fmla="*/ 5670 h 114004"/>
                        <a:gd name="connsiteX10" fmla="*/ 108275 w 114004"/>
                        <a:gd name="connsiteY10" fmla="*/ 34142 h 114004"/>
                        <a:gd name="connsiteX11" fmla="*/ 108275 w 114004"/>
                        <a:gd name="connsiteY11" fmla="*/ 79744 h 114004"/>
                        <a:gd name="connsiteX12" fmla="*/ 79803 w 114004"/>
                        <a:gd name="connsiteY12" fmla="*/ 108216 h 114004"/>
                        <a:gd name="connsiteX13" fmla="*/ 34201 w 114004"/>
                        <a:gd name="connsiteY13" fmla="*/ 108216 h 114004"/>
                        <a:gd name="connsiteX14" fmla="*/ 5730 w 114004"/>
                        <a:gd name="connsiteY14" fmla="*/ 79744 h 114004"/>
                        <a:gd name="connsiteX15" fmla="*/ 5730 w 114004"/>
                        <a:gd name="connsiteY15" fmla="*/ 34142 h 114004"/>
                        <a:gd name="connsiteX16" fmla="*/ 34201 w 114004"/>
                        <a:gd name="connsiteY16" fmla="*/ 5670 h 114004"/>
                        <a:gd name="connsiteX17" fmla="*/ 79803 w 114004"/>
                        <a:gd name="connsiteY17" fmla="*/ 5670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79803" y="0"/>
                          </a:moveTo>
                          <a:lnTo>
                            <a:pt x="34201" y="0"/>
                          </a:lnTo>
                          <a:cubicBezTo>
                            <a:pt x="15299" y="0"/>
                            <a:pt x="0" y="15299"/>
                            <a:pt x="0" y="34201"/>
                          </a:cubicBez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close/>
                          <a:moveTo>
                            <a:pt x="79803" y="5670"/>
                          </a:moveTo>
                          <a:cubicBezTo>
                            <a:pt x="95516" y="5670"/>
                            <a:pt x="108275" y="18489"/>
                            <a:pt x="108275" y="34142"/>
                          </a:cubicBezTo>
                          <a:lnTo>
                            <a:pt x="108275" y="79744"/>
                          </a:lnTo>
                          <a:cubicBezTo>
                            <a:pt x="108275" y="95457"/>
                            <a:pt x="95516" y="108216"/>
                            <a:pt x="79803" y="108216"/>
                          </a:cubicBezTo>
                          <a:lnTo>
                            <a:pt x="34201" y="108216"/>
                          </a:lnTo>
                          <a:cubicBezTo>
                            <a:pt x="18489" y="108216"/>
                            <a:pt x="5730" y="95457"/>
                            <a:pt x="5730" y="79744"/>
                          </a:cubicBezTo>
                          <a:lnTo>
                            <a:pt x="5730" y="34142"/>
                          </a:lnTo>
                          <a:cubicBezTo>
                            <a:pt x="5730" y="18430"/>
                            <a:pt x="18489" y="5670"/>
                            <a:pt x="34201" y="5670"/>
                          </a:cubicBezTo>
                          <a:lnTo>
                            <a:pt x="79803" y="56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76" name="Freeform: Shape 1375">
                      <a:extLst>
                        <a:ext uri="{FF2B5EF4-FFF2-40B4-BE49-F238E27FC236}">
                          <a16:creationId xmlns:a16="http://schemas.microsoft.com/office/drawing/2014/main" id="{2F39399B-4198-1D8A-F579-16A646C73DC1}"/>
                        </a:ext>
                      </a:extLst>
                    </p:cNvPr>
                    <p:cNvSpPr/>
                    <p:nvPr/>
                  </p:nvSpPr>
                  <p:spPr>
                    <a:xfrm>
                      <a:off x="2880537" y="4054725"/>
                      <a:ext cx="42707" cy="49323"/>
                    </a:xfrm>
                    <a:custGeom>
                      <a:avLst/>
                      <a:gdLst>
                        <a:gd name="connsiteX0" fmla="*/ 0 w 42707"/>
                        <a:gd name="connsiteY0" fmla="*/ 49323 h 49323"/>
                        <a:gd name="connsiteX1" fmla="*/ 0 w 42707"/>
                        <a:gd name="connsiteY1" fmla="*/ 0 h 49323"/>
                        <a:gd name="connsiteX2" fmla="*/ 42708 w 42707"/>
                        <a:gd name="connsiteY2" fmla="*/ 24691 h 49323"/>
                      </a:gdLst>
                      <a:ahLst/>
                      <a:cxnLst>
                        <a:cxn ang="0">
                          <a:pos x="connsiteX0" y="connsiteY0"/>
                        </a:cxn>
                        <a:cxn ang="0">
                          <a:pos x="connsiteX1" y="connsiteY1"/>
                        </a:cxn>
                        <a:cxn ang="0">
                          <a:pos x="connsiteX2" y="connsiteY2"/>
                        </a:cxn>
                      </a:cxnLst>
                      <a:rect l="l" t="t" r="r" b="b"/>
                      <a:pathLst>
                        <a:path w="42707" h="49323">
                          <a:moveTo>
                            <a:pt x="0" y="49323"/>
                          </a:moveTo>
                          <a:lnTo>
                            <a:pt x="0" y="0"/>
                          </a:lnTo>
                          <a:lnTo>
                            <a:pt x="42708" y="2469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371" name="Graphic 4773">
                    <a:extLst>
                      <a:ext uri="{FF2B5EF4-FFF2-40B4-BE49-F238E27FC236}">
                        <a16:creationId xmlns:a16="http://schemas.microsoft.com/office/drawing/2014/main" id="{920355DC-DEBB-10F7-B56B-4A40C9B2ED6F}"/>
                      </a:ext>
                    </a:extLst>
                  </p:cNvPr>
                  <p:cNvGrpSpPr/>
                  <p:nvPr/>
                </p:nvGrpSpPr>
                <p:grpSpPr>
                  <a:xfrm>
                    <a:off x="2702441" y="4022414"/>
                    <a:ext cx="114004" cy="114004"/>
                    <a:chOff x="2702441" y="4022414"/>
                    <a:chExt cx="114004" cy="114004"/>
                  </a:xfrm>
                  <a:grpFill/>
                </p:grpSpPr>
                <p:sp>
                  <p:nvSpPr>
                    <p:cNvPr id="1372" name="Freeform: Shape 1371">
                      <a:extLst>
                        <a:ext uri="{FF2B5EF4-FFF2-40B4-BE49-F238E27FC236}">
                          <a16:creationId xmlns:a16="http://schemas.microsoft.com/office/drawing/2014/main" id="{19A5CD8B-2AF2-155F-CB6A-944466F91068}"/>
                        </a:ext>
                      </a:extLst>
                    </p:cNvPr>
                    <p:cNvSpPr/>
                    <p:nvPr/>
                  </p:nvSpPr>
                  <p:spPr>
                    <a:xfrm>
                      <a:off x="2702441" y="4022414"/>
                      <a:ext cx="114004" cy="114004"/>
                    </a:xfrm>
                    <a:custGeom>
                      <a:avLst/>
                      <a:gdLst>
                        <a:gd name="connsiteX0" fmla="*/ 0 w 114004"/>
                        <a:gd name="connsiteY0" fmla="*/ 34201 h 114004"/>
                        <a:gd name="connsiteX1" fmla="*/ 0 w 114004"/>
                        <a:gd name="connsiteY1" fmla="*/ 79803 h 114004"/>
                        <a:gd name="connsiteX2" fmla="*/ 34201 w 114004"/>
                        <a:gd name="connsiteY2" fmla="*/ 114005 h 114004"/>
                        <a:gd name="connsiteX3" fmla="*/ 79803 w 114004"/>
                        <a:gd name="connsiteY3" fmla="*/ 114005 h 114004"/>
                        <a:gd name="connsiteX4" fmla="*/ 114005 w 114004"/>
                        <a:gd name="connsiteY4" fmla="*/ 79803 h 114004"/>
                        <a:gd name="connsiteX5" fmla="*/ 114005 w 114004"/>
                        <a:gd name="connsiteY5" fmla="*/ 34201 h 114004"/>
                        <a:gd name="connsiteX6" fmla="*/ 79803 w 114004"/>
                        <a:gd name="connsiteY6" fmla="*/ 0 h 114004"/>
                        <a:gd name="connsiteX7" fmla="*/ 34201 w 114004"/>
                        <a:gd name="connsiteY7" fmla="*/ 0 h 114004"/>
                        <a:gd name="connsiteX8" fmla="*/ 0 w 114004"/>
                        <a:gd name="connsiteY8" fmla="*/ 34201 h 114004"/>
                        <a:gd name="connsiteX9" fmla="*/ 5730 w 114004"/>
                        <a:gd name="connsiteY9" fmla="*/ 34201 h 114004"/>
                        <a:gd name="connsiteX10" fmla="*/ 34201 w 114004"/>
                        <a:gd name="connsiteY10" fmla="*/ 5730 h 114004"/>
                        <a:gd name="connsiteX11" fmla="*/ 79803 w 114004"/>
                        <a:gd name="connsiteY11" fmla="*/ 5730 h 114004"/>
                        <a:gd name="connsiteX12" fmla="*/ 108275 w 114004"/>
                        <a:gd name="connsiteY12" fmla="*/ 34201 h 114004"/>
                        <a:gd name="connsiteX13" fmla="*/ 108275 w 114004"/>
                        <a:gd name="connsiteY13" fmla="*/ 79803 h 114004"/>
                        <a:gd name="connsiteX14" fmla="*/ 79803 w 114004"/>
                        <a:gd name="connsiteY14" fmla="*/ 108275 h 114004"/>
                        <a:gd name="connsiteX15" fmla="*/ 34201 w 114004"/>
                        <a:gd name="connsiteY15" fmla="*/ 108275 h 114004"/>
                        <a:gd name="connsiteX16" fmla="*/ 5730 w 114004"/>
                        <a:gd name="connsiteY16" fmla="*/ 79803 h 114004"/>
                        <a:gd name="connsiteX17" fmla="*/ 5730 w 114004"/>
                        <a:gd name="connsiteY17" fmla="*/ 34201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0" y="34201"/>
                          </a:move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lnTo>
                            <a:pt x="34201" y="0"/>
                          </a:lnTo>
                          <a:cubicBezTo>
                            <a:pt x="15358" y="0"/>
                            <a:pt x="0" y="15299"/>
                            <a:pt x="0" y="34201"/>
                          </a:cubicBezTo>
                          <a:close/>
                          <a:moveTo>
                            <a:pt x="5730" y="34201"/>
                          </a:moveTo>
                          <a:cubicBezTo>
                            <a:pt x="5730" y="18489"/>
                            <a:pt x="18489" y="5730"/>
                            <a:pt x="34201" y="5730"/>
                          </a:cubicBezTo>
                          <a:lnTo>
                            <a:pt x="79803" y="5730"/>
                          </a:lnTo>
                          <a:cubicBezTo>
                            <a:pt x="95516" y="5730"/>
                            <a:pt x="108275" y="18489"/>
                            <a:pt x="108275" y="34201"/>
                          </a:cubicBezTo>
                          <a:lnTo>
                            <a:pt x="108275" y="79803"/>
                          </a:lnTo>
                          <a:cubicBezTo>
                            <a:pt x="108275" y="95516"/>
                            <a:pt x="95516" y="108275"/>
                            <a:pt x="79803" y="108275"/>
                          </a:cubicBezTo>
                          <a:lnTo>
                            <a:pt x="34201" y="108275"/>
                          </a:lnTo>
                          <a:cubicBezTo>
                            <a:pt x="18489" y="108275"/>
                            <a:pt x="5730" y="95516"/>
                            <a:pt x="5730" y="79803"/>
                          </a:cubicBezTo>
                          <a:lnTo>
                            <a:pt x="5730" y="3420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73" name="Freeform: Shape 1372">
                      <a:extLst>
                        <a:ext uri="{FF2B5EF4-FFF2-40B4-BE49-F238E27FC236}">
                          <a16:creationId xmlns:a16="http://schemas.microsoft.com/office/drawing/2014/main" id="{69E95F04-AB6E-1ED5-7C88-29EECD212379}"/>
                        </a:ext>
                      </a:extLst>
                    </p:cNvPr>
                    <p:cNvSpPr/>
                    <p:nvPr/>
                  </p:nvSpPr>
                  <p:spPr>
                    <a:xfrm>
                      <a:off x="2765114"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74" name="Freeform: Shape 1373">
                      <a:extLst>
                        <a:ext uri="{FF2B5EF4-FFF2-40B4-BE49-F238E27FC236}">
                          <a16:creationId xmlns:a16="http://schemas.microsoft.com/office/drawing/2014/main" id="{6C3B53FA-F6AE-26BD-332E-2B4162B2C34E}"/>
                        </a:ext>
                      </a:extLst>
                    </p:cNvPr>
                    <p:cNvSpPr/>
                    <p:nvPr/>
                  </p:nvSpPr>
                  <p:spPr>
                    <a:xfrm>
                      <a:off x="2738533"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1260" name="Graphic 4773">
                  <a:extLst>
                    <a:ext uri="{FF2B5EF4-FFF2-40B4-BE49-F238E27FC236}">
                      <a16:creationId xmlns:a16="http://schemas.microsoft.com/office/drawing/2014/main" id="{C35BB61D-3CD3-6110-4E3F-11802002D681}"/>
                    </a:ext>
                  </a:extLst>
                </p:cNvPr>
                <p:cNvGrpSpPr/>
                <p:nvPr/>
              </p:nvGrpSpPr>
              <p:grpSpPr>
                <a:xfrm>
                  <a:off x="4176882" y="1893185"/>
                  <a:ext cx="116840" cy="236869"/>
                  <a:chOff x="4176882" y="1893185"/>
                  <a:chExt cx="116840" cy="236869"/>
                </a:xfrm>
                <a:grpFill/>
              </p:grpSpPr>
              <p:sp>
                <p:nvSpPr>
                  <p:cNvPr id="1367" name="Freeform: Shape 1366">
                    <a:extLst>
                      <a:ext uri="{FF2B5EF4-FFF2-40B4-BE49-F238E27FC236}">
                        <a16:creationId xmlns:a16="http://schemas.microsoft.com/office/drawing/2014/main" id="{A96EE63D-59A7-1BCD-B0B4-8AA125C6F174}"/>
                      </a:ext>
                    </a:extLst>
                  </p:cNvPr>
                  <p:cNvSpPr/>
                  <p:nvPr/>
                </p:nvSpPr>
                <p:spPr>
                  <a:xfrm>
                    <a:off x="4176941" y="2013274"/>
                    <a:ext cx="116781" cy="116781"/>
                  </a:xfrm>
                  <a:custGeom>
                    <a:avLst/>
                    <a:gdLst>
                      <a:gd name="connsiteX0" fmla="*/ 116781 w 116781"/>
                      <a:gd name="connsiteY0" fmla="*/ 97524 h 116781"/>
                      <a:gd name="connsiteX1" fmla="*/ 39813 w 116781"/>
                      <a:gd name="connsiteY1" fmla="*/ 20556 h 116781"/>
                      <a:gd name="connsiteX2" fmla="*/ 102782 w 116781"/>
                      <a:gd name="connsiteY2" fmla="*/ 20556 h 116781"/>
                      <a:gd name="connsiteX3" fmla="*/ 82225 w 116781"/>
                      <a:gd name="connsiteY3" fmla="*/ 0 h 116781"/>
                      <a:gd name="connsiteX4" fmla="*/ 0 w 116781"/>
                      <a:gd name="connsiteY4" fmla="*/ 0 h 116781"/>
                      <a:gd name="connsiteX5" fmla="*/ 0 w 116781"/>
                      <a:gd name="connsiteY5" fmla="*/ 82225 h 116781"/>
                      <a:gd name="connsiteX6" fmla="*/ 20556 w 116781"/>
                      <a:gd name="connsiteY6" fmla="*/ 102782 h 116781"/>
                      <a:gd name="connsiteX7" fmla="*/ 20556 w 116781"/>
                      <a:gd name="connsiteY7" fmla="*/ 39813 h 116781"/>
                      <a:gd name="connsiteX8" fmla="*/ 97524 w 116781"/>
                      <a:gd name="connsiteY8" fmla="*/ 116781 h 116781"/>
                      <a:gd name="connsiteX9" fmla="*/ 116781 w 116781"/>
                      <a:gd name="connsiteY9" fmla="*/ 97524 h 116781"/>
                      <a:gd name="connsiteX10" fmla="*/ 37746 w 116781"/>
                      <a:gd name="connsiteY10" fmla="*/ 22624 h 116781"/>
                      <a:gd name="connsiteX11" fmla="*/ 112646 w 116781"/>
                      <a:gd name="connsiteY11" fmla="*/ 97524 h 116781"/>
                      <a:gd name="connsiteX12" fmla="*/ 97465 w 116781"/>
                      <a:gd name="connsiteY12" fmla="*/ 112705 h 116781"/>
                      <a:gd name="connsiteX13" fmla="*/ 22565 w 116781"/>
                      <a:gd name="connsiteY13" fmla="*/ 37805 h 116781"/>
                      <a:gd name="connsiteX14" fmla="*/ 17603 w 116781"/>
                      <a:gd name="connsiteY14" fmla="*/ 32843 h 116781"/>
                      <a:gd name="connsiteX15" fmla="*/ 17603 w 116781"/>
                      <a:gd name="connsiteY15" fmla="*/ 39872 h 116781"/>
                      <a:gd name="connsiteX16" fmla="*/ 17603 w 116781"/>
                      <a:gd name="connsiteY16" fmla="*/ 95870 h 116781"/>
                      <a:gd name="connsiteX17" fmla="*/ 2835 w 116781"/>
                      <a:gd name="connsiteY17" fmla="*/ 81103 h 116781"/>
                      <a:gd name="connsiteX18" fmla="*/ 2835 w 116781"/>
                      <a:gd name="connsiteY18" fmla="*/ 2953 h 116781"/>
                      <a:gd name="connsiteX19" fmla="*/ 80985 w 116781"/>
                      <a:gd name="connsiteY19" fmla="*/ 2953 h 116781"/>
                      <a:gd name="connsiteX20" fmla="*/ 95752 w 116781"/>
                      <a:gd name="connsiteY20" fmla="*/ 17721 h 116781"/>
                      <a:gd name="connsiteX21" fmla="*/ 39813 w 116781"/>
                      <a:gd name="connsiteY21" fmla="*/ 17721 h 116781"/>
                      <a:gd name="connsiteX22" fmla="*/ 32784 w 116781"/>
                      <a:gd name="connsiteY22" fmla="*/ 17721 h 116781"/>
                      <a:gd name="connsiteX23" fmla="*/ 37746 w 116781"/>
                      <a:gd name="connsiteY23" fmla="*/ 2262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1">
                        <a:moveTo>
                          <a:pt x="116781" y="97524"/>
                        </a:moveTo>
                        <a:lnTo>
                          <a:pt x="39813" y="20556"/>
                        </a:lnTo>
                        <a:lnTo>
                          <a:pt x="102782" y="20556"/>
                        </a:lnTo>
                        <a:lnTo>
                          <a:pt x="82225" y="0"/>
                        </a:lnTo>
                        <a:lnTo>
                          <a:pt x="0" y="0"/>
                        </a:lnTo>
                        <a:lnTo>
                          <a:pt x="0" y="82225"/>
                        </a:lnTo>
                        <a:lnTo>
                          <a:pt x="20556" y="102782"/>
                        </a:lnTo>
                        <a:lnTo>
                          <a:pt x="20556" y="39813"/>
                        </a:lnTo>
                        <a:lnTo>
                          <a:pt x="97524" y="116781"/>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68" name="Freeform: Shape 1367">
                    <a:extLst>
                      <a:ext uri="{FF2B5EF4-FFF2-40B4-BE49-F238E27FC236}">
                        <a16:creationId xmlns:a16="http://schemas.microsoft.com/office/drawing/2014/main" id="{D0F88F1B-3605-EB7A-47DD-8712EC9BE7D3}"/>
                      </a:ext>
                    </a:extLst>
                  </p:cNvPr>
                  <p:cNvSpPr/>
                  <p:nvPr/>
                </p:nvSpPr>
                <p:spPr>
                  <a:xfrm>
                    <a:off x="4176882" y="1893185"/>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7 w 116781"/>
                      <a:gd name="connsiteY5" fmla="*/ 76968 h 116780"/>
                      <a:gd name="connsiteX6" fmla="*/ 20557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7 h 116780"/>
                      <a:gd name="connsiteX11" fmla="*/ 2894 w 116781"/>
                      <a:gd name="connsiteY11" fmla="*/ 113887 h 116780"/>
                      <a:gd name="connsiteX12" fmla="*/ 2894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76 h 116780"/>
                      <a:gd name="connsiteX18" fmla="*/ 112705 w 116781"/>
                      <a:gd name="connsiteY18" fmla="*/ 19257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7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7" y="76968"/>
                        </a:lnTo>
                        <a:lnTo>
                          <a:pt x="20557" y="14000"/>
                        </a:lnTo>
                        <a:lnTo>
                          <a:pt x="0" y="34556"/>
                        </a:lnTo>
                        <a:lnTo>
                          <a:pt x="0" y="116781"/>
                        </a:lnTo>
                        <a:lnTo>
                          <a:pt x="82225" y="116781"/>
                        </a:lnTo>
                        <a:close/>
                        <a:moveTo>
                          <a:pt x="81044" y="113887"/>
                        </a:moveTo>
                        <a:lnTo>
                          <a:pt x="2894" y="113887"/>
                        </a:lnTo>
                        <a:lnTo>
                          <a:pt x="2894" y="35737"/>
                        </a:lnTo>
                        <a:lnTo>
                          <a:pt x="17662" y="20970"/>
                        </a:lnTo>
                        <a:lnTo>
                          <a:pt x="17662" y="76909"/>
                        </a:lnTo>
                        <a:lnTo>
                          <a:pt x="17662" y="83938"/>
                        </a:lnTo>
                        <a:lnTo>
                          <a:pt x="22624" y="78976"/>
                        </a:lnTo>
                        <a:lnTo>
                          <a:pt x="97524" y="4076"/>
                        </a:lnTo>
                        <a:lnTo>
                          <a:pt x="112705" y="19257"/>
                        </a:lnTo>
                        <a:lnTo>
                          <a:pt x="37805" y="94157"/>
                        </a:lnTo>
                        <a:lnTo>
                          <a:pt x="32843" y="99119"/>
                        </a:lnTo>
                        <a:lnTo>
                          <a:pt x="39872" y="99119"/>
                        </a:lnTo>
                        <a:lnTo>
                          <a:pt x="95811" y="99119"/>
                        </a:lnTo>
                        <a:lnTo>
                          <a:pt x="81044" y="11388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261" name="Graphic 4773">
                  <a:extLst>
                    <a:ext uri="{FF2B5EF4-FFF2-40B4-BE49-F238E27FC236}">
                      <a16:creationId xmlns:a16="http://schemas.microsoft.com/office/drawing/2014/main" id="{DDCD3F20-6321-FAFB-B53B-B804FB2CC5F5}"/>
                    </a:ext>
                  </a:extLst>
                </p:cNvPr>
                <p:cNvGrpSpPr/>
                <p:nvPr/>
              </p:nvGrpSpPr>
              <p:grpSpPr>
                <a:xfrm>
                  <a:off x="632696" y="2425108"/>
                  <a:ext cx="116780" cy="236869"/>
                  <a:chOff x="632696" y="2425108"/>
                  <a:chExt cx="116780" cy="236869"/>
                </a:xfrm>
                <a:grpFill/>
              </p:grpSpPr>
              <p:sp>
                <p:nvSpPr>
                  <p:cNvPr id="1365" name="Freeform: Shape 1364">
                    <a:extLst>
                      <a:ext uri="{FF2B5EF4-FFF2-40B4-BE49-F238E27FC236}">
                        <a16:creationId xmlns:a16="http://schemas.microsoft.com/office/drawing/2014/main" id="{5BE419D4-CC3F-E911-E73D-22295E9D7F16}"/>
                      </a:ext>
                    </a:extLst>
                  </p:cNvPr>
                  <p:cNvSpPr/>
                  <p:nvPr/>
                </p:nvSpPr>
                <p:spPr>
                  <a:xfrm>
                    <a:off x="632696" y="2425108"/>
                    <a:ext cx="116780" cy="116781"/>
                  </a:xfrm>
                  <a:custGeom>
                    <a:avLst/>
                    <a:gdLst>
                      <a:gd name="connsiteX0" fmla="*/ 0 w 116780"/>
                      <a:gd name="connsiteY0" fmla="*/ 19257 h 116781"/>
                      <a:gd name="connsiteX1" fmla="*/ 76968 w 116780"/>
                      <a:gd name="connsiteY1" fmla="*/ 96225 h 116781"/>
                      <a:gd name="connsiteX2" fmla="*/ 14000 w 116780"/>
                      <a:gd name="connsiteY2" fmla="*/ 96225 h 116781"/>
                      <a:gd name="connsiteX3" fmla="*/ 34556 w 116780"/>
                      <a:gd name="connsiteY3" fmla="*/ 116781 h 116781"/>
                      <a:gd name="connsiteX4" fmla="*/ 116781 w 116780"/>
                      <a:gd name="connsiteY4" fmla="*/ 116781 h 116781"/>
                      <a:gd name="connsiteX5" fmla="*/ 116781 w 116780"/>
                      <a:gd name="connsiteY5" fmla="*/ 34556 h 116781"/>
                      <a:gd name="connsiteX6" fmla="*/ 96225 w 116780"/>
                      <a:gd name="connsiteY6" fmla="*/ 14000 h 116781"/>
                      <a:gd name="connsiteX7" fmla="*/ 96225 w 116780"/>
                      <a:gd name="connsiteY7" fmla="*/ 76968 h 116781"/>
                      <a:gd name="connsiteX8" fmla="*/ 19257 w 116780"/>
                      <a:gd name="connsiteY8" fmla="*/ 0 h 116781"/>
                      <a:gd name="connsiteX9" fmla="*/ 0 w 116780"/>
                      <a:gd name="connsiteY9" fmla="*/ 19257 h 116781"/>
                      <a:gd name="connsiteX10" fmla="*/ 79035 w 116780"/>
                      <a:gd name="connsiteY10" fmla="*/ 94216 h 116781"/>
                      <a:gd name="connsiteX11" fmla="*/ 4135 w 116780"/>
                      <a:gd name="connsiteY11" fmla="*/ 19316 h 116781"/>
                      <a:gd name="connsiteX12" fmla="*/ 19316 w 116780"/>
                      <a:gd name="connsiteY12" fmla="*/ 4135 h 116781"/>
                      <a:gd name="connsiteX13" fmla="*/ 94216 w 116780"/>
                      <a:gd name="connsiteY13" fmla="*/ 79035 h 116781"/>
                      <a:gd name="connsiteX14" fmla="*/ 99178 w 116780"/>
                      <a:gd name="connsiteY14" fmla="*/ 83997 h 116781"/>
                      <a:gd name="connsiteX15" fmla="*/ 99178 w 116780"/>
                      <a:gd name="connsiteY15" fmla="*/ 76968 h 116781"/>
                      <a:gd name="connsiteX16" fmla="*/ 99178 w 116780"/>
                      <a:gd name="connsiteY16" fmla="*/ 20970 h 116781"/>
                      <a:gd name="connsiteX17" fmla="*/ 113946 w 116780"/>
                      <a:gd name="connsiteY17" fmla="*/ 35737 h 116781"/>
                      <a:gd name="connsiteX18" fmla="*/ 113946 w 116780"/>
                      <a:gd name="connsiteY18" fmla="*/ 113887 h 116781"/>
                      <a:gd name="connsiteX19" fmla="*/ 35796 w 116780"/>
                      <a:gd name="connsiteY19" fmla="*/ 113887 h 116781"/>
                      <a:gd name="connsiteX20" fmla="*/ 21029 w 116780"/>
                      <a:gd name="connsiteY20" fmla="*/ 99119 h 116781"/>
                      <a:gd name="connsiteX21" fmla="*/ 76968 w 116780"/>
                      <a:gd name="connsiteY21" fmla="*/ 99119 h 116781"/>
                      <a:gd name="connsiteX22" fmla="*/ 83997 w 116780"/>
                      <a:gd name="connsiteY22" fmla="*/ 99119 h 116781"/>
                      <a:gd name="connsiteX23" fmla="*/ 79035 w 116780"/>
                      <a:gd name="connsiteY23" fmla="*/ 94216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0" y="19257"/>
                        </a:moveTo>
                        <a:lnTo>
                          <a:pt x="76968" y="96225"/>
                        </a:lnTo>
                        <a:lnTo>
                          <a:pt x="14000" y="96225"/>
                        </a:lnTo>
                        <a:lnTo>
                          <a:pt x="34556" y="116781"/>
                        </a:lnTo>
                        <a:lnTo>
                          <a:pt x="116781" y="116781"/>
                        </a:lnTo>
                        <a:lnTo>
                          <a:pt x="116781" y="34556"/>
                        </a:lnTo>
                        <a:lnTo>
                          <a:pt x="96225" y="14000"/>
                        </a:lnTo>
                        <a:lnTo>
                          <a:pt x="96225" y="76968"/>
                        </a:lnTo>
                        <a:lnTo>
                          <a:pt x="19257" y="0"/>
                        </a:lnTo>
                        <a:lnTo>
                          <a:pt x="0" y="19257"/>
                        </a:lnTo>
                        <a:close/>
                        <a:moveTo>
                          <a:pt x="79035" y="94216"/>
                        </a:moveTo>
                        <a:lnTo>
                          <a:pt x="4135" y="19316"/>
                        </a:lnTo>
                        <a:lnTo>
                          <a:pt x="19316" y="4135"/>
                        </a:lnTo>
                        <a:lnTo>
                          <a:pt x="94216" y="79035"/>
                        </a:lnTo>
                        <a:lnTo>
                          <a:pt x="99178" y="83997"/>
                        </a:lnTo>
                        <a:lnTo>
                          <a:pt x="99178" y="76968"/>
                        </a:lnTo>
                        <a:lnTo>
                          <a:pt x="99178" y="20970"/>
                        </a:lnTo>
                        <a:lnTo>
                          <a:pt x="113946" y="35737"/>
                        </a:lnTo>
                        <a:lnTo>
                          <a:pt x="113946" y="113887"/>
                        </a:lnTo>
                        <a:lnTo>
                          <a:pt x="35796" y="113887"/>
                        </a:lnTo>
                        <a:lnTo>
                          <a:pt x="21029" y="99119"/>
                        </a:lnTo>
                        <a:lnTo>
                          <a:pt x="76968" y="99119"/>
                        </a:lnTo>
                        <a:lnTo>
                          <a:pt x="83997" y="99119"/>
                        </a:lnTo>
                        <a:lnTo>
                          <a:pt x="79035" y="9421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66" name="Freeform: Shape 1365">
                    <a:extLst>
                      <a:ext uri="{FF2B5EF4-FFF2-40B4-BE49-F238E27FC236}">
                        <a16:creationId xmlns:a16="http://schemas.microsoft.com/office/drawing/2014/main" id="{E461D638-22DC-61D7-9E63-D9B69C92CDCB}"/>
                      </a:ext>
                    </a:extLst>
                  </p:cNvPr>
                  <p:cNvSpPr/>
                  <p:nvPr/>
                </p:nvSpPr>
                <p:spPr>
                  <a:xfrm>
                    <a:off x="632696" y="2545197"/>
                    <a:ext cx="116780" cy="116780"/>
                  </a:xfrm>
                  <a:custGeom>
                    <a:avLst/>
                    <a:gdLst>
                      <a:gd name="connsiteX0" fmla="*/ 34556 w 116780"/>
                      <a:gd name="connsiteY0" fmla="*/ 0 h 116780"/>
                      <a:gd name="connsiteX1" fmla="*/ 14000 w 116780"/>
                      <a:gd name="connsiteY1" fmla="*/ 20556 h 116780"/>
                      <a:gd name="connsiteX2" fmla="*/ 76968 w 116780"/>
                      <a:gd name="connsiteY2" fmla="*/ 20556 h 116780"/>
                      <a:gd name="connsiteX3" fmla="*/ 0 w 116780"/>
                      <a:gd name="connsiteY3" fmla="*/ 97524 h 116780"/>
                      <a:gd name="connsiteX4" fmla="*/ 19257 w 116780"/>
                      <a:gd name="connsiteY4" fmla="*/ 116781 h 116780"/>
                      <a:gd name="connsiteX5" fmla="*/ 96225 w 116780"/>
                      <a:gd name="connsiteY5" fmla="*/ 39813 h 116780"/>
                      <a:gd name="connsiteX6" fmla="*/ 96225 w 116780"/>
                      <a:gd name="connsiteY6" fmla="*/ 102781 h 116780"/>
                      <a:gd name="connsiteX7" fmla="*/ 116781 w 116780"/>
                      <a:gd name="connsiteY7" fmla="*/ 82225 h 116780"/>
                      <a:gd name="connsiteX8" fmla="*/ 116781 w 116780"/>
                      <a:gd name="connsiteY8" fmla="*/ 0 h 116780"/>
                      <a:gd name="connsiteX9" fmla="*/ 34556 w 116780"/>
                      <a:gd name="connsiteY9" fmla="*/ 0 h 116780"/>
                      <a:gd name="connsiteX10" fmla="*/ 35796 w 116780"/>
                      <a:gd name="connsiteY10" fmla="*/ 2894 h 116780"/>
                      <a:gd name="connsiteX11" fmla="*/ 113946 w 116780"/>
                      <a:gd name="connsiteY11" fmla="*/ 2894 h 116780"/>
                      <a:gd name="connsiteX12" fmla="*/ 113946 w 116780"/>
                      <a:gd name="connsiteY12" fmla="*/ 81044 h 116780"/>
                      <a:gd name="connsiteX13" fmla="*/ 99178 w 116780"/>
                      <a:gd name="connsiteY13" fmla="*/ 95811 h 116780"/>
                      <a:gd name="connsiteX14" fmla="*/ 99178 w 116780"/>
                      <a:gd name="connsiteY14" fmla="*/ 39872 h 116780"/>
                      <a:gd name="connsiteX15" fmla="*/ 99178 w 116780"/>
                      <a:gd name="connsiteY15" fmla="*/ 32843 h 116780"/>
                      <a:gd name="connsiteX16" fmla="*/ 94216 w 116780"/>
                      <a:gd name="connsiteY16" fmla="*/ 37805 h 116780"/>
                      <a:gd name="connsiteX17" fmla="*/ 19316 w 116780"/>
                      <a:gd name="connsiteY17" fmla="*/ 112705 h 116780"/>
                      <a:gd name="connsiteX18" fmla="*/ 4135 w 116780"/>
                      <a:gd name="connsiteY18" fmla="*/ 97524 h 116780"/>
                      <a:gd name="connsiteX19" fmla="*/ 79035 w 116780"/>
                      <a:gd name="connsiteY19" fmla="*/ 22624 h 116780"/>
                      <a:gd name="connsiteX20" fmla="*/ 83997 w 116780"/>
                      <a:gd name="connsiteY20" fmla="*/ 17662 h 116780"/>
                      <a:gd name="connsiteX21" fmla="*/ 76968 w 116780"/>
                      <a:gd name="connsiteY21" fmla="*/ 17662 h 116780"/>
                      <a:gd name="connsiteX22" fmla="*/ 21029 w 116780"/>
                      <a:gd name="connsiteY22" fmla="*/ 17662 h 116780"/>
                      <a:gd name="connsiteX23" fmla="*/ 35796 w 116780"/>
                      <a:gd name="connsiteY23" fmla="*/ 2894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0">
                        <a:moveTo>
                          <a:pt x="34556" y="0"/>
                        </a:moveTo>
                        <a:lnTo>
                          <a:pt x="14000" y="20556"/>
                        </a:lnTo>
                        <a:lnTo>
                          <a:pt x="76968" y="20556"/>
                        </a:lnTo>
                        <a:lnTo>
                          <a:pt x="0" y="97524"/>
                        </a:lnTo>
                        <a:lnTo>
                          <a:pt x="19257" y="116781"/>
                        </a:lnTo>
                        <a:lnTo>
                          <a:pt x="96225" y="39813"/>
                        </a:lnTo>
                        <a:lnTo>
                          <a:pt x="96225" y="102781"/>
                        </a:lnTo>
                        <a:lnTo>
                          <a:pt x="116781" y="82225"/>
                        </a:lnTo>
                        <a:lnTo>
                          <a:pt x="116781" y="0"/>
                        </a:lnTo>
                        <a:lnTo>
                          <a:pt x="34556" y="0"/>
                        </a:lnTo>
                        <a:close/>
                        <a:moveTo>
                          <a:pt x="35796" y="2894"/>
                        </a:moveTo>
                        <a:lnTo>
                          <a:pt x="113946" y="2894"/>
                        </a:lnTo>
                        <a:lnTo>
                          <a:pt x="113946" y="81044"/>
                        </a:lnTo>
                        <a:lnTo>
                          <a:pt x="99178" y="95811"/>
                        </a:lnTo>
                        <a:lnTo>
                          <a:pt x="99178" y="39872"/>
                        </a:lnTo>
                        <a:lnTo>
                          <a:pt x="99178" y="32843"/>
                        </a:lnTo>
                        <a:lnTo>
                          <a:pt x="94216" y="37805"/>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262" name="Graphic 4773">
                  <a:extLst>
                    <a:ext uri="{FF2B5EF4-FFF2-40B4-BE49-F238E27FC236}">
                      <a16:creationId xmlns:a16="http://schemas.microsoft.com/office/drawing/2014/main" id="{145EB907-0CF1-C463-B2D8-6AC2954690FE}"/>
                    </a:ext>
                  </a:extLst>
                </p:cNvPr>
                <p:cNvGrpSpPr/>
                <p:nvPr/>
              </p:nvGrpSpPr>
              <p:grpSpPr>
                <a:xfrm>
                  <a:off x="1371068" y="3902502"/>
                  <a:ext cx="116780" cy="236929"/>
                  <a:chOff x="1371068" y="3902502"/>
                  <a:chExt cx="116780" cy="236929"/>
                </a:xfrm>
                <a:grpFill/>
              </p:grpSpPr>
              <p:sp>
                <p:nvSpPr>
                  <p:cNvPr id="1363" name="Freeform: Shape 1362">
                    <a:extLst>
                      <a:ext uri="{FF2B5EF4-FFF2-40B4-BE49-F238E27FC236}">
                        <a16:creationId xmlns:a16="http://schemas.microsoft.com/office/drawing/2014/main" id="{E7CAA31C-9F70-3D10-5FFA-DB922D9D4696}"/>
                      </a:ext>
                    </a:extLst>
                  </p:cNvPr>
                  <p:cNvSpPr/>
                  <p:nvPr/>
                </p:nvSpPr>
                <p:spPr>
                  <a:xfrm>
                    <a:off x="1371068" y="3902502"/>
                    <a:ext cx="116780" cy="116840"/>
                  </a:xfrm>
                  <a:custGeom>
                    <a:avLst/>
                    <a:gdLst>
                      <a:gd name="connsiteX0" fmla="*/ 0 w 116780"/>
                      <a:gd name="connsiteY0" fmla="*/ 19316 h 116840"/>
                      <a:gd name="connsiteX1" fmla="*/ 76968 w 116780"/>
                      <a:gd name="connsiteY1" fmla="*/ 96284 h 116840"/>
                      <a:gd name="connsiteX2" fmla="*/ 14000 w 116780"/>
                      <a:gd name="connsiteY2" fmla="*/ 96284 h 116840"/>
                      <a:gd name="connsiteX3" fmla="*/ 34556 w 116780"/>
                      <a:gd name="connsiteY3" fmla="*/ 116840 h 116840"/>
                      <a:gd name="connsiteX4" fmla="*/ 116781 w 116780"/>
                      <a:gd name="connsiteY4" fmla="*/ 116840 h 116840"/>
                      <a:gd name="connsiteX5" fmla="*/ 116781 w 116780"/>
                      <a:gd name="connsiteY5" fmla="*/ 34556 h 116840"/>
                      <a:gd name="connsiteX6" fmla="*/ 96225 w 116780"/>
                      <a:gd name="connsiteY6" fmla="*/ 14000 h 116840"/>
                      <a:gd name="connsiteX7" fmla="*/ 96225 w 116780"/>
                      <a:gd name="connsiteY7" fmla="*/ 76968 h 116840"/>
                      <a:gd name="connsiteX8" fmla="*/ 19257 w 116780"/>
                      <a:gd name="connsiteY8" fmla="*/ 0 h 116840"/>
                      <a:gd name="connsiteX9" fmla="*/ 0 w 116780"/>
                      <a:gd name="connsiteY9" fmla="*/ 19316 h 116840"/>
                      <a:gd name="connsiteX10" fmla="*/ 79035 w 116780"/>
                      <a:gd name="connsiteY10" fmla="*/ 94216 h 116840"/>
                      <a:gd name="connsiteX11" fmla="*/ 4135 w 116780"/>
                      <a:gd name="connsiteY11" fmla="*/ 19316 h 116840"/>
                      <a:gd name="connsiteX12" fmla="*/ 19316 w 116780"/>
                      <a:gd name="connsiteY12" fmla="*/ 4135 h 116840"/>
                      <a:gd name="connsiteX13" fmla="*/ 94216 w 116780"/>
                      <a:gd name="connsiteY13" fmla="*/ 79035 h 116840"/>
                      <a:gd name="connsiteX14" fmla="*/ 99178 w 116780"/>
                      <a:gd name="connsiteY14" fmla="*/ 83997 h 116840"/>
                      <a:gd name="connsiteX15" fmla="*/ 99178 w 116780"/>
                      <a:gd name="connsiteY15" fmla="*/ 76968 h 116840"/>
                      <a:gd name="connsiteX16" fmla="*/ 99178 w 116780"/>
                      <a:gd name="connsiteY16" fmla="*/ 21029 h 116840"/>
                      <a:gd name="connsiteX17" fmla="*/ 113946 w 116780"/>
                      <a:gd name="connsiteY17" fmla="*/ 35796 h 116840"/>
                      <a:gd name="connsiteX18" fmla="*/ 113946 w 116780"/>
                      <a:gd name="connsiteY18" fmla="*/ 113946 h 116840"/>
                      <a:gd name="connsiteX19" fmla="*/ 35796 w 116780"/>
                      <a:gd name="connsiteY19" fmla="*/ 113946 h 116840"/>
                      <a:gd name="connsiteX20" fmla="*/ 21029 w 116780"/>
                      <a:gd name="connsiteY20" fmla="*/ 99178 h 116840"/>
                      <a:gd name="connsiteX21" fmla="*/ 76968 w 116780"/>
                      <a:gd name="connsiteY21" fmla="*/ 99178 h 116840"/>
                      <a:gd name="connsiteX22" fmla="*/ 83997 w 116780"/>
                      <a:gd name="connsiteY22" fmla="*/ 99178 h 116840"/>
                      <a:gd name="connsiteX23" fmla="*/ 79035 w 116780"/>
                      <a:gd name="connsiteY23" fmla="*/ 94216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840">
                        <a:moveTo>
                          <a:pt x="0" y="19316"/>
                        </a:moveTo>
                        <a:lnTo>
                          <a:pt x="76968" y="96284"/>
                        </a:lnTo>
                        <a:lnTo>
                          <a:pt x="14000" y="96284"/>
                        </a:lnTo>
                        <a:lnTo>
                          <a:pt x="34556" y="116840"/>
                        </a:lnTo>
                        <a:lnTo>
                          <a:pt x="116781" y="116840"/>
                        </a:lnTo>
                        <a:lnTo>
                          <a:pt x="116781" y="34556"/>
                        </a:lnTo>
                        <a:lnTo>
                          <a:pt x="96225" y="14000"/>
                        </a:lnTo>
                        <a:lnTo>
                          <a:pt x="96225" y="76968"/>
                        </a:lnTo>
                        <a:lnTo>
                          <a:pt x="19257" y="0"/>
                        </a:lnTo>
                        <a:lnTo>
                          <a:pt x="0" y="19316"/>
                        </a:lnTo>
                        <a:close/>
                        <a:moveTo>
                          <a:pt x="79035" y="94216"/>
                        </a:moveTo>
                        <a:lnTo>
                          <a:pt x="4135" y="19316"/>
                        </a:lnTo>
                        <a:lnTo>
                          <a:pt x="19316" y="4135"/>
                        </a:lnTo>
                        <a:lnTo>
                          <a:pt x="94216" y="79035"/>
                        </a:lnTo>
                        <a:lnTo>
                          <a:pt x="99178" y="83997"/>
                        </a:lnTo>
                        <a:lnTo>
                          <a:pt x="99178" y="76968"/>
                        </a:lnTo>
                        <a:lnTo>
                          <a:pt x="99178" y="21029"/>
                        </a:lnTo>
                        <a:lnTo>
                          <a:pt x="113946" y="35796"/>
                        </a:lnTo>
                        <a:lnTo>
                          <a:pt x="113946" y="113946"/>
                        </a:lnTo>
                        <a:lnTo>
                          <a:pt x="35796" y="113946"/>
                        </a:lnTo>
                        <a:lnTo>
                          <a:pt x="21029" y="99178"/>
                        </a:lnTo>
                        <a:lnTo>
                          <a:pt x="76968" y="99178"/>
                        </a:lnTo>
                        <a:lnTo>
                          <a:pt x="83997" y="99178"/>
                        </a:lnTo>
                        <a:lnTo>
                          <a:pt x="79035" y="9421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64" name="Freeform: Shape 1363">
                    <a:extLst>
                      <a:ext uri="{FF2B5EF4-FFF2-40B4-BE49-F238E27FC236}">
                        <a16:creationId xmlns:a16="http://schemas.microsoft.com/office/drawing/2014/main" id="{1AFFD365-5B3D-9C8E-E280-918630140F85}"/>
                      </a:ext>
                    </a:extLst>
                  </p:cNvPr>
                  <p:cNvSpPr/>
                  <p:nvPr/>
                </p:nvSpPr>
                <p:spPr>
                  <a:xfrm>
                    <a:off x="1371068" y="4022650"/>
                    <a:ext cx="116780" cy="116781"/>
                  </a:xfrm>
                  <a:custGeom>
                    <a:avLst/>
                    <a:gdLst>
                      <a:gd name="connsiteX0" fmla="*/ 34556 w 116780"/>
                      <a:gd name="connsiteY0" fmla="*/ 0 h 116781"/>
                      <a:gd name="connsiteX1" fmla="*/ 14000 w 116780"/>
                      <a:gd name="connsiteY1" fmla="*/ 20556 h 116781"/>
                      <a:gd name="connsiteX2" fmla="*/ 76968 w 116780"/>
                      <a:gd name="connsiteY2" fmla="*/ 20556 h 116781"/>
                      <a:gd name="connsiteX3" fmla="*/ 0 w 116780"/>
                      <a:gd name="connsiteY3" fmla="*/ 97524 h 116781"/>
                      <a:gd name="connsiteX4" fmla="*/ 19257 w 116780"/>
                      <a:gd name="connsiteY4" fmla="*/ 116781 h 116781"/>
                      <a:gd name="connsiteX5" fmla="*/ 96225 w 116780"/>
                      <a:gd name="connsiteY5" fmla="*/ 39813 h 116781"/>
                      <a:gd name="connsiteX6" fmla="*/ 96225 w 116780"/>
                      <a:gd name="connsiteY6" fmla="*/ 102782 h 116781"/>
                      <a:gd name="connsiteX7" fmla="*/ 116781 w 116780"/>
                      <a:gd name="connsiteY7" fmla="*/ 82225 h 116781"/>
                      <a:gd name="connsiteX8" fmla="*/ 116781 w 116780"/>
                      <a:gd name="connsiteY8" fmla="*/ 0 h 116781"/>
                      <a:gd name="connsiteX9" fmla="*/ 34556 w 116780"/>
                      <a:gd name="connsiteY9" fmla="*/ 0 h 116781"/>
                      <a:gd name="connsiteX10" fmla="*/ 35796 w 116780"/>
                      <a:gd name="connsiteY10" fmla="*/ 2894 h 116781"/>
                      <a:gd name="connsiteX11" fmla="*/ 113946 w 116780"/>
                      <a:gd name="connsiteY11" fmla="*/ 2894 h 116781"/>
                      <a:gd name="connsiteX12" fmla="*/ 113946 w 116780"/>
                      <a:gd name="connsiteY12" fmla="*/ 80985 h 116781"/>
                      <a:gd name="connsiteX13" fmla="*/ 99178 w 116780"/>
                      <a:gd name="connsiteY13" fmla="*/ 95752 h 116781"/>
                      <a:gd name="connsiteX14" fmla="*/ 99178 w 116780"/>
                      <a:gd name="connsiteY14" fmla="*/ 39813 h 116781"/>
                      <a:gd name="connsiteX15" fmla="*/ 99178 w 116780"/>
                      <a:gd name="connsiteY15" fmla="*/ 32784 h 116781"/>
                      <a:gd name="connsiteX16" fmla="*/ 94216 w 116780"/>
                      <a:gd name="connsiteY16" fmla="*/ 37746 h 116781"/>
                      <a:gd name="connsiteX17" fmla="*/ 19316 w 116780"/>
                      <a:gd name="connsiteY17" fmla="*/ 112705 h 116781"/>
                      <a:gd name="connsiteX18" fmla="*/ 4135 w 116780"/>
                      <a:gd name="connsiteY18" fmla="*/ 97524 h 116781"/>
                      <a:gd name="connsiteX19" fmla="*/ 79035 w 116780"/>
                      <a:gd name="connsiteY19" fmla="*/ 22624 h 116781"/>
                      <a:gd name="connsiteX20" fmla="*/ 83997 w 116780"/>
                      <a:gd name="connsiteY20" fmla="*/ 17662 h 116781"/>
                      <a:gd name="connsiteX21" fmla="*/ 76968 w 116780"/>
                      <a:gd name="connsiteY21" fmla="*/ 17662 h 116781"/>
                      <a:gd name="connsiteX22" fmla="*/ 21029 w 116780"/>
                      <a:gd name="connsiteY22" fmla="*/ 17662 h 116781"/>
                      <a:gd name="connsiteX23" fmla="*/ 35796 w 116780"/>
                      <a:gd name="connsiteY23" fmla="*/ 289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34556" y="0"/>
                        </a:moveTo>
                        <a:lnTo>
                          <a:pt x="14000" y="20556"/>
                        </a:lnTo>
                        <a:lnTo>
                          <a:pt x="76968" y="20556"/>
                        </a:lnTo>
                        <a:lnTo>
                          <a:pt x="0" y="97524"/>
                        </a:lnTo>
                        <a:lnTo>
                          <a:pt x="19257" y="116781"/>
                        </a:lnTo>
                        <a:lnTo>
                          <a:pt x="96225" y="39813"/>
                        </a:lnTo>
                        <a:lnTo>
                          <a:pt x="96225" y="102782"/>
                        </a:lnTo>
                        <a:lnTo>
                          <a:pt x="116781" y="82225"/>
                        </a:lnTo>
                        <a:lnTo>
                          <a:pt x="116781" y="0"/>
                        </a:lnTo>
                        <a:lnTo>
                          <a:pt x="34556" y="0"/>
                        </a:lnTo>
                        <a:close/>
                        <a:moveTo>
                          <a:pt x="35796" y="2894"/>
                        </a:moveTo>
                        <a:lnTo>
                          <a:pt x="113946" y="2894"/>
                        </a:lnTo>
                        <a:lnTo>
                          <a:pt x="113946" y="80985"/>
                        </a:lnTo>
                        <a:lnTo>
                          <a:pt x="99178" y="95752"/>
                        </a:lnTo>
                        <a:lnTo>
                          <a:pt x="99178" y="39813"/>
                        </a:lnTo>
                        <a:lnTo>
                          <a:pt x="99178" y="32784"/>
                        </a:lnTo>
                        <a:lnTo>
                          <a:pt x="94216" y="37746"/>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263" name="Graphic 4773">
                  <a:extLst>
                    <a:ext uri="{FF2B5EF4-FFF2-40B4-BE49-F238E27FC236}">
                      <a16:creationId xmlns:a16="http://schemas.microsoft.com/office/drawing/2014/main" id="{F77520D2-C9B2-E009-7C38-D4D291C09427}"/>
                    </a:ext>
                  </a:extLst>
                </p:cNvPr>
                <p:cNvGrpSpPr/>
                <p:nvPr/>
              </p:nvGrpSpPr>
              <p:grpSpPr>
                <a:xfrm>
                  <a:off x="2079905" y="3900907"/>
                  <a:ext cx="116840" cy="236928"/>
                  <a:chOff x="2079905" y="3900907"/>
                  <a:chExt cx="116840" cy="236928"/>
                </a:xfrm>
                <a:grpFill/>
              </p:grpSpPr>
              <p:sp>
                <p:nvSpPr>
                  <p:cNvPr id="1361" name="Freeform: Shape 1360">
                    <a:extLst>
                      <a:ext uri="{FF2B5EF4-FFF2-40B4-BE49-F238E27FC236}">
                        <a16:creationId xmlns:a16="http://schemas.microsoft.com/office/drawing/2014/main" id="{E2D7227D-83F1-E93E-4FA8-330AED21E9D3}"/>
                      </a:ext>
                    </a:extLst>
                  </p:cNvPr>
                  <p:cNvSpPr/>
                  <p:nvPr/>
                </p:nvSpPr>
                <p:spPr>
                  <a:xfrm>
                    <a:off x="2079964" y="4020996"/>
                    <a:ext cx="116781" cy="116840"/>
                  </a:xfrm>
                  <a:custGeom>
                    <a:avLst/>
                    <a:gdLst>
                      <a:gd name="connsiteX0" fmla="*/ 116781 w 116781"/>
                      <a:gd name="connsiteY0" fmla="*/ 97524 h 116840"/>
                      <a:gd name="connsiteX1" fmla="*/ 39813 w 116781"/>
                      <a:gd name="connsiteY1" fmla="*/ 20557 h 116840"/>
                      <a:gd name="connsiteX2" fmla="*/ 102781 w 116781"/>
                      <a:gd name="connsiteY2" fmla="*/ 20557 h 116840"/>
                      <a:gd name="connsiteX3" fmla="*/ 82225 w 116781"/>
                      <a:gd name="connsiteY3" fmla="*/ 0 h 116840"/>
                      <a:gd name="connsiteX4" fmla="*/ 0 w 116781"/>
                      <a:gd name="connsiteY4" fmla="*/ 0 h 116840"/>
                      <a:gd name="connsiteX5" fmla="*/ 0 w 116781"/>
                      <a:gd name="connsiteY5" fmla="*/ 82225 h 116840"/>
                      <a:gd name="connsiteX6" fmla="*/ 20556 w 116781"/>
                      <a:gd name="connsiteY6" fmla="*/ 102782 h 116840"/>
                      <a:gd name="connsiteX7" fmla="*/ 20556 w 116781"/>
                      <a:gd name="connsiteY7" fmla="*/ 39813 h 116840"/>
                      <a:gd name="connsiteX8" fmla="*/ 97465 w 116781"/>
                      <a:gd name="connsiteY8" fmla="*/ 116840 h 116840"/>
                      <a:gd name="connsiteX9" fmla="*/ 116781 w 116781"/>
                      <a:gd name="connsiteY9" fmla="*/ 97524 h 116840"/>
                      <a:gd name="connsiteX10" fmla="*/ 37746 w 116781"/>
                      <a:gd name="connsiteY10" fmla="*/ 22624 h 116840"/>
                      <a:gd name="connsiteX11" fmla="*/ 112646 w 116781"/>
                      <a:gd name="connsiteY11" fmla="*/ 97524 h 116840"/>
                      <a:gd name="connsiteX12" fmla="*/ 97465 w 116781"/>
                      <a:gd name="connsiteY12" fmla="*/ 112705 h 116840"/>
                      <a:gd name="connsiteX13" fmla="*/ 22565 w 116781"/>
                      <a:gd name="connsiteY13" fmla="*/ 37805 h 116840"/>
                      <a:gd name="connsiteX14" fmla="*/ 17603 w 116781"/>
                      <a:gd name="connsiteY14" fmla="*/ 32843 h 116840"/>
                      <a:gd name="connsiteX15" fmla="*/ 17603 w 116781"/>
                      <a:gd name="connsiteY15" fmla="*/ 39872 h 116840"/>
                      <a:gd name="connsiteX16" fmla="*/ 17603 w 116781"/>
                      <a:gd name="connsiteY16" fmla="*/ 95870 h 116840"/>
                      <a:gd name="connsiteX17" fmla="*/ 2835 w 116781"/>
                      <a:gd name="connsiteY17" fmla="*/ 81103 h 116840"/>
                      <a:gd name="connsiteX18" fmla="*/ 2835 w 116781"/>
                      <a:gd name="connsiteY18" fmla="*/ 2953 h 116840"/>
                      <a:gd name="connsiteX19" fmla="*/ 80985 w 116781"/>
                      <a:gd name="connsiteY19" fmla="*/ 2953 h 116840"/>
                      <a:gd name="connsiteX20" fmla="*/ 95752 w 116781"/>
                      <a:gd name="connsiteY20" fmla="*/ 17721 h 116840"/>
                      <a:gd name="connsiteX21" fmla="*/ 39813 w 116781"/>
                      <a:gd name="connsiteY21" fmla="*/ 17721 h 116840"/>
                      <a:gd name="connsiteX22" fmla="*/ 32784 w 116781"/>
                      <a:gd name="connsiteY22" fmla="*/ 17721 h 116840"/>
                      <a:gd name="connsiteX23" fmla="*/ 37746 w 116781"/>
                      <a:gd name="connsiteY23" fmla="*/ 22624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840">
                        <a:moveTo>
                          <a:pt x="116781" y="97524"/>
                        </a:moveTo>
                        <a:lnTo>
                          <a:pt x="39813" y="20557"/>
                        </a:lnTo>
                        <a:lnTo>
                          <a:pt x="102781" y="20557"/>
                        </a:lnTo>
                        <a:lnTo>
                          <a:pt x="82225" y="0"/>
                        </a:lnTo>
                        <a:lnTo>
                          <a:pt x="0" y="0"/>
                        </a:lnTo>
                        <a:lnTo>
                          <a:pt x="0" y="82225"/>
                        </a:lnTo>
                        <a:lnTo>
                          <a:pt x="20556" y="102782"/>
                        </a:lnTo>
                        <a:lnTo>
                          <a:pt x="20556" y="39813"/>
                        </a:lnTo>
                        <a:lnTo>
                          <a:pt x="97465" y="116840"/>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62" name="Freeform: Shape 1361">
                    <a:extLst>
                      <a:ext uri="{FF2B5EF4-FFF2-40B4-BE49-F238E27FC236}">
                        <a16:creationId xmlns:a16="http://schemas.microsoft.com/office/drawing/2014/main" id="{0F99B11F-1C32-D901-60E1-9347CA596225}"/>
                      </a:ext>
                    </a:extLst>
                  </p:cNvPr>
                  <p:cNvSpPr/>
                  <p:nvPr/>
                </p:nvSpPr>
                <p:spPr>
                  <a:xfrm>
                    <a:off x="2079905" y="3900907"/>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6 w 116781"/>
                      <a:gd name="connsiteY5" fmla="*/ 76968 h 116780"/>
                      <a:gd name="connsiteX6" fmla="*/ 20556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6 h 116780"/>
                      <a:gd name="connsiteX11" fmla="*/ 2895 w 116781"/>
                      <a:gd name="connsiteY11" fmla="*/ 113886 h 116780"/>
                      <a:gd name="connsiteX12" fmla="*/ 2895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17 h 116780"/>
                      <a:gd name="connsiteX18" fmla="*/ 112705 w 116781"/>
                      <a:gd name="connsiteY18" fmla="*/ 19198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6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6" y="76968"/>
                        </a:lnTo>
                        <a:lnTo>
                          <a:pt x="20556" y="14000"/>
                        </a:lnTo>
                        <a:lnTo>
                          <a:pt x="0" y="34556"/>
                        </a:lnTo>
                        <a:lnTo>
                          <a:pt x="0" y="116781"/>
                        </a:lnTo>
                        <a:lnTo>
                          <a:pt x="82225" y="116781"/>
                        </a:lnTo>
                        <a:close/>
                        <a:moveTo>
                          <a:pt x="81044" y="113886"/>
                        </a:moveTo>
                        <a:lnTo>
                          <a:pt x="2895" y="113886"/>
                        </a:lnTo>
                        <a:lnTo>
                          <a:pt x="2895" y="35737"/>
                        </a:lnTo>
                        <a:lnTo>
                          <a:pt x="17662" y="20970"/>
                        </a:lnTo>
                        <a:lnTo>
                          <a:pt x="17662" y="76909"/>
                        </a:lnTo>
                        <a:lnTo>
                          <a:pt x="17662" y="83938"/>
                        </a:lnTo>
                        <a:lnTo>
                          <a:pt x="22624" y="78976"/>
                        </a:lnTo>
                        <a:lnTo>
                          <a:pt x="97524" y="4017"/>
                        </a:lnTo>
                        <a:lnTo>
                          <a:pt x="112705" y="19198"/>
                        </a:lnTo>
                        <a:lnTo>
                          <a:pt x="37805" y="94157"/>
                        </a:lnTo>
                        <a:lnTo>
                          <a:pt x="32843" y="99119"/>
                        </a:lnTo>
                        <a:lnTo>
                          <a:pt x="39872" y="99119"/>
                        </a:lnTo>
                        <a:lnTo>
                          <a:pt x="95811" y="99119"/>
                        </a:lnTo>
                        <a:lnTo>
                          <a:pt x="81044" y="11388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264" name="Graphic 4773">
                  <a:extLst>
                    <a:ext uri="{FF2B5EF4-FFF2-40B4-BE49-F238E27FC236}">
                      <a16:creationId xmlns:a16="http://schemas.microsoft.com/office/drawing/2014/main" id="{3400DA62-3734-2453-7948-011C91CD86E3}"/>
                    </a:ext>
                  </a:extLst>
                </p:cNvPr>
                <p:cNvGrpSpPr/>
                <p:nvPr/>
              </p:nvGrpSpPr>
              <p:grpSpPr>
                <a:xfrm>
                  <a:off x="1932349" y="1658589"/>
                  <a:ext cx="648231" cy="115451"/>
                  <a:chOff x="1932349" y="1658589"/>
                  <a:chExt cx="648231" cy="115451"/>
                </a:xfrm>
                <a:grpFill/>
              </p:grpSpPr>
              <p:sp>
                <p:nvSpPr>
                  <p:cNvPr id="1345" name="Freeform: Shape 1344">
                    <a:extLst>
                      <a:ext uri="{FF2B5EF4-FFF2-40B4-BE49-F238E27FC236}">
                        <a16:creationId xmlns:a16="http://schemas.microsoft.com/office/drawing/2014/main" id="{BC897930-E54A-2ADB-D7C6-CE35584D6EED}"/>
                      </a:ext>
                    </a:extLst>
                  </p:cNvPr>
                  <p:cNvSpPr/>
                  <p:nvPr/>
                </p:nvSpPr>
                <p:spPr>
                  <a:xfrm>
                    <a:off x="2171286" y="170398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70" y="22210"/>
                          <a:pt x="2540" y="17839"/>
                          <a:pt x="2540" y="12405"/>
                        </a:cubicBezTo>
                        <a:cubicBezTo>
                          <a:pt x="2540" y="6970"/>
                          <a:pt x="6911" y="2599"/>
                          <a:pt x="12346" y="2599"/>
                        </a:cubicBezTo>
                        <a:lnTo>
                          <a:pt x="12346" y="2599"/>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46" name="Freeform: Shape 1345">
                    <a:extLst>
                      <a:ext uri="{FF2B5EF4-FFF2-40B4-BE49-F238E27FC236}">
                        <a16:creationId xmlns:a16="http://schemas.microsoft.com/office/drawing/2014/main" id="{963677FF-5C94-2EBB-9F35-8263F8A660E8}"/>
                      </a:ext>
                    </a:extLst>
                  </p:cNvPr>
                  <p:cNvSpPr/>
                  <p:nvPr/>
                </p:nvSpPr>
                <p:spPr>
                  <a:xfrm>
                    <a:off x="222255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47" name="Freeform: Shape 1346">
                    <a:extLst>
                      <a:ext uri="{FF2B5EF4-FFF2-40B4-BE49-F238E27FC236}">
                        <a16:creationId xmlns:a16="http://schemas.microsoft.com/office/drawing/2014/main" id="{2BB2013F-4225-237C-46C2-CF88FA20F634}"/>
                      </a:ext>
                    </a:extLst>
                  </p:cNvPr>
                  <p:cNvSpPr/>
                  <p:nvPr/>
                </p:nvSpPr>
                <p:spPr>
                  <a:xfrm>
                    <a:off x="2248254"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48" name="Freeform: Shape 1347">
                    <a:extLst>
                      <a:ext uri="{FF2B5EF4-FFF2-40B4-BE49-F238E27FC236}">
                        <a16:creationId xmlns:a16="http://schemas.microsoft.com/office/drawing/2014/main" id="{73AB4A5F-C79B-E13E-CA1F-30D6FC8ECD90}"/>
                      </a:ext>
                    </a:extLst>
                  </p:cNvPr>
                  <p:cNvSpPr/>
                  <p:nvPr/>
                </p:nvSpPr>
                <p:spPr>
                  <a:xfrm>
                    <a:off x="2299467"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750"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49" name="Freeform: Shape 1348">
                    <a:extLst>
                      <a:ext uri="{FF2B5EF4-FFF2-40B4-BE49-F238E27FC236}">
                        <a16:creationId xmlns:a16="http://schemas.microsoft.com/office/drawing/2014/main" id="{F5AA82C9-A708-ACDB-6154-B722CFB1D400}"/>
                      </a:ext>
                    </a:extLst>
                  </p:cNvPr>
                  <p:cNvSpPr/>
                  <p:nvPr/>
                </p:nvSpPr>
                <p:spPr>
                  <a:xfrm>
                    <a:off x="235079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50" name="Freeform: Shape 1349">
                    <a:extLst>
                      <a:ext uri="{FF2B5EF4-FFF2-40B4-BE49-F238E27FC236}">
                        <a16:creationId xmlns:a16="http://schemas.microsoft.com/office/drawing/2014/main" id="{8BCD5454-B01B-AE15-57E7-F8B65310C3F3}"/>
                      </a:ext>
                    </a:extLst>
                  </p:cNvPr>
                  <p:cNvSpPr/>
                  <p:nvPr/>
                </p:nvSpPr>
                <p:spPr>
                  <a:xfrm>
                    <a:off x="2376435"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80"/>
                          <a:pt x="17780" y="22151"/>
                          <a:pt x="12346" y="22151"/>
                        </a:cubicBezTo>
                        <a:cubicBezTo>
                          <a:pt x="6970" y="22151"/>
                          <a:pt x="2540" y="17721"/>
                          <a:pt x="2540" y="12346"/>
                        </a:cubicBezTo>
                        <a:cubicBezTo>
                          <a:pt x="2540" y="6970"/>
                          <a:pt x="6911"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51" name="Freeform: Shape 1350">
                    <a:extLst>
                      <a:ext uri="{FF2B5EF4-FFF2-40B4-BE49-F238E27FC236}">
                        <a16:creationId xmlns:a16="http://schemas.microsoft.com/office/drawing/2014/main" id="{2A4BD267-8B82-4C6B-DFBB-68F61EC6992E}"/>
                      </a:ext>
                    </a:extLst>
                  </p:cNvPr>
                  <p:cNvSpPr/>
                  <p:nvPr/>
                </p:nvSpPr>
                <p:spPr>
                  <a:xfrm>
                    <a:off x="2402072"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52" name="Freeform: Shape 1351">
                    <a:extLst>
                      <a:ext uri="{FF2B5EF4-FFF2-40B4-BE49-F238E27FC236}">
                        <a16:creationId xmlns:a16="http://schemas.microsoft.com/office/drawing/2014/main" id="{21722060-D0FC-C6ED-6328-294BD50782DA}"/>
                      </a:ext>
                    </a:extLst>
                  </p:cNvPr>
                  <p:cNvSpPr/>
                  <p:nvPr/>
                </p:nvSpPr>
                <p:spPr>
                  <a:xfrm>
                    <a:off x="2453344"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21"/>
                          <a:pt x="2540" y="12346"/>
                        </a:cubicBezTo>
                        <a:cubicBezTo>
                          <a:pt x="2540" y="6970"/>
                          <a:pt x="6911" y="2540"/>
                          <a:pt x="12346" y="2540"/>
                        </a:cubicBezTo>
                        <a:lnTo>
                          <a:pt x="12346" y="2540"/>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49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53" name="Freeform: Shape 1352">
                    <a:extLst>
                      <a:ext uri="{FF2B5EF4-FFF2-40B4-BE49-F238E27FC236}">
                        <a16:creationId xmlns:a16="http://schemas.microsoft.com/office/drawing/2014/main" id="{E41E22EE-E9BA-300A-F0C3-EF01713E930E}"/>
                      </a:ext>
                    </a:extLst>
                  </p:cNvPr>
                  <p:cNvSpPr/>
                  <p:nvPr/>
                </p:nvSpPr>
                <p:spPr>
                  <a:xfrm>
                    <a:off x="2504617"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54" name="Freeform: Shape 1353">
                    <a:extLst>
                      <a:ext uri="{FF2B5EF4-FFF2-40B4-BE49-F238E27FC236}">
                        <a16:creationId xmlns:a16="http://schemas.microsoft.com/office/drawing/2014/main" id="{005F2A20-95DA-C667-818E-B6DCA7DBCC43}"/>
                      </a:ext>
                    </a:extLst>
                  </p:cNvPr>
                  <p:cNvSpPr/>
                  <p:nvPr/>
                </p:nvSpPr>
                <p:spPr>
                  <a:xfrm>
                    <a:off x="2530253"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55" name="Freeform: Shape 1354">
                    <a:extLst>
                      <a:ext uri="{FF2B5EF4-FFF2-40B4-BE49-F238E27FC236}">
                        <a16:creationId xmlns:a16="http://schemas.microsoft.com/office/drawing/2014/main" id="{2DCED0BC-F1CC-D40E-0DC6-EC1929BEC786}"/>
                      </a:ext>
                    </a:extLst>
                  </p:cNvPr>
                  <p:cNvSpPr/>
                  <p:nvPr/>
                </p:nvSpPr>
                <p:spPr>
                  <a:xfrm>
                    <a:off x="2555889"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70"/>
                          <a:pt x="22151" y="12346"/>
                        </a:cubicBezTo>
                        <a:cubicBezTo>
                          <a:pt x="22151" y="17780"/>
                          <a:pt x="17780" y="22151"/>
                          <a:pt x="12346" y="22151"/>
                        </a:cubicBezTo>
                        <a:cubicBezTo>
                          <a:pt x="6911" y="22151"/>
                          <a:pt x="2540" y="17721"/>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49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56" name="Freeform: Shape 1355">
                    <a:extLst>
                      <a:ext uri="{FF2B5EF4-FFF2-40B4-BE49-F238E27FC236}">
                        <a16:creationId xmlns:a16="http://schemas.microsoft.com/office/drawing/2014/main" id="{15536084-8BF4-886D-EC2C-F5E29E876994}"/>
                      </a:ext>
                    </a:extLst>
                  </p:cNvPr>
                  <p:cNvSpPr/>
                  <p:nvPr/>
                </p:nvSpPr>
                <p:spPr>
                  <a:xfrm>
                    <a:off x="2137498" y="1658767"/>
                    <a:ext cx="66719" cy="115274"/>
                  </a:xfrm>
                  <a:custGeom>
                    <a:avLst/>
                    <a:gdLst>
                      <a:gd name="connsiteX0" fmla="*/ 60310 w 66719"/>
                      <a:gd name="connsiteY0" fmla="*/ 115275 h 115274"/>
                      <a:gd name="connsiteX1" fmla="*/ 64859 w 66719"/>
                      <a:gd name="connsiteY1" fmla="*/ 113384 h 115274"/>
                      <a:gd name="connsiteX2" fmla="*/ 64859 w 66719"/>
                      <a:gd name="connsiteY2" fmla="*/ 104347 h 115274"/>
                      <a:gd name="connsiteX3" fmla="*/ 18134 w 66719"/>
                      <a:gd name="connsiteY3" fmla="*/ 57623 h 115274"/>
                      <a:gd name="connsiteX4" fmla="*/ 64859 w 66719"/>
                      <a:gd name="connsiteY4" fmla="*/ 10898 h 115274"/>
                      <a:gd name="connsiteX5" fmla="*/ 64859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9" y="113384"/>
                        </a:cubicBezTo>
                        <a:cubicBezTo>
                          <a:pt x="67340" y="110903"/>
                          <a:pt x="67340" y="106828"/>
                          <a:pt x="64859" y="104347"/>
                        </a:cubicBezTo>
                        <a:lnTo>
                          <a:pt x="18134" y="57623"/>
                        </a:lnTo>
                        <a:lnTo>
                          <a:pt x="64859" y="10898"/>
                        </a:lnTo>
                        <a:cubicBezTo>
                          <a:pt x="67340" y="8417"/>
                          <a:pt x="67340" y="4342"/>
                          <a:pt x="64859" y="1861"/>
                        </a:cubicBezTo>
                        <a:cubicBezTo>
                          <a:pt x="62378" y="-620"/>
                          <a:pt x="58302" y="-620"/>
                          <a:pt x="55821" y="1861"/>
                        </a:cubicBezTo>
                        <a:lnTo>
                          <a:pt x="0" y="57682"/>
                        </a:lnTo>
                        <a:lnTo>
                          <a:pt x="55821" y="113503"/>
                        </a:lnTo>
                        <a:cubicBezTo>
                          <a:pt x="57002" y="114684"/>
                          <a:pt x="58656" y="115275"/>
                          <a:pt x="60310" y="115275"/>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57" name="Freeform: Shape 1356">
                    <a:extLst>
                      <a:ext uri="{FF2B5EF4-FFF2-40B4-BE49-F238E27FC236}">
                        <a16:creationId xmlns:a16="http://schemas.microsoft.com/office/drawing/2014/main" id="{53A41D3A-6ABD-83F4-3267-5C16D0A6FC7A}"/>
                      </a:ext>
                    </a:extLst>
                  </p:cNvPr>
                  <p:cNvSpPr/>
                  <p:nvPr/>
                </p:nvSpPr>
                <p:spPr>
                  <a:xfrm>
                    <a:off x="2086107" y="1658708"/>
                    <a:ext cx="66778" cy="115333"/>
                  </a:xfrm>
                  <a:custGeom>
                    <a:avLst/>
                    <a:gdLst>
                      <a:gd name="connsiteX0" fmla="*/ 60369 w 66778"/>
                      <a:gd name="connsiteY0" fmla="*/ 115334 h 115333"/>
                      <a:gd name="connsiteX1" fmla="*/ 64918 w 66778"/>
                      <a:gd name="connsiteY1" fmla="*/ 113443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3"/>
                        </a:cubicBezTo>
                        <a:cubicBezTo>
                          <a:pt x="67399" y="110963"/>
                          <a:pt x="67399" y="106887"/>
                          <a:pt x="64918" y="104347"/>
                        </a:cubicBezTo>
                        <a:lnTo>
                          <a:pt x="18134" y="57623"/>
                        </a:lnTo>
                        <a:lnTo>
                          <a:pt x="64918" y="10898"/>
                        </a:lnTo>
                        <a:cubicBezTo>
                          <a:pt x="67399" y="8417"/>
                          <a:pt x="67399" y="4342"/>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58" name="Freeform: Shape 1357">
                    <a:extLst>
                      <a:ext uri="{FF2B5EF4-FFF2-40B4-BE49-F238E27FC236}">
                        <a16:creationId xmlns:a16="http://schemas.microsoft.com/office/drawing/2014/main" id="{14C74620-B685-D8B4-B0B8-A65080072FA0}"/>
                      </a:ext>
                    </a:extLst>
                  </p:cNvPr>
                  <p:cNvSpPr/>
                  <p:nvPr/>
                </p:nvSpPr>
                <p:spPr>
                  <a:xfrm>
                    <a:off x="2034894" y="165858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7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59" name="Freeform: Shape 1358">
                    <a:extLst>
                      <a:ext uri="{FF2B5EF4-FFF2-40B4-BE49-F238E27FC236}">
                        <a16:creationId xmlns:a16="http://schemas.microsoft.com/office/drawing/2014/main" id="{83262F37-5828-92A3-343A-1BF38471B583}"/>
                      </a:ext>
                    </a:extLst>
                  </p:cNvPr>
                  <p:cNvSpPr/>
                  <p:nvPr/>
                </p:nvSpPr>
                <p:spPr>
                  <a:xfrm>
                    <a:off x="1983621" y="165858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618" y="114684"/>
                          <a:pt x="64859" y="113444"/>
                        </a:cubicBezTo>
                        <a:cubicBezTo>
                          <a:pt x="67340" y="110963"/>
                          <a:pt x="67340" y="106887"/>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60" name="Freeform: Shape 1359">
                    <a:extLst>
                      <a:ext uri="{FF2B5EF4-FFF2-40B4-BE49-F238E27FC236}">
                        <a16:creationId xmlns:a16="http://schemas.microsoft.com/office/drawing/2014/main" id="{4C94BF97-3BD9-144A-08B4-D2337EBF398C}"/>
                      </a:ext>
                    </a:extLst>
                  </p:cNvPr>
                  <p:cNvSpPr/>
                  <p:nvPr/>
                </p:nvSpPr>
                <p:spPr>
                  <a:xfrm>
                    <a:off x="1932349" y="1658648"/>
                    <a:ext cx="66719" cy="115274"/>
                  </a:xfrm>
                  <a:custGeom>
                    <a:avLst/>
                    <a:gdLst>
                      <a:gd name="connsiteX0" fmla="*/ 60310 w 66719"/>
                      <a:gd name="connsiteY0" fmla="*/ 115275 h 115274"/>
                      <a:gd name="connsiteX1" fmla="*/ 64858 w 66719"/>
                      <a:gd name="connsiteY1" fmla="*/ 113384 h 115274"/>
                      <a:gd name="connsiteX2" fmla="*/ 64858 w 66719"/>
                      <a:gd name="connsiteY2" fmla="*/ 104347 h 115274"/>
                      <a:gd name="connsiteX3" fmla="*/ 18134 w 66719"/>
                      <a:gd name="connsiteY3" fmla="*/ 57623 h 115274"/>
                      <a:gd name="connsiteX4" fmla="*/ 64858 w 66719"/>
                      <a:gd name="connsiteY4" fmla="*/ 10898 h 115274"/>
                      <a:gd name="connsiteX5" fmla="*/ 64858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8" y="113384"/>
                        </a:cubicBezTo>
                        <a:cubicBezTo>
                          <a:pt x="67340" y="110904"/>
                          <a:pt x="67340" y="106828"/>
                          <a:pt x="64858" y="104347"/>
                        </a:cubicBezTo>
                        <a:lnTo>
                          <a:pt x="18134" y="57623"/>
                        </a:lnTo>
                        <a:lnTo>
                          <a:pt x="64858" y="10898"/>
                        </a:lnTo>
                        <a:cubicBezTo>
                          <a:pt x="67340" y="8417"/>
                          <a:pt x="67340" y="4342"/>
                          <a:pt x="64858" y="1861"/>
                        </a:cubicBezTo>
                        <a:cubicBezTo>
                          <a:pt x="62378" y="-620"/>
                          <a:pt x="58302" y="-620"/>
                          <a:pt x="55821" y="1861"/>
                        </a:cubicBezTo>
                        <a:lnTo>
                          <a:pt x="0" y="57682"/>
                        </a:lnTo>
                        <a:lnTo>
                          <a:pt x="55821" y="113503"/>
                        </a:lnTo>
                        <a:cubicBezTo>
                          <a:pt x="57002" y="114625"/>
                          <a:pt x="58656" y="115275"/>
                          <a:pt x="60310" y="115275"/>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265" name="Graphic 4773">
                  <a:extLst>
                    <a:ext uri="{FF2B5EF4-FFF2-40B4-BE49-F238E27FC236}">
                      <a16:creationId xmlns:a16="http://schemas.microsoft.com/office/drawing/2014/main" id="{F90F29FA-87ED-B3F4-6D3A-C521A8293C10}"/>
                    </a:ext>
                  </a:extLst>
                </p:cNvPr>
                <p:cNvGrpSpPr/>
                <p:nvPr/>
              </p:nvGrpSpPr>
              <p:grpSpPr>
                <a:xfrm>
                  <a:off x="455605" y="4257600"/>
                  <a:ext cx="648231" cy="115511"/>
                  <a:chOff x="455605" y="4257600"/>
                  <a:chExt cx="648231" cy="115511"/>
                </a:xfrm>
                <a:grpFill/>
              </p:grpSpPr>
              <p:sp>
                <p:nvSpPr>
                  <p:cNvPr id="1329" name="Freeform: Shape 1328">
                    <a:extLst>
                      <a:ext uri="{FF2B5EF4-FFF2-40B4-BE49-F238E27FC236}">
                        <a16:creationId xmlns:a16="http://schemas.microsoft.com/office/drawing/2014/main" id="{955E6A86-4FC2-4548-9C5F-1A16BCFF6AE5}"/>
                      </a:ext>
                    </a:extLst>
                  </p:cNvPr>
                  <p:cNvSpPr/>
                  <p:nvPr/>
                </p:nvSpPr>
                <p:spPr>
                  <a:xfrm>
                    <a:off x="694542" y="4303054"/>
                    <a:ext cx="24691" cy="24750"/>
                  </a:xfrm>
                  <a:custGeom>
                    <a:avLst/>
                    <a:gdLst>
                      <a:gd name="connsiteX0" fmla="*/ 12346 w 24691"/>
                      <a:gd name="connsiteY0" fmla="*/ 2599 h 24750"/>
                      <a:gd name="connsiteX1" fmla="*/ 22151 w 24691"/>
                      <a:gd name="connsiteY1" fmla="*/ 12405 h 24750"/>
                      <a:gd name="connsiteX2" fmla="*/ 12346 w 24691"/>
                      <a:gd name="connsiteY2" fmla="*/ 22210 h 24750"/>
                      <a:gd name="connsiteX3" fmla="*/ 2540 w 24691"/>
                      <a:gd name="connsiteY3" fmla="*/ 12405 h 24750"/>
                      <a:gd name="connsiteX4" fmla="*/ 12346 w 24691"/>
                      <a:gd name="connsiteY4" fmla="*/ 2599 h 24750"/>
                      <a:gd name="connsiteX5" fmla="*/ 12346 w 24691"/>
                      <a:gd name="connsiteY5" fmla="*/ 2599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99"/>
                        </a:moveTo>
                        <a:cubicBezTo>
                          <a:pt x="17780" y="2599"/>
                          <a:pt x="22151" y="6971"/>
                          <a:pt x="22151" y="12405"/>
                        </a:cubicBezTo>
                        <a:cubicBezTo>
                          <a:pt x="22151" y="17839"/>
                          <a:pt x="17780" y="22210"/>
                          <a:pt x="12346" y="22210"/>
                        </a:cubicBezTo>
                        <a:cubicBezTo>
                          <a:pt x="6911" y="22210"/>
                          <a:pt x="2540" y="17839"/>
                          <a:pt x="2540" y="12405"/>
                        </a:cubicBezTo>
                        <a:cubicBezTo>
                          <a:pt x="2540" y="6971"/>
                          <a:pt x="6911" y="2599"/>
                          <a:pt x="12346" y="2599"/>
                        </a:cubicBezTo>
                        <a:lnTo>
                          <a:pt x="12346" y="2599"/>
                        </a:lnTo>
                        <a:close/>
                        <a:moveTo>
                          <a:pt x="12346" y="0"/>
                        </a:moveTo>
                        <a:cubicBezTo>
                          <a:pt x="5493" y="0"/>
                          <a:pt x="0" y="5553"/>
                          <a:pt x="0" y="12346"/>
                        </a:cubicBezTo>
                        <a:cubicBezTo>
                          <a:pt x="0" y="19198"/>
                          <a:pt x="5553" y="24750"/>
                          <a:pt x="12346" y="24750"/>
                        </a:cubicBezTo>
                        <a:cubicBezTo>
                          <a:pt x="19198" y="24750"/>
                          <a:pt x="24691" y="19198"/>
                          <a:pt x="24691" y="12346"/>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30" name="Freeform: Shape 1329">
                    <a:extLst>
                      <a:ext uri="{FF2B5EF4-FFF2-40B4-BE49-F238E27FC236}">
                        <a16:creationId xmlns:a16="http://schemas.microsoft.com/office/drawing/2014/main" id="{C0CA8402-7541-79AE-08A0-9FE46045D2F4}"/>
                      </a:ext>
                    </a:extLst>
                  </p:cNvPr>
                  <p:cNvSpPr/>
                  <p:nvPr/>
                </p:nvSpPr>
                <p:spPr>
                  <a:xfrm>
                    <a:off x="745814"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98"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31" name="Freeform: Shape 1330">
                    <a:extLst>
                      <a:ext uri="{FF2B5EF4-FFF2-40B4-BE49-F238E27FC236}">
                        <a16:creationId xmlns:a16="http://schemas.microsoft.com/office/drawing/2014/main" id="{5DFAF201-0A2E-68E0-B4DB-A6BCCA79E060}"/>
                      </a:ext>
                    </a:extLst>
                  </p:cNvPr>
                  <p:cNvSpPr/>
                  <p:nvPr/>
                </p:nvSpPr>
                <p:spPr>
                  <a:xfrm>
                    <a:off x="771510"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32" name="Freeform: Shape 1331">
                    <a:extLst>
                      <a:ext uri="{FF2B5EF4-FFF2-40B4-BE49-F238E27FC236}">
                        <a16:creationId xmlns:a16="http://schemas.microsoft.com/office/drawing/2014/main" id="{E7566648-A064-C770-0461-6054BCB62411}"/>
                      </a:ext>
                    </a:extLst>
                  </p:cNvPr>
                  <p:cNvSpPr/>
                  <p:nvPr/>
                </p:nvSpPr>
                <p:spPr>
                  <a:xfrm>
                    <a:off x="822723" y="4303054"/>
                    <a:ext cx="24691" cy="24750"/>
                  </a:xfrm>
                  <a:custGeom>
                    <a:avLst/>
                    <a:gdLst>
                      <a:gd name="connsiteX0" fmla="*/ 12346 w 24691"/>
                      <a:gd name="connsiteY0" fmla="*/ 2540 h 24750"/>
                      <a:gd name="connsiteX1" fmla="*/ 22151 w 24691"/>
                      <a:gd name="connsiteY1" fmla="*/ 12346 h 24750"/>
                      <a:gd name="connsiteX2" fmla="*/ 12346 w 24691"/>
                      <a:gd name="connsiteY2" fmla="*/ 22151 h 24750"/>
                      <a:gd name="connsiteX3" fmla="*/ 2540 w 24691"/>
                      <a:gd name="connsiteY3" fmla="*/ 12346 h 24750"/>
                      <a:gd name="connsiteX4" fmla="*/ 12346 w 24691"/>
                      <a:gd name="connsiteY4" fmla="*/ 2540 h 24750"/>
                      <a:gd name="connsiteX5" fmla="*/ 12346 w 24691"/>
                      <a:gd name="connsiteY5" fmla="*/ 2540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1"/>
                          <a:pt x="6970" y="2540"/>
                          <a:pt x="12346" y="2540"/>
                        </a:cubicBezTo>
                        <a:lnTo>
                          <a:pt x="12346" y="2540"/>
                        </a:lnTo>
                        <a:close/>
                        <a:moveTo>
                          <a:pt x="12346" y="0"/>
                        </a:moveTo>
                        <a:cubicBezTo>
                          <a:pt x="5494" y="0"/>
                          <a:pt x="0" y="5553"/>
                          <a:pt x="0" y="12346"/>
                        </a:cubicBezTo>
                        <a:cubicBezTo>
                          <a:pt x="0" y="19198"/>
                          <a:pt x="5553" y="24750"/>
                          <a:pt x="12346" y="24750"/>
                        </a:cubicBezTo>
                        <a:cubicBezTo>
                          <a:pt x="19198" y="24750"/>
                          <a:pt x="24691" y="19198"/>
                          <a:pt x="24691" y="12346"/>
                        </a:cubicBezTo>
                        <a:cubicBezTo>
                          <a:pt x="24750"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33" name="Freeform: Shape 1332">
                    <a:extLst>
                      <a:ext uri="{FF2B5EF4-FFF2-40B4-BE49-F238E27FC236}">
                        <a16:creationId xmlns:a16="http://schemas.microsoft.com/office/drawing/2014/main" id="{EF1C3B93-E7A2-3A82-96F4-BA3D1AC04983}"/>
                      </a:ext>
                    </a:extLst>
                  </p:cNvPr>
                  <p:cNvSpPr/>
                  <p:nvPr/>
                </p:nvSpPr>
                <p:spPr>
                  <a:xfrm>
                    <a:off x="874055"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34" name="Freeform: Shape 1333">
                    <a:extLst>
                      <a:ext uri="{FF2B5EF4-FFF2-40B4-BE49-F238E27FC236}">
                        <a16:creationId xmlns:a16="http://schemas.microsoft.com/office/drawing/2014/main" id="{32E6F5A6-81E5-9A03-A85B-2AB934A75BD8}"/>
                      </a:ext>
                    </a:extLst>
                  </p:cNvPr>
                  <p:cNvSpPr/>
                  <p:nvPr/>
                </p:nvSpPr>
                <p:spPr>
                  <a:xfrm>
                    <a:off x="899691"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21"/>
                          <a:pt x="17780" y="22151"/>
                          <a:pt x="12346" y="22151"/>
                        </a:cubicBezTo>
                        <a:cubicBezTo>
                          <a:pt x="6970" y="22151"/>
                          <a:pt x="2540" y="17721"/>
                          <a:pt x="2540" y="12346"/>
                        </a:cubicBezTo>
                        <a:cubicBezTo>
                          <a:pt x="2540" y="6971"/>
                          <a:pt x="6911" y="2540"/>
                          <a:pt x="12346" y="2540"/>
                        </a:cubicBezTo>
                        <a:lnTo>
                          <a:pt x="12346" y="2540"/>
                        </a:lnTo>
                        <a:close/>
                        <a:moveTo>
                          <a:pt x="12346" y="0"/>
                        </a:moveTo>
                        <a:cubicBezTo>
                          <a:pt x="5494"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35" name="Freeform: Shape 1334">
                    <a:extLst>
                      <a:ext uri="{FF2B5EF4-FFF2-40B4-BE49-F238E27FC236}">
                        <a16:creationId xmlns:a16="http://schemas.microsoft.com/office/drawing/2014/main" id="{2CDA566E-6654-9912-332F-F65CE2844BEA}"/>
                      </a:ext>
                    </a:extLst>
                  </p:cNvPr>
                  <p:cNvSpPr/>
                  <p:nvPr/>
                </p:nvSpPr>
                <p:spPr>
                  <a:xfrm>
                    <a:off x="925327"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4" y="24750"/>
                          <a:pt x="0" y="19198"/>
                          <a:pt x="0" y="12346"/>
                        </a:cubicBezTo>
                        <a:cubicBezTo>
                          <a:pt x="0" y="5494"/>
                          <a:pt x="5553" y="0"/>
                          <a:pt x="12346" y="0"/>
                        </a:cubicBezTo>
                        <a:cubicBezTo>
                          <a:pt x="19139"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36" name="Freeform: Shape 1335">
                    <a:extLst>
                      <a:ext uri="{FF2B5EF4-FFF2-40B4-BE49-F238E27FC236}">
                        <a16:creationId xmlns:a16="http://schemas.microsoft.com/office/drawing/2014/main" id="{736CE5C7-DABF-CF10-B63C-F20B001F7271}"/>
                      </a:ext>
                    </a:extLst>
                  </p:cNvPr>
                  <p:cNvSpPr/>
                  <p:nvPr/>
                </p:nvSpPr>
                <p:spPr>
                  <a:xfrm>
                    <a:off x="976600"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80"/>
                          <a:pt x="2540" y="12346"/>
                        </a:cubicBezTo>
                        <a:cubicBezTo>
                          <a:pt x="2540" y="6971"/>
                          <a:pt x="6911" y="2540"/>
                          <a:pt x="12346" y="2540"/>
                        </a:cubicBezTo>
                        <a:lnTo>
                          <a:pt x="12346" y="2540"/>
                        </a:lnTo>
                        <a:close/>
                        <a:moveTo>
                          <a:pt x="12346" y="0"/>
                        </a:moveTo>
                        <a:cubicBezTo>
                          <a:pt x="5493"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37" name="Freeform: Shape 1336">
                    <a:extLst>
                      <a:ext uri="{FF2B5EF4-FFF2-40B4-BE49-F238E27FC236}">
                        <a16:creationId xmlns:a16="http://schemas.microsoft.com/office/drawing/2014/main" id="{A1FE2E4B-2AC2-9CE9-E2E4-3FB2F7638A81}"/>
                      </a:ext>
                    </a:extLst>
                  </p:cNvPr>
                  <p:cNvSpPr/>
                  <p:nvPr/>
                </p:nvSpPr>
                <p:spPr>
                  <a:xfrm>
                    <a:off x="1027872"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553"/>
                          <a:pt x="5553" y="0"/>
                          <a:pt x="12346" y="0"/>
                        </a:cubicBezTo>
                        <a:cubicBezTo>
                          <a:pt x="19198"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38" name="Freeform: Shape 1337">
                    <a:extLst>
                      <a:ext uri="{FF2B5EF4-FFF2-40B4-BE49-F238E27FC236}">
                        <a16:creationId xmlns:a16="http://schemas.microsoft.com/office/drawing/2014/main" id="{5ED625C2-F736-5F78-D035-5EE3AF2C2CF9}"/>
                      </a:ext>
                    </a:extLst>
                  </p:cNvPr>
                  <p:cNvSpPr/>
                  <p:nvPr/>
                </p:nvSpPr>
                <p:spPr>
                  <a:xfrm>
                    <a:off x="1053509"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3" y="24750"/>
                          <a:pt x="0" y="19198"/>
                          <a:pt x="0" y="12346"/>
                        </a:cubicBezTo>
                        <a:cubicBezTo>
                          <a:pt x="0" y="5494"/>
                          <a:pt x="5552" y="0"/>
                          <a:pt x="12346" y="0"/>
                        </a:cubicBezTo>
                        <a:cubicBezTo>
                          <a:pt x="19198"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39" name="Freeform: Shape 1338">
                    <a:extLst>
                      <a:ext uri="{FF2B5EF4-FFF2-40B4-BE49-F238E27FC236}">
                        <a16:creationId xmlns:a16="http://schemas.microsoft.com/office/drawing/2014/main" id="{A9BF7C76-FCD2-15F9-3D54-1BD28357C569}"/>
                      </a:ext>
                    </a:extLst>
                  </p:cNvPr>
                  <p:cNvSpPr/>
                  <p:nvPr/>
                </p:nvSpPr>
                <p:spPr>
                  <a:xfrm>
                    <a:off x="1079145" y="430299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5 h 24691"/>
                      <a:gd name="connsiteX8" fmla="*/ 12346 w 24691"/>
                      <a:gd name="connsiteY8" fmla="*/ 24691 h 24691"/>
                      <a:gd name="connsiteX9" fmla="*/ 24691 w 24691"/>
                      <a:gd name="connsiteY9" fmla="*/ 12345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11" y="22210"/>
                          <a:pt x="2540" y="17839"/>
                          <a:pt x="2540" y="12405"/>
                        </a:cubicBezTo>
                        <a:cubicBezTo>
                          <a:pt x="2540" y="6970"/>
                          <a:pt x="6970" y="2599"/>
                          <a:pt x="12346" y="2599"/>
                        </a:cubicBezTo>
                        <a:lnTo>
                          <a:pt x="12346" y="2599"/>
                        </a:lnTo>
                        <a:close/>
                        <a:moveTo>
                          <a:pt x="12346" y="0"/>
                        </a:moveTo>
                        <a:cubicBezTo>
                          <a:pt x="5493" y="0"/>
                          <a:pt x="0" y="5553"/>
                          <a:pt x="0" y="12345"/>
                        </a:cubicBezTo>
                        <a:cubicBezTo>
                          <a:pt x="0" y="19198"/>
                          <a:pt x="5553" y="24691"/>
                          <a:pt x="12346" y="24691"/>
                        </a:cubicBezTo>
                        <a:cubicBezTo>
                          <a:pt x="19198" y="24691"/>
                          <a:pt x="24691" y="19139"/>
                          <a:pt x="24691" y="12345"/>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40" name="Freeform: Shape 1339">
                    <a:extLst>
                      <a:ext uri="{FF2B5EF4-FFF2-40B4-BE49-F238E27FC236}">
                        <a16:creationId xmlns:a16="http://schemas.microsoft.com/office/drawing/2014/main" id="{89071879-7938-A524-841C-9B6162D77146}"/>
                      </a:ext>
                    </a:extLst>
                  </p:cNvPr>
                  <p:cNvSpPr/>
                  <p:nvPr/>
                </p:nvSpPr>
                <p:spPr>
                  <a:xfrm>
                    <a:off x="660754" y="4257777"/>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7"/>
                        </a:lnTo>
                        <a:cubicBezTo>
                          <a:pt x="67340" y="8476"/>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41" name="Freeform: Shape 1340">
                    <a:extLst>
                      <a:ext uri="{FF2B5EF4-FFF2-40B4-BE49-F238E27FC236}">
                        <a16:creationId xmlns:a16="http://schemas.microsoft.com/office/drawing/2014/main" id="{D7F8C4AC-59BF-EE3E-27CC-51861317DEAA}"/>
                      </a:ext>
                    </a:extLst>
                  </p:cNvPr>
                  <p:cNvSpPr/>
                  <p:nvPr/>
                </p:nvSpPr>
                <p:spPr>
                  <a:xfrm>
                    <a:off x="609363" y="4257777"/>
                    <a:ext cx="66778" cy="115333"/>
                  </a:xfrm>
                  <a:custGeom>
                    <a:avLst/>
                    <a:gdLst>
                      <a:gd name="connsiteX0" fmla="*/ 60369 w 66778"/>
                      <a:gd name="connsiteY0" fmla="*/ 115334 h 115333"/>
                      <a:gd name="connsiteX1" fmla="*/ 64918 w 66778"/>
                      <a:gd name="connsiteY1" fmla="*/ 113444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4"/>
                        </a:cubicBezTo>
                        <a:cubicBezTo>
                          <a:pt x="67399" y="110963"/>
                          <a:pt x="67399" y="106887"/>
                          <a:pt x="64918" y="104347"/>
                        </a:cubicBezTo>
                        <a:lnTo>
                          <a:pt x="18134" y="57623"/>
                        </a:lnTo>
                        <a:lnTo>
                          <a:pt x="64918" y="10898"/>
                        </a:lnTo>
                        <a:cubicBezTo>
                          <a:pt x="67399" y="8417"/>
                          <a:pt x="67399" y="4341"/>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42" name="Freeform: Shape 1341">
                    <a:extLst>
                      <a:ext uri="{FF2B5EF4-FFF2-40B4-BE49-F238E27FC236}">
                        <a16:creationId xmlns:a16="http://schemas.microsoft.com/office/drawing/2014/main" id="{B4CE9031-45BF-65AA-3EDC-7B9257C2175C}"/>
                      </a:ext>
                    </a:extLst>
                  </p:cNvPr>
                  <p:cNvSpPr/>
                  <p:nvPr/>
                </p:nvSpPr>
                <p:spPr>
                  <a:xfrm>
                    <a:off x="558150" y="425765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43" name="Freeform: Shape 1342">
                    <a:extLst>
                      <a:ext uri="{FF2B5EF4-FFF2-40B4-BE49-F238E27FC236}">
                        <a16:creationId xmlns:a16="http://schemas.microsoft.com/office/drawing/2014/main" id="{9950858A-D629-B533-8419-D4ACD00C9A1E}"/>
                      </a:ext>
                    </a:extLst>
                  </p:cNvPr>
                  <p:cNvSpPr/>
                  <p:nvPr/>
                </p:nvSpPr>
                <p:spPr>
                  <a:xfrm>
                    <a:off x="506877" y="4257600"/>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7"/>
                          <a:pt x="67340" y="4401"/>
                          <a:pt x="64859" y="1861"/>
                        </a:cubicBezTo>
                        <a:cubicBezTo>
                          <a:pt x="62378" y="-620"/>
                          <a:pt x="58302" y="-620"/>
                          <a:pt x="55821" y="1861"/>
                        </a:cubicBezTo>
                        <a:lnTo>
                          <a:pt x="0" y="57682"/>
                        </a:lnTo>
                        <a:lnTo>
                          <a:pt x="55821" y="113503"/>
                        </a:lnTo>
                        <a:cubicBezTo>
                          <a:pt x="57002" y="114802"/>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44" name="Freeform: Shape 1343">
                    <a:extLst>
                      <a:ext uri="{FF2B5EF4-FFF2-40B4-BE49-F238E27FC236}">
                        <a16:creationId xmlns:a16="http://schemas.microsoft.com/office/drawing/2014/main" id="{17360151-0D2C-32D7-0EAF-AA542E2F60D9}"/>
                      </a:ext>
                    </a:extLst>
                  </p:cNvPr>
                  <p:cNvSpPr/>
                  <p:nvPr/>
                </p:nvSpPr>
                <p:spPr>
                  <a:xfrm>
                    <a:off x="455605" y="425765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8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02" y="114684"/>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266" name="Graphic 4773">
                  <a:extLst>
                    <a:ext uri="{FF2B5EF4-FFF2-40B4-BE49-F238E27FC236}">
                      <a16:creationId xmlns:a16="http://schemas.microsoft.com/office/drawing/2014/main" id="{0F3EF0C3-2D60-68B0-7EE0-0FDCB1A75ED7}"/>
                    </a:ext>
                  </a:extLst>
                </p:cNvPr>
                <p:cNvGrpSpPr/>
                <p:nvPr/>
              </p:nvGrpSpPr>
              <p:grpSpPr>
                <a:xfrm>
                  <a:off x="3234542" y="2956736"/>
                  <a:ext cx="583845" cy="119557"/>
                  <a:chOff x="3234542" y="2956736"/>
                  <a:chExt cx="583845" cy="119557"/>
                </a:xfrm>
                <a:grpFill/>
              </p:grpSpPr>
              <p:grpSp>
                <p:nvGrpSpPr>
                  <p:cNvPr id="1318" name="Graphic 4773">
                    <a:extLst>
                      <a:ext uri="{FF2B5EF4-FFF2-40B4-BE49-F238E27FC236}">
                        <a16:creationId xmlns:a16="http://schemas.microsoft.com/office/drawing/2014/main" id="{ABFA8F19-F815-DDC5-98E8-B237064A825B}"/>
                      </a:ext>
                    </a:extLst>
                  </p:cNvPr>
                  <p:cNvGrpSpPr/>
                  <p:nvPr/>
                </p:nvGrpSpPr>
                <p:grpSpPr>
                  <a:xfrm>
                    <a:off x="3234542" y="2956736"/>
                    <a:ext cx="119557" cy="119557"/>
                    <a:chOff x="3234542" y="2956736"/>
                    <a:chExt cx="119557" cy="119557"/>
                  </a:xfrm>
                  <a:grpFill/>
                </p:grpSpPr>
                <p:sp>
                  <p:nvSpPr>
                    <p:cNvPr id="1327" name="Freeform: Shape 1326">
                      <a:extLst>
                        <a:ext uri="{FF2B5EF4-FFF2-40B4-BE49-F238E27FC236}">
                          <a16:creationId xmlns:a16="http://schemas.microsoft.com/office/drawing/2014/main" id="{24E16E66-2179-ADDC-F035-2CE24E7A1E7E}"/>
                        </a:ext>
                      </a:extLst>
                    </p:cNvPr>
                    <p:cNvSpPr/>
                    <p:nvPr/>
                  </p:nvSpPr>
                  <p:spPr>
                    <a:xfrm>
                      <a:off x="3273941" y="2978474"/>
                      <a:ext cx="40698" cy="76199"/>
                    </a:xfrm>
                    <a:custGeom>
                      <a:avLst/>
                      <a:gdLst>
                        <a:gd name="connsiteX0" fmla="*/ 38868 w 40698"/>
                        <a:gd name="connsiteY0" fmla="*/ 76200 h 76199"/>
                        <a:gd name="connsiteX1" fmla="*/ 40167 w 40698"/>
                        <a:gd name="connsiteY1" fmla="*/ 75668 h 76199"/>
                        <a:gd name="connsiteX2" fmla="*/ 40167 w 40698"/>
                        <a:gd name="connsiteY2" fmla="*/ 73128 h 76199"/>
                        <a:gd name="connsiteX3" fmla="*/ 5139 w 40698"/>
                        <a:gd name="connsiteY3" fmla="*/ 38100 h 76199"/>
                        <a:gd name="connsiteX4" fmla="*/ 40167 w 40698"/>
                        <a:gd name="connsiteY4" fmla="*/ 3072 h 76199"/>
                        <a:gd name="connsiteX5" fmla="*/ 40167 w 40698"/>
                        <a:gd name="connsiteY5" fmla="*/ 532 h 76199"/>
                        <a:gd name="connsiteX6" fmla="*/ 37627 w 40698"/>
                        <a:gd name="connsiteY6" fmla="*/ 532 h 76199"/>
                        <a:gd name="connsiteX7" fmla="*/ 0 w 40698"/>
                        <a:gd name="connsiteY7" fmla="*/ 38159 h 76199"/>
                        <a:gd name="connsiteX8" fmla="*/ 37627 w 40698"/>
                        <a:gd name="connsiteY8" fmla="*/ 75786 h 76199"/>
                        <a:gd name="connsiteX9" fmla="*/ 38868 w 40698"/>
                        <a:gd name="connsiteY9" fmla="*/ 76200 h 76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8" h="76199">
                          <a:moveTo>
                            <a:pt x="38868" y="76200"/>
                          </a:moveTo>
                          <a:cubicBezTo>
                            <a:pt x="39340" y="76200"/>
                            <a:pt x="39813" y="76023"/>
                            <a:pt x="40167" y="75668"/>
                          </a:cubicBezTo>
                          <a:cubicBezTo>
                            <a:pt x="40876" y="74960"/>
                            <a:pt x="40876" y="73837"/>
                            <a:pt x="40167" y="73128"/>
                          </a:cubicBezTo>
                          <a:lnTo>
                            <a:pt x="5139" y="38100"/>
                          </a:lnTo>
                          <a:lnTo>
                            <a:pt x="40167" y="3072"/>
                          </a:lnTo>
                          <a:cubicBezTo>
                            <a:pt x="40876" y="2363"/>
                            <a:pt x="40876" y="1240"/>
                            <a:pt x="40167" y="532"/>
                          </a:cubicBezTo>
                          <a:cubicBezTo>
                            <a:pt x="39459" y="-177"/>
                            <a:pt x="38336" y="-177"/>
                            <a:pt x="37627" y="532"/>
                          </a:cubicBezTo>
                          <a:lnTo>
                            <a:pt x="0" y="38159"/>
                          </a:lnTo>
                          <a:lnTo>
                            <a:pt x="37627" y="75786"/>
                          </a:lnTo>
                          <a:cubicBezTo>
                            <a:pt x="37982" y="76023"/>
                            <a:pt x="38454" y="76200"/>
                            <a:pt x="38868" y="7620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28" name="Freeform: Shape 1327">
                      <a:extLst>
                        <a:ext uri="{FF2B5EF4-FFF2-40B4-BE49-F238E27FC236}">
                          <a16:creationId xmlns:a16="http://schemas.microsoft.com/office/drawing/2014/main" id="{22A5F05E-619A-547A-CDF6-61B36D85F758}"/>
                        </a:ext>
                      </a:extLst>
                    </p:cNvPr>
                    <p:cNvSpPr/>
                    <p:nvPr/>
                  </p:nvSpPr>
                  <p:spPr>
                    <a:xfrm>
                      <a:off x="3234542" y="2956736"/>
                      <a:ext cx="119557" cy="119557"/>
                    </a:xfrm>
                    <a:custGeom>
                      <a:avLst/>
                      <a:gdLst>
                        <a:gd name="connsiteX0" fmla="*/ 59779 w 119557"/>
                        <a:gd name="connsiteY0" fmla="*/ 6025 h 119557"/>
                        <a:gd name="connsiteX1" fmla="*/ 113532 w 119557"/>
                        <a:gd name="connsiteY1" fmla="*/ 59779 h 119557"/>
                        <a:gd name="connsiteX2" fmla="*/ 59779 w 119557"/>
                        <a:gd name="connsiteY2" fmla="*/ 113532 h 119557"/>
                        <a:gd name="connsiteX3" fmla="*/ 6025 w 119557"/>
                        <a:gd name="connsiteY3" fmla="*/ 59779 h 119557"/>
                        <a:gd name="connsiteX4" fmla="*/ 59779 w 119557"/>
                        <a:gd name="connsiteY4" fmla="*/ 6025 h 119557"/>
                        <a:gd name="connsiteX5" fmla="*/ 59779 w 119557"/>
                        <a:gd name="connsiteY5" fmla="*/ 6025 h 119557"/>
                        <a:gd name="connsiteX6" fmla="*/ 59779 w 119557"/>
                        <a:gd name="connsiteY6" fmla="*/ 0 h 119557"/>
                        <a:gd name="connsiteX7" fmla="*/ 0 w 119557"/>
                        <a:gd name="connsiteY7" fmla="*/ 59779 h 119557"/>
                        <a:gd name="connsiteX8" fmla="*/ 59779 w 119557"/>
                        <a:gd name="connsiteY8" fmla="*/ 119557 h 119557"/>
                        <a:gd name="connsiteX9" fmla="*/ 119557 w 119557"/>
                        <a:gd name="connsiteY9" fmla="*/ 59779 h 119557"/>
                        <a:gd name="connsiteX10" fmla="*/ 59779 w 119557"/>
                        <a:gd name="connsiteY10" fmla="*/ 0 h 119557"/>
                        <a:gd name="connsiteX11" fmla="*/ 59779 w 119557"/>
                        <a:gd name="connsiteY11" fmla="*/ 0 h 119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9557" h="119557">
                          <a:moveTo>
                            <a:pt x="59779" y="6025"/>
                          </a:moveTo>
                          <a:cubicBezTo>
                            <a:pt x="89431" y="6025"/>
                            <a:pt x="113532" y="30126"/>
                            <a:pt x="113532" y="59779"/>
                          </a:cubicBezTo>
                          <a:cubicBezTo>
                            <a:pt x="113532" y="89432"/>
                            <a:pt x="89431" y="113532"/>
                            <a:pt x="59779" y="113532"/>
                          </a:cubicBezTo>
                          <a:cubicBezTo>
                            <a:pt x="30125" y="113532"/>
                            <a:pt x="6025" y="89432"/>
                            <a:pt x="6025" y="59779"/>
                          </a:cubicBezTo>
                          <a:cubicBezTo>
                            <a:pt x="6025" y="30126"/>
                            <a:pt x="30125" y="6025"/>
                            <a:pt x="59779" y="6025"/>
                          </a:cubicBezTo>
                          <a:lnTo>
                            <a:pt x="59779" y="6025"/>
                          </a:lnTo>
                          <a:close/>
                          <a:moveTo>
                            <a:pt x="59779" y="0"/>
                          </a:moveTo>
                          <a:cubicBezTo>
                            <a:pt x="26758" y="0"/>
                            <a:pt x="0" y="26759"/>
                            <a:pt x="0" y="59779"/>
                          </a:cubicBezTo>
                          <a:cubicBezTo>
                            <a:pt x="0" y="92799"/>
                            <a:pt x="26758" y="119557"/>
                            <a:pt x="59779" y="119557"/>
                          </a:cubicBezTo>
                          <a:cubicBezTo>
                            <a:pt x="92798" y="119557"/>
                            <a:pt x="119557" y="92799"/>
                            <a:pt x="119557" y="59779"/>
                          </a:cubicBezTo>
                          <a:cubicBezTo>
                            <a:pt x="119498" y="26759"/>
                            <a:pt x="92740" y="0"/>
                            <a:pt x="59779" y="0"/>
                          </a:cubicBezTo>
                          <a:lnTo>
                            <a:pt x="59779"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1319" name="Freeform: Shape 1318">
                    <a:extLst>
                      <a:ext uri="{FF2B5EF4-FFF2-40B4-BE49-F238E27FC236}">
                        <a16:creationId xmlns:a16="http://schemas.microsoft.com/office/drawing/2014/main" id="{4A28F1A7-4B05-50E2-7B52-0A5D2DE6DDE6}"/>
                      </a:ext>
                    </a:extLst>
                  </p:cNvPr>
                  <p:cNvSpPr/>
                  <p:nvPr/>
                </p:nvSpPr>
                <p:spPr>
                  <a:xfrm>
                    <a:off x="3376250"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20" name="Freeform: Shape 1319">
                    <a:extLst>
                      <a:ext uri="{FF2B5EF4-FFF2-40B4-BE49-F238E27FC236}">
                        <a16:creationId xmlns:a16="http://schemas.microsoft.com/office/drawing/2014/main" id="{FD3669D7-79A7-1845-3283-A66B48C1E9D9}"/>
                      </a:ext>
                    </a:extLst>
                  </p:cNvPr>
                  <p:cNvSpPr/>
                  <p:nvPr/>
                </p:nvSpPr>
                <p:spPr>
                  <a:xfrm>
                    <a:off x="345729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51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21" name="Freeform: Shape 1320">
                    <a:extLst>
                      <a:ext uri="{FF2B5EF4-FFF2-40B4-BE49-F238E27FC236}">
                        <a16:creationId xmlns:a16="http://schemas.microsoft.com/office/drawing/2014/main" id="{BBF6DAB2-5D1A-7F4C-AD45-8CFEAA6B55A1}"/>
                      </a:ext>
                    </a:extLst>
                  </p:cNvPr>
                  <p:cNvSpPr/>
                  <p:nvPr/>
                </p:nvSpPr>
                <p:spPr>
                  <a:xfrm>
                    <a:off x="3497816"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514"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649"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22" name="Freeform: Shape 1321">
                    <a:extLst>
                      <a:ext uri="{FF2B5EF4-FFF2-40B4-BE49-F238E27FC236}">
                        <a16:creationId xmlns:a16="http://schemas.microsoft.com/office/drawing/2014/main" id="{DE7CF62D-9C27-B4CE-8A9B-7CB245C98E49}"/>
                      </a:ext>
                    </a:extLst>
                  </p:cNvPr>
                  <p:cNvSpPr/>
                  <p:nvPr/>
                </p:nvSpPr>
                <p:spPr>
                  <a:xfrm>
                    <a:off x="353833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23" name="Freeform: Shape 1322">
                    <a:extLst>
                      <a:ext uri="{FF2B5EF4-FFF2-40B4-BE49-F238E27FC236}">
                        <a16:creationId xmlns:a16="http://schemas.microsoft.com/office/drawing/2014/main" id="{7F2B9889-4378-B595-C6CA-03DB1E79AC16}"/>
                      </a:ext>
                    </a:extLst>
                  </p:cNvPr>
                  <p:cNvSpPr/>
                  <p:nvPr/>
                </p:nvSpPr>
                <p:spPr>
                  <a:xfrm>
                    <a:off x="3619381"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649"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24" name="Freeform: Shape 1323">
                    <a:extLst>
                      <a:ext uri="{FF2B5EF4-FFF2-40B4-BE49-F238E27FC236}">
                        <a16:creationId xmlns:a16="http://schemas.microsoft.com/office/drawing/2014/main" id="{3194DB83-2737-1DAF-305E-1F88564BBB20}"/>
                      </a:ext>
                    </a:extLst>
                  </p:cNvPr>
                  <p:cNvSpPr/>
                  <p:nvPr/>
                </p:nvSpPr>
                <p:spPr>
                  <a:xfrm>
                    <a:off x="3659962"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25" name="Freeform: Shape 1324">
                    <a:extLst>
                      <a:ext uri="{FF2B5EF4-FFF2-40B4-BE49-F238E27FC236}">
                        <a16:creationId xmlns:a16="http://schemas.microsoft.com/office/drawing/2014/main" id="{9D6BF50D-91EE-BE06-B569-FCCBFE33930F}"/>
                      </a:ext>
                    </a:extLst>
                  </p:cNvPr>
                  <p:cNvSpPr/>
                  <p:nvPr/>
                </p:nvSpPr>
                <p:spPr>
                  <a:xfrm>
                    <a:off x="370048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26" name="Freeform: Shape 1325">
                    <a:extLst>
                      <a:ext uri="{FF2B5EF4-FFF2-40B4-BE49-F238E27FC236}">
                        <a16:creationId xmlns:a16="http://schemas.microsoft.com/office/drawing/2014/main" id="{3C5D900E-F7B7-504C-B8A8-6CB711EF35F7}"/>
                      </a:ext>
                    </a:extLst>
                  </p:cNvPr>
                  <p:cNvSpPr/>
                  <p:nvPr/>
                </p:nvSpPr>
                <p:spPr>
                  <a:xfrm>
                    <a:off x="378152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267" name="Graphic 4773">
                  <a:extLst>
                    <a:ext uri="{FF2B5EF4-FFF2-40B4-BE49-F238E27FC236}">
                      <a16:creationId xmlns:a16="http://schemas.microsoft.com/office/drawing/2014/main" id="{055C4E59-CE87-6A18-0C95-B57C57D97C89}"/>
                    </a:ext>
                  </a:extLst>
                </p:cNvPr>
                <p:cNvGrpSpPr/>
                <p:nvPr/>
              </p:nvGrpSpPr>
              <p:grpSpPr>
                <a:xfrm>
                  <a:off x="2640418" y="2129759"/>
                  <a:ext cx="886046" cy="59069"/>
                  <a:chOff x="2640418" y="2129759"/>
                  <a:chExt cx="886046" cy="59069"/>
                </a:xfrm>
                <a:grpFill/>
              </p:grpSpPr>
              <p:sp>
                <p:nvSpPr>
                  <p:cNvPr id="1310" name="Freeform: Shape 1309">
                    <a:extLst>
                      <a:ext uri="{FF2B5EF4-FFF2-40B4-BE49-F238E27FC236}">
                        <a16:creationId xmlns:a16="http://schemas.microsoft.com/office/drawing/2014/main" id="{05237B64-43A8-3307-6713-A0225BDAF869}"/>
                      </a:ext>
                    </a:extLst>
                  </p:cNvPr>
                  <p:cNvSpPr/>
                  <p:nvPr/>
                </p:nvSpPr>
                <p:spPr>
                  <a:xfrm>
                    <a:off x="3467395"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11" name="Freeform: Shape 1310">
                    <a:extLst>
                      <a:ext uri="{FF2B5EF4-FFF2-40B4-BE49-F238E27FC236}">
                        <a16:creationId xmlns:a16="http://schemas.microsoft.com/office/drawing/2014/main" id="{EEE0A6CE-2454-FC8A-E7E7-0362445D00A8}"/>
                      </a:ext>
                    </a:extLst>
                  </p:cNvPr>
                  <p:cNvSpPr/>
                  <p:nvPr/>
                </p:nvSpPr>
                <p:spPr>
                  <a:xfrm>
                    <a:off x="3349255"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12" name="Freeform: Shape 1311">
                    <a:extLst>
                      <a:ext uri="{FF2B5EF4-FFF2-40B4-BE49-F238E27FC236}">
                        <a16:creationId xmlns:a16="http://schemas.microsoft.com/office/drawing/2014/main" id="{2AC2D90C-1482-6FB0-1219-00497217180A}"/>
                      </a:ext>
                    </a:extLst>
                  </p:cNvPr>
                  <p:cNvSpPr/>
                  <p:nvPr/>
                </p:nvSpPr>
                <p:spPr>
                  <a:xfrm>
                    <a:off x="3231116"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13" name="Freeform: Shape 1312">
                    <a:extLst>
                      <a:ext uri="{FF2B5EF4-FFF2-40B4-BE49-F238E27FC236}">
                        <a16:creationId xmlns:a16="http://schemas.microsoft.com/office/drawing/2014/main" id="{4824020F-B63A-CB50-3A8C-E90078519AD1}"/>
                      </a:ext>
                    </a:extLst>
                  </p:cNvPr>
                  <p:cNvSpPr/>
                  <p:nvPr/>
                </p:nvSpPr>
                <p:spPr>
                  <a:xfrm>
                    <a:off x="3112976"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14" name="Freeform: Shape 1313">
                    <a:extLst>
                      <a:ext uri="{FF2B5EF4-FFF2-40B4-BE49-F238E27FC236}">
                        <a16:creationId xmlns:a16="http://schemas.microsoft.com/office/drawing/2014/main" id="{A82FD45B-5DA9-013E-2EC2-3D49D32B51CA}"/>
                      </a:ext>
                    </a:extLst>
                  </p:cNvPr>
                  <p:cNvSpPr/>
                  <p:nvPr/>
                </p:nvSpPr>
                <p:spPr>
                  <a:xfrm>
                    <a:off x="2994837"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15" name="Freeform: Shape 1314">
                    <a:extLst>
                      <a:ext uri="{FF2B5EF4-FFF2-40B4-BE49-F238E27FC236}">
                        <a16:creationId xmlns:a16="http://schemas.microsoft.com/office/drawing/2014/main" id="{3DF45289-6E97-9A4C-ED3F-54D0704A12AD}"/>
                      </a:ext>
                    </a:extLst>
                  </p:cNvPr>
                  <p:cNvSpPr/>
                  <p:nvPr/>
                </p:nvSpPr>
                <p:spPr>
                  <a:xfrm>
                    <a:off x="2876697"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16" name="Freeform: Shape 1315">
                    <a:extLst>
                      <a:ext uri="{FF2B5EF4-FFF2-40B4-BE49-F238E27FC236}">
                        <a16:creationId xmlns:a16="http://schemas.microsoft.com/office/drawing/2014/main" id="{8DC6DD94-41BB-E863-F485-81E478F7EC3F}"/>
                      </a:ext>
                    </a:extLst>
                  </p:cNvPr>
                  <p:cNvSpPr/>
                  <p:nvPr/>
                </p:nvSpPr>
                <p:spPr>
                  <a:xfrm>
                    <a:off x="2758558"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17" name="Freeform: Shape 1316">
                    <a:extLst>
                      <a:ext uri="{FF2B5EF4-FFF2-40B4-BE49-F238E27FC236}">
                        <a16:creationId xmlns:a16="http://schemas.microsoft.com/office/drawing/2014/main" id="{FC2AE854-4E01-12C3-DB98-096C70B43FD0}"/>
                      </a:ext>
                    </a:extLst>
                  </p:cNvPr>
                  <p:cNvSpPr/>
                  <p:nvPr/>
                </p:nvSpPr>
                <p:spPr>
                  <a:xfrm>
                    <a:off x="2640418"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268" name="Graphic 4773">
                  <a:extLst>
                    <a:ext uri="{FF2B5EF4-FFF2-40B4-BE49-F238E27FC236}">
                      <a16:creationId xmlns:a16="http://schemas.microsoft.com/office/drawing/2014/main" id="{D489ECE2-B6D3-1FCF-27C5-0A297943BA9F}"/>
                    </a:ext>
                  </a:extLst>
                </p:cNvPr>
                <p:cNvGrpSpPr/>
                <p:nvPr/>
              </p:nvGrpSpPr>
              <p:grpSpPr>
                <a:xfrm>
                  <a:off x="1990651" y="4610690"/>
                  <a:ext cx="886046" cy="59069"/>
                  <a:chOff x="1990651" y="4610690"/>
                  <a:chExt cx="886046" cy="59069"/>
                </a:xfrm>
                <a:grpFill/>
              </p:grpSpPr>
              <p:sp>
                <p:nvSpPr>
                  <p:cNvPr id="1302" name="Freeform: Shape 1301">
                    <a:extLst>
                      <a:ext uri="{FF2B5EF4-FFF2-40B4-BE49-F238E27FC236}">
                        <a16:creationId xmlns:a16="http://schemas.microsoft.com/office/drawing/2014/main" id="{D9E9E4ED-8415-3EFB-E3B8-9C40B957BDFD}"/>
                      </a:ext>
                    </a:extLst>
                  </p:cNvPr>
                  <p:cNvSpPr/>
                  <p:nvPr/>
                </p:nvSpPr>
                <p:spPr>
                  <a:xfrm>
                    <a:off x="2817627"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03" name="Freeform: Shape 1302">
                    <a:extLst>
                      <a:ext uri="{FF2B5EF4-FFF2-40B4-BE49-F238E27FC236}">
                        <a16:creationId xmlns:a16="http://schemas.microsoft.com/office/drawing/2014/main" id="{5CD4FFFD-C453-FD1B-9C6E-EDA35163636B}"/>
                      </a:ext>
                    </a:extLst>
                  </p:cNvPr>
                  <p:cNvSpPr/>
                  <p:nvPr/>
                </p:nvSpPr>
                <p:spPr>
                  <a:xfrm>
                    <a:off x="2699488"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04" name="Freeform: Shape 1303">
                    <a:extLst>
                      <a:ext uri="{FF2B5EF4-FFF2-40B4-BE49-F238E27FC236}">
                        <a16:creationId xmlns:a16="http://schemas.microsoft.com/office/drawing/2014/main" id="{195F96F6-EFE7-61B9-D183-BC24912ACEC5}"/>
                      </a:ext>
                    </a:extLst>
                  </p:cNvPr>
                  <p:cNvSpPr/>
                  <p:nvPr/>
                </p:nvSpPr>
                <p:spPr>
                  <a:xfrm>
                    <a:off x="2581348"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05" name="Freeform: Shape 1304">
                    <a:extLst>
                      <a:ext uri="{FF2B5EF4-FFF2-40B4-BE49-F238E27FC236}">
                        <a16:creationId xmlns:a16="http://schemas.microsoft.com/office/drawing/2014/main" id="{267333C6-BD9C-B7AA-48D2-ACB15230EA6E}"/>
                      </a:ext>
                    </a:extLst>
                  </p:cNvPr>
                  <p:cNvSpPr/>
                  <p:nvPr/>
                </p:nvSpPr>
                <p:spPr>
                  <a:xfrm>
                    <a:off x="246320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06" name="Freeform: Shape 1305">
                    <a:extLst>
                      <a:ext uri="{FF2B5EF4-FFF2-40B4-BE49-F238E27FC236}">
                        <a16:creationId xmlns:a16="http://schemas.microsoft.com/office/drawing/2014/main" id="{72B674F4-1F1F-A01A-2BC6-9B47C0E50565}"/>
                      </a:ext>
                    </a:extLst>
                  </p:cNvPr>
                  <p:cNvSpPr/>
                  <p:nvPr/>
                </p:nvSpPr>
                <p:spPr>
                  <a:xfrm>
                    <a:off x="234506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07" name="Freeform: Shape 1306">
                    <a:extLst>
                      <a:ext uri="{FF2B5EF4-FFF2-40B4-BE49-F238E27FC236}">
                        <a16:creationId xmlns:a16="http://schemas.microsoft.com/office/drawing/2014/main" id="{C7E2223D-1DE2-8C31-BA67-2002D399C27D}"/>
                      </a:ext>
                    </a:extLst>
                  </p:cNvPr>
                  <p:cNvSpPr/>
                  <p:nvPr/>
                </p:nvSpPr>
                <p:spPr>
                  <a:xfrm>
                    <a:off x="2226930"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08" name="Freeform: Shape 1307">
                    <a:extLst>
                      <a:ext uri="{FF2B5EF4-FFF2-40B4-BE49-F238E27FC236}">
                        <a16:creationId xmlns:a16="http://schemas.microsoft.com/office/drawing/2014/main" id="{E4EEC236-01F5-4DEE-7976-6C0B68F42C97}"/>
                      </a:ext>
                    </a:extLst>
                  </p:cNvPr>
                  <p:cNvSpPr/>
                  <p:nvPr/>
                </p:nvSpPr>
                <p:spPr>
                  <a:xfrm>
                    <a:off x="2108790"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09" name="Freeform: Shape 1308">
                    <a:extLst>
                      <a:ext uri="{FF2B5EF4-FFF2-40B4-BE49-F238E27FC236}">
                        <a16:creationId xmlns:a16="http://schemas.microsoft.com/office/drawing/2014/main" id="{D6C0C550-20DD-D9CA-286C-3C7CEE9680E6}"/>
                      </a:ext>
                    </a:extLst>
                  </p:cNvPr>
                  <p:cNvSpPr/>
                  <p:nvPr/>
                </p:nvSpPr>
                <p:spPr>
                  <a:xfrm>
                    <a:off x="1990651"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1269" name="Freeform: Shape 1268">
                  <a:extLst>
                    <a:ext uri="{FF2B5EF4-FFF2-40B4-BE49-F238E27FC236}">
                      <a16:creationId xmlns:a16="http://schemas.microsoft.com/office/drawing/2014/main" id="{A7C12403-3C12-2429-2E9C-166EB83EA7F3}"/>
                    </a:ext>
                  </a:extLst>
                </p:cNvPr>
                <p:cNvSpPr/>
                <p:nvPr/>
              </p:nvSpPr>
              <p:spPr>
                <a:xfrm rot="-2700000">
                  <a:off x="3497758" y="3223441"/>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70" name="Freeform: Shape 1269">
                  <a:extLst>
                    <a:ext uri="{FF2B5EF4-FFF2-40B4-BE49-F238E27FC236}">
                      <a16:creationId xmlns:a16="http://schemas.microsoft.com/office/drawing/2014/main" id="{96C68109-579F-2CB4-53ED-B764F8DFBF16}"/>
                    </a:ext>
                  </a:extLst>
                </p:cNvPr>
                <p:cNvSpPr/>
                <p:nvPr/>
              </p:nvSpPr>
              <p:spPr>
                <a:xfrm>
                  <a:off x="3350142"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71" name="Freeform: Shape 1270">
                  <a:extLst>
                    <a:ext uri="{FF2B5EF4-FFF2-40B4-BE49-F238E27FC236}">
                      <a16:creationId xmlns:a16="http://schemas.microsoft.com/office/drawing/2014/main" id="{C43B7720-8290-E141-CADF-5B08B72CAFBF}"/>
                    </a:ext>
                  </a:extLst>
                </p:cNvPr>
                <p:cNvSpPr/>
                <p:nvPr/>
              </p:nvSpPr>
              <p:spPr>
                <a:xfrm>
                  <a:off x="3202467"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72" name="Freeform: Shape 1271">
                  <a:extLst>
                    <a:ext uri="{FF2B5EF4-FFF2-40B4-BE49-F238E27FC236}">
                      <a16:creationId xmlns:a16="http://schemas.microsoft.com/office/drawing/2014/main" id="{9285C23C-6360-EEFE-EDEE-02A7563BFC9D}"/>
                    </a:ext>
                  </a:extLst>
                </p:cNvPr>
                <p:cNvSpPr/>
                <p:nvPr/>
              </p:nvSpPr>
              <p:spPr>
                <a:xfrm rot="-2700000">
                  <a:off x="3054737" y="3223438"/>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73" name="Freeform: Shape 1272">
                  <a:extLst>
                    <a:ext uri="{FF2B5EF4-FFF2-40B4-BE49-F238E27FC236}">
                      <a16:creationId xmlns:a16="http://schemas.microsoft.com/office/drawing/2014/main" id="{B667598A-89F9-4CD1-985F-648D98990228}"/>
                    </a:ext>
                  </a:extLst>
                </p:cNvPr>
                <p:cNvSpPr/>
                <p:nvPr/>
              </p:nvSpPr>
              <p:spPr>
                <a:xfrm rot="-2700000">
                  <a:off x="2907066" y="3223435"/>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74" name="Freeform: Shape 1273">
                  <a:extLst>
                    <a:ext uri="{FF2B5EF4-FFF2-40B4-BE49-F238E27FC236}">
                      <a16:creationId xmlns:a16="http://schemas.microsoft.com/office/drawing/2014/main" id="{58D63F9C-B712-A992-7B1D-4C6951428619}"/>
                    </a:ext>
                  </a:extLst>
                </p:cNvPr>
                <p:cNvSpPr/>
                <p:nvPr/>
              </p:nvSpPr>
              <p:spPr>
                <a:xfrm>
                  <a:off x="2759444"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75" name="Freeform: Shape 1274">
                  <a:extLst>
                    <a:ext uri="{FF2B5EF4-FFF2-40B4-BE49-F238E27FC236}">
                      <a16:creationId xmlns:a16="http://schemas.microsoft.com/office/drawing/2014/main" id="{8F9BD1CA-2D1B-D409-563A-BBC030006724}"/>
                    </a:ext>
                  </a:extLst>
                </p:cNvPr>
                <p:cNvSpPr/>
                <p:nvPr/>
              </p:nvSpPr>
              <p:spPr>
                <a:xfrm>
                  <a:off x="2611769"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76" name="Freeform: Shape 1275">
                  <a:extLst>
                    <a:ext uri="{FF2B5EF4-FFF2-40B4-BE49-F238E27FC236}">
                      <a16:creationId xmlns:a16="http://schemas.microsoft.com/office/drawing/2014/main" id="{052A03E3-8B1A-80D3-1085-55C305AE9CC1}"/>
                    </a:ext>
                  </a:extLst>
                </p:cNvPr>
                <p:cNvSpPr/>
                <p:nvPr/>
              </p:nvSpPr>
              <p:spPr>
                <a:xfrm rot="-2700000">
                  <a:off x="2464040" y="3223432"/>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77" name="Freeform: Shape 1276">
                  <a:extLst>
                    <a:ext uri="{FF2B5EF4-FFF2-40B4-BE49-F238E27FC236}">
                      <a16:creationId xmlns:a16="http://schemas.microsoft.com/office/drawing/2014/main" id="{7996CA6A-1D58-2B47-D704-6C817058BCA3}"/>
                    </a:ext>
                  </a:extLst>
                </p:cNvPr>
                <p:cNvSpPr/>
                <p:nvPr/>
              </p:nvSpPr>
              <p:spPr>
                <a:xfrm>
                  <a:off x="1038446" y="3340749"/>
                  <a:ext cx="191326" cy="177091"/>
                </a:xfrm>
                <a:custGeom>
                  <a:avLst/>
                  <a:gdLst>
                    <a:gd name="connsiteX0" fmla="*/ 88546 w 191326"/>
                    <a:gd name="connsiteY0" fmla="*/ 0 h 177091"/>
                    <a:gd name="connsiteX1" fmla="*/ 113887 w 191326"/>
                    <a:gd name="connsiteY1" fmla="*/ 25341 h 177091"/>
                    <a:gd name="connsiteX2" fmla="*/ 71474 w 191326"/>
                    <a:gd name="connsiteY2" fmla="*/ 67694 h 177091"/>
                    <a:gd name="connsiteX3" fmla="*/ 191327 w 191326"/>
                    <a:gd name="connsiteY3" fmla="*/ 67694 h 177091"/>
                    <a:gd name="connsiteX4" fmla="*/ 191327 w 191326"/>
                    <a:gd name="connsiteY4" fmla="*/ 106916 h 177091"/>
                    <a:gd name="connsiteX5" fmla="*/ 68934 w 191326"/>
                    <a:gd name="connsiteY5" fmla="*/ 106916 h 177091"/>
                    <a:gd name="connsiteX6" fmla="*/ 113887 w 191326"/>
                    <a:gd name="connsiteY6" fmla="*/ 151809 h 177091"/>
                    <a:gd name="connsiteX7" fmla="*/ 88546 w 191326"/>
                    <a:gd name="connsiteY7" fmla="*/ 177091 h 177091"/>
                    <a:gd name="connsiteX8" fmla="*/ 0 w 191326"/>
                    <a:gd name="connsiteY8" fmla="*/ 88546 h 177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326" h="177091">
                      <a:moveTo>
                        <a:pt x="88546" y="0"/>
                      </a:moveTo>
                      <a:lnTo>
                        <a:pt x="113887" y="25341"/>
                      </a:lnTo>
                      <a:lnTo>
                        <a:pt x="71474" y="67694"/>
                      </a:lnTo>
                      <a:lnTo>
                        <a:pt x="191327" y="67694"/>
                      </a:lnTo>
                      <a:lnTo>
                        <a:pt x="191327" y="106916"/>
                      </a:lnTo>
                      <a:lnTo>
                        <a:pt x="68934" y="106916"/>
                      </a:lnTo>
                      <a:lnTo>
                        <a:pt x="113887" y="151809"/>
                      </a:lnTo>
                      <a:lnTo>
                        <a:pt x="88546" y="177091"/>
                      </a:lnTo>
                      <a:lnTo>
                        <a:pt x="0" y="8854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78" name="Freeform: Shape 1277">
                  <a:extLst>
                    <a:ext uri="{FF2B5EF4-FFF2-40B4-BE49-F238E27FC236}">
                      <a16:creationId xmlns:a16="http://schemas.microsoft.com/office/drawing/2014/main" id="{28CB20B9-5034-ADC5-B61C-4FCD8E22327C}"/>
                    </a:ext>
                  </a:extLst>
                </p:cNvPr>
                <p:cNvSpPr/>
                <p:nvPr/>
              </p:nvSpPr>
              <p:spPr>
                <a:xfrm>
                  <a:off x="5004626" y="1576512"/>
                  <a:ext cx="174374" cy="161437"/>
                </a:xfrm>
                <a:custGeom>
                  <a:avLst/>
                  <a:gdLst>
                    <a:gd name="connsiteX0" fmla="*/ 80690 w 174374"/>
                    <a:gd name="connsiteY0" fmla="*/ 0 h 161437"/>
                    <a:gd name="connsiteX1" fmla="*/ 103727 w 174374"/>
                    <a:gd name="connsiteY1" fmla="*/ 23037 h 161437"/>
                    <a:gd name="connsiteX2" fmla="*/ 65154 w 174374"/>
                    <a:gd name="connsiteY2" fmla="*/ 61669 h 161437"/>
                    <a:gd name="connsiteX3" fmla="*/ 174374 w 174374"/>
                    <a:gd name="connsiteY3" fmla="*/ 61669 h 161437"/>
                    <a:gd name="connsiteX4" fmla="*/ 174374 w 174374"/>
                    <a:gd name="connsiteY4" fmla="*/ 97406 h 161437"/>
                    <a:gd name="connsiteX5" fmla="*/ 62850 w 174374"/>
                    <a:gd name="connsiteY5" fmla="*/ 97406 h 161437"/>
                    <a:gd name="connsiteX6" fmla="*/ 103727 w 174374"/>
                    <a:gd name="connsiteY6" fmla="*/ 138341 h 161437"/>
                    <a:gd name="connsiteX7" fmla="*/ 80690 w 174374"/>
                    <a:gd name="connsiteY7" fmla="*/ 161438 h 161437"/>
                    <a:gd name="connsiteX8" fmla="*/ 0 w 174374"/>
                    <a:gd name="connsiteY8" fmla="*/ 80689 h 16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4374" h="161437">
                      <a:moveTo>
                        <a:pt x="80690" y="0"/>
                      </a:moveTo>
                      <a:lnTo>
                        <a:pt x="103727" y="23037"/>
                      </a:lnTo>
                      <a:lnTo>
                        <a:pt x="65154" y="61669"/>
                      </a:lnTo>
                      <a:lnTo>
                        <a:pt x="174374" y="61669"/>
                      </a:lnTo>
                      <a:lnTo>
                        <a:pt x="174374" y="97406"/>
                      </a:lnTo>
                      <a:lnTo>
                        <a:pt x="62850" y="97406"/>
                      </a:lnTo>
                      <a:lnTo>
                        <a:pt x="103727" y="138341"/>
                      </a:lnTo>
                      <a:lnTo>
                        <a:pt x="80690" y="161438"/>
                      </a:lnTo>
                      <a:lnTo>
                        <a:pt x="0" y="8068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1279" name="Graphic 4773">
                  <a:extLst>
                    <a:ext uri="{FF2B5EF4-FFF2-40B4-BE49-F238E27FC236}">
                      <a16:creationId xmlns:a16="http://schemas.microsoft.com/office/drawing/2014/main" id="{7DE74CCA-82E6-FB80-D86E-40DD2C774E72}"/>
                    </a:ext>
                  </a:extLst>
                </p:cNvPr>
                <p:cNvGrpSpPr/>
                <p:nvPr/>
              </p:nvGrpSpPr>
              <p:grpSpPr>
                <a:xfrm>
                  <a:off x="457259" y="2897903"/>
                  <a:ext cx="526784" cy="117726"/>
                  <a:chOff x="457259" y="2897903"/>
                  <a:chExt cx="526784" cy="117726"/>
                </a:xfrm>
                <a:grpFill/>
              </p:grpSpPr>
              <p:sp>
                <p:nvSpPr>
                  <p:cNvPr id="1280" name="Freeform: Shape 1279">
                    <a:extLst>
                      <a:ext uri="{FF2B5EF4-FFF2-40B4-BE49-F238E27FC236}">
                        <a16:creationId xmlns:a16="http://schemas.microsoft.com/office/drawing/2014/main" id="{CC13A897-9528-039C-93CD-86A15008DACA}"/>
                      </a:ext>
                    </a:extLst>
                  </p:cNvPr>
                  <p:cNvSpPr/>
                  <p:nvPr/>
                </p:nvSpPr>
                <p:spPr>
                  <a:xfrm>
                    <a:off x="882147" y="2924248"/>
                    <a:ext cx="8269" cy="9214"/>
                  </a:xfrm>
                  <a:custGeom>
                    <a:avLst/>
                    <a:gdLst>
                      <a:gd name="connsiteX0" fmla="*/ 0 w 8269"/>
                      <a:gd name="connsiteY0" fmla="*/ 3131 h 9214"/>
                      <a:gd name="connsiteX1" fmla="*/ 5316 w 8269"/>
                      <a:gd name="connsiteY1" fmla="*/ 0 h 9214"/>
                      <a:gd name="connsiteX2" fmla="*/ 8270 w 8269"/>
                      <a:gd name="connsiteY2" fmla="*/ 5139 h 9214"/>
                      <a:gd name="connsiteX3" fmla="*/ 5907 w 8269"/>
                      <a:gd name="connsiteY3" fmla="*/ 6498 h 9214"/>
                      <a:gd name="connsiteX4" fmla="*/ 5907 w 8269"/>
                      <a:gd name="connsiteY4" fmla="*/ 9215 h 9214"/>
                      <a:gd name="connsiteX5" fmla="*/ 0 w 8269"/>
                      <a:gd name="connsiteY5" fmla="*/ 9215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0" y="3131"/>
                        </a:moveTo>
                        <a:lnTo>
                          <a:pt x="5316" y="0"/>
                        </a:lnTo>
                        <a:lnTo>
                          <a:pt x="8270" y="5139"/>
                        </a:lnTo>
                        <a:lnTo>
                          <a:pt x="5907" y="6498"/>
                        </a:lnTo>
                        <a:lnTo>
                          <a:pt x="5907" y="9215"/>
                        </a:lnTo>
                        <a:lnTo>
                          <a:pt x="0" y="9215"/>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81" name="Freeform: Shape 1280">
                    <a:extLst>
                      <a:ext uri="{FF2B5EF4-FFF2-40B4-BE49-F238E27FC236}">
                        <a16:creationId xmlns:a16="http://schemas.microsoft.com/office/drawing/2014/main" id="{ECB121F0-8040-E08D-B77D-5C550AB90331}"/>
                      </a:ext>
                    </a:extLst>
                  </p:cNvPr>
                  <p:cNvSpPr/>
                  <p:nvPr/>
                </p:nvSpPr>
                <p:spPr>
                  <a:xfrm rot="-1800341">
                    <a:off x="896354" y="2917003"/>
                    <a:ext cx="9333" cy="5907"/>
                  </a:xfrm>
                  <a:custGeom>
                    <a:avLst/>
                    <a:gdLst>
                      <a:gd name="connsiteX0" fmla="*/ 0 w 9333"/>
                      <a:gd name="connsiteY0" fmla="*/ 0 h 5907"/>
                      <a:gd name="connsiteX1" fmla="*/ 9333 w 9333"/>
                      <a:gd name="connsiteY1" fmla="*/ 0 h 5907"/>
                      <a:gd name="connsiteX2" fmla="*/ 9333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3" y="0"/>
                        </a:lnTo>
                        <a:lnTo>
                          <a:pt x="9333"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82" name="Freeform: Shape 1281">
                    <a:extLst>
                      <a:ext uri="{FF2B5EF4-FFF2-40B4-BE49-F238E27FC236}">
                        <a16:creationId xmlns:a16="http://schemas.microsoft.com/office/drawing/2014/main" id="{ACBC262E-CDAF-BC2D-1D18-445E555C39C5}"/>
                      </a:ext>
                    </a:extLst>
                  </p:cNvPr>
                  <p:cNvSpPr/>
                  <p:nvPr/>
                </p:nvSpPr>
                <p:spPr>
                  <a:xfrm>
                    <a:off x="911682" y="2905641"/>
                    <a:ext cx="10986" cy="9805"/>
                  </a:xfrm>
                  <a:custGeom>
                    <a:avLst/>
                    <a:gdLst>
                      <a:gd name="connsiteX0" fmla="*/ 8033 w 10986"/>
                      <a:gd name="connsiteY0" fmla="*/ 0 h 9805"/>
                      <a:gd name="connsiteX1" fmla="*/ 10987 w 10986"/>
                      <a:gd name="connsiteY1" fmla="*/ 5139 h 9805"/>
                      <a:gd name="connsiteX2" fmla="*/ 2953 w 10986"/>
                      <a:gd name="connsiteY2" fmla="*/ 9806 h 9805"/>
                      <a:gd name="connsiteX3" fmla="*/ 0 w 10986"/>
                      <a:gd name="connsiteY3" fmla="*/ 4667 h 9805"/>
                    </a:gdLst>
                    <a:ahLst/>
                    <a:cxnLst>
                      <a:cxn ang="0">
                        <a:pos x="connsiteX0" y="connsiteY0"/>
                      </a:cxn>
                      <a:cxn ang="0">
                        <a:pos x="connsiteX1" y="connsiteY1"/>
                      </a:cxn>
                      <a:cxn ang="0">
                        <a:pos x="connsiteX2" y="connsiteY2"/>
                      </a:cxn>
                      <a:cxn ang="0">
                        <a:pos x="connsiteX3" y="connsiteY3"/>
                      </a:cxn>
                    </a:cxnLst>
                    <a:rect l="l" t="t" r="r" b="b"/>
                    <a:pathLst>
                      <a:path w="10986" h="9805">
                        <a:moveTo>
                          <a:pt x="8033" y="0"/>
                        </a:moveTo>
                        <a:lnTo>
                          <a:pt x="10987" y="5139"/>
                        </a:lnTo>
                        <a:lnTo>
                          <a:pt x="2953" y="9806"/>
                        </a:lnTo>
                        <a:lnTo>
                          <a:pt x="0" y="466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83" name="Freeform: Shape 1282">
                    <a:extLst>
                      <a:ext uri="{FF2B5EF4-FFF2-40B4-BE49-F238E27FC236}">
                        <a16:creationId xmlns:a16="http://schemas.microsoft.com/office/drawing/2014/main" id="{58CC3252-7FFC-1318-2C72-6B66F15222ED}"/>
                      </a:ext>
                    </a:extLst>
                  </p:cNvPr>
                  <p:cNvSpPr/>
                  <p:nvPr/>
                </p:nvSpPr>
                <p:spPr>
                  <a:xfrm>
                    <a:off x="927808" y="2897903"/>
                    <a:ext cx="10632" cy="8210"/>
                  </a:xfrm>
                  <a:custGeom>
                    <a:avLst/>
                    <a:gdLst>
                      <a:gd name="connsiteX0" fmla="*/ 5257 w 10632"/>
                      <a:gd name="connsiteY0" fmla="*/ 0 h 8210"/>
                      <a:gd name="connsiteX1" fmla="*/ 10632 w 10632"/>
                      <a:gd name="connsiteY1" fmla="*/ 3072 h 8210"/>
                      <a:gd name="connsiteX2" fmla="*/ 7679 w 10632"/>
                      <a:gd name="connsiteY2" fmla="*/ 8211 h 8210"/>
                      <a:gd name="connsiteX3" fmla="*/ 5257 w 10632"/>
                      <a:gd name="connsiteY3" fmla="*/ 6852 h 8210"/>
                      <a:gd name="connsiteX4" fmla="*/ 2953 w 10632"/>
                      <a:gd name="connsiteY4" fmla="*/ 8211 h 8210"/>
                      <a:gd name="connsiteX5" fmla="*/ 0 w 10632"/>
                      <a:gd name="connsiteY5" fmla="*/ 3072 h 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10">
                        <a:moveTo>
                          <a:pt x="5257" y="0"/>
                        </a:moveTo>
                        <a:lnTo>
                          <a:pt x="10632" y="3072"/>
                        </a:lnTo>
                        <a:lnTo>
                          <a:pt x="7679" y="8211"/>
                        </a:lnTo>
                        <a:lnTo>
                          <a:pt x="5257" y="6852"/>
                        </a:lnTo>
                        <a:lnTo>
                          <a:pt x="2953" y="8211"/>
                        </a:lnTo>
                        <a:lnTo>
                          <a:pt x="0" y="3072"/>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84" name="Freeform: Shape 1283">
                    <a:extLst>
                      <a:ext uri="{FF2B5EF4-FFF2-40B4-BE49-F238E27FC236}">
                        <a16:creationId xmlns:a16="http://schemas.microsoft.com/office/drawing/2014/main" id="{18886670-9D5D-6BC9-5FFD-FF2D544877C3}"/>
                      </a:ext>
                    </a:extLst>
                  </p:cNvPr>
                  <p:cNvSpPr/>
                  <p:nvPr/>
                </p:nvSpPr>
                <p:spPr>
                  <a:xfrm>
                    <a:off x="959647" y="2914915"/>
                    <a:ext cx="11046" cy="9805"/>
                  </a:xfrm>
                  <a:custGeom>
                    <a:avLst/>
                    <a:gdLst>
                      <a:gd name="connsiteX0" fmla="*/ 2953 w 11046"/>
                      <a:gd name="connsiteY0" fmla="*/ 0 h 9805"/>
                      <a:gd name="connsiteX1" fmla="*/ 11046 w 11046"/>
                      <a:gd name="connsiteY1" fmla="*/ 4726 h 9805"/>
                      <a:gd name="connsiteX2" fmla="*/ 8033 w 11046"/>
                      <a:gd name="connsiteY2" fmla="*/ 9806 h 9805"/>
                      <a:gd name="connsiteX3" fmla="*/ 0 w 11046"/>
                      <a:gd name="connsiteY3" fmla="*/ 5139 h 9805"/>
                    </a:gdLst>
                    <a:ahLst/>
                    <a:cxnLst>
                      <a:cxn ang="0">
                        <a:pos x="connsiteX0" y="connsiteY0"/>
                      </a:cxn>
                      <a:cxn ang="0">
                        <a:pos x="connsiteX1" y="connsiteY1"/>
                      </a:cxn>
                      <a:cxn ang="0">
                        <a:pos x="connsiteX2" y="connsiteY2"/>
                      </a:cxn>
                      <a:cxn ang="0">
                        <a:pos x="connsiteX3" y="connsiteY3"/>
                      </a:cxn>
                    </a:cxnLst>
                    <a:rect l="l" t="t" r="r" b="b"/>
                    <a:pathLst>
                      <a:path w="11046" h="9805">
                        <a:moveTo>
                          <a:pt x="2953" y="0"/>
                        </a:moveTo>
                        <a:lnTo>
                          <a:pt x="11046" y="4726"/>
                        </a:lnTo>
                        <a:lnTo>
                          <a:pt x="8033" y="9806"/>
                        </a:lnTo>
                        <a:lnTo>
                          <a:pt x="0" y="513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85" name="Freeform: Shape 1284">
                    <a:extLst>
                      <a:ext uri="{FF2B5EF4-FFF2-40B4-BE49-F238E27FC236}">
                        <a16:creationId xmlns:a16="http://schemas.microsoft.com/office/drawing/2014/main" id="{A0928E3D-1F93-798A-1C0B-ACE21C3AE7F2}"/>
                      </a:ext>
                    </a:extLst>
                  </p:cNvPr>
                  <p:cNvSpPr/>
                  <p:nvPr/>
                </p:nvSpPr>
                <p:spPr>
                  <a:xfrm rot="-3600896">
                    <a:off x="946174" y="2906009"/>
                    <a:ext cx="5907" cy="9274"/>
                  </a:xfrm>
                  <a:custGeom>
                    <a:avLst/>
                    <a:gdLst>
                      <a:gd name="connsiteX0" fmla="*/ 0 w 5907"/>
                      <a:gd name="connsiteY0" fmla="*/ 0 h 9274"/>
                      <a:gd name="connsiteX1" fmla="*/ 5907 w 5907"/>
                      <a:gd name="connsiteY1" fmla="*/ 0 h 9274"/>
                      <a:gd name="connsiteX2" fmla="*/ 5907 w 5907"/>
                      <a:gd name="connsiteY2" fmla="*/ 9275 h 9274"/>
                      <a:gd name="connsiteX3" fmla="*/ 0 w 5907"/>
                      <a:gd name="connsiteY3" fmla="*/ 9275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5"/>
                        </a:lnTo>
                        <a:lnTo>
                          <a:pt x="0" y="9275"/>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86" name="Freeform: Shape 1285">
                    <a:extLst>
                      <a:ext uri="{FF2B5EF4-FFF2-40B4-BE49-F238E27FC236}">
                        <a16:creationId xmlns:a16="http://schemas.microsoft.com/office/drawing/2014/main" id="{5B16C14D-16B6-8737-C5D5-9D88AD5117CD}"/>
                      </a:ext>
                    </a:extLst>
                  </p:cNvPr>
                  <p:cNvSpPr/>
                  <p:nvPr/>
                </p:nvSpPr>
                <p:spPr>
                  <a:xfrm>
                    <a:off x="975773" y="2924248"/>
                    <a:ext cx="8269" cy="9214"/>
                  </a:xfrm>
                  <a:custGeom>
                    <a:avLst/>
                    <a:gdLst>
                      <a:gd name="connsiteX0" fmla="*/ 2953 w 8269"/>
                      <a:gd name="connsiteY0" fmla="*/ 0 h 9214"/>
                      <a:gd name="connsiteX1" fmla="*/ 8270 w 8269"/>
                      <a:gd name="connsiteY1" fmla="*/ 3131 h 9214"/>
                      <a:gd name="connsiteX2" fmla="*/ 8270 w 8269"/>
                      <a:gd name="connsiteY2" fmla="*/ 9215 h 9214"/>
                      <a:gd name="connsiteX3" fmla="*/ 2304 w 8269"/>
                      <a:gd name="connsiteY3" fmla="*/ 9215 h 9214"/>
                      <a:gd name="connsiteX4" fmla="*/ 2304 w 8269"/>
                      <a:gd name="connsiteY4" fmla="*/ 6498 h 9214"/>
                      <a:gd name="connsiteX5" fmla="*/ 0 w 8269"/>
                      <a:gd name="connsiteY5" fmla="*/ 5139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2953" y="0"/>
                        </a:moveTo>
                        <a:lnTo>
                          <a:pt x="8270" y="3131"/>
                        </a:lnTo>
                        <a:lnTo>
                          <a:pt x="8270" y="9215"/>
                        </a:lnTo>
                        <a:lnTo>
                          <a:pt x="2304" y="9215"/>
                        </a:lnTo>
                        <a:lnTo>
                          <a:pt x="2304" y="6498"/>
                        </a:lnTo>
                        <a:lnTo>
                          <a:pt x="0" y="513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87" name="Freeform: Shape 1286">
                    <a:extLst>
                      <a:ext uri="{FF2B5EF4-FFF2-40B4-BE49-F238E27FC236}">
                        <a16:creationId xmlns:a16="http://schemas.microsoft.com/office/drawing/2014/main" id="{F4FB5160-2E0D-A2C9-BD7E-D27C8B8B7714}"/>
                      </a:ext>
                    </a:extLst>
                  </p:cNvPr>
                  <p:cNvSpPr/>
                  <p:nvPr/>
                </p:nvSpPr>
                <p:spPr>
                  <a:xfrm>
                    <a:off x="978077" y="2961403"/>
                    <a:ext cx="5966" cy="9273"/>
                  </a:xfrm>
                  <a:custGeom>
                    <a:avLst/>
                    <a:gdLst>
                      <a:gd name="connsiteX0" fmla="*/ 0 w 5966"/>
                      <a:gd name="connsiteY0" fmla="*/ 0 h 9273"/>
                      <a:gd name="connsiteX1" fmla="*/ 5966 w 5966"/>
                      <a:gd name="connsiteY1" fmla="*/ 0 h 9273"/>
                      <a:gd name="connsiteX2" fmla="*/ 5966 w 5966"/>
                      <a:gd name="connsiteY2" fmla="*/ 9274 h 9273"/>
                      <a:gd name="connsiteX3" fmla="*/ 0 w 5966"/>
                      <a:gd name="connsiteY3" fmla="*/ 9274 h 9273"/>
                    </a:gdLst>
                    <a:ahLst/>
                    <a:cxnLst>
                      <a:cxn ang="0">
                        <a:pos x="connsiteX0" y="connsiteY0"/>
                      </a:cxn>
                      <a:cxn ang="0">
                        <a:pos x="connsiteX1" y="connsiteY1"/>
                      </a:cxn>
                      <a:cxn ang="0">
                        <a:pos x="connsiteX2" y="connsiteY2"/>
                      </a:cxn>
                      <a:cxn ang="0">
                        <a:pos x="connsiteX3" y="connsiteY3"/>
                      </a:cxn>
                    </a:cxnLst>
                    <a:rect l="l" t="t" r="r" b="b"/>
                    <a:pathLst>
                      <a:path w="5966" h="9273">
                        <a:moveTo>
                          <a:pt x="0" y="0"/>
                        </a:moveTo>
                        <a:lnTo>
                          <a:pt x="5966" y="0"/>
                        </a:lnTo>
                        <a:lnTo>
                          <a:pt x="5966"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88" name="Freeform: Shape 1287">
                    <a:extLst>
                      <a:ext uri="{FF2B5EF4-FFF2-40B4-BE49-F238E27FC236}">
                        <a16:creationId xmlns:a16="http://schemas.microsoft.com/office/drawing/2014/main" id="{F829513F-40EF-3EBF-B533-24404C3F412A}"/>
                      </a:ext>
                    </a:extLst>
                  </p:cNvPr>
                  <p:cNvSpPr/>
                  <p:nvPr/>
                </p:nvSpPr>
                <p:spPr>
                  <a:xfrm>
                    <a:off x="978077" y="2942796"/>
                    <a:ext cx="5966" cy="9333"/>
                  </a:xfrm>
                  <a:custGeom>
                    <a:avLst/>
                    <a:gdLst>
                      <a:gd name="connsiteX0" fmla="*/ 0 w 5966"/>
                      <a:gd name="connsiteY0" fmla="*/ 0 h 9333"/>
                      <a:gd name="connsiteX1" fmla="*/ 5966 w 5966"/>
                      <a:gd name="connsiteY1" fmla="*/ 0 h 9333"/>
                      <a:gd name="connsiteX2" fmla="*/ 5966 w 5966"/>
                      <a:gd name="connsiteY2" fmla="*/ 9333 h 9333"/>
                      <a:gd name="connsiteX3" fmla="*/ 0 w 5966"/>
                      <a:gd name="connsiteY3" fmla="*/ 9333 h 9333"/>
                    </a:gdLst>
                    <a:ahLst/>
                    <a:cxnLst>
                      <a:cxn ang="0">
                        <a:pos x="connsiteX0" y="connsiteY0"/>
                      </a:cxn>
                      <a:cxn ang="0">
                        <a:pos x="connsiteX1" y="connsiteY1"/>
                      </a:cxn>
                      <a:cxn ang="0">
                        <a:pos x="connsiteX2" y="connsiteY2"/>
                      </a:cxn>
                      <a:cxn ang="0">
                        <a:pos x="connsiteX3" y="connsiteY3"/>
                      </a:cxn>
                    </a:cxnLst>
                    <a:rect l="l" t="t" r="r" b="b"/>
                    <a:pathLst>
                      <a:path w="5966" h="9333">
                        <a:moveTo>
                          <a:pt x="0" y="0"/>
                        </a:moveTo>
                        <a:lnTo>
                          <a:pt x="5966" y="0"/>
                        </a:lnTo>
                        <a:lnTo>
                          <a:pt x="5966" y="9333"/>
                        </a:lnTo>
                        <a:lnTo>
                          <a:pt x="0" y="933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89" name="Freeform: Shape 1288">
                    <a:extLst>
                      <a:ext uri="{FF2B5EF4-FFF2-40B4-BE49-F238E27FC236}">
                        <a16:creationId xmlns:a16="http://schemas.microsoft.com/office/drawing/2014/main" id="{50FC78D1-6567-3E62-5030-8908B64B3588}"/>
                      </a:ext>
                    </a:extLst>
                  </p:cNvPr>
                  <p:cNvSpPr/>
                  <p:nvPr/>
                </p:nvSpPr>
                <p:spPr>
                  <a:xfrm>
                    <a:off x="975773" y="2980010"/>
                    <a:ext cx="8269" cy="9214"/>
                  </a:xfrm>
                  <a:custGeom>
                    <a:avLst/>
                    <a:gdLst>
                      <a:gd name="connsiteX0" fmla="*/ 8270 w 8269"/>
                      <a:gd name="connsiteY0" fmla="*/ 6143 h 9214"/>
                      <a:gd name="connsiteX1" fmla="*/ 2953 w 8269"/>
                      <a:gd name="connsiteY1" fmla="*/ 9215 h 9214"/>
                      <a:gd name="connsiteX2" fmla="*/ 0 w 8269"/>
                      <a:gd name="connsiteY2" fmla="*/ 4135 h 9214"/>
                      <a:gd name="connsiteX3" fmla="*/ 2304 w 8269"/>
                      <a:gd name="connsiteY3" fmla="*/ 2776 h 9214"/>
                      <a:gd name="connsiteX4" fmla="*/ 2304 w 8269"/>
                      <a:gd name="connsiteY4" fmla="*/ 0 h 9214"/>
                      <a:gd name="connsiteX5" fmla="*/ 8270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8270" y="6143"/>
                        </a:moveTo>
                        <a:lnTo>
                          <a:pt x="2953" y="9215"/>
                        </a:lnTo>
                        <a:lnTo>
                          <a:pt x="0" y="4135"/>
                        </a:lnTo>
                        <a:lnTo>
                          <a:pt x="2304" y="2776"/>
                        </a:lnTo>
                        <a:lnTo>
                          <a:pt x="2304" y="0"/>
                        </a:lnTo>
                        <a:lnTo>
                          <a:pt x="827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90" name="Freeform: Shape 1289">
                    <a:extLst>
                      <a:ext uri="{FF2B5EF4-FFF2-40B4-BE49-F238E27FC236}">
                        <a16:creationId xmlns:a16="http://schemas.microsoft.com/office/drawing/2014/main" id="{C52B941C-B790-82CA-3544-4BDD3ADA3238}"/>
                      </a:ext>
                    </a:extLst>
                  </p:cNvPr>
                  <p:cNvSpPr/>
                  <p:nvPr/>
                </p:nvSpPr>
                <p:spPr>
                  <a:xfrm rot="-1801109">
                    <a:off x="960619" y="2990764"/>
                    <a:ext cx="9274" cy="5907"/>
                  </a:xfrm>
                  <a:custGeom>
                    <a:avLst/>
                    <a:gdLst>
                      <a:gd name="connsiteX0" fmla="*/ 0 w 9274"/>
                      <a:gd name="connsiteY0" fmla="*/ 0 h 5907"/>
                      <a:gd name="connsiteX1" fmla="*/ 9274 w 9274"/>
                      <a:gd name="connsiteY1" fmla="*/ 0 h 5907"/>
                      <a:gd name="connsiteX2" fmla="*/ 9274 w 9274"/>
                      <a:gd name="connsiteY2" fmla="*/ 5907 h 5907"/>
                      <a:gd name="connsiteX3" fmla="*/ 0 w 9274"/>
                      <a:gd name="connsiteY3" fmla="*/ 5907 h 5907"/>
                    </a:gdLst>
                    <a:ahLst/>
                    <a:cxnLst>
                      <a:cxn ang="0">
                        <a:pos x="connsiteX0" y="connsiteY0"/>
                      </a:cxn>
                      <a:cxn ang="0">
                        <a:pos x="connsiteX1" y="connsiteY1"/>
                      </a:cxn>
                      <a:cxn ang="0">
                        <a:pos x="connsiteX2" y="connsiteY2"/>
                      </a:cxn>
                      <a:cxn ang="0">
                        <a:pos x="connsiteX3" y="connsiteY3"/>
                      </a:cxn>
                    </a:cxnLst>
                    <a:rect l="l" t="t" r="r" b="b"/>
                    <a:pathLst>
                      <a:path w="9274" h="5907">
                        <a:moveTo>
                          <a:pt x="0" y="0"/>
                        </a:moveTo>
                        <a:lnTo>
                          <a:pt x="9274" y="0"/>
                        </a:lnTo>
                        <a:lnTo>
                          <a:pt x="9274"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91" name="Freeform: Shape 1290">
                    <a:extLst>
                      <a:ext uri="{FF2B5EF4-FFF2-40B4-BE49-F238E27FC236}">
                        <a16:creationId xmlns:a16="http://schemas.microsoft.com/office/drawing/2014/main" id="{625BDCFF-AD4B-F059-0C0A-10470C599321}"/>
                      </a:ext>
                    </a:extLst>
                  </p:cNvPr>
                  <p:cNvSpPr/>
                  <p:nvPr/>
                </p:nvSpPr>
                <p:spPr>
                  <a:xfrm rot="-1806651">
                    <a:off x="944560" y="3000057"/>
                    <a:ext cx="9333" cy="5907"/>
                  </a:xfrm>
                  <a:custGeom>
                    <a:avLst/>
                    <a:gdLst>
                      <a:gd name="connsiteX0" fmla="*/ 0 w 9333"/>
                      <a:gd name="connsiteY0" fmla="*/ 0 h 5907"/>
                      <a:gd name="connsiteX1" fmla="*/ 9334 w 9333"/>
                      <a:gd name="connsiteY1" fmla="*/ 0 h 5907"/>
                      <a:gd name="connsiteX2" fmla="*/ 9334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4" y="0"/>
                        </a:lnTo>
                        <a:lnTo>
                          <a:pt x="9334"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92" name="Freeform: Shape 1291">
                    <a:extLst>
                      <a:ext uri="{FF2B5EF4-FFF2-40B4-BE49-F238E27FC236}">
                        <a16:creationId xmlns:a16="http://schemas.microsoft.com/office/drawing/2014/main" id="{AE3477C3-7369-205C-2E78-168815562C0F}"/>
                      </a:ext>
                    </a:extLst>
                  </p:cNvPr>
                  <p:cNvSpPr/>
                  <p:nvPr/>
                </p:nvSpPr>
                <p:spPr>
                  <a:xfrm>
                    <a:off x="927808" y="3007359"/>
                    <a:ext cx="10632" cy="8269"/>
                  </a:xfrm>
                  <a:custGeom>
                    <a:avLst/>
                    <a:gdLst>
                      <a:gd name="connsiteX0" fmla="*/ 5257 w 10632"/>
                      <a:gd name="connsiteY0" fmla="*/ 1418 h 8269"/>
                      <a:gd name="connsiteX1" fmla="*/ 7679 w 10632"/>
                      <a:gd name="connsiteY1" fmla="*/ 0 h 8269"/>
                      <a:gd name="connsiteX2" fmla="*/ 10632 w 10632"/>
                      <a:gd name="connsiteY2" fmla="*/ 5139 h 8269"/>
                      <a:gd name="connsiteX3" fmla="*/ 5257 w 10632"/>
                      <a:gd name="connsiteY3" fmla="*/ 8270 h 8269"/>
                      <a:gd name="connsiteX4" fmla="*/ 0 w 10632"/>
                      <a:gd name="connsiteY4" fmla="*/ 5139 h 8269"/>
                      <a:gd name="connsiteX5" fmla="*/ 2953 w 10632"/>
                      <a:gd name="connsiteY5" fmla="*/ 0 h 8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69">
                        <a:moveTo>
                          <a:pt x="5257" y="1418"/>
                        </a:moveTo>
                        <a:lnTo>
                          <a:pt x="7679" y="0"/>
                        </a:lnTo>
                        <a:lnTo>
                          <a:pt x="10632" y="5139"/>
                        </a:lnTo>
                        <a:lnTo>
                          <a:pt x="5257" y="8270"/>
                        </a:lnTo>
                        <a:lnTo>
                          <a:pt x="0" y="5139"/>
                        </a:lnTo>
                        <a:lnTo>
                          <a:pt x="2953"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93" name="Freeform: Shape 1292">
                    <a:extLst>
                      <a:ext uri="{FF2B5EF4-FFF2-40B4-BE49-F238E27FC236}">
                        <a16:creationId xmlns:a16="http://schemas.microsoft.com/office/drawing/2014/main" id="{7B94458E-D967-BD19-71B7-3F707941CE6A}"/>
                      </a:ext>
                    </a:extLst>
                  </p:cNvPr>
                  <p:cNvSpPr/>
                  <p:nvPr/>
                </p:nvSpPr>
                <p:spPr>
                  <a:xfrm rot="-3604434">
                    <a:off x="898141" y="2989017"/>
                    <a:ext cx="5966" cy="9274"/>
                  </a:xfrm>
                  <a:custGeom>
                    <a:avLst/>
                    <a:gdLst>
                      <a:gd name="connsiteX0" fmla="*/ 0 w 5966"/>
                      <a:gd name="connsiteY0" fmla="*/ 0 h 9274"/>
                      <a:gd name="connsiteX1" fmla="*/ 5966 w 5966"/>
                      <a:gd name="connsiteY1" fmla="*/ 0 h 9274"/>
                      <a:gd name="connsiteX2" fmla="*/ 5966 w 5966"/>
                      <a:gd name="connsiteY2" fmla="*/ 9274 h 9274"/>
                      <a:gd name="connsiteX3" fmla="*/ 0 w 5966"/>
                      <a:gd name="connsiteY3" fmla="*/ 9274 h 9274"/>
                    </a:gdLst>
                    <a:ahLst/>
                    <a:cxnLst>
                      <a:cxn ang="0">
                        <a:pos x="connsiteX0" y="connsiteY0"/>
                      </a:cxn>
                      <a:cxn ang="0">
                        <a:pos x="connsiteX1" y="connsiteY1"/>
                      </a:cxn>
                      <a:cxn ang="0">
                        <a:pos x="connsiteX2" y="connsiteY2"/>
                      </a:cxn>
                      <a:cxn ang="0">
                        <a:pos x="connsiteX3" y="connsiteY3"/>
                      </a:cxn>
                    </a:cxnLst>
                    <a:rect l="l" t="t" r="r" b="b"/>
                    <a:pathLst>
                      <a:path w="5966" h="9274">
                        <a:moveTo>
                          <a:pt x="0" y="0"/>
                        </a:moveTo>
                        <a:lnTo>
                          <a:pt x="5966" y="0"/>
                        </a:lnTo>
                        <a:lnTo>
                          <a:pt x="5966"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94" name="Freeform: Shape 1293">
                    <a:extLst>
                      <a:ext uri="{FF2B5EF4-FFF2-40B4-BE49-F238E27FC236}">
                        <a16:creationId xmlns:a16="http://schemas.microsoft.com/office/drawing/2014/main" id="{F61485EE-362A-FA47-39D2-54596C55F2A5}"/>
                      </a:ext>
                    </a:extLst>
                  </p:cNvPr>
                  <p:cNvSpPr/>
                  <p:nvPr/>
                </p:nvSpPr>
                <p:spPr>
                  <a:xfrm rot="-3587633">
                    <a:off x="914188" y="2998227"/>
                    <a:ext cx="5906" cy="9332"/>
                  </a:xfrm>
                  <a:custGeom>
                    <a:avLst/>
                    <a:gdLst>
                      <a:gd name="connsiteX0" fmla="*/ 0 w 5906"/>
                      <a:gd name="connsiteY0" fmla="*/ 0 h 9332"/>
                      <a:gd name="connsiteX1" fmla="*/ 5907 w 5906"/>
                      <a:gd name="connsiteY1" fmla="*/ 0 h 9332"/>
                      <a:gd name="connsiteX2" fmla="*/ 5907 w 5906"/>
                      <a:gd name="connsiteY2" fmla="*/ 9333 h 9332"/>
                      <a:gd name="connsiteX3" fmla="*/ 0 w 5906"/>
                      <a:gd name="connsiteY3" fmla="*/ 9333 h 9332"/>
                    </a:gdLst>
                    <a:ahLst/>
                    <a:cxnLst>
                      <a:cxn ang="0">
                        <a:pos x="connsiteX0" y="connsiteY0"/>
                      </a:cxn>
                      <a:cxn ang="0">
                        <a:pos x="connsiteX1" y="connsiteY1"/>
                      </a:cxn>
                      <a:cxn ang="0">
                        <a:pos x="connsiteX2" y="connsiteY2"/>
                      </a:cxn>
                      <a:cxn ang="0">
                        <a:pos x="connsiteX3" y="connsiteY3"/>
                      </a:cxn>
                    </a:cxnLst>
                    <a:rect l="l" t="t" r="r" b="b"/>
                    <a:pathLst>
                      <a:path w="5906" h="9332">
                        <a:moveTo>
                          <a:pt x="0" y="0"/>
                        </a:moveTo>
                        <a:lnTo>
                          <a:pt x="5907" y="0"/>
                        </a:lnTo>
                        <a:lnTo>
                          <a:pt x="5907" y="9333"/>
                        </a:lnTo>
                        <a:lnTo>
                          <a:pt x="0" y="933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95" name="Freeform: Shape 1294">
                    <a:extLst>
                      <a:ext uri="{FF2B5EF4-FFF2-40B4-BE49-F238E27FC236}">
                        <a16:creationId xmlns:a16="http://schemas.microsoft.com/office/drawing/2014/main" id="{EA53AA26-814D-DB8E-C0B5-D13AB2DD7D01}"/>
                      </a:ext>
                    </a:extLst>
                  </p:cNvPr>
                  <p:cNvSpPr/>
                  <p:nvPr/>
                </p:nvSpPr>
                <p:spPr>
                  <a:xfrm>
                    <a:off x="882147" y="2980010"/>
                    <a:ext cx="8269" cy="9214"/>
                  </a:xfrm>
                  <a:custGeom>
                    <a:avLst/>
                    <a:gdLst>
                      <a:gd name="connsiteX0" fmla="*/ 5907 w 8269"/>
                      <a:gd name="connsiteY0" fmla="*/ 2776 h 9214"/>
                      <a:gd name="connsiteX1" fmla="*/ 8270 w 8269"/>
                      <a:gd name="connsiteY1" fmla="*/ 4135 h 9214"/>
                      <a:gd name="connsiteX2" fmla="*/ 5316 w 8269"/>
                      <a:gd name="connsiteY2" fmla="*/ 9215 h 9214"/>
                      <a:gd name="connsiteX3" fmla="*/ 0 w 8269"/>
                      <a:gd name="connsiteY3" fmla="*/ 6143 h 9214"/>
                      <a:gd name="connsiteX4" fmla="*/ 0 w 8269"/>
                      <a:gd name="connsiteY4" fmla="*/ 0 h 9214"/>
                      <a:gd name="connsiteX5" fmla="*/ 5907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5907" y="2776"/>
                        </a:moveTo>
                        <a:lnTo>
                          <a:pt x="8270" y="4135"/>
                        </a:lnTo>
                        <a:lnTo>
                          <a:pt x="5316" y="9215"/>
                        </a:lnTo>
                        <a:lnTo>
                          <a:pt x="0" y="6143"/>
                        </a:lnTo>
                        <a:lnTo>
                          <a:pt x="0" y="0"/>
                        </a:lnTo>
                        <a:lnTo>
                          <a:pt x="5907"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96" name="Freeform: Shape 1295">
                    <a:extLst>
                      <a:ext uri="{FF2B5EF4-FFF2-40B4-BE49-F238E27FC236}">
                        <a16:creationId xmlns:a16="http://schemas.microsoft.com/office/drawing/2014/main" id="{FBFEBCDA-9923-AD64-4C18-198ECCADE477}"/>
                      </a:ext>
                    </a:extLst>
                  </p:cNvPr>
                  <p:cNvSpPr/>
                  <p:nvPr/>
                </p:nvSpPr>
                <p:spPr>
                  <a:xfrm rot="-23376">
                    <a:off x="882168" y="2961460"/>
                    <a:ext cx="5907" cy="9274"/>
                  </a:xfrm>
                  <a:custGeom>
                    <a:avLst/>
                    <a:gdLst>
                      <a:gd name="connsiteX0" fmla="*/ 0 w 5907"/>
                      <a:gd name="connsiteY0" fmla="*/ 0 h 9274"/>
                      <a:gd name="connsiteX1" fmla="*/ 5907 w 5907"/>
                      <a:gd name="connsiteY1" fmla="*/ 0 h 9274"/>
                      <a:gd name="connsiteX2" fmla="*/ 5907 w 5907"/>
                      <a:gd name="connsiteY2" fmla="*/ 9274 h 9274"/>
                      <a:gd name="connsiteX3" fmla="*/ 0 w 5907"/>
                      <a:gd name="connsiteY3" fmla="*/ 9274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97" name="Freeform: Shape 1296">
                    <a:extLst>
                      <a:ext uri="{FF2B5EF4-FFF2-40B4-BE49-F238E27FC236}">
                        <a16:creationId xmlns:a16="http://schemas.microsoft.com/office/drawing/2014/main" id="{C873B045-FB19-7D17-25BF-201D1E36A321}"/>
                      </a:ext>
                    </a:extLst>
                  </p:cNvPr>
                  <p:cNvSpPr/>
                  <p:nvPr/>
                </p:nvSpPr>
                <p:spPr>
                  <a:xfrm rot="-5391765">
                    <a:off x="880458" y="2944505"/>
                    <a:ext cx="9333" cy="5906"/>
                  </a:xfrm>
                  <a:custGeom>
                    <a:avLst/>
                    <a:gdLst>
                      <a:gd name="connsiteX0" fmla="*/ 0 w 9333"/>
                      <a:gd name="connsiteY0" fmla="*/ 0 h 5906"/>
                      <a:gd name="connsiteX1" fmla="*/ 9333 w 9333"/>
                      <a:gd name="connsiteY1" fmla="*/ 0 h 5906"/>
                      <a:gd name="connsiteX2" fmla="*/ 9333 w 9333"/>
                      <a:gd name="connsiteY2" fmla="*/ 5907 h 5906"/>
                      <a:gd name="connsiteX3" fmla="*/ 0 w 9333"/>
                      <a:gd name="connsiteY3" fmla="*/ 5907 h 5906"/>
                    </a:gdLst>
                    <a:ahLst/>
                    <a:cxnLst>
                      <a:cxn ang="0">
                        <a:pos x="connsiteX0" y="connsiteY0"/>
                      </a:cxn>
                      <a:cxn ang="0">
                        <a:pos x="connsiteX1" y="connsiteY1"/>
                      </a:cxn>
                      <a:cxn ang="0">
                        <a:pos x="connsiteX2" y="connsiteY2"/>
                      </a:cxn>
                      <a:cxn ang="0">
                        <a:pos x="connsiteX3" y="connsiteY3"/>
                      </a:cxn>
                    </a:cxnLst>
                    <a:rect l="l" t="t" r="r" b="b"/>
                    <a:pathLst>
                      <a:path w="9333" h="5906">
                        <a:moveTo>
                          <a:pt x="0" y="0"/>
                        </a:moveTo>
                        <a:lnTo>
                          <a:pt x="9333" y="0"/>
                        </a:lnTo>
                        <a:lnTo>
                          <a:pt x="9333"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98" name="Freeform: Shape 1297">
                    <a:extLst>
                      <a:ext uri="{FF2B5EF4-FFF2-40B4-BE49-F238E27FC236}">
                        <a16:creationId xmlns:a16="http://schemas.microsoft.com/office/drawing/2014/main" id="{5E06B809-BAA2-EA8C-0651-F119056A28F7}"/>
                      </a:ext>
                    </a:extLst>
                  </p:cNvPr>
                  <p:cNvSpPr/>
                  <p:nvPr/>
                </p:nvSpPr>
                <p:spPr>
                  <a:xfrm>
                    <a:off x="564234" y="2900915"/>
                    <a:ext cx="96047" cy="110873"/>
                  </a:xfrm>
                  <a:custGeom>
                    <a:avLst/>
                    <a:gdLst>
                      <a:gd name="connsiteX0" fmla="*/ 96047 w 96047"/>
                      <a:gd name="connsiteY0" fmla="*/ 83111 h 110873"/>
                      <a:gd name="connsiteX1" fmla="*/ 48024 w 96047"/>
                      <a:gd name="connsiteY1" fmla="*/ 110874 h 110873"/>
                      <a:gd name="connsiteX2" fmla="*/ 0 w 96047"/>
                      <a:gd name="connsiteY2" fmla="*/ 83111 h 110873"/>
                      <a:gd name="connsiteX3" fmla="*/ 0 w 96047"/>
                      <a:gd name="connsiteY3" fmla="*/ 27763 h 110873"/>
                      <a:gd name="connsiteX4" fmla="*/ 48024 w 96047"/>
                      <a:gd name="connsiteY4" fmla="*/ 0 h 110873"/>
                      <a:gd name="connsiteX5" fmla="*/ 96047 w 96047"/>
                      <a:gd name="connsiteY5" fmla="*/ 27763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47" h="110873">
                        <a:moveTo>
                          <a:pt x="96047" y="83111"/>
                        </a:moveTo>
                        <a:lnTo>
                          <a:pt x="48024" y="110874"/>
                        </a:lnTo>
                        <a:lnTo>
                          <a:pt x="0" y="83111"/>
                        </a:lnTo>
                        <a:lnTo>
                          <a:pt x="0" y="27763"/>
                        </a:lnTo>
                        <a:lnTo>
                          <a:pt x="48024" y="0"/>
                        </a:lnTo>
                        <a:lnTo>
                          <a:pt x="96047" y="2776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99" name="Freeform: Shape 1298">
                    <a:extLst>
                      <a:ext uri="{FF2B5EF4-FFF2-40B4-BE49-F238E27FC236}">
                        <a16:creationId xmlns:a16="http://schemas.microsoft.com/office/drawing/2014/main" id="{714945F6-4BC2-F214-D85F-D7A053E77AD8}"/>
                      </a:ext>
                    </a:extLst>
                  </p:cNvPr>
                  <p:cNvSpPr/>
                  <p:nvPr/>
                </p:nvSpPr>
                <p:spPr>
                  <a:xfrm>
                    <a:off x="669437" y="2901329"/>
                    <a:ext cx="95988" cy="110873"/>
                  </a:xfrm>
                  <a:custGeom>
                    <a:avLst/>
                    <a:gdLst>
                      <a:gd name="connsiteX0" fmla="*/ 47965 w 95988"/>
                      <a:gd name="connsiteY0" fmla="*/ 0 h 110873"/>
                      <a:gd name="connsiteX1" fmla="*/ 0 w 95988"/>
                      <a:gd name="connsiteY1" fmla="*/ 27763 h 110873"/>
                      <a:gd name="connsiteX2" fmla="*/ 0 w 95988"/>
                      <a:gd name="connsiteY2" fmla="*/ 83170 h 110873"/>
                      <a:gd name="connsiteX3" fmla="*/ 47965 w 95988"/>
                      <a:gd name="connsiteY3" fmla="*/ 110874 h 110873"/>
                      <a:gd name="connsiteX4" fmla="*/ 95988 w 95988"/>
                      <a:gd name="connsiteY4" fmla="*/ 83170 h 110873"/>
                      <a:gd name="connsiteX5" fmla="*/ 95988 w 95988"/>
                      <a:gd name="connsiteY5" fmla="*/ 27763 h 110873"/>
                      <a:gd name="connsiteX6" fmla="*/ 47965 w 95988"/>
                      <a:gd name="connsiteY6" fmla="*/ 0 h 110873"/>
                      <a:gd name="connsiteX7" fmla="*/ 70707 w 95988"/>
                      <a:gd name="connsiteY7" fmla="*/ 46074 h 110873"/>
                      <a:gd name="connsiteX8" fmla="*/ 60842 w 95988"/>
                      <a:gd name="connsiteY8" fmla="*/ 40404 h 110873"/>
                      <a:gd name="connsiteX9" fmla="*/ 60842 w 95988"/>
                      <a:gd name="connsiteY9" fmla="*/ 29003 h 110873"/>
                      <a:gd name="connsiteX10" fmla="*/ 70707 w 95988"/>
                      <a:gd name="connsiteY10" fmla="*/ 23332 h 110873"/>
                      <a:gd name="connsiteX11" fmla="*/ 80571 w 95988"/>
                      <a:gd name="connsiteY11" fmla="*/ 29003 h 110873"/>
                      <a:gd name="connsiteX12" fmla="*/ 80571 w 95988"/>
                      <a:gd name="connsiteY12" fmla="*/ 40404 h 110873"/>
                      <a:gd name="connsiteX13" fmla="*/ 70707 w 95988"/>
                      <a:gd name="connsiteY13" fmla="*/ 46074 h 110873"/>
                      <a:gd name="connsiteX14" fmla="*/ 47965 w 95988"/>
                      <a:gd name="connsiteY14" fmla="*/ 77086 h 110873"/>
                      <a:gd name="connsiteX15" fmla="*/ 57829 w 95988"/>
                      <a:gd name="connsiteY15" fmla="*/ 71415 h 110873"/>
                      <a:gd name="connsiteX16" fmla="*/ 67694 w 95988"/>
                      <a:gd name="connsiteY16" fmla="*/ 77086 h 110873"/>
                      <a:gd name="connsiteX17" fmla="*/ 67694 w 95988"/>
                      <a:gd name="connsiteY17" fmla="*/ 88427 h 110873"/>
                      <a:gd name="connsiteX18" fmla="*/ 57829 w 95988"/>
                      <a:gd name="connsiteY18" fmla="*/ 94098 h 110873"/>
                      <a:gd name="connsiteX19" fmla="*/ 47965 w 95988"/>
                      <a:gd name="connsiteY19" fmla="*/ 88427 h 110873"/>
                      <a:gd name="connsiteX20" fmla="*/ 47965 w 95988"/>
                      <a:gd name="connsiteY20" fmla="*/ 77086 h 110873"/>
                      <a:gd name="connsiteX21" fmla="*/ 35206 w 95988"/>
                      <a:gd name="connsiteY21" fmla="*/ 61137 h 110873"/>
                      <a:gd name="connsiteX22" fmla="*/ 25341 w 95988"/>
                      <a:gd name="connsiteY22" fmla="*/ 66808 h 110873"/>
                      <a:gd name="connsiteX23" fmla="*/ 15476 w 95988"/>
                      <a:gd name="connsiteY23" fmla="*/ 61137 h 110873"/>
                      <a:gd name="connsiteX24" fmla="*/ 15476 w 95988"/>
                      <a:gd name="connsiteY24" fmla="*/ 49737 h 110873"/>
                      <a:gd name="connsiteX25" fmla="*/ 25341 w 95988"/>
                      <a:gd name="connsiteY25" fmla="*/ 44066 h 110873"/>
                      <a:gd name="connsiteX26" fmla="*/ 35206 w 95988"/>
                      <a:gd name="connsiteY26" fmla="*/ 49737 h 110873"/>
                      <a:gd name="connsiteX27" fmla="*/ 35206 w 95988"/>
                      <a:gd name="connsiteY27" fmla="*/ 61137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5988" h="110873">
                        <a:moveTo>
                          <a:pt x="47965" y="0"/>
                        </a:moveTo>
                        <a:lnTo>
                          <a:pt x="0" y="27763"/>
                        </a:lnTo>
                        <a:lnTo>
                          <a:pt x="0" y="83170"/>
                        </a:lnTo>
                        <a:lnTo>
                          <a:pt x="47965" y="110874"/>
                        </a:lnTo>
                        <a:lnTo>
                          <a:pt x="95988" y="83170"/>
                        </a:lnTo>
                        <a:lnTo>
                          <a:pt x="95988" y="27763"/>
                        </a:lnTo>
                        <a:lnTo>
                          <a:pt x="47965" y="0"/>
                        </a:lnTo>
                        <a:close/>
                        <a:moveTo>
                          <a:pt x="70707" y="46074"/>
                        </a:moveTo>
                        <a:lnTo>
                          <a:pt x="60842" y="40404"/>
                        </a:lnTo>
                        <a:lnTo>
                          <a:pt x="60842" y="29003"/>
                        </a:lnTo>
                        <a:lnTo>
                          <a:pt x="70707" y="23332"/>
                        </a:lnTo>
                        <a:lnTo>
                          <a:pt x="80571" y="29003"/>
                        </a:lnTo>
                        <a:lnTo>
                          <a:pt x="80571" y="40404"/>
                        </a:lnTo>
                        <a:lnTo>
                          <a:pt x="70707" y="46074"/>
                        </a:lnTo>
                        <a:close/>
                        <a:moveTo>
                          <a:pt x="47965" y="77086"/>
                        </a:moveTo>
                        <a:lnTo>
                          <a:pt x="57829" y="71415"/>
                        </a:lnTo>
                        <a:lnTo>
                          <a:pt x="67694" y="77086"/>
                        </a:lnTo>
                        <a:lnTo>
                          <a:pt x="67694" y="88427"/>
                        </a:lnTo>
                        <a:lnTo>
                          <a:pt x="57829" y="94098"/>
                        </a:lnTo>
                        <a:lnTo>
                          <a:pt x="47965" y="88427"/>
                        </a:lnTo>
                        <a:lnTo>
                          <a:pt x="47965" y="77086"/>
                        </a:lnTo>
                        <a:close/>
                        <a:moveTo>
                          <a:pt x="35206" y="61137"/>
                        </a:moveTo>
                        <a:lnTo>
                          <a:pt x="25341" y="66808"/>
                        </a:lnTo>
                        <a:lnTo>
                          <a:pt x="15476" y="61137"/>
                        </a:lnTo>
                        <a:lnTo>
                          <a:pt x="15476" y="49737"/>
                        </a:lnTo>
                        <a:lnTo>
                          <a:pt x="25341" y="44066"/>
                        </a:lnTo>
                        <a:lnTo>
                          <a:pt x="35206" y="49737"/>
                        </a:lnTo>
                        <a:lnTo>
                          <a:pt x="35206" y="6113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00" name="Freeform: Shape 1299">
                    <a:extLst>
                      <a:ext uri="{FF2B5EF4-FFF2-40B4-BE49-F238E27FC236}">
                        <a16:creationId xmlns:a16="http://schemas.microsoft.com/office/drawing/2014/main" id="{3DA38598-2090-A3BF-C827-5ED53B3FBBD8}"/>
                      </a:ext>
                    </a:extLst>
                  </p:cNvPr>
                  <p:cNvSpPr/>
                  <p:nvPr/>
                </p:nvSpPr>
                <p:spPr>
                  <a:xfrm>
                    <a:off x="775172" y="2900974"/>
                    <a:ext cx="95988" cy="110874"/>
                  </a:xfrm>
                  <a:custGeom>
                    <a:avLst/>
                    <a:gdLst>
                      <a:gd name="connsiteX0" fmla="*/ 95988 w 95988"/>
                      <a:gd name="connsiteY0" fmla="*/ 27704 h 110874"/>
                      <a:gd name="connsiteX1" fmla="*/ 47965 w 95988"/>
                      <a:gd name="connsiteY1" fmla="*/ 0 h 110874"/>
                      <a:gd name="connsiteX2" fmla="*/ 0 w 95988"/>
                      <a:gd name="connsiteY2" fmla="*/ 27704 h 110874"/>
                      <a:gd name="connsiteX3" fmla="*/ 0 w 95988"/>
                      <a:gd name="connsiteY3" fmla="*/ 83111 h 110874"/>
                      <a:gd name="connsiteX4" fmla="*/ 47965 w 95988"/>
                      <a:gd name="connsiteY4" fmla="*/ 110874 h 110874"/>
                      <a:gd name="connsiteX5" fmla="*/ 95988 w 95988"/>
                      <a:gd name="connsiteY5" fmla="*/ 83111 h 110874"/>
                      <a:gd name="connsiteX6" fmla="*/ 95988 w 95988"/>
                      <a:gd name="connsiteY6" fmla="*/ 27704 h 110874"/>
                      <a:gd name="connsiteX7" fmla="*/ 65390 w 95988"/>
                      <a:gd name="connsiteY7" fmla="*/ 45307 h 110874"/>
                      <a:gd name="connsiteX8" fmla="*/ 65390 w 95988"/>
                      <a:gd name="connsiteY8" fmla="*/ 65449 h 110874"/>
                      <a:gd name="connsiteX9" fmla="*/ 48024 w 95988"/>
                      <a:gd name="connsiteY9" fmla="*/ 75491 h 110874"/>
                      <a:gd name="connsiteX10" fmla="*/ 30598 w 95988"/>
                      <a:gd name="connsiteY10" fmla="*/ 65449 h 110874"/>
                      <a:gd name="connsiteX11" fmla="*/ 30598 w 95988"/>
                      <a:gd name="connsiteY11" fmla="*/ 45307 h 110874"/>
                      <a:gd name="connsiteX12" fmla="*/ 48024 w 95988"/>
                      <a:gd name="connsiteY12" fmla="*/ 35265 h 110874"/>
                      <a:gd name="connsiteX13" fmla="*/ 65390 w 95988"/>
                      <a:gd name="connsiteY13" fmla="*/ 45307 h 11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88" h="110874">
                        <a:moveTo>
                          <a:pt x="95988" y="27704"/>
                        </a:moveTo>
                        <a:lnTo>
                          <a:pt x="47965" y="0"/>
                        </a:lnTo>
                        <a:lnTo>
                          <a:pt x="0" y="27704"/>
                        </a:lnTo>
                        <a:lnTo>
                          <a:pt x="0" y="83111"/>
                        </a:lnTo>
                        <a:lnTo>
                          <a:pt x="47965" y="110874"/>
                        </a:lnTo>
                        <a:lnTo>
                          <a:pt x="95988" y="83111"/>
                        </a:lnTo>
                        <a:lnTo>
                          <a:pt x="95988" y="27704"/>
                        </a:lnTo>
                        <a:close/>
                        <a:moveTo>
                          <a:pt x="65390" y="45307"/>
                        </a:moveTo>
                        <a:lnTo>
                          <a:pt x="65390" y="65449"/>
                        </a:lnTo>
                        <a:lnTo>
                          <a:pt x="48024" y="75491"/>
                        </a:lnTo>
                        <a:lnTo>
                          <a:pt x="30598" y="65449"/>
                        </a:lnTo>
                        <a:lnTo>
                          <a:pt x="30598" y="45307"/>
                        </a:lnTo>
                        <a:lnTo>
                          <a:pt x="48024" y="35265"/>
                        </a:lnTo>
                        <a:lnTo>
                          <a:pt x="65390" y="453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01" name="Freeform: Shape 1300">
                    <a:extLst>
                      <a:ext uri="{FF2B5EF4-FFF2-40B4-BE49-F238E27FC236}">
                        <a16:creationId xmlns:a16="http://schemas.microsoft.com/office/drawing/2014/main" id="{79DCDCD6-0839-3963-91FB-CAC0EEC8420F}"/>
                      </a:ext>
                    </a:extLst>
                  </p:cNvPr>
                  <p:cNvSpPr/>
                  <p:nvPr/>
                </p:nvSpPr>
                <p:spPr>
                  <a:xfrm>
                    <a:off x="457259" y="2900974"/>
                    <a:ext cx="95929" cy="110814"/>
                  </a:xfrm>
                  <a:custGeom>
                    <a:avLst/>
                    <a:gdLst>
                      <a:gd name="connsiteX0" fmla="*/ 47965 w 95929"/>
                      <a:gd name="connsiteY0" fmla="*/ 110815 h 110814"/>
                      <a:gd name="connsiteX1" fmla="*/ 95929 w 95929"/>
                      <a:gd name="connsiteY1" fmla="*/ 83052 h 110814"/>
                      <a:gd name="connsiteX2" fmla="*/ 95929 w 95929"/>
                      <a:gd name="connsiteY2" fmla="*/ 27704 h 110814"/>
                      <a:gd name="connsiteX3" fmla="*/ 47965 w 95929"/>
                      <a:gd name="connsiteY3" fmla="*/ 0 h 110814"/>
                      <a:gd name="connsiteX4" fmla="*/ 0 w 95929"/>
                      <a:gd name="connsiteY4" fmla="*/ 27704 h 110814"/>
                      <a:gd name="connsiteX5" fmla="*/ 0 w 95929"/>
                      <a:gd name="connsiteY5" fmla="*/ 83052 h 110814"/>
                      <a:gd name="connsiteX6" fmla="*/ 47965 w 95929"/>
                      <a:gd name="connsiteY6" fmla="*/ 110815 h 110814"/>
                      <a:gd name="connsiteX7" fmla="*/ 61373 w 95929"/>
                      <a:gd name="connsiteY7" fmla="*/ 78681 h 110814"/>
                      <a:gd name="connsiteX8" fmla="*/ 34497 w 95929"/>
                      <a:gd name="connsiteY8" fmla="*/ 78681 h 110814"/>
                      <a:gd name="connsiteX9" fmla="*/ 21029 w 95929"/>
                      <a:gd name="connsiteY9" fmla="*/ 55349 h 110814"/>
                      <a:gd name="connsiteX10" fmla="*/ 34497 w 95929"/>
                      <a:gd name="connsiteY10" fmla="*/ 32016 h 110814"/>
                      <a:gd name="connsiteX11" fmla="*/ 61373 w 95929"/>
                      <a:gd name="connsiteY11" fmla="*/ 32016 h 110814"/>
                      <a:gd name="connsiteX12" fmla="*/ 74841 w 95929"/>
                      <a:gd name="connsiteY12" fmla="*/ 55349 h 110814"/>
                      <a:gd name="connsiteX13" fmla="*/ 61373 w 95929"/>
                      <a:gd name="connsiteY13" fmla="*/ 78681 h 110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29" h="110814">
                        <a:moveTo>
                          <a:pt x="47965" y="110815"/>
                        </a:moveTo>
                        <a:lnTo>
                          <a:pt x="95929" y="83052"/>
                        </a:lnTo>
                        <a:lnTo>
                          <a:pt x="95929" y="27704"/>
                        </a:lnTo>
                        <a:lnTo>
                          <a:pt x="47965" y="0"/>
                        </a:lnTo>
                        <a:lnTo>
                          <a:pt x="0" y="27704"/>
                        </a:lnTo>
                        <a:lnTo>
                          <a:pt x="0" y="83052"/>
                        </a:lnTo>
                        <a:lnTo>
                          <a:pt x="47965" y="110815"/>
                        </a:lnTo>
                        <a:close/>
                        <a:moveTo>
                          <a:pt x="61373" y="78681"/>
                        </a:moveTo>
                        <a:lnTo>
                          <a:pt x="34497" y="78681"/>
                        </a:lnTo>
                        <a:lnTo>
                          <a:pt x="21029" y="55349"/>
                        </a:lnTo>
                        <a:lnTo>
                          <a:pt x="34497" y="32016"/>
                        </a:lnTo>
                        <a:lnTo>
                          <a:pt x="61373" y="32016"/>
                        </a:lnTo>
                        <a:lnTo>
                          <a:pt x="74841" y="55349"/>
                        </a:lnTo>
                        <a:lnTo>
                          <a:pt x="61373" y="7868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1247" name="Graphic 4773">
                <a:extLst>
                  <a:ext uri="{FF2B5EF4-FFF2-40B4-BE49-F238E27FC236}">
                    <a16:creationId xmlns:a16="http://schemas.microsoft.com/office/drawing/2014/main" id="{4E4EF190-FF9C-02C3-7CB1-7F2F930F22F0}"/>
                  </a:ext>
                </a:extLst>
              </p:cNvPr>
              <p:cNvGrpSpPr/>
              <p:nvPr/>
            </p:nvGrpSpPr>
            <p:grpSpPr>
              <a:xfrm>
                <a:off x="3924418" y="4634731"/>
                <a:ext cx="680365" cy="187664"/>
                <a:chOff x="3924418" y="4634731"/>
                <a:chExt cx="680365" cy="187664"/>
              </a:xfrm>
              <a:grpFill/>
            </p:grpSpPr>
            <p:sp>
              <p:nvSpPr>
                <p:cNvPr id="1248" name="Freeform: Shape 1247">
                  <a:extLst>
                    <a:ext uri="{FF2B5EF4-FFF2-40B4-BE49-F238E27FC236}">
                      <a16:creationId xmlns:a16="http://schemas.microsoft.com/office/drawing/2014/main" id="{15369440-1149-0BC6-07EA-8B055D681388}"/>
                    </a:ext>
                  </a:extLst>
                </p:cNvPr>
                <p:cNvSpPr/>
                <p:nvPr/>
              </p:nvSpPr>
              <p:spPr>
                <a:xfrm>
                  <a:off x="3924418" y="4634731"/>
                  <a:ext cx="680365" cy="187664"/>
                </a:xfrm>
                <a:custGeom>
                  <a:avLst/>
                  <a:gdLst>
                    <a:gd name="connsiteX0" fmla="*/ 89491 w 680365"/>
                    <a:gd name="connsiteY0" fmla="*/ 122452 h 187664"/>
                    <a:gd name="connsiteX1" fmla="*/ 497545 w 680365"/>
                    <a:gd name="connsiteY1" fmla="*/ 122452 h 187664"/>
                    <a:gd name="connsiteX2" fmla="*/ 586445 w 680365"/>
                    <a:gd name="connsiteY2" fmla="*/ 187665 h 187664"/>
                    <a:gd name="connsiteX3" fmla="*/ 680366 w 680365"/>
                    <a:gd name="connsiteY3" fmla="*/ 93862 h 187664"/>
                    <a:gd name="connsiteX4" fmla="*/ 586445 w 680365"/>
                    <a:gd name="connsiteY4" fmla="*/ 0 h 187664"/>
                    <a:gd name="connsiteX5" fmla="*/ 497308 w 680365"/>
                    <a:gd name="connsiteY5" fmla="*/ 66099 h 187664"/>
                    <a:gd name="connsiteX6" fmla="*/ 89491 w 680365"/>
                    <a:gd name="connsiteY6" fmla="*/ 66099 h 187664"/>
                    <a:gd name="connsiteX7" fmla="*/ 89491 w 680365"/>
                    <a:gd name="connsiteY7" fmla="*/ 71711 h 187664"/>
                    <a:gd name="connsiteX8" fmla="*/ 495536 w 680365"/>
                    <a:gd name="connsiteY8" fmla="*/ 71711 h 187664"/>
                    <a:gd name="connsiteX9" fmla="*/ 492878 w 680365"/>
                    <a:gd name="connsiteY9" fmla="*/ 91085 h 187664"/>
                    <a:gd name="connsiteX10" fmla="*/ 0 w 680365"/>
                    <a:gd name="connsiteY10" fmla="*/ 91085 h 187664"/>
                    <a:gd name="connsiteX11" fmla="*/ 0 w 680365"/>
                    <a:gd name="connsiteY11" fmla="*/ 96638 h 187664"/>
                    <a:gd name="connsiteX12" fmla="*/ 492878 w 680365"/>
                    <a:gd name="connsiteY12" fmla="*/ 96638 h 187664"/>
                    <a:gd name="connsiteX13" fmla="*/ 495773 w 680365"/>
                    <a:gd name="connsiteY13" fmla="*/ 116899 h 187664"/>
                    <a:gd name="connsiteX14" fmla="*/ 89432 w 680365"/>
                    <a:gd name="connsiteY14" fmla="*/ 116840 h 187664"/>
                    <a:gd name="connsiteX15" fmla="*/ 89432 w 680365"/>
                    <a:gd name="connsiteY15" fmla="*/ 122452 h 187664"/>
                    <a:gd name="connsiteX16" fmla="*/ 586504 w 680365"/>
                    <a:gd name="connsiteY16" fmla="*/ 19729 h 187664"/>
                    <a:gd name="connsiteX17" fmla="*/ 660577 w 680365"/>
                    <a:gd name="connsiteY17" fmla="*/ 93803 h 187664"/>
                    <a:gd name="connsiteX18" fmla="*/ 586445 w 680365"/>
                    <a:gd name="connsiteY18" fmla="*/ 167876 h 187664"/>
                    <a:gd name="connsiteX19" fmla="*/ 512371 w 680365"/>
                    <a:gd name="connsiteY19" fmla="*/ 93803 h 187664"/>
                    <a:gd name="connsiteX20" fmla="*/ 586504 w 680365"/>
                    <a:gd name="connsiteY20" fmla="*/ 19729 h 187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80365" h="187664">
                      <a:moveTo>
                        <a:pt x="89491" y="122452"/>
                      </a:moveTo>
                      <a:lnTo>
                        <a:pt x="497545" y="122452"/>
                      </a:lnTo>
                      <a:cubicBezTo>
                        <a:pt x="509713" y="160197"/>
                        <a:pt x="544682" y="187665"/>
                        <a:pt x="586445" y="187665"/>
                      </a:cubicBezTo>
                      <a:cubicBezTo>
                        <a:pt x="638308" y="187665"/>
                        <a:pt x="680366" y="145666"/>
                        <a:pt x="680366" y="93862"/>
                      </a:cubicBezTo>
                      <a:cubicBezTo>
                        <a:pt x="680366" y="41999"/>
                        <a:pt x="638367" y="0"/>
                        <a:pt x="586445" y="0"/>
                      </a:cubicBezTo>
                      <a:cubicBezTo>
                        <a:pt x="544387" y="0"/>
                        <a:pt x="509181" y="27940"/>
                        <a:pt x="497308" y="66099"/>
                      </a:cubicBezTo>
                      <a:lnTo>
                        <a:pt x="89491" y="66099"/>
                      </a:lnTo>
                      <a:lnTo>
                        <a:pt x="89491" y="71711"/>
                      </a:lnTo>
                      <a:lnTo>
                        <a:pt x="495536" y="71711"/>
                      </a:lnTo>
                      <a:cubicBezTo>
                        <a:pt x="494060" y="77972"/>
                        <a:pt x="493114" y="84411"/>
                        <a:pt x="492878" y="91085"/>
                      </a:cubicBezTo>
                      <a:lnTo>
                        <a:pt x="0" y="91085"/>
                      </a:lnTo>
                      <a:lnTo>
                        <a:pt x="0" y="96638"/>
                      </a:lnTo>
                      <a:lnTo>
                        <a:pt x="492878" y="96638"/>
                      </a:lnTo>
                      <a:cubicBezTo>
                        <a:pt x="493056" y="103608"/>
                        <a:pt x="494119" y="110401"/>
                        <a:pt x="495773" y="116899"/>
                      </a:cubicBezTo>
                      <a:lnTo>
                        <a:pt x="89432" y="116840"/>
                      </a:lnTo>
                      <a:lnTo>
                        <a:pt x="89432" y="122452"/>
                      </a:lnTo>
                      <a:close/>
                      <a:moveTo>
                        <a:pt x="586504" y="19729"/>
                      </a:moveTo>
                      <a:cubicBezTo>
                        <a:pt x="627439" y="19729"/>
                        <a:pt x="660636" y="52927"/>
                        <a:pt x="660577" y="93803"/>
                      </a:cubicBezTo>
                      <a:cubicBezTo>
                        <a:pt x="660577" y="134738"/>
                        <a:pt x="627439" y="167876"/>
                        <a:pt x="586445" y="167876"/>
                      </a:cubicBezTo>
                      <a:cubicBezTo>
                        <a:pt x="545509" y="167876"/>
                        <a:pt x="512371" y="134679"/>
                        <a:pt x="512371" y="93803"/>
                      </a:cubicBezTo>
                      <a:cubicBezTo>
                        <a:pt x="512430" y="52868"/>
                        <a:pt x="545568" y="19729"/>
                        <a:pt x="586504" y="19729"/>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49" name="Freeform: Shape 1248">
                  <a:extLst>
                    <a:ext uri="{FF2B5EF4-FFF2-40B4-BE49-F238E27FC236}">
                      <a16:creationId xmlns:a16="http://schemas.microsoft.com/office/drawing/2014/main" id="{D07469A9-02C7-F26B-F502-EECDF9404E06}"/>
                    </a:ext>
                  </a:extLst>
                </p:cNvPr>
                <p:cNvSpPr/>
                <p:nvPr/>
              </p:nvSpPr>
              <p:spPr>
                <a:xfrm>
                  <a:off x="4453269" y="4670941"/>
                  <a:ext cx="115186" cy="115186"/>
                </a:xfrm>
                <a:custGeom>
                  <a:avLst/>
                  <a:gdLst>
                    <a:gd name="connsiteX0" fmla="*/ 57593 w 115186"/>
                    <a:gd name="connsiteY0" fmla="*/ 115186 h 115186"/>
                    <a:gd name="connsiteX1" fmla="*/ 115186 w 115186"/>
                    <a:gd name="connsiteY1" fmla="*/ 57593 h 115186"/>
                    <a:gd name="connsiteX2" fmla="*/ 57593 w 115186"/>
                    <a:gd name="connsiteY2" fmla="*/ 0 h 115186"/>
                    <a:gd name="connsiteX3" fmla="*/ 0 w 115186"/>
                    <a:gd name="connsiteY3" fmla="*/ 57593 h 115186"/>
                    <a:gd name="connsiteX4" fmla="*/ 57593 w 115186"/>
                    <a:gd name="connsiteY4" fmla="*/ 115186 h 115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86" h="115186">
                      <a:moveTo>
                        <a:pt x="57593" y="115186"/>
                      </a:moveTo>
                      <a:cubicBezTo>
                        <a:pt x="89490" y="115186"/>
                        <a:pt x="115186" y="89432"/>
                        <a:pt x="115186" y="57593"/>
                      </a:cubicBezTo>
                      <a:cubicBezTo>
                        <a:pt x="115186" y="25813"/>
                        <a:pt x="89490" y="0"/>
                        <a:pt x="57593" y="0"/>
                      </a:cubicBezTo>
                      <a:cubicBezTo>
                        <a:pt x="25813" y="0"/>
                        <a:pt x="0" y="25813"/>
                        <a:pt x="0" y="57593"/>
                      </a:cubicBezTo>
                      <a:cubicBezTo>
                        <a:pt x="59" y="89432"/>
                        <a:pt x="25813" y="115186"/>
                        <a:pt x="57593" y="11518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1109" name="Graphic 4773">
              <a:extLst>
                <a:ext uri="{FF2B5EF4-FFF2-40B4-BE49-F238E27FC236}">
                  <a16:creationId xmlns:a16="http://schemas.microsoft.com/office/drawing/2014/main" id="{934CC55A-6D78-1175-CD33-7A03965797AC}"/>
                </a:ext>
              </a:extLst>
            </p:cNvPr>
            <p:cNvGrpSpPr/>
            <p:nvPr userDrawn="1"/>
          </p:nvGrpSpPr>
          <p:grpSpPr>
            <a:xfrm>
              <a:off x="6760317" y="7216576"/>
              <a:ext cx="4296304" cy="3636623"/>
              <a:chOff x="8624" y="1576512"/>
              <a:chExt cx="5170376" cy="3982601"/>
            </a:xfrm>
            <a:solidFill>
              <a:schemeClr val="bg1">
                <a:lumMod val="95000"/>
                <a:alpha val="76000"/>
              </a:schemeClr>
            </a:solidFill>
          </p:grpSpPr>
          <p:grpSp>
            <p:nvGrpSpPr>
              <p:cNvPr id="1110" name="Graphic 4773">
                <a:extLst>
                  <a:ext uri="{FF2B5EF4-FFF2-40B4-BE49-F238E27FC236}">
                    <a16:creationId xmlns:a16="http://schemas.microsoft.com/office/drawing/2014/main" id="{7CB65662-F2E3-8D3D-54B1-24A66462EF2C}"/>
                  </a:ext>
                </a:extLst>
              </p:cNvPr>
              <p:cNvGrpSpPr/>
              <p:nvPr/>
            </p:nvGrpSpPr>
            <p:grpSpPr>
              <a:xfrm>
                <a:off x="8624" y="1576512"/>
                <a:ext cx="5170376" cy="3982601"/>
                <a:chOff x="8624" y="1576512"/>
                <a:chExt cx="5170376" cy="3982601"/>
              </a:xfrm>
              <a:grpFill/>
            </p:grpSpPr>
            <p:sp>
              <p:nvSpPr>
                <p:cNvPr id="1114" name="Freeform: Shape 1113">
                  <a:extLst>
                    <a:ext uri="{FF2B5EF4-FFF2-40B4-BE49-F238E27FC236}">
                      <a16:creationId xmlns:a16="http://schemas.microsoft.com/office/drawing/2014/main" id="{85B67028-AC5D-E014-5148-7E552F230C11}"/>
                    </a:ext>
                  </a:extLst>
                </p:cNvPr>
                <p:cNvSpPr/>
                <p:nvPr/>
              </p:nvSpPr>
              <p:spPr>
                <a:xfrm>
                  <a:off x="1467647" y="2244945"/>
                  <a:ext cx="3526878" cy="437352"/>
                </a:xfrm>
                <a:custGeom>
                  <a:avLst/>
                  <a:gdLst>
                    <a:gd name="connsiteX0" fmla="*/ 2146182 w 3526878"/>
                    <a:gd name="connsiteY0" fmla="*/ 5907 h 437352"/>
                    <a:gd name="connsiteX1" fmla="*/ 1085407 w 3526878"/>
                    <a:gd name="connsiteY1" fmla="*/ 5907 h 437352"/>
                    <a:gd name="connsiteX2" fmla="*/ 967267 w 3526878"/>
                    <a:gd name="connsiteY2" fmla="*/ 124047 h 437352"/>
                    <a:gd name="connsiteX3" fmla="*/ 41467 w 3526878"/>
                    <a:gd name="connsiteY3" fmla="*/ 124047 h 437352"/>
                    <a:gd name="connsiteX4" fmla="*/ 20911 w 3526878"/>
                    <a:gd name="connsiteY4" fmla="*/ 142004 h 437352"/>
                    <a:gd name="connsiteX5" fmla="*/ 0 w 3526878"/>
                    <a:gd name="connsiteY5" fmla="*/ 121093 h 437352"/>
                    <a:gd name="connsiteX6" fmla="*/ 20911 w 3526878"/>
                    <a:gd name="connsiteY6" fmla="*/ 100182 h 437352"/>
                    <a:gd name="connsiteX7" fmla="*/ 41467 w 3526878"/>
                    <a:gd name="connsiteY7" fmla="*/ 118140 h 437352"/>
                    <a:gd name="connsiteX8" fmla="*/ 964787 w 3526878"/>
                    <a:gd name="connsiteY8" fmla="*/ 118140 h 437352"/>
                    <a:gd name="connsiteX9" fmla="*/ 1082926 w 3526878"/>
                    <a:gd name="connsiteY9" fmla="*/ 0 h 437352"/>
                    <a:gd name="connsiteX10" fmla="*/ 2148604 w 3526878"/>
                    <a:gd name="connsiteY10" fmla="*/ 0 h 437352"/>
                    <a:gd name="connsiteX11" fmla="*/ 2562092 w 3526878"/>
                    <a:gd name="connsiteY11" fmla="*/ 413488 h 437352"/>
                    <a:gd name="connsiteX12" fmla="*/ 3485412 w 3526878"/>
                    <a:gd name="connsiteY12" fmla="*/ 413488 h 437352"/>
                    <a:gd name="connsiteX13" fmla="*/ 3505968 w 3526878"/>
                    <a:gd name="connsiteY13" fmla="*/ 395531 h 437352"/>
                    <a:gd name="connsiteX14" fmla="*/ 3526879 w 3526878"/>
                    <a:gd name="connsiteY14" fmla="*/ 416442 h 437352"/>
                    <a:gd name="connsiteX15" fmla="*/ 3505968 w 3526878"/>
                    <a:gd name="connsiteY15" fmla="*/ 437353 h 437352"/>
                    <a:gd name="connsiteX16" fmla="*/ 3485412 w 3526878"/>
                    <a:gd name="connsiteY16" fmla="*/ 419395 h 437352"/>
                    <a:gd name="connsiteX17" fmla="*/ 2559670 w 3526878"/>
                    <a:gd name="connsiteY17" fmla="*/ 419395 h 437352"/>
                    <a:gd name="connsiteX18" fmla="*/ 2146182 w 3526878"/>
                    <a:gd name="connsiteY18" fmla="*/ 5907 h 437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526878" h="437352">
                      <a:moveTo>
                        <a:pt x="2146182" y="5907"/>
                      </a:moveTo>
                      <a:lnTo>
                        <a:pt x="1085407" y="5907"/>
                      </a:lnTo>
                      <a:lnTo>
                        <a:pt x="967267" y="124047"/>
                      </a:lnTo>
                      <a:lnTo>
                        <a:pt x="41467" y="124047"/>
                      </a:lnTo>
                      <a:cubicBezTo>
                        <a:pt x="40049" y="134148"/>
                        <a:pt x="31425" y="142004"/>
                        <a:pt x="20911" y="142004"/>
                      </a:cubicBezTo>
                      <a:cubicBezTo>
                        <a:pt x="9392" y="142004"/>
                        <a:pt x="0" y="132671"/>
                        <a:pt x="0" y="121093"/>
                      </a:cubicBezTo>
                      <a:cubicBezTo>
                        <a:pt x="0" y="109515"/>
                        <a:pt x="9333" y="100182"/>
                        <a:pt x="20911" y="100182"/>
                      </a:cubicBezTo>
                      <a:cubicBezTo>
                        <a:pt x="31425" y="100182"/>
                        <a:pt x="40049" y="107980"/>
                        <a:pt x="41467" y="118140"/>
                      </a:cubicBezTo>
                      <a:lnTo>
                        <a:pt x="964787" y="118140"/>
                      </a:lnTo>
                      <a:lnTo>
                        <a:pt x="1082926" y="0"/>
                      </a:lnTo>
                      <a:lnTo>
                        <a:pt x="2148604" y="0"/>
                      </a:lnTo>
                      <a:lnTo>
                        <a:pt x="2562092" y="413488"/>
                      </a:lnTo>
                      <a:lnTo>
                        <a:pt x="3485412" y="413488"/>
                      </a:lnTo>
                      <a:cubicBezTo>
                        <a:pt x="3486829" y="403388"/>
                        <a:pt x="3495454" y="395531"/>
                        <a:pt x="3505968" y="395531"/>
                      </a:cubicBezTo>
                      <a:cubicBezTo>
                        <a:pt x="3517487" y="395531"/>
                        <a:pt x="3526879" y="404864"/>
                        <a:pt x="3526879" y="416442"/>
                      </a:cubicBezTo>
                      <a:cubicBezTo>
                        <a:pt x="3526879" y="427961"/>
                        <a:pt x="3517546" y="437353"/>
                        <a:pt x="3505968" y="437353"/>
                      </a:cubicBezTo>
                      <a:cubicBezTo>
                        <a:pt x="3495454" y="437353"/>
                        <a:pt x="3486829" y="429555"/>
                        <a:pt x="3485412" y="419395"/>
                      </a:cubicBezTo>
                      <a:lnTo>
                        <a:pt x="2559670" y="419395"/>
                      </a:lnTo>
                      <a:lnTo>
                        <a:pt x="2146182"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15" name="Freeform: Shape 1114">
                  <a:extLst>
                    <a:ext uri="{FF2B5EF4-FFF2-40B4-BE49-F238E27FC236}">
                      <a16:creationId xmlns:a16="http://schemas.microsoft.com/office/drawing/2014/main" id="{7F7DF564-062D-2E21-854C-A0809D40B348}"/>
                    </a:ext>
                  </a:extLst>
                </p:cNvPr>
                <p:cNvSpPr/>
                <p:nvPr/>
              </p:nvSpPr>
              <p:spPr>
                <a:xfrm>
                  <a:off x="1762996" y="3880942"/>
                  <a:ext cx="2640891" cy="1678172"/>
                </a:xfrm>
                <a:custGeom>
                  <a:avLst/>
                  <a:gdLst>
                    <a:gd name="connsiteX0" fmla="*/ 0 w 2640891"/>
                    <a:gd name="connsiteY0" fmla="*/ 670678 h 1678172"/>
                    <a:gd name="connsiteX1" fmla="*/ 20911 w 2640891"/>
                    <a:gd name="connsiteY1" fmla="*/ 691589 h 1678172"/>
                    <a:gd name="connsiteX2" fmla="*/ 41467 w 2640891"/>
                    <a:gd name="connsiteY2" fmla="*/ 673632 h 1678172"/>
                    <a:gd name="connsiteX3" fmla="*/ 1260136 w 2640891"/>
                    <a:gd name="connsiteY3" fmla="*/ 673632 h 1678172"/>
                    <a:gd name="connsiteX4" fmla="*/ 1857921 w 2640891"/>
                    <a:gd name="connsiteY4" fmla="*/ 1271418 h 1678172"/>
                    <a:gd name="connsiteX5" fmla="*/ 1789696 w 2640891"/>
                    <a:gd name="connsiteY5" fmla="*/ 1438585 h 1678172"/>
                    <a:gd name="connsiteX6" fmla="*/ 2029283 w 2640891"/>
                    <a:gd name="connsiteY6" fmla="*/ 1678172 h 1678172"/>
                    <a:gd name="connsiteX7" fmla="*/ 2268870 w 2640891"/>
                    <a:gd name="connsiteY7" fmla="*/ 1438585 h 1678172"/>
                    <a:gd name="connsiteX8" fmla="*/ 2032236 w 2640891"/>
                    <a:gd name="connsiteY8" fmla="*/ 1199116 h 1678172"/>
                    <a:gd name="connsiteX9" fmla="*/ 2032236 w 2640891"/>
                    <a:gd name="connsiteY9" fmla="*/ 23864 h 1678172"/>
                    <a:gd name="connsiteX10" fmla="*/ 2599424 w 2640891"/>
                    <a:gd name="connsiteY10" fmla="*/ 23864 h 1678172"/>
                    <a:gd name="connsiteX11" fmla="*/ 2619981 w 2640891"/>
                    <a:gd name="connsiteY11" fmla="*/ 41822 h 1678172"/>
                    <a:gd name="connsiteX12" fmla="*/ 2640891 w 2640891"/>
                    <a:gd name="connsiteY12" fmla="*/ 20911 h 1678172"/>
                    <a:gd name="connsiteX13" fmla="*/ 2619981 w 2640891"/>
                    <a:gd name="connsiteY13" fmla="*/ 0 h 1678172"/>
                    <a:gd name="connsiteX14" fmla="*/ 2599424 w 2640891"/>
                    <a:gd name="connsiteY14" fmla="*/ 17957 h 1678172"/>
                    <a:gd name="connsiteX15" fmla="*/ 2026329 w 2640891"/>
                    <a:gd name="connsiteY15" fmla="*/ 17957 h 1678172"/>
                    <a:gd name="connsiteX16" fmla="*/ 2026329 w 2640891"/>
                    <a:gd name="connsiteY16" fmla="*/ 1199116 h 1678172"/>
                    <a:gd name="connsiteX17" fmla="*/ 1862116 w 2640891"/>
                    <a:gd name="connsiteY17" fmla="*/ 1267283 h 1678172"/>
                    <a:gd name="connsiteX18" fmla="*/ 1262617 w 2640891"/>
                    <a:gd name="connsiteY18" fmla="*/ 667725 h 1678172"/>
                    <a:gd name="connsiteX19" fmla="*/ 41467 w 2640891"/>
                    <a:gd name="connsiteY19" fmla="*/ 667725 h 1678172"/>
                    <a:gd name="connsiteX20" fmla="*/ 20911 w 2640891"/>
                    <a:gd name="connsiteY20" fmla="*/ 649768 h 1678172"/>
                    <a:gd name="connsiteX21" fmla="*/ 0 w 2640891"/>
                    <a:gd name="connsiteY21" fmla="*/ 670678 h 1678172"/>
                    <a:gd name="connsiteX22" fmla="*/ 2026329 w 2640891"/>
                    <a:gd name="connsiteY22" fmla="*/ 1379456 h 1678172"/>
                    <a:gd name="connsiteX23" fmla="*/ 1989529 w 2640891"/>
                    <a:gd name="connsiteY23" fmla="*/ 1394696 h 1678172"/>
                    <a:gd name="connsiteX24" fmla="*/ 1866250 w 2640891"/>
                    <a:gd name="connsiteY24" fmla="*/ 1271418 h 1678172"/>
                    <a:gd name="connsiteX25" fmla="*/ 2026329 w 2640891"/>
                    <a:gd name="connsiteY25" fmla="*/ 1205023 h 1678172"/>
                    <a:gd name="connsiteX26" fmla="*/ 2026329 w 2640891"/>
                    <a:gd name="connsiteY26" fmla="*/ 1379456 h 1678172"/>
                    <a:gd name="connsiteX27" fmla="*/ 1862116 w 2640891"/>
                    <a:gd name="connsiteY27" fmla="*/ 1275612 h 1678172"/>
                    <a:gd name="connsiteX28" fmla="*/ 1985394 w 2640891"/>
                    <a:gd name="connsiteY28" fmla="*/ 1398890 h 1678172"/>
                    <a:gd name="connsiteX29" fmla="*/ 1970036 w 2640891"/>
                    <a:gd name="connsiteY29" fmla="*/ 1438644 h 1678172"/>
                    <a:gd name="connsiteX30" fmla="*/ 2029283 w 2640891"/>
                    <a:gd name="connsiteY30" fmla="*/ 1497891 h 1678172"/>
                    <a:gd name="connsiteX31" fmla="*/ 2088530 w 2640891"/>
                    <a:gd name="connsiteY31" fmla="*/ 1438644 h 1678172"/>
                    <a:gd name="connsiteX32" fmla="*/ 2032236 w 2640891"/>
                    <a:gd name="connsiteY32" fmla="*/ 1379515 h 1678172"/>
                    <a:gd name="connsiteX33" fmla="*/ 2032236 w 2640891"/>
                    <a:gd name="connsiteY33" fmla="*/ 1205023 h 1678172"/>
                    <a:gd name="connsiteX34" fmla="*/ 2262963 w 2640891"/>
                    <a:gd name="connsiteY34" fmla="*/ 1438585 h 1678172"/>
                    <a:gd name="connsiteX35" fmla="*/ 2029283 w 2640891"/>
                    <a:gd name="connsiteY35" fmla="*/ 1672265 h 1678172"/>
                    <a:gd name="connsiteX36" fmla="*/ 1795603 w 2640891"/>
                    <a:gd name="connsiteY36" fmla="*/ 1438585 h 1678172"/>
                    <a:gd name="connsiteX37" fmla="*/ 1862116 w 2640891"/>
                    <a:gd name="connsiteY37" fmla="*/ 1275612 h 16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640891" h="1678172">
                      <a:moveTo>
                        <a:pt x="0" y="670678"/>
                      </a:moveTo>
                      <a:cubicBezTo>
                        <a:pt x="0" y="682197"/>
                        <a:pt x="9333" y="691589"/>
                        <a:pt x="20911" y="691589"/>
                      </a:cubicBezTo>
                      <a:cubicBezTo>
                        <a:pt x="31425" y="691589"/>
                        <a:pt x="40049" y="683792"/>
                        <a:pt x="41467" y="673632"/>
                      </a:cubicBezTo>
                      <a:lnTo>
                        <a:pt x="1260136" y="673632"/>
                      </a:lnTo>
                      <a:lnTo>
                        <a:pt x="1857921" y="1271418"/>
                      </a:lnTo>
                      <a:cubicBezTo>
                        <a:pt x="1815746" y="1314598"/>
                        <a:pt x="1789696" y="1373608"/>
                        <a:pt x="1789696" y="1438585"/>
                      </a:cubicBezTo>
                      <a:cubicBezTo>
                        <a:pt x="1789696" y="1570665"/>
                        <a:pt x="1897144" y="1678172"/>
                        <a:pt x="2029283" y="1678172"/>
                      </a:cubicBezTo>
                      <a:cubicBezTo>
                        <a:pt x="2161363" y="1678172"/>
                        <a:pt x="2268870" y="1570724"/>
                        <a:pt x="2268870" y="1438585"/>
                      </a:cubicBezTo>
                      <a:cubicBezTo>
                        <a:pt x="2268870" y="1307450"/>
                        <a:pt x="2163017" y="1200711"/>
                        <a:pt x="2032236" y="1199116"/>
                      </a:cubicBezTo>
                      <a:lnTo>
                        <a:pt x="2032236" y="23864"/>
                      </a:lnTo>
                      <a:lnTo>
                        <a:pt x="2599424" y="23864"/>
                      </a:lnTo>
                      <a:cubicBezTo>
                        <a:pt x="2600842" y="33965"/>
                        <a:pt x="2609466" y="41822"/>
                        <a:pt x="2619981" y="41822"/>
                      </a:cubicBezTo>
                      <a:cubicBezTo>
                        <a:pt x="2631499" y="41822"/>
                        <a:pt x="2640891" y="32488"/>
                        <a:pt x="2640891" y="20911"/>
                      </a:cubicBezTo>
                      <a:cubicBezTo>
                        <a:pt x="2640891" y="9392"/>
                        <a:pt x="2631558" y="0"/>
                        <a:pt x="2619981" y="0"/>
                      </a:cubicBezTo>
                      <a:cubicBezTo>
                        <a:pt x="2609466" y="0"/>
                        <a:pt x="2600842" y="7797"/>
                        <a:pt x="2599424" y="17957"/>
                      </a:cubicBezTo>
                      <a:lnTo>
                        <a:pt x="2026329" y="17957"/>
                      </a:lnTo>
                      <a:lnTo>
                        <a:pt x="2026329" y="1199116"/>
                      </a:lnTo>
                      <a:cubicBezTo>
                        <a:pt x="1962534" y="1199884"/>
                        <a:pt x="1904646" y="1225757"/>
                        <a:pt x="1862116" y="1267283"/>
                      </a:cubicBezTo>
                      <a:lnTo>
                        <a:pt x="1262617" y="667725"/>
                      </a:lnTo>
                      <a:lnTo>
                        <a:pt x="41467" y="667725"/>
                      </a:lnTo>
                      <a:cubicBezTo>
                        <a:pt x="40049" y="657624"/>
                        <a:pt x="31425" y="649768"/>
                        <a:pt x="20911" y="649768"/>
                      </a:cubicBezTo>
                      <a:cubicBezTo>
                        <a:pt x="9333" y="649827"/>
                        <a:pt x="0" y="659159"/>
                        <a:pt x="0" y="670678"/>
                      </a:cubicBezTo>
                      <a:close/>
                      <a:moveTo>
                        <a:pt x="2026329" y="1379456"/>
                      </a:moveTo>
                      <a:cubicBezTo>
                        <a:pt x="2012212" y="1380165"/>
                        <a:pt x="1999394" y="1385777"/>
                        <a:pt x="1989529" y="1394696"/>
                      </a:cubicBezTo>
                      <a:lnTo>
                        <a:pt x="1866250" y="1271418"/>
                      </a:lnTo>
                      <a:cubicBezTo>
                        <a:pt x="1907717" y="1230955"/>
                        <a:pt x="1964129" y="1205791"/>
                        <a:pt x="2026329" y="1205023"/>
                      </a:cubicBezTo>
                      <a:lnTo>
                        <a:pt x="2026329" y="1379456"/>
                      </a:lnTo>
                      <a:close/>
                      <a:moveTo>
                        <a:pt x="1862116" y="1275612"/>
                      </a:moveTo>
                      <a:lnTo>
                        <a:pt x="1985394" y="1398890"/>
                      </a:lnTo>
                      <a:cubicBezTo>
                        <a:pt x="1975884" y="1409405"/>
                        <a:pt x="1970036" y="1423286"/>
                        <a:pt x="1970036" y="1438644"/>
                      </a:cubicBezTo>
                      <a:cubicBezTo>
                        <a:pt x="1970036" y="1471369"/>
                        <a:pt x="1996558" y="1497891"/>
                        <a:pt x="2029283" y="1497891"/>
                      </a:cubicBezTo>
                      <a:cubicBezTo>
                        <a:pt x="2062007" y="1497891"/>
                        <a:pt x="2088530" y="1471369"/>
                        <a:pt x="2088530" y="1438644"/>
                      </a:cubicBezTo>
                      <a:cubicBezTo>
                        <a:pt x="2088530" y="1406865"/>
                        <a:pt x="2063602" y="1381051"/>
                        <a:pt x="2032236" y="1379515"/>
                      </a:cubicBezTo>
                      <a:lnTo>
                        <a:pt x="2032236" y="1205023"/>
                      </a:lnTo>
                      <a:cubicBezTo>
                        <a:pt x="2159709" y="1206618"/>
                        <a:pt x="2262963" y="1310758"/>
                        <a:pt x="2262963" y="1438585"/>
                      </a:cubicBezTo>
                      <a:cubicBezTo>
                        <a:pt x="2262963" y="1567416"/>
                        <a:pt x="2158114" y="1672265"/>
                        <a:pt x="2029283" y="1672265"/>
                      </a:cubicBezTo>
                      <a:cubicBezTo>
                        <a:pt x="1900452" y="1672265"/>
                        <a:pt x="1795603" y="1567416"/>
                        <a:pt x="1795603" y="1438585"/>
                      </a:cubicBezTo>
                      <a:cubicBezTo>
                        <a:pt x="1795603" y="1375262"/>
                        <a:pt x="1821003" y="1317729"/>
                        <a:pt x="1862116" y="1275612"/>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16" name="Freeform: Shape 1115">
                  <a:extLst>
                    <a:ext uri="{FF2B5EF4-FFF2-40B4-BE49-F238E27FC236}">
                      <a16:creationId xmlns:a16="http://schemas.microsoft.com/office/drawing/2014/main" id="{02D545ED-AC3B-CAD8-3944-84428E7F7486}"/>
                    </a:ext>
                  </a:extLst>
                </p:cNvPr>
                <p:cNvSpPr/>
                <p:nvPr/>
              </p:nvSpPr>
              <p:spPr>
                <a:xfrm>
                  <a:off x="345321" y="4176350"/>
                  <a:ext cx="2877111" cy="201073"/>
                </a:xfrm>
                <a:custGeom>
                  <a:avLst/>
                  <a:gdLst>
                    <a:gd name="connsiteX0" fmla="*/ 20911 w 2877111"/>
                    <a:gd name="connsiteY0" fmla="*/ 0 h 201073"/>
                    <a:gd name="connsiteX1" fmla="*/ 41467 w 2877111"/>
                    <a:gd name="connsiteY1" fmla="*/ 17957 h 201073"/>
                    <a:gd name="connsiteX2" fmla="*/ 849069 w 2877111"/>
                    <a:gd name="connsiteY2" fmla="*/ 17957 h 201073"/>
                    <a:gd name="connsiteX3" fmla="*/ 1026278 w 2877111"/>
                    <a:gd name="connsiteY3" fmla="*/ 195166 h 201073"/>
                    <a:gd name="connsiteX4" fmla="*/ 1438585 w 2877111"/>
                    <a:gd name="connsiteY4" fmla="*/ 195166 h 201073"/>
                    <a:gd name="connsiteX5" fmla="*/ 1850833 w 2877111"/>
                    <a:gd name="connsiteY5" fmla="*/ 195166 h 201073"/>
                    <a:gd name="connsiteX6" fmla="*/ 2028042 w 2877111"/>
                    <a:gd name="connsiteY6" fmla="*/ 17957 h 201073"/>
                    <a:gd name="connsiteX7" fmla="*/ 2835644 w 2877111"/>
                    <a:gd name="connsiteY7" fmla="*/ 17957 h 201073"/>
                    <a:gd name="connsiteX8" fmla="*/ 2856201 w 2877111"/>
                    <a:gd name="connsiteY8" fmla="*/ 0 h 201073"/>
                    <a:gd name="connsiteX9" fmla="*/ 2877111 w 2877111"/>
                    <a:gd name="connsiteY9" fmla="*/ 20911 h 201073"/>
                    <a:gd name="connsiteX10" fmla="*/ 2856201 w 2877111"/>
                    <a:gd name="connsiteY10" fmla="*/ 41821 h 201073"/>
                    <a:gd name="connsiteX11" fmla="*/ 2835644 w 2877111"/>
                    <a:gd name="connsiteY11" fmla="*/ 23864 h 201073"/>
                    <a:gd name="connsiteX12" fmla="*/ 2030523 w 2877111"/>
                    <a:gd name="connsiteY12" fmla="*/ 23864 h 201073"/>
                    <a:gd name="connsiteX13" fmla="*/ 1853314 w 2877111"/>
                    <a:gd name="connsiteY13" fmla="*/ 201073 h 201073"/>
                    <a:gd name="connsiteX14" fmla="*/ 1438585 w 2877111"/>
                    <a:gd name="connsiteY14" fmla="*/ 201073 h 201073"/>
                    <a:gd name="connsiteX15" fmla="*/ 1023856 w 2877111"/>
                    <a:gd name="connsiteY15" fmla="*/ 201073 h 201073"/>
                    <a:gd name="connsiteX16" fmla="*/ 846647 w 2877111"/>
                    <a:gd name="connsiteY16" fmla="*/ 23864 h 201073"/>
                    <a:gd name="connsiteX17" fmla="*/ 41467 w 2877111"/>
                    <a:gd name="connsiteY17" fmla="*/ 23864 h 201073"/>
                    <a:gd name="connsiteX18" fmla="*/ 20911 w 2877111"/>
                    <a:gd name="connsiteY18" fmla="*/ 41821 h 201073"/>
                    <a:gd name="connsiteX19" fmla="*/ 0 w 2877111"/>
                    <a:gd name="connsiteY19" fmla="*/ 20911 h 201073"/>
                    <a:gd name="connsiteX20" fmla="*/ 20911 w 2877111"/>
                    <a:gd name="connsiteY20" fmla="*/ 0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877111" h="201073">
                      <a:moveTo>
                        <a:pt x="20911" y="0"/>
                      </a:moveTo>
                      <a:cubicBezTo>
                        <a:pt x="31425" y="0"/>
                        <a:pt x="40049" y="7797"/>
                        <a:pt x="41467" y="17957"/>
                      </a:cubicBezTo>
                      <a:lnTo>
                        <a:pt x="849069" y="17957"/>
                      </a:lnTo>
                      <a:lnTo>
                        <a:pt x="1026278" y="195166"/>
                      </a:lnTo>
                      <a:lnTo>
                        <a:pt x="1438585" y="195166"/>
                      </a:lnTo>
                      <a:lnTo>
                        <a:pt x="1850833" y="195166"/>
                      </a:lnTo>
                      <a:lnTo>
                        <a:pt x="2028042" y="17957"/>
                      </a:lnTo>
                      <a:lnTo>
                        <a:pt x="2835644" y="17957"/>
                      </a:lnTo>
                      <a:cubicBezTo>
                        <a:pt x="2837062" y="7856"/>
                        <a:pt x="2845686" y="0"/>
                        <a:pt x="2856201" y="0"/>
                      </a:cubicBezTo>
                      <a:cubicBezTo>
                        <a:pt x="2867719" y="0"/>
                        <a:pt x="2877111" y="9333"/>
                        <a:pt x="2877111" y="20911"/>
                      </a:cubicBezTo>
                      <a:cubicBezTo>
                        <a:pt x="2877111" y="32429"/>
                        <a:pt x="2867778" y="41821"/>
                        <a:pt x="2856201" y="41821"/>
                      </a:cubicBezTo>
                      <a:cubicBezTo>
                        <a:pt x="2845686" y="41821"/>
                        <a:pt x="2837062" y="34024"/>
                        <a:pt x="2835644" y="23864"/>
                      </a:cubicBezTo>
                      <a:lnTo>
                        <a:pt x="2030523" y="23864"/>
                      </a:lnTo>
                      <a:lnTo>
                        <a:pt x="1853314" y="201073"/>
                      </a:lnTo>
                      <a:lnTo>
                        <a:pt x="1438585" y="201073"/>
                      </a:lnTo>
                      <a:lnTo>
                        <a:pt x="1023856" y="201073"/>
                      </a:lnTo>
                      <a:lnTo>
                        <a:pt x="846647" y="23864"/>
                      </a:lnTo>
                      <a:lnTo>
                        <a:pt x="41467" y="23864"/>
                      </a:lnTo>
                      <a:cubicBezTo>
                        <a:pt x="40049" y="33965"/>
                        <a:pt x="31425" y="41821"/>
                        <a:pt x="20911" y="41821"/>
                      </a:cubicBezTo>
                      <a:cubicBezTo>
                        <a:pt x="9392" y="41821"/>
                        <a:pt x="0" y="32488"/>
                        <a:pt x="0" y="20911"/>
                      </a:cubicBezTo>
                      <a:cubicBezTo>
                        <a:pt x="0" y="9333"/>
                        <a:pt x="9333" y="0"/>
                        <a:pt x="20911" y="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17" name="Freeform: Shape 1116">
                  <a:extLst>
                    <a:ext uri="{FF2B5EF4-FFF2-40B4-BE49-F238E27FC236}">
                      <a16:creationId xmlns:a16="http://schemas.microsoft.com/office/drawing/2014/main" id="{7A607BB8-EEBB-DFC5-7DCE-56DF780617DF}"/>
                    </a:ext>
                  </a:extLst>
                </p:cNvPr>
                <p:cNvSpPr/>
                <p:nvPr/>
              </p:nvSpPr>
              <p:spPr>
                <a:xfrm>
                  <a:off x="8624" y="2522337"/>
                  <a:ext cx="4749622" cy="1737182"/>
                </a:xfrm>
                <a:custGeom>
                  <a:avLst/>
                  <a:gdLst>
                    <a:gd name="connsiteX0" fmla="*/ 0 w 4749622"/>
                    <a:gd name="connsiteY0" fmla="*/ 552539 h 1737182"/>
                    <a:gd name="connsiteX1" fmla="*/ 20911 w 4749622"/>
                    <a:gd name="connsiteY1" fmla="*/ 573449 h 1737182"/>
                    <a:gd name="connsiteX2" fmla="*/ 41467 w 4749622"/>
                    <a:gd name="connsiteY2" fmla="*/ 555492 h 1737182"/>
                    <a:gd name="connsiteX3" fmla="*/ 1185767 w 4749622"/>
                    <a:gd name="connsiteY3" fmla="*/ 555492 h 1737182"/>
                    <a:gd name="connsiteX4" fmla="*/ 1362976 w 4749622"/>
                    <a:gd name="connsiteY4" fmla="*/ 378283 h 1737182"/>
                    <a:gd name="connsiteX5" fmla="*/ 1716863 w 4749622"/>
                    <a:gd name="connsiteY5" fmla="*/ 378283 h 1737182"/>
                    <a:gd name="connsiteX6" fmla="*/ 1772270 w 4749622"/>
                    <a:gd name="connsiteY6" fmla="*/ 433690 h 1737182"/>
                    <a:gd name="connsiteX7" fmla="*/ 1772270 w 4749622"/>
                    <a:gd name="connsiteY7" fmla="*/ 1258127 h 1737182"/>
                    <a:gd name="connsiteX8" fmla="*/ 1535637 w 4749622"/>
                    <a:gd name="connsiteY8" fmla="*/ 1497596 h 1737182"/>
                    <a:gd name="connsiteX9" fmla="*/ 1775224 w 4749622"/>
                    <a:gd name="connsiteY9" fmla="*/ 1737183 h 1737182"/>
                    <a:gd name="connsiteX10" fmla="*/ 2014811 w 4749622"/>
                    <a:gd name="connsiteY10" fmla="*/ 1497596 h 1737182"/>
                    <a:gd name="connsiteX11" fmla="*/ 1946585 w 4749622"/>
                    <a:gd name="connsiteY11" fmla="*/ 1330428 h 1737182"/>
                    <a:gd name="connsiteX12" fmla="*/ 2367162 w 4749622"/>
                    <a:gd name="connsiteY12" fmla="*/ 909852 h 1737182"/>
                    <a:gd name="connsiteX13" fmla="*/ 3664275 w 4749622"/>
                    <a:gd name="connsiteY13" fmla="*/ 909852 h 1737182"/>
                    <a:gd name="connsiteX14" fmla="*/ 3959624 w 4749622"/>
                    <a:gd name="connsiteY14" fmla="*/ 1205200 h 1737182"/>
                    <a:gd name="connsiteX15" fmla="*/ 4708156 w 4749622"/>
                    <a:gd name="connsiteY15" fmla="*/ 1205200 h 1737182"/>
                    <a:gd name="connsiteX16" fmla="*/ 4728712 w 4749622"/>
                    <a:gd name="connsiteY16" fmla="*/ 1223158 h 1737182"/>
                    <a:gd name="connsiteX17" fmla="*/ 4749623 w 4749622"/>
                    <a:gd name="connsiteY17" fmla="*/ 1202247 h 1737182"/>
                    <a:gd name="connsiteX18" fmla="*/ 4728712 w 4749622"/>
                    <a:gd name="connsiteY18" fmla="*/ 1181336 h 1737182"/>
                    <a:gd name="connsiteX19" fmla="*/ 4708156 w 4749622"/>
                    <a:gd name="connsiteY19" fmla="*/ 1199293 h 1737182"/>
                    <a:gd name="connsiteX20" fmla="*/ 3962105 w 4749622"/>
                    <a:gd name="connsiteY20" fmla="*/ 1199293 h 1737182"/>
                    <a:gd name="connsiteX21" fmla="*/ 3666756 w 4749622"/>
                    <a:gd name="connsiteY21" fmla="*/ 903945 h 1737182"/>
                    <a:gd name="connsiteX22" fmla="*/ 2364740 w 4749622"/>
                    <a:gd name="connsiteY22" fmla="*/ 903945 h 1737182"/>
                    <a:gd name="connsiteX23" fmla="*/ 1942450 w 4749622"/>
                    <a:gd name="connsiteY23" fmla="*/ 1326235 h 1737182"/>
                    <a:gd name="connsiteX24" fmla="*/ 1778236 w 4749622"/>
                    <a:gd name="connsiteY24" fmla="*/ 1258068 h 1737182"/>
                    <a:gd name="connsiteX25" fmla="*/ 1778236 w 4749622"/>
                    <a:gd name="connsiteY25" fmla="*/ 433690 h 1737182"/>
                    <a:gd name="connsiteX26" fmla="*/ 1833644 w 4749622"/>
                    <a:gd name="connsiteY26" fmla="*/ 378283 h 1737182"/>
                    <a:gd name="connsiteX27" fmla="*/ 2719159 w 4749622"/>
                    <a:gd name="connsiteY27" fmla="*/ 378283 h 1737182"/>
                    <a:gd name="connsiteX28" fmla="*/ 2955438 w 4749622"/>
                    <a:gd name="connsiteY28" fmla="*/ 614562 h 1737182"/>
                    <a:gd name="connsiteX29" fmla="*/ 4058389 w 4749622"/>
                    <a:gd name="connsiteY29" fmla="*/ 614562 h 1737182"/>
                    <a:gd name="connsiteX30" fmla="*/ 4078945 w 4749622"/>
                    <a:gd name="connsiteY30" fmla="*/ 632519 h 1737182"/>
                    <a:gd name="connsiteX31" fmla="*/ 4099856 w 4749622"/>
                    <a:gd name="connsiteY31" fmla="*/ 611608 h 1737182"/>
                    <a:gd name="connsiteX32" fmla="*/ 4078945 w 4749622"/>
                    <a:gd name="connsiteY32" fmla="*/ 590698 h 1737182"/>
                    <a:gd name="connsiteX33" fmla="*/ 4058389 w 4749622"/>
                    <a:gd name="connsiteY33" fmla="*/ 608655 h 1737182"/>
                    <a:gd name="connsiteX34" fmla="*/ 2957919 w 4749622"/>
                    <a:gd name="connsiteY34" fmla="*/ 608655 h 1737182"/>
                    <a:gd name="connsiteX35" fmla="*/ 2721640 w 4749622"/>
                    <a:gd name="connsiteY35" fmla="*/ 372376 h 1737182"/>
                    <a:gd name="connsiteX36" fmla="*/ 1833644 w 4749622"/>
                    <a:gd name="connsiteY36" fmla="*/ 372376 h 1737182"/>
                    <a:gd name="connsiteX37" fmla="*/ 1778236 w 4749622"/>
                    <a:gd name="connsiteY37" fmla="*/ 316968 h 1737182"/>
                    <a:gd name="connsiteX38" fmla="*/ 1778236 w 4749622"/>
                    <a:gd name="connsiteY38" fmla="*/ 17957 h 1737182"/>
                    <a:gd name="connsiteX39" fmla="*/ 909793 w 4749622"/>
                    <a:gd name="connsiteY39" fmla="*/ 17957 h 1737182"/>
                    <a:gd name="connsiteX40" fmla="*/ 889236 w 4749622"/>
                    <a:gd name="connsiteY40" fmla="*/ 0 h 1737182"/>
                    <a:gd name="connsiteX41" fmla="*/ 868326 w 4749622"/>
                    <a:gd name="connsiteY41" fmla="*/ 20911 h 1737182"/>
                    <a:gd name="connsiteX42" fmla="*/ 889236 w 4749622"/>
                    <a:gd name="connsiteY42" fmla="*/ 41821 h 1737182"/>
                    <a:gd name="connsiteX43" fmla="*/ 909793 w 4749622"/>
                    <a:gd name="connsiteY43" fmla="*/ 23864 h 1737182"/>
                    <a:gd name="connsiteX44" fmla="*/ 1772329 w 4749622"/>
                    <a:gd name="connsiteY44" fmla="*/ 23864 h 1737182"/>
                    <a:gd name="connsiteX45" fmla="*/ 1772329 w 4749622"/>
                    <a:gd name="connsiteY45" fmla="*/ 316968 h 1737182"/>
                    <a:gd name="connsiteX46" fmla="*/ 1716922 w 4749622"/>
                    <a:gd name="connsiteY46" fmla="*/ 372376 h 1737182"/>
                    <a:gd name="connsiteX47" fmla="*/ 1360613 w 4749622"/>
                    <a:gd name="connsiteY47" fmla="*/ 372376 h 1737182"/>
                    <a:gd name="connsiteX48" fmla="*/ 1183404 w 4749622"/>
                    <a:gd name="connsiteY48" fmla="*/ 549585 h 1737182"/>
                    <a:gd name="connsiteX49" fmla="*/ 41467 w 4749622"/>
                    <a:gd name="connsiteY49" fmla="*/ 549585 h 1737182"/>
                    <a:gd name="connsiteX50" fmla="*/ 20911 w 4749622"/>
                    <a:gd name="connsiteY50" fmla="*/ 531628 h 1737182"/>
                    <a:gd name="connsiteX51" fmla="*/ 0 w 4749622"/>
                    <a:gd name="connsiteY51" fmla="*/ 552539 h 1737182"/>
                    <a:gd name="connsiteX52" fmla="*/ 1938256 w 4749622"/>
                    <a:gd name="connsiteY52" fmla="*/ 1330488 h 1737182"/>
                    <a:gd name="connsiteX53" fmla="*/ 1814623 w 4749622"/>
                    <a:gd name="connsiteY53" fmla="*/ 1454120 h 1737182"/>
                    <a:gd name="connsiteX54" fmla="*/ 1778177 w 4749622"/>
                    <a:gd name="connsiteY54" fmla="*/ 1439058 h 1737182"/>
                    <a:gd name="connsiteX55" fmla="*/ 1778177 w 4749622"/>
                    <a:gd name="connsiteY55" fmla="*/ 1264093 h 1737182"/>
                    <a:gd name="connsiteX56" fmla="*/ 1938256 w 4749622"/>
                    <a:gd name="connsiteY56" fmla="*/ 1330488 h 1737182"/>
                    <a:gd name="connsiteX57" fmla="*/ 1772329 w 4749622"/>
                    <a:gd name="connsiteY57" fmla="*/ 1264093 h 1737182"/>
                    <a:gd name="connsiteX58" fmla="*/ 1772329 w 4749622"/>
                    <a:gd name="connsiteY58" fmla="*/ 1439058 h 1737182"/>
                    <a:gd name="connsiteX59" fmla="*/ 1716508 w 4749622"/>
                    <a:gd name="connsiteY59" fmla="*/ 1497714 h 1737182"/>
                    <a:gd name="connsiteX60" fmla="*/ 1775283 w 4749622"/>
                    <a:gd name="connsiteY60" fmla="*/ 1556489 h 1737182"/>
                    <a:gd name="connsiteX61" fmla="*/ 1834057 w 4749622"/>
                    <a:gd name="connsiteY61" fmla="*/ 1497714 h 1737182"/>
                    <a:gd name="connsiteX62" fmla="*/ 1818817 w 4749622"/>
                    <a:gd name="connsiteY62" fmla="*/ 1458315 h 1737182"/>
                    <a:gd name="connsiteX63" fmla="*/ 1942450 w 4749622"/>
                    <a:gd name="connsiteY63" fmla="*/ 1334682 h 1737182"/>
                    <a:gd name="connsiteX64" fmla="*/ 2008904 w 4749622"/>
                    <a:gd name="connsiteY64" fmla="*/ 1497714 h 1737182"/>
                    <a:gd name="connsiteX65" fmla="*/ 1775224 w 4749622"/>
                    <a:gd name="connsiteY65" fmla="*/ 1731394 h 1737182"/>
                    <a:gd name="connsiteX66" fmla="*/ 1541544 w 4749622"/>
                    <a:gd name="connsiteY66" fmla="*/ 1497714 h 1737182"/>
                    <a:gd name="connsiteX67" fmla="*/ 1772329 w 4749622"/>
                    <a:gd name="connsiteY67" fmla="*/ 1264093 h 173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4749622" h="1737182">
                      <a:moveTo>
                        <a:pt x="0" y="552539"/>
                      </a:moveTo>
                      <a:cubicBezTo>
                        <a:pt x="0" y="564057"/>
                        <a:pt x="9333" y="573449"/>
                        <a:pt x="20911" y="573449"/>
                      </a:cubicBezTo>
                      <a:cubicBezTo>
                        <a:pt x="31425" y="573449"/>
                        <a:pt x="40049" y="565652"/>
                        <a:pt x="41467" y="555492"/>
                      </a:cubicBezTo>
                      <a:lnTo>
                        <a:pt x="1185767" y="555492"/>
                      </a:lnTo>
                      <a:lnTo>
                        <a:pt x="1362976" y="378283"/>
                      </a:lnTo>
                      <a:lnTo>
                        <a:pt x="1716863" y="378283"/>
                      </a:lnTo>
                      <a:cubicBezTo>
                        <a:pt x="1718340" y="408231"/>
                        <a:pt x="1742322" y="432213"/>
                        <a:pt x="1772270" y="433690"/>
                      </a:cubicBezTo>
                      <a:lnTo>
                        <a:pt x="1772270" y="1258127"/>
                      </a:lnTo>
                      <a:cubicBezTo>
                        <a:pt x="1641549" y="1259722"/>
                        <a:pt x="1535637" y="1366520"/>
                        <a:pt x="1535637" y="1497596"/>
                      </a:cubicBezTo>
                      <a:cubicBezTo>
                        <a:pt x="1535637" y="1629676"/>
                        <a:pt x="1643085" y="1737183"/>
                        <a:pt x="1775224" y="1737183"/>
                      </a:cubicBezTo>
                      <a:cubicBezTo>
                        <a:pt x="1907304" y="1737183"/>
                        <a:pt x="2014811" y="1629735"/>
                        <a:pt x="2014811" y="1497596"/>
                      </a:cubicBezTo>
                      <a:cubicBezTo>
                        <a:pt x="2014811" y="1432619"/>
                        <a:pt x="1988761" y="1373608"/>
                        <a:pt x="1946585" y="1330428"/>
                      </a:cubicBezTo>
                      <a:lnTo>
                        <a:pt x="2367162" y="909852"/>
                      </a:lnTo>
                      <a:lnTo>
                        <a:pt x="3664275" y="909852"/>
                      </a:lnTo>
                      <a:lnTo>
                        <a:pt x="3959624" y="1205200"/>
                      </a:lnTo>
                      <a:lnTo>
                        <a:pt x="4708156" y="1205200"/>
                      </a:lnTo>
                      <a:cubicBezTo>
                        <a:pt x="4709574" y="1215301"/>
                        <a:pt x="4718198" y="1223158"/>
                        <a:pt x="4728712" y="1223158"/>
                      </a:cubicBezTo>
                      <a:cubicBezTo>
                        <a:pt x="4740231" y="1223158"/>
                        <a:pt x="4749623" y="1213825"/>
                        <a:pt x="4749623" y="1202247"/>
                      </a:cubicBezTo>
                      <a:cubicBezTo>
                        <a:pt x="4749623" y="1190729"/>
                        <a:pt x="4740290" y="1181336"/>
                        <a:pt x="4728712" y="1181336"/>
                      </a:cubicBezTo>
                      <a:cubicBezTo>
                        <a:pt x="4718198" y="1181336"/>
                        <a:pt x="4709574" y="1189134"/>
                        <a:pt x="4708156" y="1199293"/>
                      </a:cubicBezTo>
                      <a:lnTo>
                        <a:pt x="3962105" y="1199293"/>
                      </a:lnTo>
                      <a:lnTo>
                        <a:pt x="3666756" y="903945"/>
                      </a:lnTo>
                      <a:lnTo>
                        <a:pt x="2364740" y="903945"/>
                      </a:lnTo>
                      <a:lnTo>
                        <a:pt x="1942450" y="1326235"/>
                      </a:lnTo>
                      <a:cubicBezTo>
                        <a:pt x="1899920" y="1284708"/>
                        <a:pt x="1842032" y="1258895"/>
                        <a:pt x="1778236" y="1258068"/>
                      </a:cubicBezTo>
                      <a:lnTo>
                        <a:pt x="1778236" y="433690"/>
                      </a:lnTo>
                      <a:cubicBezTo>
                        <a:pt x="1808185" y="432213"/>
                        <a:pt x="1832167" y="408231"/>
                        <a:pt x="1833644" y="378283"/>
                      </a:cubicBezTo>
                      <a:lnTo>
                        <a:pt x="2719159" y="378283"/>
                      </a:lnTo>
                      <a:lnTo>
                        <a:pt x="2955438" y="614562"/>
                      </a:lnTo>
                      <a:lnTo>
                        <a:pt x="4058389" y="614562"/>
                      </a:lnTo>
                      <a:cubicBezTo>
                        <a:pt x="4059806" y="624663"/>
                        <a:pt x="4068430" y="632519"/>
                        <a:pt x="4078945" y="632519"/>
                      </a:cubicBezTo>
                      <a:cubicBezTo>
                        <a:pt x="4090463" y="632519"/>
                        <a:pt x="4099856" y="623186"/>
                        <a:pt x="4099856" y="611608"/>
                      </a:cubicBezTo>
                      <a:cubicBezTo>
                        <a:pt x="4099856" y="600031"/>
                        <a:pt x="4090523" y="590698"/>
                        <a:pt x="4078945" y="590698"/>
                      </a:cubicBezTo>
                      <a:cubicBezTo>
                        <a:pt x="4068430" y="590698"/>
                        <a:pt x="4059806" y="598495"/>
                        <a:pt x="4058389" y="608655"/>
                      </a:cubicBezTo>
                      <a:lnTo>
                        <a:pt x="2957919" y="608655"/>
                      </a:lnTo>
                      <a:lnTo>
                        <a:pt x="2721640" y="372376"/>
                      </a:lnTo>
                      <a:lnTo>
                        <a:pt x="1833644" y="372376"/>
                      </a:lnTo>
                      <a:cubicBezTo>
                        <a:pt x="1832167" y="342427"/>
                        <a:pt x="1808185" y="318445"/>
                        <a:pt x="1778236" y="316968"/>
                      </a:cubicBezTo>
                      <a:lnTo>
                        <a:pt x="1778236" y="17957"/>
                      </a:lnTo>
                      <a:lnTo>
                        <a:pt x="909793" y="17957"/>
                      </a:lnTo>
                      <a:cubicBezTo>
                        <a:pt x="908375" y="7856"/>
                        <a:pt x="899751" y="0"/>
                        <a:pt x="889236" y="0"/>
                      </a:cubicBezTo>
                      <a:cubicBezTo>
                        <a:pt x="877718" y="0"/>
                        <a:pt x="868326" y="9333"/>
                        <a:pt x="868326" y="20911"/>
                      </a:cubicBezTo>
                      <a:cubicBezTo>
                        <a:pt x="868326" y="32488"/>
                        <a:pt x="877659" y="41821"/>
                        <a:pt x="889236" y="41821"/>
                      </a:cubicBezTo>
                      <a:cubicBezTo>
                        <a:pt x="899751" y="41821"/>
                        <a:pt x="908375" y="34024"/>
                        <a:pt x="909793" y="23864"/>
                      </a:cubicBezTo>
                      <a:lnTo>
                        <a:pt x="1772329" y="23864"/>
                      </a:lnTo>
                      <a:lnTo>
                        <a:pt x="1772329" y="316968"/>
                      </a:lnTo>
                      <a:cubicBezTo>
                        <a:pt x="1742381" y="318445"/>
                        <a:pt x="1718399" y="342427"/>
                        <a:pt x="1716922" y="372376"/>
                      </a:cubicBezTo>
                      <a:lnTo>
                        <a:pt x="1360613" y="372376"/>
                      </a:lnTo>
                      <a:lnTo>
                        <a:pt x="1183404" y="549585"/>
                      </a:lnTo>
                      <a:lnTo>
                        <a:pt x="41467" y="549585"/>
                      </a:lnTo>
                      <a:cubicBezTo>
                        <a:pt x="40049" y="539484"/>
                        <a:pt x="31425" y="531628"/>
                        <a:pt x="20911" y="531628"/>
                      </a:cubicBezTo>
                      <a:cubicBezTo>
                        <a:pt x="9333" y="531687"/>
                        <a:pt x="0" y="541020"/>
                        <a:pt x="0" y="552539"/>
                      </a:cubicBezTo>
                      <a:close/>
                      <a:moveTo>
                        <a:pt x="1938256" y="1330488"/>
                      </a:moveTo>
                      <a:lnTo>
                        <a:pt x="1814623" y="1454120"/>
                      </a:lnTo>
                      <a:cubicBezTo>
                        <a:pt x="1804877" y="1445319"/>
                        <a:pt x="1792177" y="1439767"/>
                        <a:pt x="1778177" y="1439058"/>
                      </a:cubicBezTo>
                      <a:lnTo>
                        <a:pt x="1778177" y="1264093"/>
                      </a:lnTo>
                      <a:cubicBezTo>
                        <a:pt x="1840437" y="1264861"/>
                        <a:pt x="1896789" y="1290025"/>
                        <a:pt x="1938256" y="1330488"/>
                      </a:cubicBezTo>
                      <a:close/>
                      <a:moveTo>
                        <a:pt x="1772329" y="1264093"/>
                      </a:moveTo>
                      <a:lnTo>
                        <a:pt x="1772329" y="1439058"/>
                      </a:lnTo>
                      <a:cubicBezTo>
                        <a:pt x="1741259" y="1440594"/>
                        <a:pt x="1716508" y="1466230"/>
                        <a:pt x="1716508" y="1497714"/>
                      </a:cubicBezTo>
                      <a:cubicBezTo>
                        <a:pt x="1716508" y="1530202"/>
                        <a:pt x="1742794" y="1556489"/>
                        <a:pt x="1775283" y="1556489"/>
                      </a:cubicBezTo>
                      <a:cubicBezTo>
                        <a:pt x="1807771" y="1556489"/>
                        <a:pt x="1834057" y="1530202"/>
                        <a:pt x="1834057" y="1497714"/>
                      </a:cubicBezTo>
                      <a:cubicBezTo>
                        <a:pt x="1834057" y="1482533"/>
                        <a:pt x="1828268" y="1468770"/>
                        <a:pt x="1818817" y="1458315"/>
                      </a:cubicBezTo>
                      <a:lnTo>
                        <a:pt x="1942450" y="1334682"/>
                      </a:lnTo>
                      <a:cubicBezTo>
                        <a:pt x="1983563" y="1376798"/>
                        <a:pt x="2008904" y="1434332"/>
                        <a:pt x="2008904" y="1497714"/>
                      </a:cubicBezTo>
                      <a:cubicBezTo>
                        <a:pt x="2008904" y="1626545"/>
                        <a:pt x="1904055" y="1731394"/>
                        <a:pt x="1775224" y="1731394"/>
                      </a:cubicBezTo>
                      <a:cubicBezTo>
                        <a:pt x="1646393" y="1731394"/>
                        <a:pt x="1541544" y="1626545"/>
                        <a:pt x="1541544" y="1497714"/>
                      </a:cubicBezTo>
                      <a:cubicBezTo>
                        <a:pt x="1541603" y="1369828"/>
                        <a:pt x="1644857" y="1265688"/>
                        <a:pt x="1772329" y="12640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18" name="Freeform: Shape 1117">
                  <a:extLst>
                    <a:ext uri="{FF2B5EF4-FFF2-40B4-BE49-F238E27FC236}">
                      <a16:creationId xmlns:a16="http://schemas.microsoft.com/office/drawing/2014/main" id="{58FC9657-2076-05E6-ED4D-3477F9AA3E13}"/>
                    </a:ext>
                  </a:extLst>
                </p:cNvPr>
                <p:cNvSpPr/>
                <p:nvPr/>
              </p:nvSpPr>
              <p:spPr>
                <a:xfrm>
                  <a:off x="1113287" y="1831457"/>
                  <a:ext cx="2936180" cy="201073"/>
                </a:xfrm>
                <a:custGeom>
                  <a:avLst/>
                  <a:gdLst>
                    <a:gd name="connsiteX0" fmla="*/ 2915270 w 2936180"/>
                    <a:gd name="connsiteY0" fmla="*/ 201073 h 201073"/>
                    <a:gd name="connsiteX1" fmla="*/ 2894714 w 2936180"/>
                    <a:gd name="connsiteY1" fmla="*/ 183116 h 201073"/>
                    <a:gd name="connsiteX2" fmla="*/ 1791704 w 2936180"/>
                    <a:gd name="connsiteY2" fmla="*/ 183116 h 201073"/>
                    <a:gd name="connsiteX3" fmla="*/ 1614495 w 2936180"/>
                    <a:gd name="connsiteY3" fmla="*/ 5907 h 201073"/>
                    <a:gd name="connsiteX4" fmla="*/ 671860 w 2936180"/>
                    <a:gd name="connsiteY4" fmla="*/ 5907 h 201073"/>
                    <a:gd name="connsiteX5" fmla="*/ 553720 w 2936180"/>
                    <a:gd name="connsiteY5" fmla="*/ 124047 h 201073"/>
                    <a:gd name="connsiteX6" fmla="*/ 41467 w 2936180"/>
                    <a:gd name="connsiteY6" fmla="*/ 124047 h 201073"/>
                    <a:gd name="connsiteX7" fmla="*/ 20911 w 2936180"/>
                    <a:gd name="connsiteY7" fmla="*/ 142004 h 201073"/>
                    <a:gd name="connsiteX8" fmla="*/ 0 w 2936180"/>
                    <a:gd name="connsiteY8" fmla="*/ 121093 h 201073"/>
                    <a:gd name="connsiteX9" fmla="*/ 20911 w 2936180"/>
                    <a:gd name="connsiteY9" fmla="*/ 100182 h 201073"/>
                    <a:gd name="connsiteX10" fmla="*/ 41467 w 2936180"/>
                    <a:gd name="connsiteY10" fmla="*/ 118140 h 201073"/>
                    <a:gd name="connsiteX11" fmla="*/ 551298 w 2936180"/>
                    <a:gd name="connsiteY11" fmla="*/ 118140 h 201073"/>
                    <a:gd name="connsiteX12" fmla="*/ 669438 w 2936180"/>
                    <a:gd name="connsiteY12" fmla="*/ 0 h 201073"/>
                    <a:gd name="connsiteX13" fmla="*/ 1616976 w 2936180"/>
                    <a:gd name="connsiteY13" fmla="*/ 0 h 201073"/>
                    <a:gd name="connsiteX14" fmla="*/ 1794185 w 2936180"/>
                    <a:gd name="connsiteY14" fmla="*/ 177209 h 201073"/>
                    <a:gd name="connsiteX15" fmla="*/ 2894714 w 2936180"/>
                    <a:gd name="connsiteY15" fmla="*/ 177209 h 201073"/>
                    <a:gd name="connsiteX16" fmla="*/ 2915270 w 2936180"/>
                    <a:gd name="connsiteY16" fmla="*/ 159252 h 201073"/>
                    <a:gd name="connsiteX17" fmla="*/ 2936181 w 2936180"/>
                    <a:gd name="connsiteY17" fmla="*/ 180163 h 201073"/>
                    <a:gd name="connsiteX18" fmla="*/ 2915270 w 2936180"/>
                    <a:gd name="connsiteY18" fmla="*/ 201073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36180" h="201073">
                      <a:moveTo>
                        <a:pt x="2915270" y="201073"/>
                      </a:moveTo>
                      <a:cubicBezTo>
                        <a:pt x="2904756" y="201073"/>
                        <a:pt x="2896132" y="193276"/>
                        <a:pt x="2894714" y="183116"/>
                      </a:cubicBezTo>
                      <a:lnTo>
                        <a:pt x="1791704" y="183116"/>
                      </a:lnTo>
                      <a:lnTo>
                        <a:pt x="1614495" y="5907"/>
                      </a:lnTo>
                      <a:lnTo>
                        <a:pt x="671860" y="5907"/>
                      </a:lnTo>
                      <a:lnTo>
                        <a:pt x="553720" y="124047"/>
                      </a:lnTo>
                      <a:lnTo>
                        <a:pt x="41467" y="124047"/>
                      </a:lnTo>
                      <a:cubicBezTo>
                        <a:pt x="40049" y="134147"/>
                        <a:pt x="31425" y="142004"/>
                        <a:pt x="20911" y="142004"/>
                      </a:cubicBezTo>
                      <a:cubicBezTo>
                        <a:pt x="9392" y="142004"/>
                        <a:pt x="0" y="132671"/>
                        <a:pt x="0" y="121093"/>
                      </a:cubicBezTo>
                      <a:cubicBezTo>
                        <a:pt x="0" y="109574"/>
                        <a:pt x="9333" y="100182"/>
                        <a:pt x="20911" y="100182"/>
                      </a:cubicBezTo>
                      <a:cubicBezTo>
                        <a:pt x="31425" y="100182"/>
                        <a:pt x="40049" y="107980"/>
                        <a:pt x="41467" y="118140"/>
                      </a:cubicBezTo>
                      <a:lnTo>
                        <a:pt x="551298" y="118140"/>
                      </a:lnTo>
                      <a:lnTo>
                        <a:pt x="669438" y="0"/>
                      </a:lnTo>
                      <a:lnTo>
                        <a:pt x="1616976" y="0"/>
                      </a:lnTo>
                      <a:lnTo>
                        <a:pt x="1794185" y="177209"/>
                      </a:lnTo>
                      <a:lnTo>
                        <a:pt x="2894714" y="177209"/>
                      </a:lnTo>
                      <a:cubicBezTo>
                        <a:pt x="2896132" y="167108"/>
                        <a:pt x="2904756" y="159252"/>
                        <a:pt x="2915270" y="159252"/>
                      </a:cubicBezTo>
                      <a:cubicBezTo>
                        <a:pt x="2926789" y="159252"/>
                        <a:pt x="2936181" y="168585"/>
                        <a:pt x="2936181" y="180163"/>
                      </a:cubicBezTo>
                      <a:cubicBezTo>
                        <a:pt x="2936181" y="191741"/>
                        <a:pt x="2926789" y="201073"/>
                        <a:pt x="2915270" y="20107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19" name="Freeform: Shape 1118">
                  <a:extLst>
                    <a:ext uri="{FF2B5EF4-FFF2-40B4-BE49-F238E27FC236}">
                      <a16:creationId xmlns:a16="http://schemas.microsoft.com/office/drawing/2014/main" id="{84A420CE-D252-0542-E7BC-2E3299E1788D}"/>
                    </a:ext>
                  </a:extLst>
                </p:cNvPr>
                <p:cNvSpPr/>
                <p:nvPr/>
              </p:nvSpPr>
              <p:spPr>
                <a:xfrm>
                  <a:off x="3939625" y="1922670"/>
                  <a:ext cx="177764" cy="177840"/>
                </a:xfrm>
                <a:custGeom>
                  <a:avLst/>
                  <a:gdLst>
                    <a:gd name="connsiteX0" fmla="*/ 19348 w 177764"/>
                    <a:gd name="connsiteY0" fmla="*/ 144416 h 177840"/>
                    <a:gd name="connsiteX1" fmla="*/ 19348 w 177764"/>
                    <a:gd name="connsiteY1" fmla="*/ 175369 h 177840"/>
                    <a:gd name="connsiteX2" fmla="*/ 27736 w 177764"/>
                    <a:gd name="connsiteY2" fmla="*/ 166922 h 177840"/>
                    <a:gd name="connsiteX3" fmla="*/ 27736 w 177764"/>
                    <a:gd name="connsiteY3" fmla="*/ 153513 h 177840"/>
                    <a:gd name="connsiteX4" fmla="*/ 144340 w 177764"/>
                    <a:gd name="connsiteY4" fmla="*/ 158475 h 177840"/>
                    <a:gd name="connsiteX5" fmla="*/ 175293 w 177764"/>
                    <a:gd name="connsiteY5" fmla="*/ 158475 h 177840"/>
                    <a:gd name="connsiteX6" fmla="*/ 166846 w 177764"/>
                    <a:gd name="connsiteY6" fmla="*/ 150028 h 177840"/>
                    <a:gd name="connsiteX7" fmla="*/ 153437 w 177764"/>
                    <a:gd name="connsiteY7" fmla="*/ 150028 h 177840"/>
                    <a:gd name="connsiteX8" fmla="*/ 158399 w 177764"/>
                    <a:gd name="connsiteY8" fmla="*/ 33424 h 177840"/>
                    <a:gd name="connsiteX9" fmla="*/ 158399 w 177764"/>
                    <a:gd name="connsiteY9" fmla="*/ 2472 h 177840"/>
                    <a:gd name="connsiteX10" fmla="*/ 149952 w 177764"/>
                    <a:gd name="connsiteY10" fmla="*/ 10919 h 177840"/>
                    <a:gd name="connsiteX11" fmla="*/ 149952 w 177764"/>
                    <a:gd name="connsiteY11" fmla="*/ 24327 h 177840"/>
                    <a:gd name="connsiteX12" fmla="*/ 33348 w 177764"/>
                    <a:gd name="connsiteY12" fmla="*/ 19366 h 177840"/>
                    <a:gd name="connsiteX13" fmla="*/ 2395 w 177764"/>
                    <a:gd name="connsiteY13" fmla="*/ 19366 h 177840"/>
                    <a:gd name="connsiteX14" fmla="*/ 10843 w 177764"/>
                    <a:gd name="connsiteY14" fmla="*/ 27813 h 177840"/>
                    <a:gd name="connsiteX15" fmla="*/ 24251 w 177764"/>
                    <a:gd name="connsiteY15" fmla="*/ 27813 h 177840"/>
                    <a:gd name="connsiteX16" fmla="*/ 19348 w 177764"/>
                    <a:gd name="connsiteY16" fmla="*/ 144416 h 177840"/>
                    <a:gd name="connsiteX17" fmla="*/ 27796 w 177764"/>
                    <a:gd name="connsiteY17" fmla="*/ 30530 h 177840"/>
                    <a:gd name="connsiteX18" fmla="*/ 27796 w 177764"/>
                    <a:gd name="connsiteY18" fmla="*/ 44707 h 177840"/>
                    <a:gd name="connsiteX19" fmla="*/ 36242 w 177764"/>
                    <a:gd name="connsiteY19" fmla="*/ 53154 h 177840"/>
                    <a:gd name="connsiteX20" fmla="*/ 36242 w 177764"/>
                    <a:gd name="connsiteY20" fmla="*/ 22792 h 177840"/>
                    <a:gd name="connsiteX21" fmla="*/ 147412 w 177764"/>
                    <a:gd name="connsiteY21" fmla="*/ 27872 h 177840"/>
                    <a:gd name="connsiteX22" fmla="*/ 133235 w 177764"/>
                    <a:gd name="connsiteY22" fmla="*/ 27872 h 177840"/>
                    <a:gd name="connsiteX23" fmla="*/ 124788 w 177764"/>
                    <a:gd name="connsiteY23" fmla="*/ 36319 h 177840"/>
                    <a:gd name="connsiteX24" fmla="*/ 155150 w 177764"/>
                    <a:gd name="connsiteY24" fmla="*/ 36319 h 177840"/>
                    <a:gd name="connsiteX25" fmla="*/ 150070 w 177764"/>
                    <a:gd name="connsiteY25" fmla="*/ 147488 h 177840"/>
                    <a:gd name="connsiteX26" fmla="*/ 150070 w 177764"/>
                    <a:gd name="connsiteY26" fmla="*/ 133311 h 177840"/>
                    <a:gd name="connsiteX27" fmla="*/ 141623 w 177764"/>
                    <a:gd name="connsiteY27" fmla="*/ 124864 h 177840"/>
                    <a:gd name="connsiteX28" fmla="*/ 141623 w 177764"/>
                    <a:gd name="connsiteY28" fmla="*/ 155226 h 177840"/>
                    <a:gd name="connsiteX29" fmla="*/ 30453 w 177764"/>
                    <a:gd name="connsiteY29" fmla="*/ 150146 h 177840"/>
                    <a:gd name="connsiteX30" fmla="*/ 44630 w 177764"/>
                    <a:gd name="connsiteY30" fmla="*/ 150146 h 177840"/>
                    <a:gd name="connsiteX31" fmla="*/ 53077 w 177764"/>
                    <a:gd name="connsiteY31" fmla="*/ 141699 h 177840"/>
                    <a:gd name="connsiteX32" fmla="*/ 22715 w 177764"/>
                    <a:gd name="connsiteY32" fmla="*/ 141699 h 177840"/>
                    <a:gd name="connsiteX33" fmla="*/ 27796 w 177764"/>
                    <a:gd name="connsiteY33" fmla="*/ 30530 h 177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840">
                      <a:moveTo>
                        <a:pt x="19348" y="144416"/>
                      </a:moveTo>
                      <a:lnTo>
                        <a:pt x="19348" y="175369"/>
                      </a:lnTo>
                      <a:lnTo>
                        <a:pt x="27736" y="166922"/>
                      </a:lnTo>
                      <a:lnTo>
                        <a:pt x="27736" y="153513"/>
                      </a:lnTo>
                      <a:cubicBezTo>
                        <a:pt x="60107" y="184170"/>
                        <a:pt x="110080" y="185883"/>
                        <a:pt x="144340" y="158475"/>
                      </a:cubicBezTo>
                      <a:lnTo>
                        <a:pt x="175293" y="158475"/>
                      </a:lnTo>
                      <a:lnTo>
                        <a:pt x="166846" y="150028"/>
                      </a:lnTo>
                      <a:lnTo>
                        <a:pt x="153437" y="150028"/>
                      </a:lnTo>
                      <a:cubicBezTo>
                        <a:pt x="184094" y="117599"/>
                        <a:pt x="185807" y="67685"/>
                        <a:pt x="158399" y="33424"/>
                      </a:cubicBezTo>
                      <a:lnTo>
                        <a:pt x="158399" y="2472"/>
                      </a:lnTo>
                      <a:lnTo>
                        <a:pt x="149952" y="10919"/>
                      </a:lnTo>
                      <a:lnTo>
                        <a:pt x="149952" y="24327"/>
                      </a:lnTo>
                      <a:cubicBezTo>
                        <a:pt x="117581" y="-6330"/>
                        <a:pt x="67609" y="-8043"/>
                        <a:pt x="33348" y="19366"/>
                      </a:cubicBezTo>
                      <a:lnTo>
                        <a:pt x="2395" y="19366"/>
                      </a:lnTo>
                      <a:lnTo>
                        <a:pt x="10843" y="27813"/>
                      </a:lnTo>
                      <a:lnTo>
                        <a:pt x="24251" y="27813"/>
                      </a:lnTo>
                      <a:cubicBezTo>
                        <a:pt x="-6347" y="60242"/>
                        <a:pt x="-8001" y="110156"/>
                        <a:pt x="19348" y="144416"/>
                      </a:cubicBezTo>
                      <a:close/>
                      <a:moveTo>
                        <a:pt x="27796" y="30530"/>
                      </a:moveTo>
                      <a:lnTo>
                        <a:pt x="27796" y="44707"/>
                      </a:lnTo>
                      <a:lnTo>
                        <a:pt x="36242" y="53154"/>
                      </a:lnTo>
                      <a:lnTo>
                        <a:pt x="36242" y="22792"/>
                      </a:lnTo>
                      <a:cubicBezTo>
                        <a:pt x="68967" y="-3317"/>
                        <a:pt x="116636" y="-1604"/>
                        <a:pt x="147412" y="27872"/>
                      </a:cubicBezTo>
                      <a:lnTo>
                        <a:pt x="133235" y="27872"/>
                      </a:lnTo>
                      <a:lnTo>
                        <a:pt x="124788" y="36319"/>
                      </a:lnTo>
                      <a:lnTo>
                        <a:pt x="155150" y="36319"/>
                      </a:lnTo>
                      <a:cubicBezTo>
                        <a:pt x="181259" y="69043"/>
                        <a:pt x="179546" y="116713"/>
                        <a:pt x="150070" y="147488"/>
                      </a:cubicBezTo>
                      <a:lnTo>
                        <a:pt x="150070" y="133311"/>
                      </a:lnTo>
                      <a:lnTo>
                        <a:pt x="141623" y="124864"/>
                      </a:lnTo>
                      <a:lnTo>
                        <a:pt x="141623" y="155226"/>
                      </a:lnTo>
                      <a:cubicBezTo>
                        <a:pt x="108898" y="181335"/>
                        <a:pt x="61229" y="179622"/>
                        <a:pt x="30453" y="150146"/>
                      </a:cubicBezTo>
                      <a:lnTo>
                        <a:pt x="44630" y="150146"/>
                      </a:lnTo>
                      <a:lnTo>
                        <a:pt x="53077" y="141699"/>
                      </a:lnTo>
                      <a:lnTo>
                        <a:pt x="22715" y="141699"/>
                      </a:lnTo>
                      <a:cubicBezTo>
                        <a:pt x="-3334" y="108974"/>
                        <a:pt x="-1681" y="61305"/>
                        <a:pt x="27796" y="305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20" name="Freeform: Shape 1119">
                  <a:extLst>
                    <a:ext uri="{FF2B5EF4-FFF2-40B4-BE49-F238E27FC236}">
                      <a16:creationId xmlns:a16="http://schemas.microsoft.com/office/drawing/2014/main" id="{969DEFD3-7B8C-FD85-BE56-56117AB4ABDE}"/>
                    </a:ext>
                  </a:extLst>
                </p:cNvPr>
                <p:cNvSpPr/>
                <p:nvPr/>
              </p:nvSpPr>
              <p:spPr>
                <a:xfrm>
                  <a:off x="3112330" y="4108370"/>
                  <a:ext cx="177787" cy="177790"/>
                </a:xfrm>
                <a:custGeom>
                  <a:avLst/>
                  <a:gdLst>
                    <a:gd name="connsiteX0" fmla="*/ 19372 w 177787"/>
                    <a:gd name="connsiteY0" fmla="*/ 144357 h 177790"/>
                    <a:gd name="connsiteX1" fmla="*/ 19372 w 177787"/>
                    <a:gd name="connsiteY1" fmla="*/ 175310 h 177790"/>
                    <a:gd name="connsiteX2" fmla="*/ 27760 w 177787"/>
                    <a:gd name="connsiteY2" fmla="*/ 166863 h 177790"/>
                    <a:gd name="connsiteX3" fmla="*/ 27760 w 177787"/>
                    <a:gd name="connsiteY3" fmla="*/ 153454 h 177790"/>
                    <a:gd name="connsiteX4" fmla="*/ 144363 w 177787"/>
                    <a:gd name="connsiteY4" fmla="*/ 158475 h 177790"/>
                    <a:gd name="connsiteX5" fmla="*/ 175316 w 177787"/>
                    <a:gd name="connsiteY5" fmla="*/ 158475 h 177790"/>
                    <a:gd name="connsiteX6" fmla="*/ 166869 w 177787"/>
                    <a:gd name="connsiteY6" fmla="*/ 150028 h 177790"/>
                    <a:gd name="connsiteX7" fmla="*/ 153460 w 177787"/>
                    <a:gd name="connsiteY7" fmla="*/ 150028 h 177790"/>
                    <a:gd name="connsiteX8" fmla="*/ 158422 w 177787"/>
                    <a:gd name="connsiteY8" fmla="*/ 33424 h 177790"/>
                    <a:gd name="connsiteX9" fmla="*/ 158422 w 177787"/>
                    <a:gd name="connsiteY9" fmla="*/ 2472 h 177790"/>
                    <a:gd name="connsiteX10" fmla="*/ 149975 w 177787"/>
                    <a:gd name="connsiteY10" fmla="*/ 10918 h 177790"/>
                    <a:gd name="connsiteX11" fmla="*/ 149975 w 177787"/>
                    <a:gd name="connsiteY11" fmla="*/ 24327 h 177790"/>
                    <a:gd name="connsiteX12" fmla="*/ 33371 w 177787"/>
                    <a:gd name="connsiteY12" fmla="*/ 19365 h 177790"/>
                    <a:gd name="connsiteX13" fmla="*/ 2419 w 177787"/>
                    <a:gd name="connsiteY13" fmla="*/ 19365 h 177790"/>
                    <a:gd name="connsiteX14" fmla="*/ 10866 w 177787"/>
                    <a:gd name="connsiteY14" fmla="*/ 27812 h 177790"/>
                    <a:gd name="connsiteX15" fmla="*/ 24275 w 177787"/>
                    <a:gd name="connsiteY15" fmla="*/ 27812 h 177790"/>
                    <a:gd name="connsiteX16" fmla="*/ 19372 w 177787"/>
                    <a:gd name="connsiteY16" fmla="*/ 144357 h 177790"/>
                    <a:gd name="connsiteX17" fmla="*/ 27760 w 177787"/>
                    <a:gd name="connsiteY17" fmla="*/ 30411 h 177790"/>
                    <a:gd name="connsiteX18" fmla="*/ 27760 w 177787"/>
                    <a:gd name="connsiteY18" fmla="*/ 44588 h 177790"/>
                    <a:gd name="connsiteX19" fmla="*/ 36207 w 177787"/>
                    <a:gd name="connsiteY19" fmla="*/ 53035 h 177790"/>
                    <a:gd name="connsiteX20" fmla="*/ 36207 w 177787"/>
                    <a:gd name="connsiteY20" fmla="*/ 22673 h 177790"/>
                    <a:gd name="connsiteX21" fmla="*/ 147376 w 177787"/>
                    <a:gd name="connsiteY21" fmla="*/ 27754 h 177790"/>
                    <a:gd name="connsiteX22" fmla="*/ 133199 w 177787"/>
                    <a:gd name="connsiteY22" fmla="*/ 27754 h 177790"/>
                    <a:gd name="connsiteX23" fmla="*/ 124752 w 177787"/>
                    <a:gd name="connsiteY23" fmla="*/ 36201 h 177790"/>
                    <a:gd name="connsiteX24" fmla="*/ 155114 w 177787"/>
                    <a:gd name="connsiteY24" fmla="*/ 36201 h 177790"/>
                    <a:gd name="connsiteX25" fmla="*/ 150034 w 177787"/>
                    <a:gd name="connsiteY25" fmla="*/ 147370 h 177790"/>
                    <a:gd name="connsiteX26" fmla="*/ 150034 w 177787"/>
                    <a:gd name="connsiteY26" fmla="*/ 133193 h 177790"/>
                    <a:gd name="connsiteX27" fmla="*/ 141587 w 177787"/>
                    <a:gd name="connsiteY27" fmla="*/ 124746 h 177790"/>
                    <a:gd name="connsiteX28" fmla="*/ 141587 w 177787"/>
                    <a:gd name="connsiteY28" fmla="*/ 155108 h 177790"/>
                    <a:gd name="connsiteX29" fmla="*/ 30418 w 177787"/>
                    <a:gd name="connsiteY29" fmla="*/ 150028 h 177790"/>
                    <a:gd name="connsiteX30" fmla="*/ 44595 w 177787"/>
                    <a:gd name="connsiteY30" fmla="*/ 150028 h 177790"/>
                    <a:gd name="connsiteX31" fmla="*/ 53041 w 177787"/>
                    <a:gd name="connsiteY31" fmla="*/ 141581 h 177790"/>
                    <a:gd name="connsiteX32" fmla="*/ 22680 w 177787"/>
                    <a:gd name="connsiteY32" fmla="*/ 141581 h 177790"/>
                    <a:gd name="connsiteX33" fmla="*/ 27760 w 177787"/>
                    <a:gd name="connsiteY33" fmla="*/ 30411 h 177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87" h="177790">
                      <a:moveTo>
                        <a:pt x="19372" y="144357"/>
                      </a:moveTo>
                      <a:lnTo>
                        <a:pt x="19372" y="175310"/>
                      </a:lnTo>
                      <a:lnTo>
                        <a:pt x="27760" y="166863"/>
                      </a:lnTo>
                      <a:lnTo>
                        <a:pt x="27760" y="153454"/>
                      </a:lnTo>
                      <a:cubicBezTo>
                        <a:pt x="60130" y="184111"/>
                        <a:pt x="110103" y="185824"/>
                        <a:pt x="144363" y="158475"/>
                      </a:cubicBezTo>
                      <a:lnTo>
                        <a:pt x="175316" y="158475"/>
                      </a:lnTo>
                      <a:lnTo>
                        <a:pt x="166869" y="150028"/>
                      </a:lnTo>
                      <a:lnTo>
                        <a:pt x="153460" y="150028"/>
                      </a:lnTo>
                      <a:cubicBezTo>
                        <a:pt x="184117" y="117598"/>
                        <a:pt x="185830" y="67684"/>
                        <a:pt x="158422" y="33424"/>
                      </a:cubicBezTo>
                      <a:lnTo>
                        <a:pt x="158422" y="2472"/>
                      </a:lnTo>
                      <a:lnTo>
                        <a:pt x="149975" y="10918"/>
                      </a:lnTo>
                      <a:lnTo>
                        <a:pt x="149975" y="24327"/>
                      </a:lnTo>
                      <a:cubicBezTo>
                        <a:pt x="117605" y="-6330"/>
                        <a:pt x="67632" y="-8043"/>
                        <a:pt x="33371" y="19365"/>
                      </a:cubicBezTo>
                      <a:lnTo>
                        <a:pt x="2419" y="19365"/>
                      </a:lnTo>
                      <a:lnTo>
                        <a:pt x="10866" y="27812"/>
                      </a:lnTo>
                      <a:lnTo>
                        <a:pt x="24275" y="27812"/>
                      </a:lnTo>
                      <a:cubicBezTo>
                        <a:pt x="-6324" y="60124"/>
                        <a:pt x="-8036" y="110038"/>
                        <a:pt x="19372" y="144357"/>
                      </a:cubicBezTo>
                      <a:close/>
                      <a:moveTo>
                        <a:pt x="27760" y="30411"/>
                      </a:moveTo>
                      <a:lnTo>
                        <a:pt x="27760" y="44588"/>
                      </a:lnTo>
                      <a:lnTo>
                        <a:pt x="36207" y="53035"/>
                      </a:lnTo>
                      <a:lnTo>
                        <a:pt x="36207" y="22673"/>
                      </a:lnTo>
                      <a:cubicBezTo>
                        <a:pt x="68931" y="-3435"/>
                        <a:pt x="116601" y="-1723"/>
                        <a:pt x="147376" y="27754"/>
                      </a:cubicBezTo>
                      <a:lnTo>
                        <a:pt x="133199" y="27754"/>
                      </a:lnTo>
                      <a:lnTo>
                        <a:pt x="124752" y="36201"/>
                      </a:lnTo>
                      <a:lnTo>
                        <a:pt x="155114" y="36201"/>
                      </a:lnTo>
                      <a:cubicBezTo>
                        <a:pt x="181223" y="68925"/>
                        <a:pt x="179510" y="116594"/>
                        <a:pt x="150034" y="147370"/>
                      </a:cubicBezTo>
                      <a:lnTo>
                        <a:pt x="150034" y="133193"/>
                      </a:lnTo>
                      <a:lnTo>
                        <a:pt x="141587" y="124746"/>
                      </a:lnTo>
                      <a:lnTo>
                        <a:pt x="141587" y="155108"/>
                      </a:lnTo>
                      <a:cubicBezTo>
                        <a:pt x="108862" y="181158"/>
                        <a:pt x="61193" y="179504"/>
                        <a:pt x="30418" y="150028"/>
                      </a:cubicBezTo>
                      <a:lnTo>
                        <a:pt x="44595" y="150028"/>
                      </a:lnTo>
                      <a:lnTo>
                        <a:pt x="53041" y="141581"/>
                      </a:lnTo>
                      <a:lnTo>
                        <a:pt x="22680" y="141581"/>
                      </a:lnTo>
                      <a:cubicBezTo>
                        <a:pt x="-3370" y="108856"/>
                        <a:pt x="-1657" y="61187"/>
                        <a:pt x="27760" y="30411"/>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21" name="Freeform: Shape 1120">
                  <a:extLst>
                    <a:ext uri="{FF2B5EF4-FFF2-40B4-BE49-F238E27FC236}">
                      <a16:creationId xmlns:a16="http://schemas.microsoft.com/office/drawing/2014/main" id="{088D5EA2-D0DF-EE8D-DB45-6404684F1EC4}"/>
                    </a:ext>
                  </a:extLst>
                </p:cNvPr>
                <p:cNvSpPr/>
                <p:nvPr/>
              </p:nvSpPr>
              <p:spPr>
                <a:xfrm>
                  <a:off x="808927" y="2454830"/>
                  <a:ext cx="177764" cy="177731"/>
                </a:xfrm>
                <a:custGeom>
                  <a:avLst/>
                  <a:gdLst>
                    <a:gd name="connsiteX0" fmla="*/ 19348 w 177764"/>
                    <a:gd name="connsiteY0" fmla="*/ 144239 h 177731"/>
                    <a:gd name="connsiteX1" fmla="*/ 19348 w 177764"/>
                    <a:gd name="connsiteY1" fmla="*/ 175192 h 177731"/>
                    <a:gd name="connsiteX2" fmla="*/ 27736 w 177764"/>
                    <a:gd name="connsiteY2" fmla="*/ 166804 h 177731"/>
                    <a:gd name="connsiteX3" fmla="*/ 27736 w 177764"/>
                    <a:gd name="connsiteY3" fmla="*/ 153395 h 177731"/>
                    <a:gd name="connsiteX4" fmla="*/ 144340 w 177764"/>
                    <a:gd name="connsiteY4" fmla="*/ 158416 h 177731"/>
                    <a:gd name="connsiteX5" fmla="*/ 175293 w 177764"/>
                    <a:gd name="connsiteY5" fmla="*/ 158416 h 177731"/>
                    <a:gd name="connsiteX6" fmla="*/ 166846 w 177764"/>
                    <a:gd name="connsiteY6" fmla="*/ 150028 h 177731"/>
                    <a:gd name="connsiteX7" fmla="*/ 153437 w 177764"/>
                    <a:gd name="connsiteY7" fmla="*/ 150028 h 177731"/>
                    <a:gd name="connsiteX8" fmla="*/ 158399 w 177764"/>
                    <a:gd name="connsiteY8" fmla="*/ 33424 h 177731"/>
                    <a:gd name="connsiteX9" fmla="*/ 158399 w 177764"/>
                    <a:gd name="connsiteY9" fmla="*/ 2472 h 177731"/>
                    <a:gd name="connsiteX10" fmla="*/ 149952 w 177764"/>
                    <a:gd name="connsiteY10" fmla="*/ 10919 h 177731"/>
                    <a:gd name="connsiteX11" fmla="*/ 149952 w 177764"/>
                    <a:gd name="connsiteY11" fmla="*/ 24328 h 177731"/>
                    <a:gd name="connsiteX12" fmla="*/ 33348 w 177764"/>
                    <a:gd name="connsiteY12" fmla="*/ 19365 h 177731"/>
                    <a:gd name="connsiteX13" fmla="*/ 2395 w 177764"/>
                    <a:gd name="connsiteY13" fmla="*/ 19365 h 177731"/>
                    <a:gd name="connsiteX14" fmla="*/ 10842 w 177764"/>
                    <a:gd name="connsiteY14" fmla="*/ 27813 h 177731"/>
                    <a:gd name="connsiteX15" fmla="*/ 24251 w 177764"/>
                    <a:gd name="connsiteY15" fmla="*/ 27813 h 177731"/>
                    <a:gd name="connsiteX16" fmla="*/ 19348 w 177764"/>
                    <a:gd name="connsiteY16" fmla="*/ 144239 h 177731"/>
                    <a:gd name="connsiteX17" fmla="*/ 27795 w 177764"/>
                    <a:gd name="connsiteY17" fmla="*/ 30293 h 177731"/>
                    <a:gd name="connsiteX18" fmla="*/ 27795 w 177764"/>
                    <a:gd name="connsiteY18" fmla="*/ 44470 h 177731"/>
                    <a:gd name="connsiteX19" fmla="*/ 36242 w 177764"/>
                    <a:gd name="connsiteY19" fmla="*/ 52917 h 177731"/>
                    <a:gd name="connsiteX20" fmla="*/ 36242 w 177764"/>
                    <a:gd name="connsiteY20" fmla="*/ 22555 h 177731"/>
                    <a:gd name="connsiteX21" fmla="*/ 147412 w 177764"/>
                    <a:gd name="connsiteY21" fmla="*/ 27635 h 177731"/>
                    <a:gd name="connsiteX22" fmla="*/ 133235 w 177764"/>
                    <a:gd name="connsiteY22" fmla="*/ 27635 h 177731"/>
                    <a:gd name="connsiteX23" fmla="*/ 124788 w 177764"/>
                    <a:gd name="connsiteY23" fmla="*/ 36082 h 177731"/>
                    <a:gd name="connsiteX24" fmla="*/ 155150 w 177764"/>
                    <a:gd name="connsiteY24" fmla="*/ 36082 h 177731"/>
                    <a:gd name="connsiteX25" fmla="*/ 150070 w 177764"/>
                    <a:gd name="connsiteY25" fmla="*/ 147252 h 177731"/>
                    <a:gd name="connsiteX26" fmla="*/ 150070 w 177764"/>
                    <a:gd name="connsiteY26" fmla="*/ 133075 h 177731"/>
                    <a:gd name="connsiteX27" fmla="*/ 141623 w 177764"/>
                    <a:gd name="connsiteY27" fmla="*/ 124628 h 177731"/>
                    <a:gd name="connsiteX28" fmla="*/ 141623 w 177764"/>
                    <a:gd name="connsiteY28" fmla="*/ 154990 h 177731"/>
                    <a:gd name="connsiteX29" fmla="*/ 30454 w 177764"/>
                    <a:gd name="connsiteY29" fmla="*/ 149910 h 177731"/>
                    <a:gd name="connsiteX30" fmla="*/ 44630 w 177764"/>
                    <a:gd name="connsiteY30" fmla="*/ 149910 h 177731"/>
                    <a:gd name="connsiteX31" fmla="*/ 53077 w 177764"/>
                    <a:gd name="connsiteY31" fmla="*/ 141463 h 177731"/>
                    <a:gd name="connsiteX32" fmla="*/ 22715 w 177764"/>
                    <a:gd name="connsiteY32" fmla="*/ 141463 h 177731"/>
                    <a:gd name="connsiteX33" fmla="*/ 27795 w 177764"/>
                    <a:gd name="connsiteY33" fmla="*/ 30293 h 177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731">
                      <a:moveTo>
                        <a:pt x="19348" y="144239"/>
                      </a:moveTo>
                      <a:lnTo>
                        <a:pt x="19348" y="175192"/>
                      </a:lnTo>
                      <a:lnTo>
                        <a:pt x="27736" y="166804"/>
                      </a:lnTo>
                      <a:lnTo>
                        <a:pt x="27736" y="153395"/>
                      </a:lnTo>
                      <a:cubicBezTo>
                        <a:pt x="60107" y="184052"/>
                        <a:pt x="110080" y="185765"/>
                        <a:pt x="144340" y="158416"/>
                      </a:cubicBezTo>
                      <a:lnTo>
                        <a:pt x="175293" y="158416"/>
                      </a:lnTo>
                      <a:lnTo>
                        <a:pt x="166846" y="150028"/>
                      </a:lnTo>
                      <a:lnTo>
                        <a:pt x="153437" y="150028"/>
                      </a:lnTo>
                      <a:cubicBezTo>
                        <a:pt x="184094" y="117599"/>
                        <a:pt x="185807" y="67685"/>
                        <a:pt x="158399" y="33424"/>
                      </a:cubicBezTo>
                      <a:lnTo>
                        <a:pt x="158399" y="2472"/>
                      </a:lnTo>
                      <a:lnTo>
                        <a:pt x="149952" y="10919"/>
                      </a:lnTo>
                      <a:lnTo>
                        <a:pt x="149952" y="24328"/>
                      </a:lnTo>
                      <a:cubicBezTo>
                        <a:pt x="117582" y="-6330"/>
                        <a:pt x="67608" y="-8043"/>
                        <a:pt x="33348" y="19365"/>
                      </a:cubicBezTo>
                      <a:lnTo>
                        <a:pt x="2395" y="19365"/>
                      </a:lnTo>
                      <a:lnTo>
                        <a:pt x="10842" y="27813"/>
                      </a:lnTo>
                      <a:lnTo>
                        <a:pt x="24251" y="27813"/>
                      </a:lnTo>
                      <a:cubicBezTo>
                        <a:pt x="-6347" y="60006"/>
                        <a:pt x="-8001" y="109920"/>
                        <a:pt x="19348" y="144239"/>
                      </a:cubicBezTo>
                      <a:close/>
                      <a:moveTo>
                        <a:pt x="27795" y="30293"/>
                      </a:moveTo>
                      <a:lnTo>
                        <a:pt x="27795" y="44470"/>
                      </a:lnTo>
                      <a:lnTo>
                        <a:pt x="36242" y="52917"/>
                      </a:lnTo>
                      <a:lnTo>
                        <a:pt x="36242" y="22555"/>
                      </a:lnTo>
                      <a:cubicBezTo>
                        <a:pt x="68967" y="-3553"/>
                        <a:pt x="116636" y="-1841"/>
                        <a:pt x="147412" y="27635"/>
                      </a:cubicBezTo>
                      <a:lnTo>
                        <a:pt x="133235" y="27635"/>
                      </a:lnTo>
                      <a:lnTo>
                        <a:pt x="124788" y="36082"/>
                      </a:lnTo>
                      <a:lnTo>
                        <a:pt x="155150" y="36082"/>
                      </a:lnTo>
                      <a:cubicBezTo>
                        <a:pt x="181259" y="68807"/>
                        <a:pt x="179546" y="116476"/>
                        <a:pt x="150070" y="147252"/>
                      </a:cubicBezTo>
                      <a:lnTo>
                        <a:pt x="150070" y="133075"/>
                      </a:lnTo>
                      <a:lnTo>
                        <a:pt x="141623" y="124628"/>
                      </a:lnTo>
                      <a:lnTo>
                        <a:pt x="141623" y="154990"/>
                      </a:lnTo>
                      <a:cubicBezTo>
                        <a:pt x="108898" y="181040"/>
                        <a:pt x="61229" y="179386"/>
                        <a:pt x="30454" y="149910"/>
                      </a:cubicBezTo>
                      <a:lnTo>
                        <a:pt x="44630" y="149910"/>
                      </a:lnTo>
                      <a:lnTo>
                        <a:pt x="53077" y="141463"/>
                      </a:lnTo>
                      <a:lnTo>
                        <a:pt x="22715" y="141463"/>
                      </a:lnTo>
                      <a:cubicBezTo>
                        <a:pt x="-3334" y="108738"/>
                        <a:pt x="-1680" y="61069"/>
                        <a:pt x="27795" y="302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1122" name="Graphic 4773">
                  <a:extLst>
                    <a:ext uri="{FF2B5EF4-FFF2-40B4-BE49-F238E27FC236}">
                      <a16:creationId xmlns:a16="http://schemas.microsoft.com/office/drawing/2014/main" id="{86D9FE27-B189-77C4-342A-70A2043BBE6D}"/>
                    </a:ext>
                  </a:extLst>
                </p:cNvPr>
                <p:cNvGrpSpPr/>
                <p:nvPr/>
              </p:nvGrpSpPr>
              <p:grpSpPr>
                <a:xfrm>
                  <a:off x="1739250" y="2188416"/>
                  <a:ext cx="502742" cy="119025"/>
                  <a:chOff x="1739250" y="2188416"/>
                  <a:chExt cx="502742" cy="119025"/>
                </a:xfrm>
                <a:grpFill/>
              </p:grpSpPr>
              <p:sp>
                <p:nvSpPr>
                  <p:cNvPr id="1243" name="Freeform: Shape 1242">
                    <a:extLst>
                      <a:ext uri="{FF2B5EF4-FFF2-40B4-BE49-F238E27FC236}">
                        <a16:creationId xmlns:a16="http://schemas.microsoft.com/office/drawing/2014/main" id="{E2909F83-3EBE-F2B3-61F2-B956850B8C48}"/>
                      </a:ext>
                    </a:extLst>
                  </p:cNvPr>
                  <p:cNvSpPr/>
                  <p:nvPr/>
                </p:nvSpPr>
                <p:spPr>
                  <a:xfrm>
                    <a:off x="2096208" y="2188475"/>
                    <a:ext cx="145784" cy="118966"/>
                  </a:xfrm>
                  <a:custGeom>
                    <a:avLst/>
                    <a:gdLst>
                      <a:gd name="connsiteX0" fmla="*/ 0 w 145784"/>
                      <a:gd name="connsiteY0" fmla="*/ 35678 h 118966"/>
                      <a:gd name="connsiteX1" fmla="*/ 0 w 145784"/>
                      <a:gd name="connsiteY1" fmla="*/ 83289 h 118966"/>
                      <a:gd name="connsiteX2" fmla="*/ 35678 w 145784"/>
                      <a:gd name="connsiteY2" fmla="*/ 118967 h 118966"/>
                      <a:gd name="connsiteX3" fmla="*/ 83288 w 145784"/>
                      <a:gd name="connsiteY3" fmla="*/ 118967 h 118966"/>
                      <a:gd name="connsiteX4" fmla="*/ 118494 w 145784"/>
                      <a:gd name="connsiteY4" fmla="*/ 88959 h 118966"/>
                      <a:gd name="connsiteX5" fmla="*/ 145784 w 145784"/>
                      <a:gd name="connsiteY5" fmla="*/ 59483 h 118966"/>
                      <a:gd name="connsiteX6" fmla="*/ 118494 w 145784"/>
                      <a:gd name="connsiteY6" fmla="*/ 30008 h 118966"/>
                      <a:gd name="connsiteX7" fmla="*/ 83288 w 145784"/>
                      <a:gd name="connsiteY7" fmla="*/ 0 h 118966"/>
                      <a:gd name="connsiteX8" fmla="*/ 35678 w 145784"/>
                      <a:gd name="connsiteY8" fmla="*/ 0 h 118966"/>
                      <a:gd name="connsiteX9" fmla="*/ 0 w 145784"/>
                      <a:gd name="connsiteY9" fmla="*/ 35678 h 118966"/>
                      <a:gd name="connsiteX10" fmla="*/ 5966 w 145784"/>
                      <a:gd name="connsiteY10" fmla="*/ 35678 h 118966"/>
                      <a:gd name="connsiteX11" fmla="*/ 35678 w 145784"/>
                      <a:gd name="connsiteY11" fmla="*/ 5907 h 118966"/>
                      <a:gd name="connsiteX12" fmla="*/ 83288 w 145784"/>
                      <a:gd name="connsiteY12" fmla="*/ 5907 h 118966"/>
                      <a:gd name="connsiteX13" fmla="*/ 112469 w 145784"/>
                      <a:gd name="connsiteY13" fmla="*/ 30067 h 118966"/>
                      <a:gd name="connsiteX14" fmla="*/ 86242 w 145784"/>
                      <a:gd name="connsiteY14" fmla="*/ 59424 h 118966"/>
                      <a:gd name="connsiteX15" fmla="*/ 112469 w 145784"/>
                      <a:gd name="connsiteY15" fmla="*/ 88782 h 118966"/>
                      <a:gd name="connsiteX16" fmla="*/ 83288 w 145784"/>
                      <a:gd name="connsiteY16" fmla="*/ 112942 h 118966"/>
                      <a:gd name="connsiteX17" fmla="*/ 35678 w 145784"/>
                      <a:gd name="connsiteY17" fmla="*/ 112942 h 118966"/>
                      <a:gd name="connsiteX18" fmla="*/ 5966 w 145784"/>
                      <a:gd name="connsiteY18" fmla="*/ 83171 h 118966"/>
                      <a:gd name="connsiteX19" fmla="*/ 5966 w 145784"/>
                      <a:gd name="connsiteY19" fmla="*/ 3567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0" y="35678"/>
                        </a:moveTo>
                        <a:lnTo>
                          <a:pt x="0" y="83289"/>
                        </a:lnTo>
                        <a:cubicBezTo>
                          <a:pt x="0" y="103018"/>
                          <a:pt x="16008" y="118967"/>
                          <a:pt x="35678" y="118967"/>
                        </a:cubicBezTo>
                        <a:lnTo>
                          <a:pt x="83288" y="118967"/>
                        </a:lnTo>
                        <a:cubicBezTo>
                          <a:pt x="101068" y="118967"/>
                          <a:pt x="115777" y="105971"/>
                          <a:pt x="118494" y="88959"/>
                        </a:cubicBezTo>
                        <a:cubicBezTo>
                          <a:pt x="133734" y="87660"/>
                          <a:pt x="145784" y="75019"/>
                          <a:pt x="145784" y="59483"/>
                        </a:cubicBezTo>
                        <a:cubicBezTo>
                          <a:pt x="145784" y="43948"/>
                          <a:pt x="133734" y="31248"/>
                          <a:pt x="118494" y="30008"/>
                        </a:cubicBezTo>
                        <a:cubicBezTo>
                          <a:pt x="115777" y="12996"/>
                          <a:pt x="101068" y="0"/>
                          <a:pt x="83288" y="0"/>
                        </a:cubicBezTo>
                        <a:lnTo>
                          <a:pt x="35678" y="0"/>
                        </a:lnTo>
                        <a:cubicBezTo>
                          <a:pt x="16008" y="-59"/>
                          <a:pt x="0" y="15949"/>
                          <a:pt x="0" y="35678"/>
                        </a:cubicBezTo>
                        <a:close/>
                        <a:moveTo>
                          <a:pt x="5966" y="35678"/>
                        </a:moveTo>
                        <a:cubicBezTo>
                          <a:pt x="5966" y="19257"/>
                          <a:pt x="19316" y="5907"/>
                          <a:pt x="35678" y="5907"/>
                        </a:cubicBezTo>
                        <a:lnTo>
                          <a:pt x="83288" y="5907"/>
                        </a:lnTo>
                        <a:cubicBezTo>
                          <a:pt x="97761" y="5907"/>
                          <a:pt x="109870" y="16303"/>
                          <a:pt x="112469" y="30067"/>
                        </a:cubicBezTo>
                        <a:cubicBezTo>
                          <a:pt x="97761" y="31839"/>
                          <a:pt x="86242" y="44244"/>
                          <a:pt x="86242" y="59424"/>
                        </a:cubicBezTo>
                        <a:cubicBezTo>
                          <a:pt x="86242" y="74664"/>
                          <a:pt x="97701" y="87010"/>
                          <a:pt x="112469" y="88782"/>
                        </a:cubicBezTo>
                        <a:cubicBezTo>
                          <a:pt x="109870" y="102545"/>
                          <a:pt x="97761" y="112942"/>
                          <a:pt x="83288" y="112942"/>
                        </a:cubicBezTo>
                        <a:lnTo>
                          <a:pt x="35678" y="112942"/>
                        </a:lnTo>
                        <a:cubicBezTo>
                          <a:pt x="19257" y="112942"/>
                          <a:pt x="5966" y="99592"/>
                          <a:pt x="5966" y="83171"/>
                        </a:cubicBezTo>
                        <a:lnTo>
                          <a:pt x="5966" y="35678"/>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44" name="Freeform: Shape 1243">
                    <a:extLst>
                      <a:ext uri="{FF2B5EF4-FFF2-40B4-BE49-F238E27FC236}">
                        <a16:creationId xmlns:a16="http://schemas.microsoft.com/office/drawing/2014/main" id="{242493D7-3DFB-671C-03A9-7AFD651DDBD5}"/>
                      </a:ext>
                    </a:extLst>
                  </p:cNvPr>
                  <p:cNvSpPr/>
                  <p:nvPr/>
                </p:nvSpPr>
                <p:spPr>
                  <a:xfrm>
                    <a:off x="1739250" y="2188416"/>
                    <a:ext cx="145784" cy="118966"/>
                  </a:xfrm>
                  <a:custGeom>
                    <a:avLst/>
                    <a:gdLst>
                      <a:gd name="connsiteX0" fmla="*/ 145784 w 145784"/>
                      <a:gd name="connsiteY0" fmla="*/ 83288 h 118966"/>
                      <a:gd name="connsiteX1" fmla="*/ 145784 w 145784"/>
                      <a:gd name="connsiteY1" fmla="*/ 35678 h 118966"/>
                      <a:gd name="connsiteX2" fmla="*/ 110106 w 145784"/>
                      <a:gd name="connsiteY2" fmla="*/ 0 h 118966"/>
                      <a:gd name="connsiteX3" fmla="*/ 62496 w 145784"/>
                      <a:gd name="connsiteY3" fmla="*/ 0 h 118966"/>
                      <a:gd name="connsiteX4" fmla="*/ 27290 w 145784"/>
                      <a:gd name="connsiteY4" fmla="*/ 30007 h 118966"/>
                      <a:gd name="connsiteX5" fmla="*/ 0 w 145784"/>
                      <a:gd name="connsiteY5" fmla="*/ 59483 h 118966"/>
                      <a:gd name="connsiteX6" fmla="*/ 27290 w 145784"/>
                      <a:gd name="connsiteY6" fmla="*/ 88959 h 118966"/>
                      <a:gd name="connsiteX7" fmla="*/ 62496 w 145784"/>
                      <a:gd name="connsiteY7" fmla="*/ 118966 h 118966"/>
                      <a:gd name="connsiteX8" fmla="*/ 110106 w 145784"/>
                      <a:gd name="connsiteY8" fmla="*/ 118966 h 118966"/>
                      <a:gd name="connsiteX9" fmla="*/ 145784 w 145784"/>
                      <a:gd name="connsiteY9" fmla="*/ 83288 h 118966"/>
                      <a:gd name="connsiteX10" fmla="*/ 139877 w 145784"/>
                      <a:gd name="connsiteY10" fmla="*/ 83288 h 118966"/>
                      <a:gd name="connsiteX11" fmla="*/ 110106 w 145784"/>
                      <a:gd name="connsiteY11" fmla="*/ 113059 h 118966"/>
                      <a:gd name="connsiteX12" fmla="*/ 62496 w 145784"/>
                      <a:gd name="connsiteY12" fmla="*/ 113059 h 118966"/>
                      <a:gd name="connsiteX13" fmla="*/ 33315 w 145784"/>
                      <a:gd name="connsiteY13" fmla="*/ 88900 h 118966"/>
                      <a:gd name="connsiteX14" fmla="*/ 59542 w 145784"/>
                      <a:gd name="connsiteY14" fmla="*/ 59542 h 118966"/>
                      <a:gd name="connsiteX15" fmla="*/ 33315 w 145784"/>
                      <a:gd name="connsiteY15" fmla="*/ 30185 h 118966"/>
                      <a:gd name="connsiteX16" fmla="*/ 62496 w 145784"/>
                      <a:gd name="connsiteY16" fmla="*/ 6025 h 118966"/>
                      <a:gd name="connsiteX17" fmla="*/ 110106 w 145784"/>
                      <a:gd name="connsiteY17" fmla="*/ 6025 h 118966"/>
                      <a:gd name="connsiteX18" fmla="*/ 139877 w 145784"/>
                      <a:gd name="connsiteY18" fmla="*/ 35796 h 118966"/>
                      <a:gd name="connsiteX19" fmla="*/ 139877 w 145784"/>
                      <a:gd name="connsiteY19" fmla="*/ 8328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145784" y="83288"/>
                        </a:moveTo>
                        <a:lnTo>
                          <a:pt x="145784" y="35678"/>
                        </a:lnTo>
                        <a:cubicBezTo>
                          <a:pt x="145784" y="15949"/>
                          <a:pt x="129776" y="0"/>
                          <a:pt x="110106" y="0"/>
                        </a:cubicBezTo>
                        <a:lnTo>
                          <a:pt x="62496" y="0"/>
                        </a:lnTo>
                        <a:cubicBezTo>
                          <a:pt x="44716" y="0"/>
                          <a:pt x="30007" y="12995"/>
                          <a:pt x="27290" y="30007"/>
                        </a:cubicBezTo>
                        <a:cubicBezTo>
                          <a:pt x="12050" y="31307"/>
                          <a:pt x="0" y="43889"/>
                          <a:pt x="0" y="59483"/>
                        </a:cubicBezTo>
                        <a:cubicBezTo>
                          <a:pt x="0" y="75078"/>
                          <a:pt x="12050" y="87718"/>
                          <a:pt x="27290" y="88959"/>
                        </a:cubicBezTo>
                        <a:cubicBezTo>
                          <a:pt x="30007" y="105971"/>
                          <a:pt x="44716" y="118966"/>
                          <a:pt x="62496" y="118966"/>
                        </a:cubicBezTo>
                        <a:lnTo>
                          <a:pt x="110106" y="118966"/>
                        </a:lnTo>
                        <a:cubicBezTo>
                          <a:pt x="129835" y="118966"/>
                          <a:pt x="145784" y="103018"/>
                          <a:pt x="145784" y="83288"/>
                        </a:cubicBezTo>
                        <a:close/>
                        <a:moveTo>
                          <a:pt x="139877" y="83288"/>
                        </a:moveTo>
                        <a:cubicBezTo>
                          <a:pt x="139877" y="99710"/>
                          <a:pt x="126527" y="113059"/>
                          <a:pt x="110106" y="113059"/>
                        </a:cubicBezTo>
                        <a:lnTo>
                          <a:pt x="62496" y="113059"/>
                        </a:lnTo>
                        <a:cubicBezTo>
                          <a:pt x="48024" y="113059"/>
                          <a:pt x="35914" y="102663"/>
                          <a:pt x="33315" y="88900"/>
                        </a:cubicBezTo>
                        <a:cubicBezTo>
                          <a:pt x="48083" y="87128"/>
                          <a:pt x="59542" y="74723"/>
                          <a:pt x="59542" y="59542"/>
                        </a:cubicBezTo>
                        <a:cubicBezTo>
                          <a:pt x="59542" y="44361"/>
                          <a:pt x="48083" y="31957"/>
                          <a:pt x="33315" y="30185"/>
                        </a:cubicBezTo>
                        <a:cubicBezTo>
                          <a:pt x="35914" y="16421"/>
                          <a:pt x="48024" y="6025"/>
                          <a:pt x="62496" y="6025"/>
                        </a:cubicBezTo>
                        <a:lnTo>
                          <a:pt x="110106" y="6025"/>
                        </a:lnTo>
                        <a:cubicBezTo>
                          <a:pt x="126527" y="6025"/>
                          <a:pt x="139877" y="19375"/>
                          <a:pt x="139877" y="35796"/>
                        </a:cubicBezTo>
                        <a:lnTo>
                          <a:pt x="139877" y="83288"/>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45" name="Freeform: Shape 1244">
                    <a:extLst>
                      <a:ext uri="{FF2B5EF4-FFF2-40B4-BE49-F238E27FC236}">
                        <a16:creationId xmlns:a16="http://schemas.microsoft.com/office/drawing/2014/main" id="{64C5242D-0370-A613-46B7-97EB71B8B1E0}"/>
                      </a:ext>
                    </a:extLst>
                  </p:cNvPr>
                  <p:cNvSpPr/>
                  <p:nvPr/>
                </p:nvSpPr>
                <p:spPr>
                  <a:xfrm>
                    <a:off x="1900510" y="2188475"/>
                    <a:ext cx="176559" cy="118907"/>
                  </a:xfrm>
                  <a:custGeom>
                    <a:avLst/>
                    <a:gdLst>
                      <a:gd name="connsiteX0" fmla="*/ 28354 w 176559"/>
                      <a:gd name="connsiteY0" fmla="*/ 89018 h 118907"/>
                      <a:gd name="connsiteX1" fmla="*/ 63559 w 176559"/>
                      <a:gd name="connsiteY1" fmla="*/ 118907 h 118907"/>
                      <a:gd name="connsiteX2" fmla="*/ 111170 w 176559"/>
                      <a:gd name="connsiteY2" fmla="*/ 118907 h 118907"/>
                      <a:gd name="connsiteX3" fmla="*/ 146316 w 176559"/>
                      <a:gd name="connsiteY3" fmla="*/ 89136 h 118907"/>
                      <a:gd name="connsiteX4" fmla="*/ 146848 w 176559"/>
                      <a:gd name="connsiteY4" fmla="*/ 89195 h 118907"/>
                      <a:gd name="connsiteX5" fmla="*/ 176560 w 176559"/>
                      <a:gd name="connsiteY5" fmla="*/ 59483 h 118907"/>
                      <a:gd name="connsiteX6" fmla="*/ 146848 w 176559"/>
                      <a:gd name="connsiteY6" fmla="*/ 29712 h 118907"/>
                      <a:gd name="connsiteX7" fmla="*/ 146316 w 176559"/>
                      <a:gd name="connsiteY7" fmla="*/ 29771 h 118907"/>
                      <a:gd name="connsiteX8" fmla="*/ 111170 w 176559"/>
                      <a:gd name="connsiteY8" fmla="*/ 0 h 118907"/>
                      <a:gd name="connsiteX9" fmla="*/ 63559 w 176559"/>
                      <a:gd name="connsiteY9" fmla="*/ 0 h 118907"/>
                      <a:gd name="connsiteX10" fmla="*/ 28354 w 176559"/>
                      <a:gd name="connsiteY10" fmla="*/ 29889 h 118907"/>
                      <a:gd name="connsiteX11" fmla="*/ 0 w 176559"/>
                      <a:gd name="connsiteY11" fmla="*/ 59483 h 118907"/>
                      <a:gd name="connsiteX12" fmla="*/ 28354 w 176559"/>
                      <a:gd name="connsiteY12" fmla="*/ 89018 h 118907"/>
                      <a:gd name="connsiteX13" fmla="*/ 34320 w 176559"/>
                      <a:gd name="connsiteY13" fmla="*/ 88723 h 118907"/>
                      <a:gd name="connsiteX14" fmla="*/ 59424 w 176559"/>
                      <a:gd name="connsiteY14" fmla="*/ 59424 h 118907"/>
                      <a:gd name="connsiteX15" fmla="*/ 34320 w 176559"/>
                      <a:gd name="connsiteY15" fmla="*/ 30126 h 118907"/>
                      <a:gd name="connsiteX16" fmla="*/ 63500 w 176559"/>
                      <a:gd name="connsiteY16" fmla="*/ 5848 h 118907"/>
                      <a:gd name="connsiteX17" fmla="*/ 111110 w 176559"/>
                      <a:gd name="connsiteY17" fmla="*/ 5848 h 118907"/>
                      <a:gd name="connsiteX18" fmla="*/ 140350 w 176559"/>
                      <a:gd name="connsiteY18" fmla="*/ 30421 h 118907"/>
                      <a:gd name="connsiteX19" fmla="*/ 117077 w 176559"/>
                      <a:gd name="connsiteY19" fmla="*/ 59424 h 118907"/>
                      <a:gd name="connsiteX20" fmla="*/ 140350 w 176559"/>
                      <a:gd name="connsiteY20" fmla="*/ 88427 h 118907"/>
                      <a:gd name="connsiteX21" fmla="*/ 111110 w 176559"/>
                      <a:gd name="connsiteY21" fmla="*/ 113001 h 118907"/>
                      <a:gd name="connsiteX22" fmla="*/ 63500 w 176559"/>
                      <a:gd name="connsiteY22" fmla="*/ 113001 h 118907"/>
                      <a:gd name="connsiteX23" fmla="*/ 34320 w 176559"/>
                      <a:gd name="connsiteY23" fmla="*/ 88723 h 118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559" h="118907">
                        <a:moveTo>
                          <a:pt x="28354" y="89018"/>
                        </a:moveTo>
                        <a:cubicBezTo>
                          <a:pt x="31130" y="105971"/>
                          <a:pt x="45779" y="118907"/>
                          <a:pt x="63559" y="118907"/>
                        </a:cubicBezTo>
                        <a:lnTo>
                          <a:pt x="111170" y="118907"/>
                        </a:lnTo>
                        <a:cubicBezTo>
                          <a:pt x="128890" y="118907"/>
                          <a:pt x="143540" y="106030"/>
                          <a:pt x="146316" y="89136"/>
                        </a:cubicBezTo>
                        <a:cubicBezTo>
                          <a:pt x="146493" y="89136"/>
                          <a:pt x="146671" y="89195"/>
                          <a:pt x="146848" y="89195"/>
                        </a:cubicBezTo>
                        <a:cubicBezTo>
                          <a:pt x="163269" y="89195"/>
                          <a:pt x="176560" y="75905"/>
                          <a:pt x="176560" y="59483"/>
                        </a:cubicBezTo>
                        <a:cubicBezTo>
                          <a:pt x="176560" y="43062"/>
                          <a:pt x="163269" y="29712"/>
                          <a:pt x="146848" y="29712"/>
                        </a:cubicBezTo>
                        <a:cubicBezTo>
                          <a:pt x="146671" y="29712"/>
                          <a:pt x="146493" y="29771"/>
                          <a:pt x="146316" y="29771"/>
                        </a:cubicBezTo>
                        <a:cubicBezTo>
                          <a:pt x="143481" y="12877"/>
                          <a:pt x="128831" y="0"/>
                          <a:pt x="111170" y="0"/>
                        </a:cubicBezTo>
                        <a:lnTo>
                          <a:pt x="63559" y="0"/>
                        </a:lnTo>
                        <a:cubicBezTo>
                          <a:pt x="45838" y="0"/>
                          <a:pt x="31189" y="12936"/>
                          <a:pt x="28354" y="29889"/>
                        </a:cubicBezTo>
                        <a:cubicBezTo>
                          <a:pt x="12582" y="30598"/>
                          <a:pt x="0" y="43534"/>
                          <a:pt x="0" y="59483"/>
                        </a:cubicBezTo>
                        <a:cubicBezTo>
                          <a:pt x="-59" y="75432"/>
                          <a:pt x="12582" y="88309"/>
                          <a:pt x="28354" y="89018"/>
                        </a:cubicBezTo>
                        <a:close/>
                        <a:moveTo>
                          <a:pt x="34320" y="88723"/>
                        </a:moveTo>
                        <a:cubicBezTo>
                          <a:pt x="48556" y="86478"/>
                          <a:pt x="59424" y="74310"/>
                          <a:pt x="59424" y="59424"/>
                        </a:cubicBezTo>
                        <a:cubicBezTo>
                          <a:pt x="59424" y="44598"/>
                          <a:pt x="48497" y="32370"/>
                          <a:pt x="34320" y="30126"/>
                        </a:cubicBezTo>
                        <a:cubicBezTo>
                          <a:pt x="36919" y="16362"/>
                          <a:pt x="48969" y="5848"/>
                          <a:pt x="63500" y="5848"/>
                        </a:cubicBezTo>
                        <a:lnTo>
                          <a:pt x="111110" y="5848"/>
                        </a:lnTo>
                        <a:cubicBezTo>
                          <a:pt x="125760" y="5848"/>
                          <a:pt x="137869" y="16481"/>
                          <a:pt x="140350" y="30421"/>
                        </a:cubicBezTo>
                        <a:cubicBezTo>
                          <a:pt x="127059" y="33375"/>
                          <a:pt x="117077" y="45189"/>
                          <a:pt x="117077" y="59424"/>
                        </a:cubicBezTo>
                        <a:cubicBezTo>
                          <a:pt x="117077" y="73601"/>
                          <a:pt x="127059" y="85474"/>
                          <a:pt x="140350" y="88427"/>
                        </a:cubicBezTo>
                        <a:cubicBezTo>
                          <a:pt x="137869" y="102368"/>
                          <a:pt x="125760" y="113001"/>
                          <a:pt x="111110" y="113001"/>
                        </a:cubicBezTo>
                        <a:lnTo>
                          <a:pt x="63500" y="113001"/>
                        </a:lnTo>
                        <a:cubicBezTo>
                          <a:pt x="48969" y="113001"/>
                          <a:pt x="36919" y="102486"/>
                          <a:pt x="34320" y="8872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123" name="Graphic 4773">
                  <a:extLst>
                    <a:ext uri="{FF2B5EF4-FFF2-40B4-BE49-F238E27FC236}">
                      <a16:creationId xmlns:a16="http://schemas.microsoft.com/office/drawing/2014/main" id="{AEB7B110-A7B8-F752-B119-72011F2CE135}"/>
                    </a:ext>
                  </a:extLst>
                </p:cNvPr>
                <p:cNvGrpSpPr/>
                <p:nvPr/>
              </p:nvGrpSpPr>
              <p:grpSpPr>
                <a:xfrm>
                  <a:off x="2558193" y="4022355"/>
                  <a:ext cx="400670" cy="114063"/>
                  <a:chOff x="2558193" y="4022355"/>
                  <a:chExt cx="400670" cy="114063"/>
                </a:xfrm>
                <a:grpFill/>
              </p:grpSpPr>
              <p:grpSp>
                <p:nvGrpSpPr>
                  <p:cNvPr id="1233" name="Graphic 4773">
                    <a:extLst>
                      <a:ext uri="{FF2B5EF4-FFF2-40B4-BE49-F238E27FC236}">
                        <a16:creationId xmlns:a16="http://schemas.microsoft.com/office/drawing/2014/main" id="{B042C91B-4440-23CD-4DAF-B071CA8C842D}"/>
                      </a:ext>
                    </a:extLst>
                  </p:cNvPr>
                  <p:cNvGrpSpPr/>
                  <p:nvPr/>
                </p:nvGrpSpPr>
                <p:grpSpPr>
                  <a:xfrm>
                    <a:off x="2558193" y="4022355"/>
                    <a:ext cx="114004" cy="114004"/>
                    <a:chOff x="2558193" y="4022355"/>
                    <a:chExt cx="114004" cy="114004"/>
                  </a:xfrm>
                  <a:grpFill/>
                </p:grpSpPr>
                <p:sp>
                  <p:nvSpPr>
                    <p:cNvPr id="1241" name="Freeform: Shape 1240">
                      <a:extLst>
                        <a:ext uri="{FF2B5EF4-FFF2-40B4-BE49-F238E27FC236}">
                          <a16:creationId xmlns:a16="http://schemas.microsoft.com/office/drawing/2014/main" id="{1495A340-0AA7-3ADB-0DBD-02E30189AE32}"/>
                        </a:ext>
                      </a:extLst>
                    </p:cNvPr>
                    <p:cNvSpPr/>
                    <p:nvPr/>
                  </p:nvSpPr>
                  <p:spPr>
                    <a:xfrm>
                      <a:off x="2558193" y="4022355"/>
                      <a:ext cx="114004" cy="114004"/>
                    </a:xfrm>
                    <a:custGeom>
                      <a:avLst/>
                      <a:gdLst>
                        <a:gd name="connsiteX0" fmla="*/ 34201 w 114004"/>
                        <a:gd name="connsiteY0" fmla="*/ 114005 h 114004"/>
                        <a:gd name="connsiteX1" fmla="*/ 79803 w 114004"/>
                        <a:gd name="connsiteY1" fmla="*/ 114005 h 114004"/>
                        <a:gd name="connsiteX2" fmla="*/ 114005 w 114004"/>
                        <a:gd name="connsiteY2" fmla="*/ 79803 h 114004"/>
                        <a:gd name="connsiteX3" fmla="*/ 114005 w 114004"/>
                        <a:gd name="connsiteY3" fmla="*/ 34201 h 114004"/>
                        <a:gd name="connsiteX4" fmla="*/ 79803 w 114004"/>
                        <a:gd name="connsiteY4" fmla="*/ 0 h 114004"/>
                        <a:gd name="connsiteX5" fmla="*/ 34201 w 114004"/>
                        <a:gd name="connsiteY5" fmla="*/ 0 h 114004"/>
                        <a:gd name="connsiteX6" fmla="*/ 0 w 114004"/>
                        <a:gd name="connsiteY6" fmla="*/ 34201 h 114004"/>
                        <a:gd name="connsiteX7" fmla="*/ 0 w 114004"/>
                        <a:gd name="connsiteY7" fmla="*/ 79803 h 114004"/>
                        <a:gd name="connsiteX8" fmla="*/ 34201 w 114004"/>
                        <a:gd name="connsiteY8" fmla="*/ 114005 h 114004"/>
                        <a:gd name="connsiteX9" fmla="*/ 34201 w 114004"/>
                        <a:gd name="connsiteY9" fmla="*/ 108334 h 114004"/>
                        <a:gd name="connsiteX10" fmla="*/ 5730 w 114004"/>
                        <a:gd name="connsiteY10" fmla="*/ 79862 h 114004"/>
                        <a:gd name="connsiteX11" fmla="*/ 5730 w 114004"/>
                        <a:gd name="connsiteY11" fmla="*/ 34260 h 114004"/>
                        <a:gd name="connsiteX12" fmla="*/ 34201 w 114004"/>
                        <a:gd name="connsiteY12" fmla="*/ 5789 h 114004"/>
                        <a:gd name="connsiteX13" fmla="*/ 79803 w 114004"/>
                        <a:gd name="connsiteY13" fmla="*/ 5789 h 114004"/>
                        <a:gd name="connsiteX14" fmla="*/ 108275 w 114004"/>
                        <a:gd name="connsiteY14" fmla="*/ 34260 h 114004"/>
                        <a:gd name="connsiteX15" fmla="*/ 108275 w 114004"/>
                        <a:gd name="connsiteY15" fmla="*/ 79862 h 114004"/>
                        <a:gd name="connsiteX16" fmla="*/ 79803 w 114004"/>
                        <a:gd name="connsiteY16" fmla="*/ 108334 h 114004"/>
                        <a:gd name="connsiteX17" fmla="*/ 34201 w 114004"/>
                        <a:gd name="connsiteY17" fmla="*/ 108334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34201" y="114005"/>
                          </a:moveTo>
                          <a:lnTo>
                            <a:pt x="79803" y="114005"/>
                          </a:lnTo>
                          <a:cubicBezTo>
                            <a:pt x="98706" y="114005"/>
                            <a:pt x="114005" y="98705"/>
                            <a:pt x="114005" y="79803"/>
                          </a:cubicBezTo>
                          <a:lnTo>
                            <a:pt x="114005" y="34201"/>
                          </a:lnTo>
                          <a:cubicBezTo>
                            <a:pt x="114005" y="15299"/>
                            <a:pt x="98706" y="0"/>
                            <a:pt x="79803" y="0"/>
                          </a:cubicBezTo>
                          <a:lnTo>
                            <a:pt x="34201" y="0"/>
                          </a:lnTo>
                          <a:cubicBezTo>
                            <a:pt x="15299" y="0"/>
                            <a:pt x="0" y="15299"/>
                            <a:pt x="0" y="34201"/>
                          </a:cubicBezTo>
                          <a:lnTo>
                            <a:pt x="0" y="79803"/>
                          </a:lnTo>
                          <a:cubicBezTo>
                            <a:pt x="0" y="98705"/>
                            <a:pt x="15358" y="114005"/>
                            <a:pt x="34201" y="114005"/>
                          </a:cubicBezTo>
                          <a:close/>
                          <a:moveTo>
                            <a:pt x="34201" y="108334"/>
                          </a:moveTo>
                          <a:cubicBezTo>
                            <a:pt x="18489" y="108334"/>
                            <a:pt x="5730" y="95575"/>
                            <a:pt x="5730" y="79862"/>
                          </a:cubicBezTo>
                          <a:lnTo>
                            <a:pt x="5730" y="34260"/>
                          </a:lnTo>
                          <a:cubicBezTo>
                            <a:pt x="5730" y="18548"/>
                            <a:pt x="18489" y="5789"/>
                            <a:pt x="34201" y="5789"/>
                          </a:cubicBezTo>
                          <a:lnTo>
                            <a:pt x="79803" y="5789"/>
                          </a:lnTo>
                          <a:cubicBezTo>
                            <a:pt x="95516" y="5789"/>
                            <a:pt x="108275" y="18548"/>
                            <a:pt x="108275" y="34260"/>
                          </a:cubicBezTo>
                          <a:lnTo>
                            <a:pt x="108275" y="79862"/>
                          </a:lnTo>
                          <a:cubicBezTo>
                            <a:pt x="108275" y="95575"/>
                            <a:pt x="95516" y="108334"/>
                            <a:pt x="79803" y="108334"/>
                          </a:cubicBezTo>
                          <a:lnTo>
                            <a:pt x="34201" y="10833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42" name="Freeform: Shape 1241">
                      <a:extLst>
                        <a:ext uri="{FF2B5EF4-FFF2-40B4-BE49-F238E27FC236}">
                          <a16:creationId xmlns:a16="http://schemas.microsoft.com/office/drawing/2014/main" id="{2876377B-AB6D-BF70-F748-5F7148E9CE4C}"/>
                        </a:ext>
                      </a:extLst>
                    </p:cNvPr>
                    <p:cNvSpPr/>
                    <p:nvPr/>
                  </p:nvSpPr>
                  <p:spPr>
                    <a:xfrm>
                      <a:off x="2593812" y="4054725"/>
                      <a:ext cx="42766" cy="49323"/>
                    </a:xfrm>
                    <a:custGeom>
                      <a:avLst/>
                      <a:gdLst>
                        <a:gd name="connsiteX0" fmla="*/ 42767 w 42766"/>
                        <a:gd name="connsiteY0" fmla="*/ 0 h 49323"/>
                        <a:gd name="connsiteX1" fmla="*/ 42767 w 42766"/>
                        <a:gd name="connsiteY1" fmla="*/ 49323 h 49323"/>
                        <a:gd name="connsiteX2" fmla="*/ 0 w 42766"/>
                        <a:gd name="connsiteY2" fmla="*/ 24691 h 49323"/>
                      </a:gdLst>
                      <a:ahLst/>
                      <a:cxnLst>
                        <a:cxn ang="0">
                          <a:pos x="connsiteX0" y="connsiteY0"/>
                        </a:cxn>
                        <a:cxn ang="0">
                          <a:pos x="connsiteX1" y="connsiteY1"/>
                        </a:cxn>
                        <a:cxn ang="0">
                          <a:pos x="connsiteX2" y="connsiteY2"/>
                        </a:cxn>
                      </a:cxnLst>
                      <a:rect l="l" t="t" r="r" b="b"/>
                      <a:pathLst>
                        <a:path w="42766" h="49323">
                          <a:moveTo>
                            <a:pt x="42767" y="0"/>
                          </a:moveTo>
                          <a:lnTo>
                            <a:pt x="42767" y="49323"/>
                          </a:lnTo>
                          <a:lnTo>
                            <a:pt x="0" y="2469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234" name="Graphic 4773">
                    <a:extLst>
                      <a:ext uri="{FF2B5EF4-FFF2-40B4-BE49-F238E27FC236}">
                        <a16:creationId xmlns:a16="http://schemas.microsoft.com/office/drawing/2014/main" id="{291AE3E8-C8EE-77E4-D1A0-AEA80C5809FE}"/>
                      </a:ext>
                    </a:extLst>
                  </p:cNvPr>
                  <p:cNvGrpSpPr/>
                  <p:nvPr/>
                </p:nvGrpSpPr>
                <p:grpSpPr>
                  <a:xfrm>
                    <a:off x="2844858" y="4022414"/>
                    <a:ext cx="114004" cy="114004"/>
                    <a:chOff x="2844858" y="4022414"/>
                    <a:chExt cx="114004" cy="114004"/>
                  </a:xfrm>
                  <a:grpFill/>
                </p:grpSpPr>
                <p:sp>
                  <p:nvSpPr>
                    <p:cNvPr id="1239" name="Freeform: Shape 1238">
                      <a:extLst>
                        <a:ext uri="{FF2B5EF4-FFF2-40B4-BE49-F238E27FC236}">
                          <a16:creationId xmlns:a16="http://schemas.microsoft.com/office/drawing/2014/main" id="{32F054A9-627E-0944-81CE-3DA722130A20}"/>
                        </a:ext>
                      </a:extLst>
                    </p:cNvPr>
                    <p:cNvSpPr/>
                    <p:nvPr/>
                  </p:nvSpPr>
                  <p:spPr>
                    <a:xfrm>
                      <a:off x="2844858" y="4022414"/>
                      <a:ext cx="114004" cy="114004"/>
                    </a:xfrm>
                    <a:custGeom>
                      <a:avLst/>
                      <a:gdLst>
                        <a:gd name="connsiteX0" fmla="*/ 79803 w 114004"/>
                        <a:gd name="connsiteY0" fmla="*/ 0 h 114004"/>
                        <a:gd name="connsiteX1" fmla="*/ 34201 w 114004"/>
                        <a:gd name="connsiteY1" fmla="*/ 0 h 114004"/>
                        <a:gd name="connsiteX2" fmla="*/ 0 w 114004"/>
                        <a:gd name="connsiteY2" fmla="*/ 34201 h 114004"/>
                        <a:gd name="connsiteX3" fmla="*/ 0 w 114004"/>
                        <a:gd name="connsiteY3" fmla="*/ 79803 h 114004"/>
                        <a:gd name="connsiteX4" fmla="*/ 34201 w 114004"/>
                        <a:gd name="connsiteY4" fmla="*/ 114005 h 114004"/>
                        <a:gd name="connsiteX5" fmla="*/ 79803 w 114004"/>
                        <a:gd name="connsiteY5" fmla="*/ 114005 h 114004"/>
                        <a:gd name="connsiteX6" fmla="*/ 114005 w 114004"/>
                        <a:gd name="connsiteY6" fmla="*/ 79803 h 114004"/>
                        <a:gd name="connsiteX7" fmla="*/ 114005 w 114004"/>
                        <a:gd name="connsiteY7" fmla="*/ 34201 h 114004"/>
                        <a:gd name="connsiteX8" fmla="*/ 79803 w 114004"/>
                        <a:gd name="connsiteY8" fmla="*/ 0 h 114004"/>
                        <a:gd name="connsiteX9" fmla="*/ 79803 w 114004"/>
                        <a:gd name="connsiteY9" fmla="*/ 5670 h 114004"/>
                        <a:gd name="connsiteX10" fmla="*/ 108275 w 114004"/>
                        <a:gd name="connsiteY10" fmla="*/ 34142 h 114004"/>
                        <a:gd name="connsiteX11" fmla="*/ 108275 w 114004"/>
                        <a:gd name="connsiteY11" fmla="*/ 79744 h 114004"/>
                        <a:gd name="connsiteX12" fmla="*/ 79803 w 114004"/>
                        <a:gd name="connsiteY12" fmla="*/ 108216 h 114004"/>
                        <a:gd name="connsiteX13" fmla="*/ 34201 w 114004"/>
                        <a:gd name="connsiteY13" fmla="*/ 108216 h 114004"/>
                        <a:gd name="connsiteX14" fmla="*/ 5730 w 114004"/>
                        <a:gd name="connsiteY14" fmla="*/ 79744 h 114004"/>
                        <a:gd name="connsiteX15" fmla="*/ 5730 w 114004"/>
                        <a:gd name="connsiteY15" fmla="*/ 34142 h 114004"/>
                        <a:gd name="connsiteX16" fmla="*/ 34201 w 114004"/>
                        <a:gd name="connsiteY16" fmla="*/ 5670 h 114004"/>
                        <a:gd name="connsiteX17" fmla="*/ 79803 w 114004"/>
                        <a:gd name="connsiteY17" fmla="*/ 5670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79803" y="0"/>
                          </a:moveTo>
                          <a:lnTo>
                            <a:pt x="34201" y="0"/>
                          </a:lnTo>
                          <a:cubicBezTo>
                            <a:pt x="15299" y="0"/>
                            <a:pt x="0" y="15299"/>
                            <a:pt x="0" y="34201"/>
                          </a:cubicBez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close/>
                          <a:moveTo>
                            <a:pt x="79803" y="5670"/>
                          </a:moveTo>
                          <a:cubicBezTo>
                            <a:pt x="95516" y="5670"/>
                            <a:pt x="108275" y="18489"/>
                            <a:pt x="108275" y="34142"/>
                          </a:cubicBezTo>
                          <a:lnTo>
                            <a:pt x="108275" y="79744"/>
                          </a:lnTo>
                          <a:cubicBezTo>
                            <a:pt x="108275" y="95457"/>
                            <a:pt x="95516" y="108216"/>
                            <a:pt x="79803" y="108216"/>
                          </a:cubicBezTo>
                          <a:lnTo>
                            <a:pt x="34201" y="108216"/>
                          </a:lnTo>
                          <a:cubicBezTo>
                            <a:pt x="18489" y="108216"/>
                            <a:pt x="5730" y="95457"/>
                            <a:pt x="5730" y="79744"/>
                          </a:cubicBezTo>
                          <a:lnTo>
                            <a:pt x="5730" y="34142"/>
                          </a:lnTo>
                          <a:cubicBezTo>
                            <a:pt x="5730" y="18430"/>
                            <a:pt x="18489" y="5670"/>
                            <a:pt x="34201" y="5670"/>
                          </a:cubicBezTo>
                          <a:lnTo>
                            <a:pt x="79803" y="56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40" name="Freeform: Shape 1239">
                      <a:extLst>
                        <a:ext uri="{FF2B5EF4-FFF2-40B4-BE49-F238E27FC236}">
                          <a16:creationId xmlns:a16="http://schemas.microsoft.com/office/drawing/2014/main" id="{4DFD8738-4779-01AE-2064-20BC26CF37FA}"/>
                        </a:ext>
                      </a:extLst>
                    </p:cNvPr>
                    <p:cNvSpPr/>
                    <p:nvPr/>
                  </p:nvSpPr>
                  <p:spPr>
                    <a:xfrm>
                      <a:off x="2880537" y="4054725"/>
                      <a:ext cx="42707" cy="49323"/>
                    </a:xfrm>
                    <a:custGeom>
                      <a:avLst/>
                      <a:gdLst>
                        <a:gd name="connsiteX0" fmla="*/ 0 w 42707"/>
                        <a:gd name="connsiteY0" fmla="*/ 49323 h 49323"/>
                        <a:gd name="connsiteX1" fmla="*/ 0 w 42707"/>
                        <a:gd name="connsiteY1" fmla="*/ 0 h 49323"/>
                        <a:gd name="connsiteX2" fmla="*/ 42708 w 42707"/>
                        <a:gd name="connsiteY2" fmla="*/ 24691 h 49323"/>
                      </a:gdLst>
                      <a:ahLst/>
                      <a:cxnLst>
                        <a:cxn ang="0">
                          <a:pos x="connsiteX0" y="connsiteY0"/>
                        </a:cxn>
                        <a:cxn ang="0">
                          <a:pos x="connsiteX1" y="connsiteY1"/>
                        </a:cxn>
                        <a:cxn ang="0">
                          <a:pos x="connsiteX2" y="connsiteY2"/>
                        </a:cxn>
                      </a:cxnLst>
                      <a:rect l="l" t="t" r="r" b="b"/>
                      <a:pathLst>
                        <a:path w="42707" h="49323">
                          <a:moveTo>
                            <a:pt x="0" y="49323"/>
                          </a:moveTo>
                          <a:lnTo>
                            <a:pt x="0" y="0"/>
                          </a:lnTo>
                          <a:lnTo>
                            <a:pt x="42708" y="2469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235" name="Graphic 4773">
                    <a:extLst>
                      <a:ext uri="{FF2B5EF4-FFF2-40B4-BE49-F238E27FC236}">
                        <a16:creationId xmlns:a16="http://schemas.microsoft.com/office/drawing/2014/main" id="{1A299FA7-6F2F-FC6F-D8EC-BBE24518ED96}"/>
                      </a:ext>
                    </a:extLst>
                  </p:cNvPr>
                  <p:cNvGrpSpPr/>
                  <p:nvPr/>
                </p:nvGrpSpPr>
                <p:grpSpPr>
                  <a:xfrm>
                    <a:off x="2702441" y="4022414"/>
                    <a:ext cx="114004" cy="114004"/>
                    <a:chOff x="2702441" y="4022414"/>
                    <a:chExt cx="114004" cy="114004"/>
                  </a:xfrm>
                  <a:grpFill/>
                </p:grpSpPr>
                <p:sp>
                  <p:nvSpPr>
                    <p:cNvPr id="1236" name="Freeform: Shape 1235">
                      <a:extLst>
                        <a:ext uri="{FF2B5EF4-FFF2-40B4-BE49-F238E27FC236}">
                          <a16:creationId xmlns:a16="http://schemas.microsoft.com/office/drawing/2014/main" id="{B915DFEF-98D5-3326-3137-55CE7DE93F33}"/>
                        </a:ext>
                      </a:extLst>
                    </p:cNvPr>
                    <p:cNvSpPr/>
                    <p:nvPr/>
                  </p:nvSpPr>
                  <p:spPr>
                    <a:xfrm>
                      <a:off x="2702441" y="4022414"/>
                      <a:ext cx="114004" cy="114004"/>
                    </a:xfrm>
                    <a:custGeom>
                      <a:avLst/>
                      <a:gdLst>
                        <a:gd name="connsiteX0" fmla="*/ 0 w 114004"/>
                        <a:gd name="connsiteY0" fmla="*/ 34201 h 114004"/>
                        <a:gd name="connsiteX1" fmla="*/ 0 w 114004"/>
                        <a:gd name="connsiteY1" fmla="*/ 79803 h 114004"/>
                        <a:gd name="connsiteX2" fmla="*/ 34201 w 114004"/>
                        <a:gd name="connsiteY2" fmla="*/ 114005 h 114004"/>
                        <a:gd name="connsiteX3" fmla="*/ 79803 w 114004"/>
                        <a:gd name="connsiteY3" fmla="*/ 114005 h 114004"/>
                        <a:gd name="connsiteX4" fmla="*/ 114005 w 114004"/>
                        <a:gd name="connsiteY4" fmla="*/ 79803 h 114004"/>
                        <a:gd name="connsiteX5" fmla="*/ 114005 w 114004"/>
                        <a:gd name="connsiteY5" fmla="*/ 34201 h 114004"/>
                        <a:gd name="connsiteX6" fmla="*/ 79803 w 114004"/>
                        <a:gd name="connsiteY6" fmla="*/ 0 h 114004"/>
                        <a:gd name="connsiteX7" fmla="*/ 34201 w 114004"/>
                        <a:gd name="connsiteY7" fmla="*/ 0 h 114004"/>
                        <a:gd name="connsiteX8" fmla="*/ 0 w 114004"/>
                        <a:gd name="connsiteY8" fmla="*/ 34201 h 114004"/>
                        <a:gd name="connsiteX9" fmla="*/ 5730 w 114004"/>
                        <a:gd name="connsiteY9" fmla="*/ 34201 h 114004"/>
                        <a:gd name="connsiteX10" fmla="*/ 34201 w 114004"/>
                        <a:gd name="connsiteY10" fmla="*/ 5730 h 114004"/>
                        <a:gd name="connsiteX11" fmla="*/ 79803 w 114004"/>
                        <a:gd name="connsiteY11" fmla="*/ 5730 h 114004"/>
                        <a:gd name="connsiteX12" fmla="*/ 108275 w 114004"/>
                        <a:gd name="connsiteY12" fmla="*/ 34201 h 114004"/>
                        <a:gd name="connsiteX13" fmla="*/ 108275 w 114004"/>
                        <a:gd name="connsiteY13" fmla="*/ 79803 h 114004"/>
                        <a:gd name="connsiteX14" fmla="*/ 79803 w 114004"/>
                        <a:gd name="connsiteY14" fmla="*/ 108275 h 114004"/>
                        <a:gd name="connsiteX15" fmla="*/ 34201 w 114004"/>
                        <a:gd name="connsiteY15" fmla="*/ 108275 h 114004"/>
                        <a:gd name="connsiteX16" fmla="*/ 5730 w 114004"/>
                        <a:gd name="connsiteY16" fmla="*/ 79803 h 114004"/>
                        <a:gd name="connsiteX17" fmla="*/ 5730 w 114004"/>
                        <a:gd name="connsiteY17" fmla="*/ 34201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0" y="34201"/>
                          </a:move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lnTo>
                            <a:pt x="34201" y="0"/>
                          </a:lnTo>
                          <a:cubicBezTo>
                            <a:pt x="15358" y="0"/>
                            <a:pt x="0" y="15299"/>
                            <a:pt x="0" y="34201"/>
                          </a:cubicBezTo>
                          <a:close/>
                          <a:moveTo>
                            <a:pt x="5730" y="34201"/>
                          </a:moveTo>
                          <a:cubicBezTo>
                            <a:pt x="5730" y="18489"/>
                            <a:pt x="18489" y="5730"/>
                            <a:pt x="34201" y="5730"/>
                          </a:cubicBezTo>
                          <a:lnTo>
                            <a:pt x="79803" y="5730"/>
                          </a:lnTo>
                          <a:cubicBezTo>
                            <a:pt x="95516" y="5730"/>
                            <a:pt x="108275" y="18489"/>
                            <a:pt x="108275" y="34201"/>
                          </a:cubicBezTo>
                          <a:lnTo>
                            <a:pt x="108275" y="79803"/>
                          </a:lnTo>
                          <a:cubicBezTo>
                            <a:pt x="108275" y="95516"/>
                            <a:pt x="95516" y="108275"/>
                            <a:pt x="79803" y="108275"/>
                          </a:cubicBezTo>
                          <a:lnTo>
                            <a:pt x="34201" y="108275"/>
                          </a:lnTo>
                          <a:cubicBezTo>
                            <a:pt x="18489" y="108275"/>
                            <a:pt x="5730" y="95516"/>
                            <a:pt x="5730" y="79803"/>
                          </a:cubicBezTo>
                          <a:lnTo>
                            <a:pt x="5730" y="3420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37" name="Freeform: Shape 1236">
                      <a:extLst>
                        <a:ext uri="{FF2B5EF4-FFF2-40B4-BE49-F238E27FC236}">
                          <a16:creationId xmlns:a16="http://schemas.microsoft.com/office/drawing/2014/main" id="{CDD0BBF5-2F5E-4D7F-E60E-3C33517813FF}"/>
                        </a:ext>
                      </a:extLst>
                    </p:cNvPr>
                    <p:cNvSpPr/>
                    <p:nvPr/>
                  </p:nvSpPr>
                  <p:spPr>
                    <a:xfrm>
                      <a:off x="2765114"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38" name="Freeform: Shape 1237">
                      <a:extLst>
                        <a:ext uri="{FF2B5EF4-FFF2-40B4-BE49-F238E27FC236}">
                          <a16:creationId xmlns:a16="http://schemas.microsoft.com/office/drawing/2014/main" id="{EFC4842D-5B12-D27F-5141-AA581FDB6373}"/>
                        </a:ext>
                      </a:extLst>
                    </p:cNvPr>
                    <p:cNvSpPr/>
                    <p:nvPr/>
                  </p:nvSpPr>
                  <p:spPr>
                    <a:xfrm>
                      <a:off x="2738533"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1124" name="Graphic 4773">
                  <a:extLst>
                    <a:ext uri="{FF2B5EF4-FFF2-40B4-BE49-F238E27FC236}">
                      <a16:creationId xmlns:a16="http://schemas.microsoft.com/office/drawing/2014/main" id="{DF710CFF-29B3-32D5-52DF-15466FAA94C9}"/>
                    </a:ext>
                  </a:extLst>
                </p:cNvPr>
                <p:cNvGrpSpPr/>
                <p:nvPr/>
              </p:nvGrpSpPr>
              <p:grpSpPr>
                <a:xfrm>
                  <a:off x="4176882" y="1893185"/>
                  <a:ext cx="116840" cy="236869"/>
                  <a:chOff x="4176882" y="1893185"/>
                  <a:chExt cx="116840" cy="236869"/>
                </a:xfrm>
                <a:grpFill/>
              </p:grpSpPr>
              <p:sp>
                <p:nvSpPr>
                  <p:cNvPr id="1231" name="Freeform: Shape 1230">
                    <a:extLst>
                      <a:ext uri="{FF2B5EF4-FFF2-40B4-BE49-F238E27FC236}">
                        <a16:creationId xmlns:a16="http://schemas.microsoft.com/office/drawing/2014/main" id="{E782FD1A-1C01-26A6-28AD-BC0BB2406BAC}"/>
                      </a:ext>
                    </a:extLst>
                  </p:cNvPr>
                  <p:cNvSpPr/>
                  <p:nvPr/>
                </p:nvSpPr>
                <p:spPr>
                  <a:xfrm>
                    <a:off x="4176941" y="2013274"/>
                    <a:ext cx="116781" cy="116781"/>
                  </a:xfrm>
                  <a:custGeom>
                    <a:avLst/>
                    <a:gdLst>
                      <a:gd name="connsiteX0" fmla="*/ 116781 w 116781"/>
                      <a:gd name="connsiteY0" fmla="*/ 97524 h 116781"/>
                      <a:gd name="connsiteX1" fmla="*/ 39813 w 116781"/>
                      <a:gd name="connsiteY1" fmla="*/ 20556 h 116781"/>
                      <a:gd name="connsiteX2" fmla="*/ 102782 w 116781"/>
                      <a:gd name="connsiteY2" fmla="*/ 20556 h 116781"/>
                      <a:gd name="connsiteX3" fmla="*/ 82225 w 116781"/>
                      <a:gd name="connsiteY3" fmla="*/ 0 h 116781"/>
                      <a:gd name="connsiteX4" fmla="*/ 0 w 116781"/>
                      <a:gd name="connsiteY4" fmla="*/ 0 h 116781"/>
                      <a:gd name="connsiteX5" fmla="*/ 0 w 116781"/>
                      <a:gd name="connsiteY5" fmla="*/ 82225 h 116781"/>
                      <a:gd name="connsiteX6" fmla="*/ 20556 w 116781"/>
                      <a:gd name="connsiteY6" fmla="*/ 102782 h 116781"/>
                      <a:gd name="connsiteX7" fmla="*/ 20556 w 116781"/>
                      <a:gd name="connsiteY7" fmla="*/ 39813 h 116781"/>
                      <a:gd name="connsiteX8" fmla="*/ 97524 w 116781"/>
                      <a:gd name="connsiteY8" fmla="*/ 116781 h 116781"/>
                      <a:gd name="connsiteX9" fmla="*/ 116781 w 116781"/>
                      <a:gd name="connsiteY9" fmla="*/ 97524 h 116781"/>
                      <a:gd name="connsiteX10" fmla="*/ 37746 w 116781"/>
                      <a:gd name="connsiteY10" fmla="*/ 22624 h 116781"/>
                      <a:gd name="connsiteX11" fmla="*/ 112646 w 116781"/>
                      <a:gd name="connsiteY11" fmla="*/ 97524 h 116781"/>
                      <a:gd name="connsiteX12" fmla="*/ 97465 w 116781"/>
                      <a:gd name="connsiteY12" fmla="*/ 112705 h 116781"/>
                      <a:gd name="connsiteX13" fmla="*/ 22565 w 116781"/>
                      <a:gd name="connsiteY13" fmla="*/ 37805 h 116781"/>
                      <a:gd name="connsiteX14" fmla="*/ 17603 w 116781"/>
                      <a:gd name="connsiteY14" fmla="*/ 32843 h 116781"/>
                      <a:gd name="connsiteX15" fmla="*/ 17603 w 116781"/>
                      <a:gd name="connsiteY15" fmla="*/ 39872 h 116781"/>
                      <a:gd name="connsiteX16" fmla="*/ 17603 w 116781"/>
                      <a:gd name="connsiteY16" fmla="*/ 95870 h 116781"/>
                      <a:gd name="connsiteX17" fmla="*/ 2835 w 116781"/>
                      <a:gd name="connsiteY17" fmla="*/ 81103 h 116781"/>
                      <a:gd name="connsiteX18" fmla="*/ 2835 w 116781"/>
                      <a:gd name="connsiteY18" fmla="*/ 2953 h 116781"/>
                      <a:gd name="connsiteX19" fmla="*/ 80985 w 116781"/>
                      <a:gd name="connsiteY19" fmla="*/ 2953 h 116781"/>
                      <a:gd name="connsiteX20" fmla="*/ 95752 w 116781"/>
                      <a:gd name="connsiteY20" fmla="*/ 17721 h 116781"/>
                      <a:gd name="connsiteX21" fmla="*/ 39813 w 116781"/>
                      <a:gd name="connsiteY21" fmla="*/ 17721 h 116781"/>
                      <a:gd name="connsiteX22" fmla="*/ 32784 w 116781"/>
                      <a:gd name="connsiteY22" fmla="*/ 17721 h 116781"/>
                      <a:gd name="connsiteX23" fmla="*/ 37746 w 116781"/>
                      <a:gd name="connsiteY23" fmla="*/ 2262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1">
                        <a:moveTo>
                          <a:pt x="116781" y="97524"/>
                        </a:moveTo>
                        <a:lnTo>
                          <a:pt x="39813" y="20556"/>
                        </a:lnTo>
                        <a:lnTo>
                          <a:pt x="102782" y="20556"/>
                        </a:lnTo>
                        <a:lnTo>
                          <a:pt x="82225" y="0"/>
                        </a:lnTo>
                        <a:lnTo>
                          <a:pt x="0" y="0"/>
                        </a:lnTo>
                        <a:lnTo>
                          <a:pt x="0" y="82225"/>
                        </a:lnTo>
                        <a:lnTo>
                          <a:pt x="20556" y="102782"/>
                        </a:lnTo>
                        <a:lnTo>
                          <a:pt x="20556" y="39813"/>
                        </a:lnTo>
                        <a:lnTo>
                          <a:pt x="97524" y="116781"/>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32" name="Freeform: Shape 1231">
                    <a:extLst>
                      <a:ext uri="{FF2B5EF4-FFF2-40B4-BE49-F238E27FC236}">
                        <a16:creationId xmlns:a16="http://schemas.microsoft.com/office/drawing/2014/main" id="{9C50E63C-3E9A-B0E4-3D62-6C45C28908BA}"/>
                      </a:ext>
                    </a:extLst>
                  </p:cNvPr>
                  <p:cNvSpPr/>
                  <p:nvPr/>
                </p:nvSpPr>
                <p:spPr>
                  <a:xfrm>
                    <a:off x="4176882" y="1893185"/>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7 w 116781"/>
                      <a:gd name="connsiteY5" fmla="*/ 76968 h 116780"/>
                      <a:gd name="connsiteX6" fmla="*/ 20557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7 h 116780"/>
                      <a:gd name="connsiteX11" fmla="*/ 2894 w 116781"/>
                      <a:gd name="connsiteY11" fmla="*/ 113887 h 116780"/>
                      <a:gd name="connsiteX12" fmla="*/ 2894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76 h 116780"/>
                      <a:gd name="connsiteX18" fmla="*/ 112705 w 116781"/>
                      <a:gd name="connsiteY18" fmla="*/ 19257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7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7" y="76968"/>
                        </a:lnTo>
                        <a:lnTo>
                          <a:pt x="20557" y="14000"/>
                        </a:lnTo>
                        <a:lnTo>
                          <a:pt x="0" y="34556"/>
                        </a:lnTo>
                        <a:lnTo>
                          <a:pt x="0" y="116781"/>
                        </a:lnTo>
                        <a:lnTo>
                          <a:pt x="82225" y="116781"/>
                        </a:lnTo>
                        <a:close/>
                        <a:moveTo>
                          <a:pt x="81044" y="113887"/>
                        </a:moveTo>
                        <a:lnTo>
                          <a:pt x="2894" y="113887"/>
                        </a:lnTo>
                        <a:lnTo>
                          <a:pt x="2894" y="35737"/>
                        </a:lnTo>
                        <a:lnTo>
                          <a:pt x="17662" y="20970"/>
                        </a:lnTo>
                        <a:lnTo>
                          <a:pt x="17662" y="76909"/>
                        </a:lnTo>
                        <a:lnTo>
                          <a:pt x="17662" y="83938"/>
                        </a:lnTo>
                        <a:lnTo>
                          <a:pt x="22624" y="78976"/>
                        </a:lnTo>
                        <a:lnTo>
                          <a:pt x="97524" y="4076"/>
                        </a:lnTo>
                        <a:lnTo>
                          <a:pt x="112705" y="19257"/>
                        </a:lnTo>
                        <a:lnTo>
                          <a:pt x="37805" y="94157"/>
                        </a:lnTo>
                        <a:lnTo>
                          <a:pt x="32843" y="99119"/>
                        </a:lnTo>
                        <a:lnTo>
                          <a:pt x="39872" y="99119"/>
                        </a:lnTo>
                        <a:lnTo>
                          <a:pt x="95811" y="99119"/>
                        </a:lnTo>
                        <a:lnTo>
                          <a:pt x="81044" y="11388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125" name="Graphic 4773">
                  <a:extLst>
                    <a:ext uri="{FF2B5EF4-FFF2-40B4-BE49-F238E27FC236}">
                      <a16:creationId xmlns:a16="http://schemas.microsoft.com/office/drawing/2014/main" id="{FB7D3A33-7EFA-ABD6-72FC-F4E61F395DB2}"/>
                    </a:ext>
                  </a:extLst>
                </p:cNvPr>
                <p:cNvGrpSpPr/>
                <p:nvPr/>
              </p:nvGrpSpPr>
              <p:grpSpPr>
                <a:xfrm>
                  <a:off x="632696" y="2425108"/>
                  <a:ext cx="116780" cy="236869"/>
                  <a:chOff x="632696" y="2425108"/>
                  <a:chExt cx="116780" cy="236869"/>
                </a:xfrm>
                <a:grpFill/>
              </p:grpSpPr>
              <p:sp>
                <p:nvSpPr>
                  <p:cNvPr id="1229" name="Freeform: Shape 1228">
                    <a:extLst>
                      <a:ext uri="{FF2B5EF4-FFF2-40B4-BE49-F238E27FC236}">
                        <a16:creationId xmlns:a16="http://schemas.microsoft.com/office/drawing/2014/main" id="{5A73AD32-9706-6824-0BA3-776DED7DD388}"/>
                      </a:ext>
                    </a:extLst>
                  </p:cNvPr>
                  <p:cNvSpPr/>
                  <p:nvPr/>
                </p:nvSpPr>
                <p:spPr>
                  <a:xfrm>
                    <a:off x="632696" y="2425108"/>
                    <a:ext cx="116780" cy="116781"/>
                  </a:xfrm>
                  <a:custGeom>
                    <a:avLst/>
                    <a:gdLst>
                      <a:gd name="connsiteX0" fmla="*/ 0 w 116780"/>
                      <a:gd name="connsiteY0" fmla="*/ 19257 h 116781"/>
                      <a:gd name="connsiteX1" fmla="*/ 76968 w 116780"/>
                      <a:gd name="connsiteY1" fmla="*/ 96225 h 116781"/>
                      <a:gd name="connsiteX2" fmla="*/ 14000 w 116780"/>
                      <a:gd name="connsiteY2" fmla="*/ 96225 h 116781"/>
                      <a:gd name="connsiteX3" fmla="*/ 34556 w 116780"/>
                      <a:gd name="connsiteY3" fmla="*/ 116781 h 116781"/>
                      <a:gd name="connsiteX4" fmla="*/ 116781 w 116780"/>
                      <a:gd name="connsiteY4" fmla="*/ 116781 h 116781"/>
                      <a:gd name="connsiteX5" fmla="*/ 116781 w 116780"/>
                      <a:gd name="connsiteY5" fmla="*/ 34556 h 116781"/>
                      <a:gd name="connsiteX6" fmla="*/ 96225 w 116780"/>
                      <a:gd name="connsiteY6" fmla="*/ 14000 h 116781"/>
                      <a:gd name="connsiteX7" fmla="*/ 96225 w 116780"/>
                      <a:gd name="connsiteY7" fmla="*/ 76968 h 116781"/>
                      <a:gd name="connsiteX8" fmla="*/ 19257 w 116780"/>
                      <a:gd name="connsiteY8" fmla="*/ 0 h 116781"/>
                      <a:gd name="connsiteX9" fmla="*/ 0 w 116780"/>
                      <a:gd name="connsiteY9" fmla="*/ 19257 h 116781"/>
                      <a:gd name="connsiteX10" fmla="*/ 79035 w 116780"/>
                      <a:gd name="connsiteY10" fmla="*/ 94216 h 116781"/>
                      <a:gd name="connsiteX11" fmla="*/ 4135 w 116780"/>
                      <a:gd name="connsiteY11" fmla="*/ 19316 h 116781"/>
                      <a:gd name="connsiteX12" fmla="*/ 19316 w 116780"/>
                      <a:gd name="connsiteY12" fmla="*/ 4135 h 116781"/>
                      <a:gd name="connsiteX13" fmla="*/ 94216 w 116780"/>
                      <a:gd name="connsiteY13" fmla="*/ 79035 h 116781"/>
                      <a:gd name="connsiteX14" fmla="*/ 99178 w 116780"/>
                      <a:gd name="connsiteY14" fmla="*/ 83997 h 116781"/>
                      <a:gd name="connsiteX15" fmla="*/ 99178 w 116780"/>
                      <a:gd name="connsiteY15" fmla="*/ 76968 h 116781"/>
                      <a:gd name="connsiteX16" fmla="*/ 99178 w 116780"/>
                      <a:gd name="connsiteY16" fmla="*/ 20970 h 116781"/>
                      <a:gd name="connsiteX17" fmla="*/ 113946 w 116780"/>
                      <a:gd name="connsiteY17" fmla="*/ 35737 h 116781"/>
                      <a:gd name="connsiteX18" fmla="*/ 113946 w 116780"/>
                      <a:gd name="connsiteY18" fmla="*/ 113887 h 116781"/>
                      <a:gd name="connsiteX19" fmla="*/ 35796 w 116780"/>
                      <a:gd name="connsiteY19" fmla="*/ 113887 h 116781"/>
                      <a:gd name="connsiteX20" fmla="*/ 21029 w 116780"/>
                      <a:gd name="connsiteY20" fmla="*/ 99119 h 116781"/>
                      <a:gd name="connsiteX21" fmla="*/ 76968 w 116780"/>
                      <a:gd name="connsiteY21" fmla="*/ 99119 h 116781"/>
                      <a:gd name="connsiteX22" fmla="*/ 83997 w 116780"/>
                      <a:gd name="connsiteY22" fmla="*/ 99119 h 116781"/>
                      <a:gd name="connsiteX23" fmla="*/ 79035 w 116780"/>
                      <a:gd name="connsiteY23" fmla="*/ 94216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0" y="19257"/>
                        </a:moveTo>
                        <a:lnTo>
                          <a:pt x="76968" y="96225"/>
                        </a:lnTo>
                        <a:lnTo>
                          <a:pt x="14000" y="96225"/>
                        </a:lnTo>
                        <a:lnTo>
                          <a:pt x="34556" y="116781"/>
                        </a:lnTo>
                        <a:lnTo>
                          <a:pt x="116781" y="116781"/>
                        </a:lnTo>
                        <a:lnTo>
                          <a:pt x="116781" y="34556"/>
                        </a:lnTo>
                        <a:lnTo>
                          <a:pt x="96225" y="14000"/>
                        </a:lnTo>
                        <a:lnTo>
                          <a:pt x="96225" y="76968"/>
                        </a:lnTo>
                        <a:lnTo>
                          <a:pt x="19257" y="0"/>
                        </a:lnTo>
                        <a:lnTo>
                          <a:pt x="0" y="19257"/>
                        </a:lnTo>
                        <a:close/>
                        <a:moveTo>
                          <a:pt x="79035" y="94216"/>
                        </a:moveTo>
                        <a:lnTo>
                          <a:pt x="4135" y="19316"/>
                        </a:lnTo>
                        <a:lnTo>
                          <a:pt x="19316" y="4135"/>
                        </a:lnTo>
                        <a:lnTo>
                          <a:pt x="94216" y="79035"/>
                        </a:lnTo>
                        <a:lnTo>
                          <a:pt x="99178" y="83997"/>
                        </a:lnTo>
                        <a:lnTo>
                          <a:pt x="99178" y="76968"/>
                        </a:lnTo>
                        <a:lnTo>
                          <a:pt x="99178" y="20970"/>
                        </a:lnTo>
                        <a:lnTo>
                          <a:pt x="113946" y="35737"/>
                        </a:lnTo>
                        <a:lnTo>
                          <a:pt x="113946" y="113887"/>
                        </a:lnTo>
                        <a:lnTo>
                          <a:pt x="35796" y="113887"/>
                        </a:lnTo>
                        <a:lnTo>
                          <a:pt x="21029" y="99119"/>
                        </a:lnTo>
                        <a:lnTo>
                          <a:pt x="76968" y="99119"/>
                        </a:lnTo>
                        <a:lnTo>
                          <a:pt x="83997" y="99119"/>
                        </a:lnTo>
                        <a:lnTo>
                          <a:pt x="79035" y="9421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30" name="Freeform: Shape 1229">
                    <a:extLst>
                      <a:ext uri="{FF2B5EF4-FFF2-40B4-BE49-F238E27FC236}">
                        <a16:creationId xmlns:a16="http://schemas.microsoft.com/office/drawing/2014/main" id="{ACC846E4-6367-A44A-65EC-6780CAFA830E}"/>
                      </a:ext>
                    </a:extLst>
                  </p:cNvPr>
                  <p:cNvSpPr/>
                  <p:nvPr/>
                </p:nvSpPr>
                <p:spPr>
                  <a:xfrm>
                    <a:off x="632696" y="2545197"/>
                    <a:ext cx="116780" cy="116780"/>
                  </a:xfrm>
                  <a:custGeom>
                    <a:avLst/>
                    <a:gdLst>
                      <a:gd name="connsiteX0" fmla="*/ 34556 w 116780"/>
                      <a:gd name="connsiteY0" fmla="*/ 0 h 116780"/>
                      <a:gd name="connsiteX1" fmla="*/ 14000 w 116780"/>
                      <a:gd name="connsiteY1" fmla="*/ 20556 h 116780"/>
                      <a:gd name="connsiteX2" fmla="*/ 76968 w 116780"/>
                      <a:gd name="connsiteY2" fmla="*/ 20556 h 116780"/>
                      <a:gd name="connsiteX3" fmla="*/ 0 w 116780"/>
                      <a:gd name="connsiteY3" fmla="*/ 97524 h 116780"/>
                      <a:gd name="connsiteX4" fmla="*/ 19257 w 116780"/>
                      <a:gd name="connsiteY4" fmla="*/ 116781 h 116780"/>
                      <a:gd name="connsiteX5" fmla="*/ 96225 w 116780"/>
                      <a:gd name="connsiteY5" fmla="*/ 39813 h 116780"/>
                      <a:gd name="connsiteX6" fmla="*/ 96225 w 116780"/>
                      <a:gd name="connsiteY6" fmla="*/ 102781 h 116780"/>
                      <a:gd name="connsiteX7" fmla="*/ 116781 w 116780"/>
                      <a:gd name="connsiteY7" fmla="*/ 82225 h 116780"/>
                      <a:gd name="connsiteX8" fmla="*/ 116781 w 116780"/>
                      <a:gd name="connsiteY8" fmla="*/ 0 h 116780"/>
                      <a:gd name="connsiteX9" fmla="*/ 34556 w 116780"/>
                      <a:gd name="connsiteY9" fmla="*/ 0 h 116780"/>
                      <a:gd name="connsiteX10" fmla="*/ 35796 w 116780"/>
                      <a:gd name="connsiteY10" fmla="*/ 2894 h 116780"/>
                      <a:gd name="connsiteX11" fmla="*/ 113946 w 116780"/>
                      <a:gd name="connsiteY11" fmla="*/ 2894 h 116780"/>
                      <a:gd name="connsiteX12" fmla="*/ 113946 w 116780"/>
                      <a:gd name="connsiteY12" fmla="*/ 81044 h 116780"/>
                      <a:gd name="connsiteX13" fmla="*/ 99178 w 116780"/>
                      <a:gd name="connsiteY13" fmla="*/ 95811 h 116780"/>
                      <a:gd name="connsiteX14" fmla="*/ 99178 w 116780"/>
                      <a:gd name="connsiteY14" fmla="*/ 39872 h 116780"/>
                      <a:gd name="connsiteX15" fmla="*/ 99178 w 116780"/>
                      <a:gd name="connsiteY15" fmla="*/ 32843 h 116780"/>
                      <a:gd name="connsiteX16" fmla="*/ 94216 w 116780"/>
                      <a:gd name="connsiteY16" fmla="*/ 37805 h 116780"/>
                      <a:gd name="connsiteX17" fmla="*/ 19316 w 116780"/>
                      <a:gd name="connsiteY17" fmla="*/ 112705 h 116780"/>
                      <a:gd name="connsiteX18" fmla="*/ 4135 w 116780"/>
                      <a:gd name="connsiteY18" fmla="*/ 97524 h 116780"/>
                      <a:gd name="connsiteX19" fmla="*/ 79035 w 116780"/>
                      <a:gd name="connsiteY19" fmla="*/ 22624 h 116780"/>
                      <a:gd name="connsiteX20" fmla="*/ 83997 w 116780"/>
                      <a:gd name="connsiteY20" fmla="*/ 17662 h 116780"/>
                      <a:gd name="connsiteX21" fmla="*/ 76968 w 116780"/>
                      <a:gd name="connsiteY21" fmla="*/ 17662 h 116780"/>
                      <a:gd name="connsiteX22" fmla="*/ 21029 w 116780"/>
                      <a:gd name="connsiteY22" fmla="*/ 17662 h 116780"/>
                      <a:gd name="connsiteX23" fmla="*/ 35796 w 116780"/>
                      <a:gd name="connsiteY23" fmla="*/ 2894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0">
                        <a:moveTo>
                          <a:pt x="34556" y="0"/>
                        </a:moveTo>
                        <a:lnTo>
                          <a:pt x="14000" y="20556"/>
                        </a:lnTo>
                        <a:lnTo>
                          <a:pt x="76968" y="20556"/>
                        </a:lnTo>
                        <a:lnTo>
                          <a:pt x="0" y="97524"/>
                        </a:lnTo>
                        <a:lnTo>
                          <a:pt x="19257" y="116781"/>
                        </a:lnTo>
                        <a:lnTo>
                          <a:pt x="96225" y="39813"/>
                        </a:lnTo>
                        <a:lnTo>
                          <a:pt x="96225" y="102781"/>
                        </a:lnTo>
                        <a:lnTo>
                          <a:pt x="116781" y="82225"/>
                        </a:lnTo>
                        <a:lnTo>
                          <a:pt x="116781" y="0"/>
                        </a:lnTo>
                        <a:lnTo>
                          <a:pt x="34556" y="0"/>
                        </a:lnTo>
                        <a:close/>
                        <a:moveTo>
                          <a:pt x="35796" y="2894"/>
                        </a:moveTo>
                        <a:lnTo>
                          <a:pt x="113946" y="2894"/>
                        </a:lnTo>
                        <a:lnTo>
                          <a:pt x="113946" y="81044"/>
                        </a:lnTo>
                        <a:lnTo>
                          <a:pt x="99178" y="95811"/>
                        </a:lnTo>
                        <a:lnTo>
                          <a:pt x="99178" y="39872"/>
                        </a:lnTo>
                        <a:lnTo>
                          <a:pt x="99178" y="32843"/>
                        </a:lnTo>
                        <a:lnTo>
                          <a:pt x="94216" y="37805"/>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126" name="Graphic 4773">
                  <a:extLst>
                    <a:ext uri="{FF2B5EF4-FFF2-40B4-BE49-F238E27FC236}">
                      <a16:creationId xmlns:a16="http://schemas.microsoft.com/office/drawing/2014/main" id="{2D56D502-D5FF-6133-08A1-8D9415992315}"/>
                    </a:ext>
                  </a:extLst>
                </p:cNvPr>
                <p:cNvGrpSpPr/>
                <p:nvPr/>
              </p:nvGrpSpPr>
              <p:grpSpPr>
                <a:xfrm>
                  <a:off x="1371068" y="3902502"/>
                  <a:ext cx="116780" cy="236929"/>
                  <a:chOff x="1371068" y="3902502"/>
                  <a:chExt cx="116780" cy="236929"/>
                </a:xfrm>
                <a:grpFill/>
              </p:grpSpPr>
              <p:sp>
                <p:nvSpPr>
                  <p:cNvPr id="1227" name="Freeform: Shape 1226">
                    <a:extLst>
                      <a:ext uri="{FF2B5EF4-FFF2-40B4-BE49-F238E27FC236}">
                        <a16:creationId xmlns:a16="http://schemas.microsoft.com/office/drawing/2014/main" id="{100ACE5B-A90F-2A64-1AC4-2DA469045A3E}"/>
                      </a:ext>
                    </a:extLst>
                  </p:cNvPr>
                  <p:cNvSpPr/>
                  <p:nvPr/>
                </p:nvSpPr>
                <p:spPr>
                  <a:xfrm>
                    <a:off x="1371068" y="3902502"/>
                    <a:ext cx="116780" cy="116840"/>
                  </a:xfrm>
                  <a:custGeom>
                    <a:avLst/>
                    <a:gdLst>
                      <a:gd name="connsiteX0" fmla="*/ 0 w 116780"/>
                      <a:gd name="connsiteY0" fmla="*/ 19316 h 116840"/>
                      <a:gd name="connsiteX1" fmla="*/ 76968 w 116780"/>
                      <a:gd name="connsiteY1" fmla="*/ 96284 h 116840"/>
                      <a:gd name="connsiteX2" fmla="*/ 14000 w 116780"/>
                      <a:gd name="connsiteY2" fmla="*/ 96284 h 116840"/>
                      <a:gd name="connsiteX3" fmla="*/ 34556 w 116780"/>
                      <a:gd name="connsiteY3" fmla="*/ 116840 h 116840"/>
                      <a:gd name="connsiteX4" fmla="*/ 116781 w 116780"/>
                      <a:gd name="connsiteY4" fmla="*/ 116840 h 116840"/>
                      <a:gd name="connsiteX5" fmla="*/ 116781 w 116780"/>
                      <a:gd name="connsiteY5" fmla="*/ 34556 h 116840"/>
                      <a:gd name="connsiteX6" fmla="*/ 96225 w 116780"/>
                      <a:gd name="connsiteY6" fmla="*/ 14000 h 116840"/>
                      <a:gd name="connsiteX7" fmla="*/ 96225 w 116780"/>
                      <a:gd name="connsiteY7" fmla="*/ 76968 h 116840"/>
                      <a:gd name="connsiteX8" fmla="*/ 19257 w 116780"/>
                      <a:gd name="connsiteY8" fmla="*/ 0 h 116840"/>
                      <a:gd name="connsiteX9" fmla="*/ 0 w 116780"/>
                      <a:gd name="connsiteY9" fmla="*/ 19316 h 116840"/>
                      <a:gd name="connsiteX10" fmla="*/ 79035 w 116780"/>
                      <a:gd name="connsiteY10" fmla="*/ 94216 h 116840"/>
                      <a:gd name="connsiteX11" fmla="*/ 4135 w 116780"/>
                      <a:gd name="connsiteY11" fmla="*/ 19316 h 116840"/>
                      <a:gd name="connsiteX12" fmla="*/ 19316 w 116780"/>
                      <a:gd name="connsiteY12" fmla="*/ 4135 h 116840"/>
                      <a:gd name="connsiteX13" fmla="*/ 94216 w 116780"/>
                      <a:gd name="connsiteY13" fmla="*/ 79035 h 116840"/>
                      <a:gd name="connsiteX14" fmla="*/ 99178 w 116780"/>
                      <a:gd name="connsiteY14" fmla="*/ 83997 h 116840"/>
                      <a:gd name="connsiteX15" fmla="*/ 99178 w 116780"/>
                      <a:gd name="connsiteY15" fmla="*/ 76968 h 116840"/>
                      <a:gd name="connsiteX16" fmla="*/ 99178 w 116780"/>
                      <a:gd name="connsiteY16" fmla="*/ 21029 h 116840"/>
                      <a:gd name="connsiteX17" fmla="*/ 113946 w 116780"/>
                      <a:gd name="connsiteY17" fmla="*/ 35796 h 116840"/>
                      <a:gd name="connsiteX18" fmla="*/ 113946 w 116780"/>
                      <a:gd name="connsiteY18" fmla="*/ 113946 h 116840"/>
                      <a:gd name="connsiteX19" fmla="*/ 35796 w 116780"/>
                      <a:gd name="connsiteY19" fmla="*/ 113946 h 116840"/>
                      <a:gd name="connsiteX20" fmla="*/ 21029 w 116780"/>
                      <a:gd name="connsiteY20" fmla="*/ 99178 h 116840"/>
                      <a:gd name="connsiteX21" fmla="*/ 76968 w 116780"/>
                      <a:gd name="connsiteY21" fmla="*/ 99178 h 116840"/>
                      <a:gd name="connsiteX22" fmla="*/ 83997 w 116780"/>
                      <a:gd name="connsiteY22" fmla="*/ 99178 h 116840"/>
                      <a:gd name="connsiteX23" fmla="*/ 79035 w 116780"/>
                      <a:gd name="connsiteY23" fmla="*/ 94216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840">
                        <a:moveTo>
                          <a:pt x="0" y="19316"/>
                        </a:moveTo>
                        <a:lnTo>
                          <a:pt x="76968" y="96284"/>
                        </a:lnTo>
                        <a:lnTo>
                          <a:pt x="14000" y="96284"/>
                        </a:lnTo>
                        <a:lnTo>
                          <a:pt x="34556" y="116840"/>
                        </a:lnTo>
                        <a:lnTo>
                          <a:pt x="116781" y="116840"/>
                        </a:lnTo>
                        <a:lnTo>
                          <a:pt x="116781" y="34556"/>
                        </a:lnTo>
                        <a:lnTo>
                          <a:pt x="96225" y="14000"/>
                        </a:lnTo>
                        <a:lnTo>
                          <a:pt x="96225" y="76968"/>
                        </a:lnTo>
                        <a:lnTo>
                          <a:pt x="19257" y="0"/>
                        </a:lnTo>
                        <a:lnTo>
                          <a:pt x="0" y="19316"/>
                        </a:lnTo>
                        <a:close/>
                        <a:moveTo>
                          <a:pt x="79035" y="94216"/>
                        </a:moveTo>
                        <a:lnTo>
                          <a:pt x="4135" y="19316"/>
                        </a:lnTo>
                        <a:lnTo>
                          <a:pt x="19316" y="4135"/>
                        </a:lnTo>
                        <a:lnTo>
                          <a:pt x="94216" y="79035"/>
                        </a:lnTo>
                        <a:lnTo>
                          <a:pt x="99178" y="83997"/>
                        </a:lnTo>
                        <a:lnTo>
                          <a:pt x="99178" y="76968"/>
                        </a:lnTo>
                        <a:lnTo>
                          <a:pt x="99178" y="21029"/>
                        </a:lnTo>
                        <a:lnTo>
                          <a:pt x="113946" y="35796"/>
                        </a:lnTo>
                        <a:lnTo>
                          <a:pt x="113946" y="113946"/>
                        </a:lnTo>
                        <a:lnTo>
                          <a:pt x="35796" y="113946"/>
                        </a:lnTo>
                        <a:lnTo>
                          <a:pt x="21029" y="99178"/>
                        </a:lnTo>
                        <a:lnTo>
                          <a:pt x="76968" y="99178"/>
                        </a:lnTo>
                        <a:lnTo>
                          <a:pt x="83997" y="99178"/>
                        </a:lnTo>
                        <a:lnTo>
                          <a:pt x="79035" y="9421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28" name="Freeform: Shape 1227">
                    <a:extLst>
                      <a:ext uri="{FF2B5EF4-FFF2-40B4-BE49-F238E27FC236}">
                        <a16:creationId xmlns:a16="http://schemas.microsoft.com/office/drawing/2014/main" id="{397887FC-2636-1FF4-8B24-F24BF39A31D8}"/>
                      </a:ext>
                    </a:extLst>
                  </p:cNvPr>
                  <p:cNvSpPr/>
                  <p:nvPr/>
                </p:nvSpPr>
                <p:spPr>
                  <a:xfrm>
                    <a:off x="1371068" y="4022650"/>
                    <a:ext cx="116780" cy="116781"/>
                  </a:xfrm>
                  <a:custGeom>
                    <a:avLst/>
                    <a:gdLst>
                      <a:gd name="connsiteX0" fmla="*/ 34556 w 116780"/>
                      <a:gd name="connsiteY0" fmla="*/ 0 h 116781"/>
                      <a:gd name="connsiteX1" fmla="*/ 14000 w 116780"/>
                      <a:gd name="connsiteY1" fmla="*/ 20556 h 116781"/>
                      <a:gd name="connsiteX2" fmla="*/ 76968 w 116780"/>
                      <a:gd name="connsiteY2" fmla="*/ 20556 h 116781"/>
                      <a:gd name="connsiteX3" fmla="*/ 0 w 116780"/>
                      <a:gd name="connsiteY3" fmla="*/ 97524 h 116781"/>
                      <a:gd name="connsiteX4" fmla="*/ 19257 w 116780"/>
                      <a:gd name="connsiteY4" fmla="*/ 116781 h 116781"/>
                      <a:gd name="connsiteX5" fmla="*/ 96225 w 116780"/>
                      <a:gd name="connsiteY5" fmla="*/ 39813 h 116781"/>
                      <a:gd name="connsiteX6" fmla="*/ 96225 w 116780"/>
                      <a:gd name="connsiteY6" fmla="*/ 102782 h 116781"/>
                      <a:gd name="connsiteX7" fmla="*/ 116781 w 116780"/>
                      <a:gd name="connsiteY7" fmla="*/ 82225 h 116781"/>
                      <a:gd name="connsiteX8" fmla="*/ 116781 w 116780"/>
                      <a:gd name="connsiteY8" fmla="*/ 0 h 116781"/>
                      <a:gd name="connsiteX9" fmla="*/ 34556 w 116780"/>
                      <a:gd name="connsiteY9" fmla="*/ 0 h 116781"/>
                      <a:gd name="connsiteX10" fmla="*/ 35796 w 116780"/>
                      <a:gd name="connsiteY10" fmla="*/ 2894 h 116781"/>
                      <a:gd name="connsiteX11" fmla="*/ 113946 w 116780"/>
                      <a:gd name="connsiteY11" fmla="*/ 2894 h 116781"/>
                      <a:gd name="connsiteX12" fmla="*/ 113946 w 116780"/>
                      <a:gd name="connsiteY12" fmla="*/ 80985 h 116781"/>
                      <a:gd name="connsiteX13" fmla="*/ 99178 w 116780"/>
                      <a:gd name="connsiteY13" fmla="*/ 95752 h 116781"/>
                      <a:gd name="connsiteX14" fmla="*/ 99178 w 116780"/>
                      <a:gd name="connsiteY14" fmla="*/ 39813 h 116781"/>
                      <a:gd name="connsiteX15" fmla="*/ 99178 w 116780"/>
                      <a:gd name="connsiteY15" fmla="*/ 32784 h 116781"/>
                      <a:gd name="connsiteX16" fmla="*/ 94216 w 116780"/>
                      <a:gd name="connsiteY16" fmla="*/ 37746 h 116781"/>
                      <a:gd name="connsiteX17" fmla="*/ 19316 w 116780"/>
                      <a:gd name="connsiteY17" fmla="*/ 112705 h 116781"/>
                      <a:gd name="connsiteX18" fmla="*/ 4135 w 116780"/>
                      <a:gd name="connsiteY18" fmla="*/ 97524 h 116781"/>
                      <a:gd name="connsiteX19" fmla="*/ 79035 w 116780"/>
                      <a:gd name="connsiteY19" fmla="*/ 22624 h 116781"/>
                      <a:gd name="connsiteX20" fmla="*/ 83997 w 116780"/>
                      <a:gd name="connsiteY20" fmla="*/ 17662 h 116781"/>
                      <a:gd name="connsiteX21" fmla="*/ 76968 w 116780"/>
                      <a:gd name="connsiteY21" fmla="*/ 17662 h 116781"/>
                      <a:gd name="connsiteX22" fmla="*/ 21029 w 116780"/>
                      <a:gd name="connsiteY22" fmla="*/ 17662 h 116781"/>
                      <a:gd name="connsiteX23" fmla="*/ 35796 w 116780"/>
                      <a:gd name="connsiteY23" fmla="*/ 289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34556" y="0"/>
                        </a:moveTo>
                        <a:lnTo>
                          <a:pt x="14000" y="20556"/>
                        </a:lnTo>
                        <a:lnTo>
                          <a:pt x="76968" y="20556"/>
                        </a:lnTo>
                        <a:lnTo>
                          <a:pt x="0" y="97524"/>
                        </a:lnTo>
                        <a:lnTo>
                          <a:pt x="19257" y="116781"/>
                        </a:lnTo>
                        <a:lnTo>
                          <a:pt x="96225" y="39813"/>
                        </a:lnTo>
                        <a:lnTo>
                          <a:pt x="96225" y="102782"/>
                        </a:lnTo>
                        <a:lnTo>
                          <a:pt x="116781" y="82225"/>
                        </a:lnTo>
                        <a:lnTo>
                          <a:pt x="116781" y="0"/>
                        </a:lnTo>
                        <a:lnTo>
                          <a:pt x="34556" y="0"/>
                        </a:lnTo>
                        <a:close/>
                        <a:moveTo>
                          <a:pt x="35796" y="2894"/>
                        </a:moveTo>
                        <a:lnTo>
                          <a:pt x="113946" y="2894"/>
                        </a:lnTo>
                        <a:lnTo>
                          <a:pt x="113946" y="80985"/>
                        </a:lnTo>
                        <a:lnTo>
                          <a:pt x="99178" y="95752"/>
                        </a:lnTo>
                        <a:lnTo>
                          <a:pt x="99178" y="39813"/>
                        </a:lnTo>
                        <a:lnTo>
                          <a:pt x="99178" y="32784"/>
                        </a:lnTo>
                        <a:lnTo>
                          <a:pt x="94216" y="37746"/>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127" name="Graphic 4773">
                  <a:extLst>
                    <a:ext uri="{FF2B5EF4-FFF2-40B4-BE49-F238E27FC236}">
                      <a16:creationId xmlns:a16="http://schemas.microsoft.com/office/drawing/2014/main" id="{01A8BB71-537D-DC4F-8FCD-2A131E800DF3}"/>
                    </a:ext>
                  </a:extLst>
                </p:cNvPr>
                <p:cNvGrpSpPr/>
                <p:nvPr/>
              </p:nvGrpSpPr>
              <p:grpSpPr>
                <a:xfrm>
                  <a:off x="2079905" y="3900907"/>
                  <a:ext cx="116840" cy="236928"/>
                  <a:chOff x="2079905" y="3900907"/>
                  <a:chExt cx="116840" cy="236928"/>
                </a:xfrm>
                <a:grpFill/>
              </p:grpSpPr>
              <p:sp>
                <p:nvSpPr>
                  <p:cNvPr id="1225" name="Freeform: Shape 1224">
                    <a:extLst>
                      <a:ext uri="{FF2B5EF4-FFF2-40B4-BE49-F238E27FC236}">
                        <a16:creationId xmlns:a16="http://schemas.microsoft.com/office/drawing/2014/main" id="{66F0F318-67BE-D38B-F7CB-C73128DC1F99}"/>
                      </a:ext>
                    </a:extLst>
                  </p:cNvPr>
                  <p:cNvSpPr/>
                  <p:nvPr/>
                </p:nvSpPr>
                <p:spPr>
                  <a:xfrm>
                    <a:off x="2079964" y="4020996"/>
                    <a:ext cx="116781" cy="116840"/>
                  </a:xfrm>
                  <a:custGeom>
                    <a:avLst/>
                    <a:gdLst>
                      <a:gd name="connsiteX0" fmla="*/ 116781 w 116781"/>
                      <a:gd name="connsiteY0" fmla="*/ 97524 h 116840"/>
                      <a:gd name="connsiteX1" fmla="*/ 39813 w 116781"/>
                      <a:gd name="connsiteY1" fmla="*/ 20557 h 116840"/>
                      <a:gd name="connsiteX2" fmla="*/ 102781 w 116781"/>
                      <a:gd name="connsiteY2" fmla="*/ 20557 h 116840"/>
                      <a:gd name="connsiteX3" fmla="*/ 82225 w 116781"/>
                      <a:gd name="connsiteY3" fmla="*/ 0 h 116840"/>
                      <a:gd name="connsiteX4" fmla="*/ 0 w 116781"/>
                      <a:gd name="connsiteY4" fmla="*/ 0 h 116840"/>
                      <a:gd name="connsiteX5" fmla="*/ 0 w 116781"/>
                      <a:gd name="connsiteY5" fmla="*/ 82225 h 116840"/>
                      <a:gd name="connsiteX6" fmla="*/ 20556 w 116781"/>
                      <a:gd name="connsiteY6" fmla="*/ 102782 h 116840"/>
                      <a:gd name="connsiteX7" fmla="*/ 20556 w 116781"/>
                      <a:gd name="connsiteY7" fmla="*/ 39813 h 116840"/>
                      <a:gd name="connsiteX8" fmla="*/ 97465 w 116781"/>
                      <a:gd name="connsiteY8" fmla="*/ 116840 h 116840"/>
                      <a:gd name="connsiteX9" fmla="*/ 116781 w 116781"/>
                      <a:gd name="connsiteY9" fmla="*/ 97524 h 116840"/>
                      <a:gd name="connsiteX10" fmla="*/ 37746 w 116781"/>
                      <a:gd name="connsiteY10" fmla="*/ 22624 h 116840"/>
                      <a:gd name="connsiteX11" fmla="*/ 112646 w 116781"/>
                      <a:gd name="connsiteY11" fmla="*/ 97524 h 116840"/>
                      <a:gd name="connsiteX12" fmla="*/ 97465 w 116781"/>
                      <a:gd name="connsiteY12" fmla="*/ 112705 h 116840"/>
                      <a:gd name="connsiteX13" fmla="*/ 22565 w 116781"/>
                      <a:gd name="connsiteY13" fmla="*/ 37805 h 116840"/>
                      <a:gd name="connsiteX14" fmla="*/ 17603 w 116781"/>
                      <a:gd name="connsiteY14" fmla="*/ 32843 h 116840"/>
                      <a:gd name="connsiteX15" fmla="*/ 17603 w 116781"/>
                      <a:gd name="connsiteY15" fmla="*/ 39872 h 116840"/>
                      <a:gd name="connsiteX16" fmla="*/ 17603 w 116781"/>
                      <a:gd name="connsiteY16" fmla="*/ 95870 h 116840"/>
                      <a:gd name="connsiteX17" fmla="*/ 2835 w 116781"/>
                      <a:gd name="connsiteY17" fmla="*/ 81103 h 116840"/>
                      <a:gd name="connsiteX18" fmla="*/ 2835 w 116781"/>
                      <a:gd name="connsiteY18" fmla="*/ 2953 h 116840"/>
                      <a:gd name="connsiteX19" fmla="*/ 80985 w 116781"/>
                      <a:gd name="connsiteY19" fmla="*/ 2953 h 116840"/>
                      <a:gd name="connsiteX20" fmla="*/ 95752 w 116781"/>
                      <a:gd name="connsiteY20" fmla="*/ 17721 h 116840"/>
                      <a:gd name="connsiteX21" fmla="*/ 39813 w 116781"/>
                      <a:gd name="connsiteY21" fmla="*/ 17721 h 116840"/>
                      <a:gd name="connsiteX22" fmla="*/ 32784 w 116781"/>
                      <a:gd name="connsiteY22" fmla="*/ 17721 h 116840"/>
                      <a:gd name="connsiteX23" fmla="*/ 37746 w 116781"/>
                      <a:gd name="connsiteY23" fmla="*/ 22624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840">
                        <a:moveTo>
                          <a:pt x="116781" y="97524"/>
                        </a:moveTo>
                        <a:lnTo>
                          <a:pt x="39813" y="20557"/>
                        </a:lnTo>
                        <a:lnTo>
                          <a:pt x="102781" y="20557"/>
                        </a:lnTo>
                        <a:lnTo>
                          <a:pt x="82225" y="0"/>
                        </a:lnTo>
                        <a:lnTo>
                          <a:pt x="0" y="0"/>
                        </a:lnTo>
                        <a:lnTo>
                          <a:pt x="0" y="82225"/>
                        </a:lnTo>
                        <a:lnTo>
                          <a:pt x="20556" y="102782"/>
                        </a:lnTo>
                        <a:lnTo>
                          <a:pt x="20556" y="39813"/>
                        </a:lnTo>
                        <a:lnTo>
                          <a:pt x="97465" y="116840"/>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26" name="Freeform: Shape 1225">
                    <a:extLst>
                      <a:ext uri="{FF2B5EF4-FFF2-40B4-BE49-F238E27FC236}">
                        <a16:creationId xmlns:a16="http://schemas.microsoft.com/office/drawing/2014/main" id="{5DD61EA3-4CAB-59BC-8226-1BB550CAF832}"/>
                      </a:ext>
                    </a:extLst>
                  </p:cNvPr>
                  <p:cNvSpPr/>
                  <p:nvPr/>
                </p:nvSpPr>
                <p:spPr>
                  <a:xfrm>
                    <a:off x="2079905" y="3900907"/>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6 w 116781"/>
                      <a:gd name="connsiteY5" fmla="*/ 76968 h 116780"/>
                      <a:gd name="connsiteX6" fmla="*/ 20556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6 h 116780"/>
                      <a:gd name="connsiteX11" fmla="*/ 2895 w 116781"/>
                      <a:gd name="connsiteY11" fmla="*/ 113886 h 116780"/>
                      <a:gd name="connsiteX12" fmla="*/ 2895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17 h 116780"/>
                      <a:gd name="connsiteX18" fmla="*/ 112705 w 116781"/>
                      <a:gd name="connsiteY18" fmla="*/ 19198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6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6" y="76968"/>
                        </a:lnTo>
                        <a:lnTo>
                          <a:pt x="20556" y="14000"/>
                        </a:lnTo>
                        <a:lnTo>
                          <a:pt x="0" y="34556"/>
                        </a:lnTo>
                        <a:lnTo>
                          <a:pt x="0" y="116781"/>
                        </a:lnTo>
                        <a:lnTo>
                          <a:pt x="82225" y="116781"/>
                        </a:lnTo>
                        <a:close/>
                        <a:moveTo>
                          <a:pt x="81044" y="113886"/>
                        </a:moveTo>
                        <a:lnTo>
                          <a:pt x="2895" y="113886"/>
                        </a:lnTo>
                        <a:lnTo>
                          <a:pt x="2895" y="35737"/>
                        </a:lnTo>
                        <a:lnTo>
                          <a:pt x="17662" y="20970"/>
                        </a:lnTo>
                        <a:lnTo>
                          <a:pt x="17662" y="76909"/>
                        </a:lnTo>
                        <a:lnTo>
                          <a:pt x="17662" y="83938"/>
                        </a:lnTo>
                        <a:lnTo>
                          <a:pt x="22624" y="78976"/>
                        </a:lnTo>
                        <a:lnTo>
                          <a:pt x="97524" y="4017"/>
                        </a:lnTo>
                        <a:lnTo>
                          <a:pt x="112705" y="19198"/>
                        </a:lnTo>
                        <a:lnTo>
                          <a:pt x="37805" y="94157"/>
                        </a:lnTo>
                        <a:lnTo>
                          <a:pt x="32843" y="99119"/>
                        </a:lnTo>
                        <a:lnTo>
                          <a:pt x="39872" y="99119"/>
                        </a:lnTo>
                        <a:lnTo>
                          <a:pt x="95811" y="99119"/>
                        </a:lnTo>
                        <a:lnTo>
                          <a:pt x="81044" y="11388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128" name="Graphic 4773">
                  <a:extLst>
                    <a:ext uri="{FF2B5EF4-FFF2-40B4-BE49-F238E27FC236}">
                      <a16:creationId xmlns:a16="http://schemas.microsoft.com/office/drawing/2014/main" id="{EB037616-8FA6-31BF-E3D1-20994F3E5EC8}"/>
                    </a:ext>
                  </a:extLst>
                </p:cNvPr>
                <p:cNvGrpSpPr/>
                <p:nvPr/>
              </p:nvGrpSpPr>
              <p:grpSpPr>
                <a:xfrm>
                  <a:off x="1932349" y="1658589"/>
                  <a:ext cx="648231" cy="115451"/>
                  <a:chOff x="1932349" y="1658589"/>
                  <a:chExt cx="648231" cy="115451"/>
                </a:xfrm>
                <a:grpFill/>
              </p:grpSpPr>
              <p:sp>
                <p:nvSpPr>
                  <p:cNvPr id="1209" name="Freeform: Shape 1208">
                    <a:extLst>
                      <a:ext uri="{FF2B5EF4-FFF2-40B4-BE49-F238E27FC236}">
                        <a16:creationId xmlns:a16="http://schemas.microsoft.com/office/drawing/2014/main" id="{21879B0B-581D-33C3-018F-61470C740D60}"/>
                      </a:ext>
                    </a:extLst>
                  </p:cNvPr>
                  <p:cNvSpPr/>
                  <p:nvPr/>
                </p:nvSpPr>
                <p:spPr>
                  <a:xfrm>
                    <a:off x="2171286" y="170398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70" y="22210"/>
                          <a:pt x="2540" y="17839"/>
                          <a:pt x="2540" y="12405"/>
                        </a:cubicBezTo>
                        <a:cubicBezTo>
                          <a:pt x="2540" y="6970"/>
                          <a:pt x="6911" y="2599"/>
                          <a:pt x="12346" y="2599"/>
                        </a:cubicBezTo>
                        <a:lnTo>
                          <a:pt x="12346" y="2599"/>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10" name="Freeform: Shape 1209">
                    <a:extLst>
                      <a:ext uri="{FF2B5EF4-FFF2-40B4-BE49-F238E27FC236}">
                        <a16:creationId xmlns:a16="http://schemas.microsoft.com/office/drawing/2014/main" id="{2219FBFC-29F7-DA98-1C7F-99D3D0F49353}"/>
                      </a:ext>
                    </a:extLst>
                  </p:cNvPr>
                  <p:cNvSpPr/>
                  <p:nvPr/>
                </p:nvSpPr>
                <p:spPr>
                  <a:xfrm>
                    <a:off x="222255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11" name="Freeform: Shape 1210">
                    <a:extLst>
                      <a:ext uri="{FF2B5EF4-FFF2-40B4-BE49-F238E27FC236}">
                        <a16:creationId xmlns:a16="http://schemas.microsoft.com/office/drawing/2014/main" id="{0C80B8E1-A102-CCDD-1B19-47974EAC316D}"/>
                      </a:ext>
                    </a:extLst>
                  </p:cNvPr>
                  <p:cNvSpPr/>
                  <p:nvPr/>
                </p:nvSpPr>
                <p:spPr>
                  <a:xfrm>
                    <a:off x="2248254"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12" name="Freeform: Shape 1211">
                    <a:extLst>
                      <a:ext uri="{FF2B5EF4-FFF2-40B4-BE49-F238E27FC236}">
                        <a16:creationId xmlns:a16="http://schemas.microsoft.com/office/drawing/2014/main" id="{58155004-F0D6-F0D1-A17D-D2081A7F7B97}"/>
                      </a:ext>
                    </a:extLst>
                  </p:cNvPr>
                  <p:cNvSpPr/>
                  <p:nvPr/>
                </p:nvSpPr>
                <p:spPr>
                  <a:xfrm>
                    <a:off x="2299467"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750"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13" name="Freeform: Shape 1212">
                    <a:extLst>
                      <a:ext uri="{FF2B5EF4-FFF2-40B4-BE49-F238E27FC236}">
                        <a16:creationId xmlns:a16="http://schemas.microsoft.com/office/drawing/2014/main" id="{9E0949F8-AD13-BA65-E85F-C52781DE506E}"/>
                      </a:ext>
                    </a:extLst>
                  </p:cNvPr>
                  <p:cNvSpPr/>
                  <p:nvPr/>
                </p:nvSpPr>
                <p:spPr>
                  <a:xfrm>
                    <a:off x="235079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14" name="Freeform: Shape 1213">
                    <a:extLst>
                      <a:ext uri="{FF2B5EF4-FFF2-40B4-BE49-F238E27FC236}">
                        <a16:creationId xmlns:a16="http://schemas.microsoft.com/office/drawing/2014/main" id="{EA4D95EB-5B23-D510-BEA7-3DE8D6C104E5}"/>
                      </a:ext>
                    </a:extLst>
                  </p:cNvPr>
                  <p:cNvSpPr/>
                  <p:nvPr/>
                </p:nvSpPr>
                <p:spPr>
                  <a:xfrm>
                    <a:off x="2376435"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80"/>
                          <a:pt x="17780" y="22151"/>
                          <a:pt x="12346" y="22151"/>
                        </a:cubicBezTo>
                        <a:cubicBezTo>
                          <a:pt x="6970" y="22151"/>
                          <a:pt x="2540" y="17721"/>
                          <a:pt x="2540" y="12346"/>
                        </a:cubicBezTo>
                        <a:cubicBezTo>
                          <a:pt x="2540" y="6970"/>
                          <a:pt x="6911"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15" name="Freeform: Shape 1214">
                    <a:extLst>
                      <a:ext uri="{FF2B5EF4-FFF2-40B4-BE49-F238E27FC236}">
                        <a16:creationId xmlns:a16="http://schemas.microsoft.com/office/drawing/2014/main" id="{BA9F8E23-482B-85B4-35F0-314ED34A5919}"/>
                      </a:ext>
                    </a:extLst>
                  </p:cNvPr>
                  <p:cNvSpPr/>
                  <p:nvPr/>
                </p:nvSpPr>
                <p:spPr>
                  <a:xfrm>
                    <a:off x="2402072"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16" name="Freeform: Shape 1215">
                    <a:extLst>
                      <a:ext uri="{FF2B5EF4-FFF2-40B4-BE49-F238E27FC236}">
                        <a16:creationId xmlns:a16="http://schemas.microsoft.com/office/drawing/2014/main" id="{48325925-3734-A9ED-A7B6-B7C16A428F76}"/>
                      </a:ext>
                    </a:extLst>
                  </p:cNvPr>
                  <p:cNvSpPr/>
                  <p:nvPr/>
                </p:nvSpPr>
                <p:spPr>
                  <a:xfrm>
                    <a:off x="2453344"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21"/>
                          <a:pt x="2540" y="12346"/>
                        </a:cubicBezTo>
                        <a:cubicBezTo>
                          <a:pt x="2540" y="6970"/>
                          <a:pt x="6911" y="2540"/>
                          <a:pt x="12346" y="2540"/>
                        </a:cubicBezTo>
                        <a:lnTo>
                          <a:pt x="12346" y="2540"/>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49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17" name="Freeform: Shape 1216">
                    <a:extLst>
                      <a:ext uri="{FF2B5EF4-FFF2-40B4-BE49-F238E27FC236}">
                        <a16:creationId xmlns:a16="http://schemas.microsoft.com/office/drawing/2014/main" id="{E31029B0-0750-C883-2F71-73B16DE34881}"/>
                      </a:ext>
                    </a:extLst>
                  </p:cNvPr>
                  <p:cNvSpPr/>
                  <p:nvPr/>
                </p:nvSpPr>
                <p:spPr>
                  <a:xfrm>
                    <a:off x="2504617"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18" name="Freeform: Shape 1217">
                    <a:extLst>
                      <a:ext uri="{FF2B5EF4-FFF2-40B4-BE49-F238E27FC236}">
                        <a16:creationId xmlns:a16="http://schemas.microsoft.com/office/drawing/2014/main" id="{7AF54683-1B3B-EF5D-E000-24A003198F29}"/>
                      </a:ext>
                    </a:extLst>
                  </p:cNvPr>
                  <p:cNvSpPr/>
                  <p:nvPr/>
                </p:nvSpPr>
                <p:spPr>
                  <a:xfrm>
                    <a:off x="2530253"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19" name="Freeform: Shape 1218">
                    <a:extLst>
                      <a:ext uri="{FF2B5EF4-FFF2-40B4-BE49-F238E27FC236}">
                        <a16:creationId xmlns:a16="http://schemas.microsoft.com/office/drawing/2014/main" id="{2A46E790-8E03-2603-2472-ACF7EBAEF223}"/>
                      </a:ext>
                    </a:extLst>
                  </p:cNvPr>
                  <p:cNvSpPr/>
                  <p:nvPr/>
                </p:nvSpPr>
                <p:spPr>
                  <a:xfrm>
                    <a:off x="2555889"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70"/>
                          <a:pt x="22151" y="12346"/>
                        </a:cubicBezTo>
                        <a:cubicBezTo>
                          <a:pt x="22151" y="17780"/>
                          <a:pt x="17780" y="22151"/>
                          <a:pt x="12346" y="22151"/>
                        </a:cubicBezTo>
                        <a:cubicBezTo>
                          <a:pt x="6911" y="22151"/>
                          <a:pt x="2540" y="17721"/>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49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20" name="Freeform: Shape 1219">
                    <a:extLst>
                      <a:ext uri="{FF2B5EF4-FFF2-40B4-BE49-F238E27FC236}">
                        <a16:creationId xmlns:a16="http://schemas.microsoft.com/office/drawing/2014/main" id="{9439BCDE-3D58-CAC8-F268-77FEBA561325}"/>
                      </a:ext>
                    </a:extLst>
                  </p:cNvPr>
                  <p:cNvSpPr/>
                  <p:nvPr/>
                </p:nvSpPr>
                <p:spPr>
                  <a:xfrm>
                    <a:off x="2137498" y="1658767"/>
                    <a:ext cx="66719" cy="115274"/>
                  </a:xfrm>
                  <a:custGeom>
                    <a:avLst/>
                    <a:gdLst>
                      <a:gd name="connsiteX0" fmla="*/ 60310 w 66719"/>
                      <a:gd name="connsiteY0" fmla="*/ 115275 h 115274"/>
                      <a:gd name="connsiteX1" fmla="*/ 64859 w 66719"/>
                      <a:gd name="connsiteY1" fmla="*/ 113384 h 115274"/>
                      <a:gd name="connsiteX2" fmla="*/ 64859 w 66719"/>
                      <a:gd name="connsiteY2" fmla="*/ 104347 h 115274"/>
                      <a:gd name="connsiteX3" fmla="*/ 18134 w 66719"/>
                      <a:gd name="connsiteY3" fmla="*/ 57623 h 115274"/>
                      <a:gd name="connsiteX4" fmla="*/ 64859 w 66719"/>
                      <a:gd name="connsiteY4" fmla="*/ 10898 h 115274"/>
                      <a:gd name="connsiteX5" fmla="*/ 64859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9" y="113384"/>
                        </a:cubicBezTo>
                        <a:cubicBezTo>
                          <a:pt x="67340" y="110903"/>
                          <a:pt x="67340" y="106828"/>
                          <a:pt x="64859" y="104347"/>
                        </a:cubicBezTo>
                        <a:lnTo>
                          <a:pt x="18134" y="57623"/>
                        </a:lnTo>
                        <a:lnTo>
                          <a:pt x="64859" y="10898"/>
                        </a:lnTo>
                        <a:cubicBezTo>
                          <a:pt x="67340" y="8417"/>
                          <a:pt x="67340" y="4342"/>
                          <a:pt x="64859" y="1861"/>
                        </a:cubicBezTo>
                        <a:cubicBezTo>
                          <a:pt x="62378" y="-620"/>
                          <a:pt x="58302" y="-620"/>
                          <a:pt x="55821" y="1861"/>
                        </a:cubicBezTo>
                        <a:lnTo>
                          <a:pt x="0" y="57682"/>
                        </a:lnTo>
                        <a:lnTo>
                          <a:pt x="55821" y="113503"/>
                        </a:lnTo>
                        <a:cubicBezTo>
                          <a:pt x="57002" y="114684"/>
                          <a:pt x="58656" y="115275"/>
                          <a:pt x="60310" y="115275"/>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21" name="Freeform: Shape 1220">
                    <a:extLst>
                      <a:ext uri="{FF2B5EF4-FFF2-40B4-BE49-F238E27FC236}">
                        <a16:creationId xmlns:a16="http://schemas.microsoft.com/office/drawing/2014/main" id="{FD50AA8D-6B98-1987-E0D8-BBB9D5D53A2F}"/>
                      </a:ext>
                    </a:extLst>
                  </p:cNvPr>
                  <p:cNvSpPr/>
                  <p:nvPr/>
                </p:nvSpPr>
                <p:spPr>
                  <a:xfrm>
                    <a:off x="2086107" y="1658708"/>
                    <a:ext cx="66778" cy="115333"/>
                  </a:xfrm>
                  <a:custGeom>
                    <a:avLst/>
                    <a:gdLst>
                      <a:gd name="connsiteX0" fmla="*/ 60369 w 66778"/>
                      <a:gd name="connsiteY0" fmla="*/ 115334 h 115333"/>
                      <a:gd name="connsiteX1" fmla="*/ 64918 w 66778"/>
                      <a:gd name="connsiteY1" fmla="*/ 113443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3"/>
                        </a:cubicBezTo>
                        <a:cubicBezTo>
                          <a:pt x="67399" y="110963"/>
                          <a:pt x="67399" y="106887"/>
                          <a:pt x="64918" y="104347"/>
                        </a:cubicBezTo>
                        <a:lnTo>
                          <a:pt x="18134" y="57623"/>
                        </a:lnTo>
                        <a:lnTo>
                          <a:pt x="64918" y="10898"/>
                        </a:lnTo>
                        <a:cubicBezTo>
                          <a:pt x="67399" y="8417"/>
                          <a:pt x="67399" y="4342"/>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22" name="Freeform: Shape 1221">
                    <a:extLst>
                      <a:ext uri="{FF2B5EF4-FFF2-40B4-BE49-F238E27FC236}">
                        <a16:creationId xmlns:a16="http://schemas.microsoft.com/office/drawing/2014/main" id="{D3698F37-CE78-9E76-A0BA-FAFA52EBAEC9}"/>
                      </a:ext>
                    </a:extLst>
                  </p:cNvPr>
                  <p:cNvSpPr/>
                  <p:nvPr/>
                </p:nvSpPr>
                <p:spPr>
                  <a:xfrm>
                    <a:off x="2034894" y="165858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7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23" name="Freeform: Shape 1222">
                    <a:extLst>
                      <a:ext uri="{FF2B5EF4-FFF2-40B4-BE49-F238E27FC236}">
                        <a16:creationId xmlns:a16="http://schemas.microsoft.com/office/drawing/2014/main" id="{D1AF4915-8C32-2E70-BBA6-E6433E7BEF4F}"/>
                      </a:ext>
                    </a:extLst>
                  </p:cNvPr>
                  <p:cNvSpPr/>
                  <p:nvPr/>
                </p:nvSpPr>
                <p:spPr>
                  <a:xfrm>
                    <a:off x="1983621" y="165858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618" y="114684"/>
                          <a:pt x="64859" y="113444"/>
                        </a:cubicBezTo>
                        <a:cubicBezTo>
                          <a:pt x="67340" y="110963"/>
                          <a:pt x="67340" y="106887"/>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24" name="Freeform: Shape 1223">
                    <a:extLst>
                      <a:ext uri="{FF2B5EF4-FFF2-40B4-BE49-F238E27FC236}">
                        <a16:creationId xmlns:a16="http://schemas.microsoft.com/office/drawing/2014/main" id="{66FD4856-88AE-65BF-C00A-5191070D6AB5}"/>
                      </a:ext>
                    </a:extLst>
                  </p:cNvPr>
                  <p:cNvSpPr/>
                  <p:nvPr/>
                </p:nvSpPr>
                <p:spPr>
                  <a:xfrm>
                    <a:off x="1932349" y="1658648"/>
                    <a:ext cx="66719" cy="115274"/>
                  </a:xfrm>
                  <a:custGeom>
                    <a:avLst/>
                    <a:gdLst>
                      <a:gd name="connsiteX0" fmla="*/ 60310 w 66719"/>
                      <a:gd name="connsiteY0" fmla="*/ 115275 h 115274"/>
                      <a:gd name="connsiteX1" fmla="*/ 64858 w 66719"/>
                      <a:gd name="connsiteY1" fmla="*/ 113384 h 115274"/>
                      <a:gd name="connsiteX2" fmla="*/ 64858 w 66719"/>
                      <a:gd name="connsiteY2" fmla="*/ 104347 h 115274"/>
                      <a:gd name="connsiteX3" fmla="*/ 18134 w 66719"/>
                      <a:gd name="connsiteY3" fmla="*/ 57623 h 115274"/>
                      <a:gd name="connsiteX4" fmla="*/ 64858 w 66719"/>
                      <a:gd name="connsiteY4" fmla="*/ 10898 h 115274"/>
                      <a:gd name="connsiteX5" fmla="*/ 64858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8" y="113384"/>
                        </a:cubicBezTo>
                        <a:cubicBezTo>
                          <a:pt x="67340" y="110904"/>
                          <a:pt x="67340" y="106828"/>
                          <a:pt x="64858" y="104347"/>
                        </a:cubicBezTo>
                        <a:lnTo>
                          <a:pt x="18134" y="57623"/>
                        </a:lnTo>
                        <a:lnTo>
                          <a:pt x="64858" y="10898"/>
                        </a:lnTo>
                        <a:cubicBezTo>
                          <a:pt x="67340" y="8417"/>
                          <a:pt x="67340" y="4342"/>
                          <a:pt x="64858" y="1861"/>
                        </a:cubicBezTo>
                        <a:cubicBezTo>
                          <a:pt x="62378" y="-620"/>
                          <a:pt x="58302" y="-620"/>
                          <a:pt x="55821" y="1861"/>
                        </a:cubicBezTo>
                        <a:lnTo>
                          <a:pt x="0" y="57682"/>
                        </a:lnTo>
                        <a:lnTo>
                          <a:pt x="55821" y="113503"/>
                        </a:lnTo>
                        <a:cubicBezTo>
                          <a:pt x="57002" y="114625"/>
                          <a:pt x="58656" y="115275"/>
                          <a:pt x="60310" y="115275"/>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129" name="Graphic 4773">
                  <a:extLst>
                    <a:ext uri="{FF2B5EF4-FFF2-40B4-BE49-F238E27FC236}">
                      <a16:creationId xmlns:a16="http://schemas.microsoft.com/office/drawing/2014/main" id="{1AF91B0B-5530-14AC-CEC9-D1016AC792D8}"/>
                    </a:ext>
                  </a:extLst>
                </p:cNvPr>
                <p:cNvGrpSpPr/>
                <p:nvPr/>
              </p:nvGrpSpPr>
              <p:grpSpPr>
                <a:xfrm>
                  <a:off x="455605" y="4257600"/>
                  <a:ext cx="648231" cy="115511"/>
                  <a:chOff x="455605" y="4257600"/>
                  <a:chExt cx="648231" cy="115511"/>
                </a:xfrm>
                <a:grpFill/>
              </p:grpSpPr>
              <p:sp>
                <p:nvSpPr>
                  <p:cNvPr id="1193" name="Freeform: Shape 1192">
                    <a:extLst>
                      <a:ext uri="{FF2B5EF4-FFF2-40B4-BE49-F238E27FC236}">
                        <a16:creationId xmlns:a16="http://schemas.microsoft.com/office/drawing/2014/main" id="{8976AF85-86C8-450E-2E16-BF0BE02CDC2D}"/>
                      </a:ext>
                    </a:extLst>
                  </p:cNvPr>
                  <p:cNvSpPr/>
                  <p:nvPr/>
                </p:nvSpPr>
                <p:spPr>
                  <a:xfrm>
                    <a:off x="694542" y="4303054"/>
                    <a:ext cx="24691" cy="24750"/>
                  </a:xfrm>
                  <a:custGeom>
                    <a:avLst/>
                    <a:gdLst>
                      <a:gd name="connsiteX0" fmla="*/ 12346 w 24691"/>
                      <a:gd name="connsiteY0" fmla="*/ 2599 h 24750"/>
                      <a:gd name="connsiteX1" fmla="*/ 22151 w 24691"/>
                      <a:gd name="connsiteY1" fmla="*/ 12405 h 24750"/>
                      <a:gd name="connsiteX2" fmla="*/ 12346 w 24691"/>
                      <a:gd name="connsiteY2" fmla="*/ 22210 h 24750"/>
                      <a:gd name="connsiteX3" fmla="*/ 2540 w 24691"/>
                      <a:gd name="connsiteY3" fmla="*/ 12405 h 24750"/>
                      <a:gd name="connsiteX4" fmla="*/ 12346 w 24691"/>
                      <a:gd name="connsiteY4" fmla="*/ 2599 h 24750"/>
                      <a:gd name="connsiteX5" fmla="*/ 12346 w 24691"/>
                      <a:gd name="connsiteY5" fmla="*/ 2599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99"/>
                        </a:moveTo>
                        <a:cubicBezTo>
                          <a:pt x="17780" y="2599"/>
                          <a:pt x="22151" y="6971"/>
                          <a:pt x="22151" y="12405"/>
                        </a:cubicBezTo>
                        <a:cubicBezTo>
                          <a:pt x="22151" y="17839"/>
                          <a:pt x="17780" y="22210"/>
                          <a:pt x="12346" y="22210"/>
                        </a:cubicBezTo>
                        <a:cubicBezTo>
                          <a:pt x="6911" y="22210"/>
                          <a:pt x="2540" y="17839"/>
                          <a:pt x="2540" y="12405"/>
                        </a:cubicBezTo>
                        <a:cubicBezTo>
                          <a:pt x="2540" y="6971"/>
                          <a:pt x="6911" y="2599"/>
                          <a:pt x="12346" y="2599"/>
                        </a:cubicBezTo>
                        <a:lnTo>
                          <a:pt x="12346" y="2599"/>
                        </a:lnTo>
                        <a:close/>
                        <a:moveTo>
                          <a:pt x="12346" y="0"/>
                        </a:moveTo>
                        <a:cubicBezTo>
                          <a:pt x="5493" y="0"/>
                          <a:pt x="0" y="5553"/>
                          <a:pt x="0" y="12346"/>
                        </a:cubicBezTo>
                        <a:cubicBezTo>
                          <a:pt x="0" y="19198"/>
                          <a:pt x="5553" y="24750"/>
                          <a:pt x="12346" y="24750"/>
                        </a:cubicBezTo>
                        <a:cubicBezTo>
                          <a:pt x="19198" y="24750"/>
                          <a:pt x="24691" y="19198"/>
                          <a:pt x="24691" y="12346"/>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94" name="Freeform: Shape 1193">
                    <a:extLst>
                      <a:ext uri="{FF2B5EF4-FFF2-40B4-BE49-F238E27FC236}">
                        <a16:creationId xmlns:a16="http://schemas.microsoft.com/office/drawing/2014/main" id="{B8847244-6913-57B2-7F3C-324259104482}"/>
                      </a:ext>
                    </a:extLst>
                  </p:cNvPr>
                  <p:cNvSpPr/>
                  <p:nvPr/>
                </p:nvSpPr>
                <p:spPr>
                  <a:xfrm>
                    <a:off x="745814"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98"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95" name="Freeform: Shape 1194">
                    <a:extLst>
                      <a:ext uri="{FF2B5EF4-FFF2-40B4-BE49-F238E27FC236}">
                        <a16:creationId xmlns:a16="http://schemas.microsoft.com/office/drawing/2014/main" id="{467F532C-33FD-FB06-6811-A1D0C618FED7}"/>
                      </a:ext>
                    </a:extLst>
                  </p:cNvPr>
                  <p:cNvSpPr/>
                  <p:nvPr/>
                </p:nvSpPr>
                <p:spPr>
                  <a:xfrm>
                    <a:off x="771510"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96" name="Freeform: Shape 1195">
                    <a:extLst>
                      <a:ext uri="{FF2B5EF4-FFF2-40B4-BE49-F238E27FC236}">
                        <a16:creationId xmlns:a16="http://schemas.microsoft.com/office/drawing/2014/main" id="{D8054E14-CB66-11B9-5C34-D0539D9BF733}"/>
                      </a:ext>
                    </a:extLst>
                  </p:cNvPr>
                  <p:cNvSpPr/>
                  <p:nvPr/>
                </p:nvSpPr>
                <p:spPr>
                  <a:xfrm>
                    <a:off x="822723" y="4303054"/>
                    <a:ext cx="24691" cy="24750"/>
                  </a:xfrm>
                  <a:custGeom>
                    <a:avLst/>
                    <a:gdLst>
                      <a:gd name="connsiteX0" fmla="*/ 12346 w 24691"/>
                      <a:gd name="connsiteY0" fmla="*/ 2540 h 24750"/>
                      <a:gd name="connsiteX1" fmla="*/ 22151 w 24691"/>
                      <a:gd name="connsiteY1" fmla="*/ 12346 h 24750"/>
                      <a:gd name="connsiteX2" fmla="*/ 12346 w 24691"/>
                      <a:gd name="connsiteY2" fmla="*/ 22151 h 24750"/>
                      <a:gd name="connsiteX3" fmla="*/ 2540 w 24691"/>
                      <a:gd name="connsiteY3" fmla="*/ 12346 h 24750"/>
                      <a:gd name="connsiteX4" fmla="*/ 12346 w 24691"/>
                      <a:gd name="connsiteY4" fmla="*/ 2540 h 24750"/>
                      <a:gd name="connsiteX5" fmla="*/ 12346 w 24691"/>
                      <a:gd name="connsiteY5" fmla="*/ 2540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1"/>
                          <a:pt x="6970" y="2540"/>
                          <a:pt x="12346" y="2540"/>
                        </a:cubicBezTo>
                        <a:lnTo>
                          <a:pt x="12346" y="2540"/>
                        </a:lnTo>
                        <a:close/>
                        <a:moveTo>
                          <a:pt x="12346" y="0"/>
                        </a:moveTo>
                        <a:cubicBezTo>
                          <a:pt x="5494" y="0"/>
                          <a:pt x="0" y="5553"/>
                          <a:pt x="0" y="12346"/>
                        </a:cubicBezTo>
                        <a:cubicBezTo>
                          <a:pt x="0" y="19198"/>
                          <a:pt x="5553" y="24750"/>
                          <a:pt x="12346" y="24750"/>
                        </a:cubicBezTo>
                        <a:cubicBezTo>
                          <a:pt x="19198" y="24750"/>
                          <a:pt x="24691" y="19198"/>
                          <a:pt x="24691" y="12346"/>
                        </a:cubicBezTo>
                        <a:cubicBezTo>
                          <a:pt x="24750"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97" name="Freeform: Shape 1196">
                    <a:extLst>
                      <a:ext uri="{FF2B5EF4-FFF2-40B4-BE49-F238E27FC236}">
                        <a16:creationId xmlns:a16="http://schemas.microsoft.com/office/drawing/2014/main" id="{C598B176-7F20-8941-C25A-2898AB0D228F}"/>
                      </a:ext>
                    </a:extLst>
                  </p:cNvPr>
                  <p:cNvSpPr/>
                  <p:nvPr/>
                </p:nvSpPr>
                <p:spPr>
                  <a:xfrm>
                    <a:off x="874055"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98" name="Freeform: Shape 1197">
                    <a:extLst>
                      <a:ext uri="{FF2B5EF4-FFF2-40B4-BE49-F238E27FC236}">
                        <a16:creationId xmlns:a16="http://schemas.microsoft.com/office/drawing/2014/main" id="{73655A5D-E464-1076-5994-64225A93BA2D}"/>
                      </a:ext>
                    </a:extLst>
                  </p:cNvPr>
                  <p:cNvSpPr/>
                  <p:nvPr/>
                </p:nvSpPr>
                <p:spPr>
                  <a:xfrm>
                    <a:off x="899691"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21"/>
                          <a:pt x="17780" y="22151"/>
                          <a:pt x="12346" y="22151"/>
                        </a:cubicBezTo>
                        <a:cubicBezTo>
                          <a:pt x="6970" y="22151"/>
                          <a:pt x="2540" y="17721"/>
                          <a:pt x="2540" y="12346"/>
                        </a:cubicBezTo>
                        <a:cubicBezTo>
                          <a:pt x="2540" y="6971"/>
                          <a:pt x="6911" y="2540"/>
                          <a:pt x="12346" y="2540"/>
                        </a:cubicBezTo>
                        <a:lnTo>
                          <a:pt x="12346" y="2540"/>
                        </a:lnTo>
                        <a:close/>
                        <a:moveTo>
                          <a:pt x="12346" y="0"/>
                        </a:moveTo>
                        <a:cubicBezTo>
                          <a:pt x="5494"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99" name="Freeform: Shape 1198">
                    <a:extLst>
                      <a:ext uri="{FF2B5EF4-FFF2-40B4-BE49-F238E27FC236}">
                        <a16:creationId xmlns:a16="http://schemas.microsoft.com/office/drawing/2014/main" id="{5D63AB66-6CBF-0882-DD40-8FBE762EA97F}"/>
                      </a:ext>
                    </a:extLst>
                  </p:cNvPr>
                  <p:cNvSpPr/>
                  <p:nvPr/>
                </p:nvSpPr>
                <p:spPr>
                  <a:xfrm>
                    <a:off x="925327"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4" y="24750"/>
                          <a:pt x="0" y="19198"/>
                          <a:pt x="0" y="12346"/>
                        </a:cubicBezTo>
                        <a:cubicBezTo>
                          <a:pt x="0" y="5494"/>
                          <a:pt x="5553" y="0"/>
                          <a:pt x="12346" y="0"/>
                        </a:cubicBezTo>
                        <a:cubicBezTo>
                          <a:pt x="19139"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00" name="Freeform: Shape 1199">
                    <a:extLst>
                      <a:ext uri="{FF2B5EF4-FFF2-40B4-BE49-F238E27FC236}">
                        <a16:creationId xmlns:a16="http://schemas.microsoft.com/office/drawing/2014/main" id="{10B4D674-104A-2C17-412B-F48E594EB979}"/>
                      </a:ext>
                    </a:extLst>
                  </p:cNvPr>
                  <p:cNvSpPr/>
                  <p:nvPr/>
                </p:nvSpPr>
                <p:spPr>
                  <a:xfrm>
                    <a:off x="976600"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80"/>
                          <a:pt x="2540" y="12346"/>
                        </a:cubicBezTo>
                        <a:cubicBezTo>
                          <a:pt x="2540" y="6971"/>
                          <a:pt x="6911" y="2540"/>
                          <a:pt x="12346" y="2540"/>
                        </a:cubicBezTo>
                        <a:lnTo>
                          <a:pt x="12346" y="2540"/>
                        </a:lnTo>
                        <a:close/>
                        <a:moveTo>
                          <a:pt x="12346" y="0"/>
                        </a:moveTo>
                        <a:cubicBezTo>
                          <a:pt x="5493"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01" name="Freeform: Shape 1200">
                    <a:extLst>
                      <a:ext uri="{FF2B5EF4-FFF2-40B4-BE49-F238E27FC236}">
                        <a16:creationId xmlns:a16="http://schemas.microsoft.com/office/drawing/2014/main" id="{3662DE70-C254-6F80-9DEA-766B8B38B389}"/>
                      </a:ext>
                    </a:extLst>
                  </p:cNvPr>
                  <p:cNvSpPr/>
                  <p:nvPr/>
                </p:nvSpPr>
                <p:spPr>
                  <a:xfrm>
                    <a:off x="1027872"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553"/>
                          <a:pt x="5553" y="0"/>
                          <a:pt x="12346" y="0"/>
                        </a:cubicBezTo>
                        <a:cubicBezTo>
                          <a:pt x="19198"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02" name="Freeform: Shape 1201">
                    <a:extLst>
                      <a:ext uri="{FF2B5EF4-FFF2-40B4-BE49-F238E27FC236}">
                        <a16:creationId xmlns:a16="http://schemas.microsoft.com/office/drawing/2014/main" id="{5D9B4808-6034-4A26-7B92-A5B15DECA899}"/>
                      </a:ext>
                    </a:extLst>
                  </p:cNvPr>
                  <p:cNvSpPr/>
                  <p:nvPr/>
                </p:nvSpPr>
                <p:spPr>
                  <a:xfrm>
                    <a:off x="1053509"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3" y="24750"/>
                          <a:pt x="0" y="19198"/>
                          <a:pt x="0" y="12346"/>
                        </a:cubicBezTo>
                        <a:cubicBezTo>
                          <a:pt x="0" y="5494"/>
                          <a:pt x="5552" y="0"/>
                          <a:pt x="12346" y="0"/>
                        </a:cubicBezTo>
                        <a:cubicBezTo>
                          <a:pt x="19198"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03" name="Freeform: Shape 1202">
                    <a:extLst>
                      <a:ext uri="{FF2B5EF4-FFF2-40B4-BE49-F238E27FC236}">
                        <a16:creationId xmlns:a16="http://schemas.microsoft.com/office/drawing/2014/main" id="{B315B4A6-45FD-36B3-953A-79F3889F5771}"/>
                      </a:ext>
                    </a:extLst>
                  </p:cNvPr>
                  <p:cNvSpPr/>
                  <p:nvPr/>
                </p:nvSpPr>
                <p:spPr>
                  <a:xfrm>
                    <a:off x="1079145" y="430299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5 h 24691"/>
                      <a:gd name="connsiteX8" fmla="*/ 12346 w 24691"/>
                      <a:gd name="connsiteY8" fmla="*/ 24691 h 24691"/>
                      <a:gd name="connsiteX9" fmla="*/ 24691 w 24691"/>
                      <a:gd name="connsiteY9" fmla="*/ 12345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11" y="22210"/>
                          <a:pt x="2540" y="17839"/>
                          <a:pt x="2540" y="12405"/>
                        </a:cubicBezTo>
                        <a:cubicBezTo>
                          <a:pt x="2540" y="6970"/>
                          <a:pt x="6970" y="2599"/>
                          <a:pt x="12346" y="2599"/>
                        </a:cubicBezTo>
                        <a:lnTo>
                          <a:pt x="12346" y="2599"/>
                        </a:lnTo>
                        <a:close/>
                        <a:moveTo>
                          <a:pt x="12346" y="0"/>
                        </a:moveTo>
                        <a:cubicBezTo>
                          <a:pt x="5493" y="0"/>
                          <a:pt x="0" y="5553"/>
                          <a:pt x="0" y="12345"/>
                        </a:cubicBezTo>
                        <a:cubicBezTo>
                          <a:pt x="0" y="19198"/>
                          <a:pt x="5553" y="24691"/>
                          <a:pt x="12346" y="24691"/>
                        </a:cubicBezTo>
                        <a:cubicBezTo>
                          <a:pt x="19198" y="24691"/>
                          <a:pt x="24691" y="19139"/>
                          <a:pt x="24691" y="12345"/>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04" name="Freeform: Shape 1203">
                    <a:extLst>
                      <a:ext uri="{FF2B5EF4-FFF2-40B4-BE49-F238E27FC236}">
                        <a16:creationId xmlns:a16="http://schemas.microsoft.com/office/drawing/2014/main" id="{7631573D-D116-E6CA-4729-4A15B522A3FD}"/>
                      </a:ext>
                    </a:extLst>
                  </p:cNvPr>
                  <p:cNvSpPr/>
                  <p:nvPr/>
                </p:nvSpPr>
                <p:spPr>
                  <a:xfrm>
                    <a:off x="660754" y="4257777"/>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7"/>
                        </a:lnTo>
                        <a:cubicBezTo>
                          <a:pt x="67340" y="8476"/>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05" name="Freeform: Shape 1204">
                    <a:extLst>
                      <a:ext uri="{FF2B5EF4-FFF2-40B4-BE49-F238E27FC236}">
                        <a16:creationId xmlns:a16="http://schemas.microsoft.com/office/drawing/2014/main" id="{5174864C-D1C1-8DA6-901A-D9E45A0EAE59}"/>
                      </a:ext>
                    </a:extLst>
                  </p:cNvPr>
                  <p:cNvSpPr/>
                  <p:nvPr/>
                </p:nvSpPr>
                <p:spPr>
                  <a:xfrm>
                    <a:off x="609363" y="4257777"/>
                    <a:ext cx="66778" cy="115333"/>
                  </a:xfrm>
                  <a:custGeom>
                    <a:avLst/>
                    <a:gdLst>
                      <a:gd name="connsiteX0" fmla="*/ 60369 w 66778"/>
                      <a:gd name="connsiteY0" fmla="*/ 115334 h 115333"/>
                      <a:gd name="connsiteX1" fmla="*/ 64918 w 66778"/>
                      <a:gd name="connsiteY1" fmla="*/ 113444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4"/>
                        </a:cubicBezTo>
                        <a:cubicBezTo>
                          <a:pt x="67399" y="110963"/>
                          <a:pt x="67399" y="106887"/>
                          <a:pt x="64918" y="104347"/>
                        </a:cubicBezTo>
                        <a:lnTo>
                          <a:pt x="18134" y="57623"/>
                        </a:lnTo>
                        <a:lnTo>
                          <a:pt x="64918" y="10898"/>
                        </a:lnTo>
                        <a:cubicBezTo>
                          <a:pt x="67399" y="8417"/>
                          <a:pt x="67399" y="4341"/>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06" name="Freeform: Shape 1205">
                    <a:extLst>
                      <a:ext uri="{FF2B5EF4-FFF2-40B4-BE49-F238E27FC236}">
                        <a16:creationId xmlns:a16="http://schemas.microsoft.com/office/drawing/2014/main" id="{07B59D10-C557-33A7-70E1-ACBAED02773B}"/>
                      </a:ext>
                    </a:extLst>
                  </p:cNvPr>
                  <p:cNvSpPr/>
                  <p:nvPr/>
                </p:nvSpPr>
                <p:spPr>
                  <a:xfrm>
                    <a:off x="558150" y="425765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07" name="Freeform: Shape 1206">
                    <a:extLst>
                      <a:ext uri="{FF2B5EF4-FFF2-40B4-BE49-F238E27FC236}">
                        <a16:creationId xmlns:a16="http://schemas.microsoft.com/office/drawing/2014/main" id="{C8A69AEC-7ACF-668C-A9E7-56FFF41E7C36}"/>
                      </a:ext>
                    </a:extLst>
                  </p:cNvPr>
                  <p:cNvSpPr/>
                  <p:nvPr/>
                </p:nvSpPr>
                <p:spPr>
                  <a:xfrm>
                    <a:off x="506877" y="4257600"/>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7"/>
                          <a:pt x="67340" y="4401"/>
                          <a:pt x="64859" y="1861"/>
                        </a:cubicBezTo>
                        <a:cubicBezTo>
                          <a:pt x="62378" y="-620"/>
                          <a:pt x="58302" y="-620"/>
                          <a:pt x="55821" y="1861"/>
                        </a:cubicBezTo>
                        <a:lnTo>
                          <a:pt x="0" y="57682"/>
                        </a:lnTo>
                        <a:lnTo>
                          <a:pt x="55821" y="113503"/>
                        </a:lnTo>
                        <a:cubicBezTo>
                          <a:pt x="57002" y="114802"/>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208" name="Freeform: Shape 1207">
                    <a:extLst>
                      <a:ext uri="{FF2B5EF4-FFF2-40B4-BE49-F238E27FC236}">
                        <a16:creationId xmlns:a16="http://schemas.microsoft.com/office/drawing/2014/main" id="{AE9C13B0-A817-F4AB-0B9F-E0D341F71BF8}"/>
                      </a:ext>
                    </a:extLst>
                  </p:cNvPr>
                  <p:cNvSpPr/>
                  <p:nvPr/>
                </p:nvSpPr>
                <p:spPr>
                  <a:xfrm>
                    <a:off x="455605" y="425765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8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02" y="114684"/>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130" name="Graphic 4773">
                  <a:extLst>
                    <a:ext uri="{FF2B5EF4-FFF2-40B4-BE49-F238E27FC236}">
                      <a16:creationId xmlns:a16="http://schemas.microsoft.com/office/drawing/2014/main" id="{FA83AFFA-609B-F606-8FF1-59C5C62CD36C}"/>
                    </a:ext>
                  </a:extLst>
                </p:cNvPr>
                <p:cNvGrpSpPr/>
                <p:nvPr/>
              </p:nvGrpSpPr>
              <p:grpSpPr>
                <a:xfrm>
                  <a:off x="3234542" y="2956736"/>
                  <a:ext cx="583845" cy="119557"/>
                  <a:chOff x="3234542" y="2956736"/>
                  <a:chExt cx="583845" cy="119557"/>
                </a:xfrm>
                <a:grpFill/>
              </p:grpSpPr>
              <p:grpSp>
                <p:nvGrpSpPr>
                  <p:cNvPr id="1182" name="Graphic 4773">
                    <a:extLst>
                      <a:ext uri="{FF2B5EF4-FFF2-40B4-BE49-F238E27FC236}">
                        <a16:creationId xmlns:a16="http://schemas.microsoft.com/office/drawing/2014/main" id="{95397CE7-D5F0-C7EB-64BA-B99297683D95}"/>
                      </a:ext>
                    </a:extLst>
                  </p:cNvPr>
                  <p:cNvGrpSpPr/>
                  <p:nvPr/>
                </p:nvGrpSpPr>
                <p:grpSpPr>
                  <a:xfrm>
                    <a:off x="3234542" y="2956736"/>
                    <a:ext cx="119557" cy="119557"/>
                    <a:chOff x="3234542" y="2956736"/>
                    <a:chExt cx="119557" cy="119557"/>
                  </a:xfrm>
                  <a:grpFill/>
                </p:grpSpPr>
                <p:sp>
                  <p:nvSpPr>
                    <p:cNvPr id="1191" name="Freeform: Shape 1190">
                      <a:extLst>
                        <a:ext uri="{FF2B5EF4-FFF2-40B4-BE49-F238E27FC236}">
                          <a16:creationId xmlns:a16="http://schemas.microsoft.com/office/drawing/2014/main" id="{AEDD73E5-5D9A-E26D-083A-44532AFED18C}"/>
                        </a:ext>
                      </a:extLst>
                    </p:cNvPr>
                    <p:cNvSpPr/>
                    <p:nvPr/>
                  </p:nvSpPr>
                  <p:spPr>
                    <a:xfrm>
                      <a:off x="3273941" y="2978474"/>
                      <a:ext cx="40698" cy="76199"/>
                    </a:xfrm>
                    <a:custGeom>
                      <a:avLst/>
                      <a:gdLst>
                        <a:gd name="connsiteX0" fmla="*/ 38868 w 40698"/>
                        <a:gd name="connsiteY0" fmla="*/ 76200 h 76199"/>
                        <a:gd name="connsiteX1" fmla="*/ 40167 w 40698"/>
                        <a:gd name="connsiteY1" fmla="*/ 75668 h 76199"/>
                        <a:gd name="connsiteX2" fmla="*/ 40167 w 40698"/>
                        <a:gd name="connsiteY2" fmla="*/ 73128 h 76199"/>
                        <a:gd name="connsiteX3" fmla="*/ 5139 w 40698"/>
                        <a:gd name="connsiteY3" fmla="*/ 38100 h 76199"/>
                        <a:gd name="connsiteX4" fmla="*/ 40167 w 40698"/>
                        <a:gd name="connsiteY4" fmla="*/ 3072 h 76199"/>
                        <a:gd name="connsiteX5" fmla="*/ 40167 w 40698"/>
                        <a:gd name="connsiteY5" fmla="*/ 532 h 76199"/>
                        <a:gd name="connsiteX6" fmla="*/ 37627 w 40698"/>
                        <a:gd name="connsiteY6" fmla="*/ 532 h 76199"/>
                        <a:gd name="connsiteX7" fmla="*/ 0 w 40698"/>
                        <a:gd name="connsiteY7" fmla="*/ 38159 h 76199"/>
                        <a:gd name="connsiteX8" fmla="*/ 37627 w 40698"/>
                        <a:gd name="connsiteY8" fmla="*/ 75786 h 76199"/>
                        <a:gd name="connsiteX9" fmla="*/ 38868 w 40698"/>
                        <a:gd name="connsiteY9" fmla="*/ 76200 h 76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8" h="76199">
                          <a:moveTo>
                            <a:pt x="38868" y="76200"/>
                          </a:moveTo>
                          <a:cubicBezTo>
                            <a:pt x="39340" y="76200"/>
                            <a:pt x="39813" y="76023"/>
                            <a:pt x="40167" y="75668"/>
                          </a:cubicBezTo>
                          <a:cubicBezTo>
                            <a:pt x="40876" y="74960"/>
                            <a:pt x="40876" y="73837"/>
                            <a:pt x="40167" y="73128"/>
                          </a:cubicBezTo>
                          <a:lnTo>
                            <a:pt x="5139" y="38100"/>
                          </a:lnTo>
                          <a:lnTo>
                            <a:pt x="40167" y="3072"/>
                          </a:lnTo>
                          <a:cubicBezTo>
                            <a:pt x="40876" y="2363"/>
                            <a:pt x="40876" y="1240"/>
                            <a:pt x="40167" y="532"/>
                          </a:cubicBezTo>
                          <a:cubicBezTo>
                            <a:pt x="39459" y="-177"/>
                            <a:pt x="38336" y="-177"/>
                            <a:pt x="37627" y="532"/>
                          </a:cubicBezTo>
                          <a:lnTo>
                            <a:pt x="0" y="38159"/>
                          </a:lnTo>
                          <a:lnTo>
                            <a:pt x="37627" y="75786"/>
                          </a:lnTo>
                          <a:cubicBezTo>
                            <a:pt x="37982" y="76023"/>
                            <a:pt x="38454" y="76200"/>
                            <a:pt x="38868" y="7620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92" name="Freeform: Shape 1191">
                      <a:extLst>
                        <a:ext uri="{FF2B5EF4-FFF2-40B4-BE49-F238E27FC236}">
                          <a16:creationId xmlns:a16="http://schemas.microsoft.com/office/drawing/2014/main" id="{5D504A3F-3208-4EFE-D7C8-B98BE11E2327}"/>
                        </a:ext>
                      </a:extLst>
                    </p:cNvPr>
                    <p:cNvSpPr/>
                    <p:nvPr/>
                  </p:nvSpPr>
                  <p:spPr>
                    <a:xfrm>
                      <a:off x="3234542" y="2956736"/>
                      <a:ext cx="119557" cy="119557"/>
                    </a:xfrm>
                    <a:custGeom>
                      <a:avLst/>
                      <a:gdLst>
                        <a:gd name="connsiteX0" fmla="*/ 59779 w 119557"/>
                        <a:gd name="connsiteY0" fmla="*/ 6025 h 119557"/>
                        <a:gd name="connsiteX1" fmla="*/ 113532 w 119557"/>
                        <a:gd name="connsiteY1" fmla="*/ 59779 h 119557"/>
                        <a:gd name="connsiteX2" fmla="*/ 59779 w 119557"/>
                        <a:gd name="connsiteY2" fmla="*/ 113532 h 119557"/>
                        <a:gd name="connsiteX3" fmla="*/ 6025 w 119557"/>
                        <a:gd name="connsiteY3" fmla="*/ 59779 h 119557"/>
                        <a:gd name="connsiteX4" fmla="*/ 59779 w 119557"/>
                        <a:gd name="connsiteY4" fmla="*/ 6025 h 119557"/>
                        <a:gd name="connsiteX5" fmla="*/ 59779 w 119557"/>
                        <a:gd name="connsiteY5" fmla="*/ 6025 h 119557"/>
                        <a:gd name="connsiteX6" fmla="*/ 59779 w 119557"/>
                        <a:gd name="connsiteY6" fmla="*/ 0 h 119557"/>
                        <a:gd name="connsiteX7" fmla="*/ 0 w 119557"/>
                        <a:gd name="connsiteY7" fmla="*/ 59779 h 119557"/>
                        <a:gd name="connsiteX8" fmla="*/ 59779 w 119557"/>
                        <a:gd name="connsiteY8" fmla="*/ 119557 h 119557"/>
                        <a:gd name="connsiteX9" fmla="*/ 119557 w 119557"/>
                        <a:gd name="connsiteY9" fmla="*/ 59779 h 119557"/>
                        <a:gd name="connsiteX10" fmla="*/ 59779 w 119557"/>
                        <a:gd name="connsiteY10" fmla="*/ 0 h 119557"/>
                        <a:gd name="connsiteX11" fmla="*/ 59779 w 119557"/>
                        <a:gd name="connsiteY11" fmla="*/ 0 h 119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9557" h="119557">
                          <a:moveTo>
                            <a:pt x="59779" y="6025"/>
                          </a:moveTo>
                          <a:cubicBezTo>
                            <a:pt x="89431" y="6025"/>
                            <a:pt x="113532" y="30126"/>
                            <a:pt x="113532" y="59779"/>
                          </a:cubicBezTo>
                          <a:cubicBezTo>
                            <a:pt x="113532" y="89432"/>
                            <a:pt x="89431" y="113532"/>
                            <a:pt x="59779" y="113532"/>
                          </a:cubicBezTo>
                          <a:cubicBezTo>
                            <a:pt x="30125" y="113532"/>
                            <a:pt x="6025" y="89432"/>
                            <a:pt x="6025" y="59779"/>
                          </a:cubicBezTo>
                          <a:cubicBezTo>
                            <a:pt x="6025" y="30126"/>
                            <a:pt x="30125" y="6025"/>
                            <a:pt x="59779" y="6025"/>
                          </a:cubicBezTo>
                          <a:lnTo>
                            <a:pt x="59779" y="6025"/>
                          </a:lnTo>
                          <a:close/>
                          <a:moveTo>
                            <a:pt x="59779" y="0"/>
                          </a:moveTo>
                          <a:cubicBezTo>
                            <a:pt x="26758" y="0"/>
                            <a:pt x="0" y="26759"/>
                            <a:pt x="0" y="59779"/>
                          </a:cubicBezTo>
                          <a:cubicBezTo>
                            <a:pt x="0" y="92799"/>
                            <a:pt x="26758" y="119557"/>
                            <a:pt x="59779" y="119557"/>
                          </a:cubicBezTo>
                          <a:cubicBezTo>
                            <a:pt x="92798" y="119557"/>
                            <a:pt x="119557" y="92799"/>
                            <a:pt x="119557" y="59779"/>
                          </a:cubicBezTo>
                          <a:cubicBezTo>
                            <a:pt x="119498" y="26759"/>
                            <a:pt x="92740" y="0"/>
                            <a:pt x="59779" y="0"/>
                          </a:cubicBezTo>
                          <a:lnTo>
                            <a:pt x="59779"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1183" name="Freeform: Shape 1182">
                    <a:extLst>
                      <a:ext uri="{FF2B5EF4-FFF2-40B4-BE49-F238E27FC236}">
                        <a16:creationId xmlns:a16="http://schemas.microsoft.com/office/drawing/2014/main" id="{843CD33D-AE00-3DBE-E7B0-CC5C57C384A3}"/>
                      </a:ext>
                    </a:extLst>
                  </p:cNvPr>
                  <p:cNvSpPr/>
                  <p:nvPr/>
                </p:nvSpPr>
                <p:spPr>
                  <a:xfrm>
                    <a:off x="3376250"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84" name="Freeform: Shape 1183">
                    <a:extLst>
                      <a:ext uri="{FF2B5EF4-FFF2-40B4-BE49-F238E27FC236}">
                        <a16:creationId xmlns:a16="http://schemas.microsoft.com/office/drawing/2014/main" id="{84C8B137-BB12-B0A6-7114-4FA1401AA678}"/>
                      </a:ext>
                    </a:extLst>
                  </p:cNvPr>
                  <p:cNvSpPr/>
                  <p:nvPr/>
                </p:nvSpPr>
                <p:spPr>
                  <a:xfrm>
                    <a:off x="345729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51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85" name="Freeform: Shape 1184">
                    <a:extLst>
                      <a:ext uri="{FF2B5EF4-FFF2-40B4-BE49-F238E27FC236}">
                        <a16:creationId xmlns:a16="http://schemas.microsoft.com/office/drawing/2014/main" id="{1EE78D31-5820-CF3D-D311-2447F41F8BBB}"/>
                      </a:ext>
                    </a:extLst>
                  </p:cNvPr>
                  <p:cNvSpPr/>
                  <p:nvPr/>
                </p:nvSpPr>
                <p:spPr>
                  <a:xfrm>
                    <a:off x="3497816"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514"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649"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86" name="Freeform: Shape 1185">
                    <a:extLst>
                      <a:ext uri="{FF2B5EF4-FFF2-40B4-BE49-F238E27FC236}">
                        <a16:creationId xmlns:a16="http://schemas.microsoft.com/office/drawing/2014/main" id="{DC845280-534D-1260-B791-D37FD9C5C67F}"/>
                      </a:ext>
                    </a:extLst>
                  </p:cNvPr>
                  <p:cNvSpPr/>
                  <p:nvPr/>
                </p:nvSpPr>
                <p:spPr>
                  <a:xfrm>
                    <a:off x="353833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87" name="Freeform: Shape 1186">
                    <a:extLst>
                      <a:ext uri="{FF2B5EF4-FFF2-40B4-BE49-F238E27FC236}">
                        <a16:creationId xmlns:a16="http://schemas.microsoft.com/office/drawing/2014/main" id="{07757B45-AA15-E62C-68ED-D4EF331A31C7}"/>
                      </a:ext>
                    </a:extLst>
                  </p:cNvPr>
                  <p:cNvSpPr/>
                  <p:nvPr/>
                </p:nvSpPr>
                <p:spPr>
                  <a:xfrm>
                    <a:off x="3619381"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649"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88" name="Freeform: Shape 1187">
                    <a:extLst>
                      <a:ext uri="{FF2B5EF4-FFF2-40B4-BE49-F238E27FC236}">
                        <a16:creationId xmlns:a16="http://schemas.microsoft.com/office/drawing/2014/main" id="{365E772A-BBE4-EC3C-63F0-E34D90BFE356}"/>
                      </a:ext>
                    </a:extLst>
                  </p:cNvPr>
                  <p:cNvSpPr/>
                  <p:nvPr/>
                </p:nvSpPr>
                <p:spPr>
                  <a:xfrm>
                    <a:off x="3659962"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89" name="Freeform: Shape 1188">
                    <a:extLst>
                      <a:ext uri="{FF2B5EF4-FFF2-40B4-BE49-F238E27FC236}">
                        <a16:creationId xmlns:a16="http://schemas.microsoft.com/office/drawing/2014/main" id="{CC17C403-6468-2883-0054-8DBB1C19528D}"/>
                      </a:ext>
                    </a:extLst>
                  </p:cNvPr>
                  <p:cNvSpPr/>
                  <p:nvPr/>
                </p:nvSpPr>
                <p:spPr>
                  <a:xfrm>
                    <a:off x="370048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90" name="Freeform: Shape 1189">
                    <a:extLst>
                      <a:ext uri="{FF2B5EF4-FFF2-40B4-BE49-F238E27FC236}">
                        <a16:creationId xmlns:a16="http://schemas.microsoft.com/office/drawing/2014/main" id="{0F4F6D64-2208-B659-5E10-28FD5C9AEF94}"/>
                      </a:ext>
                    </a:extLst>
                  </p:cNvPr>
                  <p:cNvSpPr/>
                  <p:nvPr/>
                </p:nvSpPr>
                <p:spPr>
                  <a:xfrm>
                    <a:off x="378152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131" name="Graphic 4773">
                  <a:extLst>
                    <a:ext uri="{FF2B5EF4-FFF2-40B4-BE49-F238E27FC236}">
                      <a16:creationId xmlns:a16="http://schemas.microsoft.com/office/drawing/2014/main" id="{73E28A4F-71BF-58A7-B436-C98D977431AE}"/>
                    </a:ext>
                  </a:extLst>
                </p:cNvPr>
                <p:cNvGrpSpPr/>
                <p:nvPr/>
              </p:nvGrpSpPr>
              <p:grpSpPr>
                <a:xfrm>
                  <a:off x="2640418" y="2129759"/>
                  <a:ext cx="886046" cy="59069"/>
                  <a:chOff x="2640418" y="2129759"/>
                  <a:chExt cx="886046" cy="59069"/>
                </a:xfrm>
                <a:grpFill/>
              </p:grpSpPr>
              <p:sp>
                <p:nvSpPr>
                  <p:cNvPr id="1174" name="Freeform: Shape 1173">
                    <a:extLst>
                      <a:ext uri="{FF2B5EF4-FFF2-40B4-BE49-F238E27FC236}">
                        <a16:creationId xmlns:a16="http://schemas.microsoft.com/office/drawing/2014/main" id="{ABF1B780-3B59-07BD-63EC-8A6E33B50395}"/>
                      </a:ext>
                    </a:extLst>
                  </p:cNvPr>
                  <p:cNvSpPr/>
                  <p:nvPr/>
                </p:nvSpPr>
                <p:spPr>
                  <a:xfrm>
                    <a:off x="3467395"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75" name="Freeform: Shape 1174">
                    <a:extLst>
                      <a:ext uri="{FF2B5EF4-FFF2-40B4-BE49-F238E27FC236}">
                        <a16:creationId xmlns:a16="http://schemas.microsoft.com/office/drawing/2014/main" id="{C03794FC-55E3-ACBF-E3E4-93C03FB72F22}"/>
                      </a:ext>
                    </a:extLst>
                  </p:cNvPr>
                  <p:cNvSpPr/>
                  <p:nvPr/>
                </p:nvSpPr>
                <p:spPr>
                  <a:xfrm>
                    <a:off x="3349255"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76" name="Freeform: Shape 1175">
                    <a:extLst>
                      <a:ext uri="{FF2B5EF4-FFF2-40B4-BE49-F238E27FC236}">
                        <a16:creationId xmlns:a16="http://schemas.microsoft.com/office/drawing/2014/main" id="{7A6F4934-BDAB-5285-9814-5F9E44E66C54}"/>
                      </a:ext>
                    </a:extLst>
                  </p:cNvPr>
                  <p:cNvSpPr/>
                  <p:nvPr/>
                </p:nvSpPr>
                <p:spPr>
                  <a:xfrm>
                    <a:off x="3231116"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77" name="Freeform: Shape 1176">
                    <a:extLst>
                      <a:ext uri="{FF2B5EF4-FFF2-40B4-BE49-F238E27FC236}">
                        <a16:creationId xmlns:a16="http://schemas.microsoft.com/office/drawing/2014/main" id="{B3CABA86-FC01-3CEC-0B23-7DFE18164831}"/>
                      </a:ext>
                    </a:extLst>
                  </p:cNvPr>
                  <p:cNvSpPr/>
                  <p:nvPr/>
                </p:nvSpPr>
                <p:spPr>
                  <a:xfrm>
                    <a:off x="3112976"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78" name="Freeform: Shape 1177">
                    <a:extLst>
                      <a:ext uri="{FF2B5EF4-FFF2-40B4-BE49-F238E27FC236}">
                        <a16:creationId xmlns:a16="http://schemas.microsoft.com/office/drawing/2014/main" id="{88C45F29-21E2-6A65-98F6-32D7068F7638}"/>
                      </a:ext>
                    </a:extLst>
                  </p:cNvPr>
                  <p:cNvSpPr/>
                  <p:nvPr/>
                </p:nvSpPr>
                <p:spPr>
                  <a:xfrm>
                    <a:off x="2994837"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79" name="Freeform: Shape 1178">
                    <a:extLst>
                      <a:ext uri="{FF2B5EF4-FFF2-40B4-BE49-F238E27FC236}">
                        <a16:creationId xmlns:a16="http://schemas.microsoft.com/office/drawing/2014/main" id="{11EFD01B-2164-3AAA-6193-A998365C5266}"/>
                      </a:ext>
                    </a:extLst>
                  </p:cNvPr>
                  <p:cNvSpPr/>
                  <p:nvPr/>
                </p:nvSpPr>
                <p:spPr>
                  <a:xfrm>
                    <a:off x="2876697"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80" name="Freeform: Shape 1179">
                    <a:extLst>
                      <a:ext uri="{FF2B5EF4-FFF2-40B4-BE49-F238E27FC236}">
                        <a16:creationId xmlns:a16="http://schemas.microsoft.com/office/drawing/2014/main" id="{C77CD58A-67FD-B18C-33AD-3F2F1C35674C}"/>
                      </a:ext>
                    </a:extLst>
                  </p:cNvPr>
                  <p:cNvSpPr/>
                  <p:nvPr/>
                </p:nvSpPr>
                <p:spPr>
                  <a:xfrm>
                    <a:off x="2758558"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81" name="Freeform: Shape 1180">
                    <a:extLst>
                      <a:ext uri="{FF2B5EF4-FFF2-40B4-BE49-F238E27FC236}">
                        <a16:creationId xmlns:a16="http://schemas.microsoft.com/office/drawing/2014/main" id="{F013C144-803C-D052-307D-BF741F70922F}"/>
                      </a:ext>
                    </a:extLst>
                  </p:cNvPr>
                  <p:cNvSpPr/>
                  <p:nvPr/>
                </p:nvSpPr>
                <p:spPr>
                  <a:xfrm>
                    <a:off x="2640418"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132" name="Graphic 4773">
                  <a:extLst>
                    <a:ext uri="{FF2B5EF4-FFF2-40B4-BE49-F238E27FC236}">
                      <a16:creationId xmlns:a16="http://schemas.microsoft.com/office/drawing/2014/main" id="{32A65500-8904-6951-2074-627B8DE3898F}"/>
                    </a:ext>
                  </a:extLst>
                </p:cNvPr>
                <p:cNvGrpSpPr/>
                <p:nvPr/>
              </p:nvGrpSpPr>
              <p:grpSpPr>
                <a:xfrm>
                  <a:off x="1990651" y="4610690"/>
                  <a:ext cx="886046" cy="59069"/>
                  <a:chOff x="1990651" y="4610690"/>
                  <a:chExt cx="886046" cy="59069"/>
                </a:xfrm>
                <a:grpFill/>
              </p:grpSpPr>
              <p:sp>
                <p:nvSpPr>
                  <p:cNvPr id="1166" name="Freeform: Shape 1165">
                    <a:extLst>
                      <a:ext uri="{FF2B5EF4-FFF2-40B4-BE49-F238E27FC236}">
                        <a16:creationId xmlns:a16="http://schemas.microsoft.com/office/drawing/2014/main" id="{6A2CB6F5-3C79-4B6E-03E8-9C18A503C4E4}"/>
                      </a:ext>
                    </a:extLst>
                  </p:cNvPr>
                  <p:cNvSpPr/>
                  <p:nvPr/>
                </p:nvSpPr>
                <p:spPr>
                  <a:xfrm>
                    <a:off x="2817627"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67" name="Freeform: Shape 1166">
                    <a:extLst>
                      <a:ext uri="{FF2B5EF4-FFF2-40B4-BE49-F238E27FC236}">
                        <a16:creationId xmlns:a16="http://schemas.microsoft.com/office/drawing/2014/main" id="{650C8EE7-36AA-9D54-4430-189490CA13AA}"/>
                      </a:ext>
                    </a:extLst>
                  </p:cNvPr>
                  <p:cNvSpPr/>
                  <p:nvPr/>
                </p:nvSpPr>
                <p:spPr>
                  <a:xfrm>
                    <a:off x="2699488"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68" name="Freeform: Shape 1167">
                    <a:extLst>
                      <a:ext uri="{FF2B5EF4-FFF2-40B4-BE49-F238E27FC236}">
                        <a16:creationId xmlns:a16="http://schemas.microsoft.com/office/drawing/2014/main" id="{0887E688-0C9C-1EBF-CB81-C068AC56F451}"/>
                      </a:ext>
                    </a:extLst>
                  </p:cNvPr>
                  <p:cNvSpPr/>
                  <p:nvPr/>
                </p:nvSpPr>
                <p:spPr>
                  <a:xfrm>
                    <a:off x="2581348"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69" name="Freeform: Shape 1168">
                    <a:extLst>
                      <a:ext uri="{FF2B5EF4-FFF2-40B4-BE49-F238E27FC236}">
                        <a16:creationId xmlns:a16="http://schemas.microsoft.com/office/drawing/2014/main" id="{C25E6F8D-9B78-9DF0-B62F-5DFD08F9F730}"/>
                      </a:ext>
                    </a:extLst>
                  </p:cNvPr>
                  <p:cNvSpPr/>
                  <p:nvPr/>
                </p:nvSpPr>
                <p:spPr>
                  <a:xfrm>
                    <a:off x="246320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70" name="Freeform: Shape 1169">
                    <a:extLst>
                      <a:ext uri="{FF2B5EF4-FFF2-40B4-BE49-F238E27FC236}">
                        <a16:creationId xmlns:a16="http://schemas.microsoft.com/office/drawing/2014/main" id="{25A058D7-7FC9-B613-C35A-3077679C02C8}"/>
                      </a:ext>
                    </a:extLst>
                  </p:cNvPr>
                  <p:cNvSpPr/>
                  <p:nvPr/>
                </p:nvSpPr>
                <p:spPr>
                  <a:xfrm>
                    <a:off x="234506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71" name="Freeform: Shape 1170">
                    <a:extLst>
                      <a:ext uri="{FF2B5EF4-FFF2-40B4-BE49-F238E27FC236}">
                        <a16:creationId xmlns:a16="http://schemas.microsoft.com/office/drawing/2014/main" id="{A903DA53-363E-5E27-A58C-6111BF8111D2}"/>
                      </a:ext>
                    </a:extLst>
                  </p:cNvPr>
                  <p:cNvSpPr/>
                  <p:nvPr/>
                </p:nvSpPr>
                <p:spPr>
                  <a:xfrm>
                    <a:off x="2226930"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72" name="Freeform: Shape 1171">
                    <a:extLst>
                      <a:ext uri="{FF2B5EF4-FFF2-40B4-BE49-F238E27FC236}">
                        <a16:creationId xmlns:a16="http://schemas.microsoft.com/office/drawing/2014/main" id="{24D93D4C-AAEF-2336-2601-0887771EA5B8}"/>
                      </a:ext>
                    </a:extLst>
                  </p:cNvPr>
                  <p:cNvSpPr/>
                  <p:nvPr/>
                </p:nvSpPr>
                <p:spPr>
                  <a:xfrm>
                    <a:off x="2108790"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73" name="Freeform: Shape 1172">
                    <a:extLst>
                      <a:ext uri="{FF2B5EF4-FFF2-40B4-BE49-F238E27FC236}">
                        <a16:creationId xmlns:a16="http://schemas.microsoft.com/office/drawing/2014/main" id="{5626F722-27BE-A835-326F-20420FC0D867}"/>
                      </a:ext>
                    </a:extLst>
                  </p:cNvPr>
                  <p:cNvSpPr/>
                  <p:nvPr/>
                </p:nvSpPr>
                <p:spPr>
                  <a:xfrm>
                    <a:off x="1990651"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1133" name="Freeform: Shape 1132">
                  <a:extLst>
                    <a:ext uri="{FF2B5EF4-FFF2-40B4-BE49-F238E27FC236}">
                      <a16:creationId xmlns:a16="http://schemas.microsoft.com/office/drawing/2014/main" id="{D011D967-9956-E0FD-5F4C-98F6B402056C}"/>
                    </a:ext>
                  </a:extLst>
                </p:cNvPr>
                <p:cNvSpPr/>
                <p:nvPr/>
              </p:nvSpPr>
              <p:spPr>
                <a:xfrm rot="-2700000">
                  <a:off x="3497758" y="3223441"/>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34" name="Freeform: Shape 1133">
                  <a:extLst>
                    <a:ext uri="{FF2B5EF4-FFF2-40B4-BE49-F238E27FC236}">
                      <a16:creationId xmlns:a16="http://schemas.microsoft.com/office/drawing/2014/main" id="{9B67C150-03BA-30C6-DCFE-228894E57FED}"/>
                    </a:ext>
                  </a:extLst>
                </p:cNvPr>
                <p:cNvSpPr/>
                <p:nvPr/>
              </p:nvSpPr>
              <p:spPr>
                <a:xfrm>
                  <a:off x="3350142"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35" name="Freeform: Shape 1134">
                  <a:extLst>
                    <a:ext uri="{FF2B5EF4-FFF2-40B4-BE49-F238E27FC236}">
                      <a16:creationId xmlns:a16="http://schemas.microsoft.com/office/drawing/2014/main" id="{734A1BD1-852C-8999-4FD6-FEA9C859B2A9}"/>
                    </a:ext>
                  </a:extLst>
                </p:cNvPr>
                <p:cNvSpPr/>
                <p:nvPr/>
              </p:nvSpPr>
              <p:spPr>
                <a:xfrm>
                  <a:off x="3202467"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36" name="Freeform: Shape 1135">
                  <a:extLst>
                    <a:ext uri="{FF2B5EF4-FFF2-40B4-BE49-F238E27FC236}">
                      <a16:creationId xmlns:a16="http://schemas.microsoft.com/office/drawing/2014/main" id="{9C79F22D-512D-E3E2-6ECE-8EC771FD0D97}"/>
                    </a:ext>
                  </a:extLst>
                </p:cNvPr>
                <p:cNvSpPr/>
                <p:nvPr/>
              </p:nvSpPr>
              <p:spPr>
                <a:xfrm rot="-2700000">
                  <a:off x="3054737" y="3223438"/>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37" name="Freeform: Shape 1136">
                  <a:extLst>
                    <a:ext uri="{FF2B5EF4-FFF2-40B4-BE49-F238E27FC236}">
                      <a16:creationId xmlns:a16="http://schemas.microsoft.com/office/drawing/2014/main" id="{D2301424-2068-71F5-5E4F-5F74D5C92162}"/>
                    </a:ext>
                  </a:extLst>
                </p:cNvPr>
                <p:cNvSpPr/>
                <p:nvPr/>
              </p:nvSpPr>
              <p:spPr>
                <a:xfrm rot="-2700000">
                  <a:off x="2907066" y="3223435"/>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38" name="Freeform: Shape 1137">
                  <a:extLst>
                    <a:ext uri="{FF2B5EF4-FFF2-40B4-BE49-F238E27FC236}">
                      <a16:creationId xmlns:a16="http://schemas.microsoft.com/office/drawing/2014/main" id="{169E6706-63B3-D02A-541F-43A85E863B94}"/>
                    </a:ext>
                  </a:extLst>
                </p:cNvPr>
                <p:cNvSpPr/>
                <p:nvPr/>
              </p:nvSpPr>
              <p:spPr>
                <a:xfrm>
                  <a:off x="2759444"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39" name="Freeform: Shape 1138">
                  <a:extLst>
                    <a:ext uri="{FF2B5EF4-FFF2-40B4-BE49-F238E27FC236}">
                      <a16:creationId xmlns:a16="http://schemas.microsoft.com/office/drawing/2014/main" id="{34D8041A-C182-51BF-B6E2-86E6333900E9}"/>
                    </a:ext>
                  </a:extLst>
                </p:cNvPr>
                <p:cNvSpPr/>
                <p:nvPr/>
              </p:nvSpPr>
              <p:spPr>
                <a:xfrm>
                  <a:off x="2611769"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40" name="Freeform: Shape 1139">
                  <a:extLst>
                    <a:ext uri="{FF2B5EF4-FFF2-40B4-BE49-F238E27FC236}">
                      <a16:creationId xmlns:a16="http://schemas.microsoft.com/office/drawing/2014/main" id="{D198BB69-317B-C00D-CCEB-4EB4BB88688B}"/>
                    </a:ext>
                  </a:extLst>
                </p:cNvPr>
                <p:cNvSpPr/>
                <p:nvPr/>
              </p:nvSpPr>
              <p:spPr>
                <a:xfrm rot="-2700000">
                  <a:off x="2464040" y="3223432"/>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41" name="Freeform: Shape 1140">
                  <a:extLst>
                    <a:ext uri="{FF2B5EF4-FFF2-40B4-BE49-F238E27FC236}">
                      <a16:creationId xmlns:a16="http://schemas.microsoft.com/office/drawing/2014/main" id="{FB8A421E-70F9-0117-4FF6-612D52C3685B}"/>
                    </a:ext>
                  </a:extLst>
                </p:cNvPr>
                <p:cNvSpPr/>
                <p:nvPr/>
              </p:nvSpPr>
              <p:spPr>
                <a:xfrm>
                  <a:off x="1038446" y="3340749"/>
                  <a:ext cx="191326" cy="177091"/>
                </a:xfrm>
                <a:custGeom>
                  <a:avLst/>
                  <a:gdLst>
                    <a:gd name="connsiteX0" fmla="*/ 88546 w 191326"/>
                    <a:gd name="connsiteY0" fmla="*/ 0 h 177091"/>
                    <a:gd name="connsiteX1" fmla="*/ 113887 w 191326"/>
                    <a:gd name="connsiteY1" fmla="*/ 25341 h 177091"/>
                    <a:gd name="connsiteX2" fmla="*/ 71474 w 191326"/>
                    <a:gd name="connsiteY2" fmla="*/ 67694 h 177091"/>
                    <a:gd name="connsiteX3" fmla="*/ 191327 w 191326"/>
                    <a:gd name="connsiteY3" fmla="*/ 67694 h 177091"/>
                    <a:gd name="connsiteX4" fmla="*/ 191327 w 191326"/>
                    <a:gd name="connsiteY4" fmla="*/ 106916 h 177091"/>
                    <a:gd name="connsiteX5" fmla="*/ 68934 w 191326"/>
                    <a:gd name="connsiteY5" fmla="*/ 106916 h 177091"/>
                    <a:gd name="connsiteX6" fmla="*/ 113887 w 191326"/>
                    <a:gd name="connsiteY6" fmla="*/ 151809 h 177091"/>
                    <a:gd name="connsiteX7" fmla="*/ 88546 w 191326"/>
                    <a:gd name="connsiteY7" fmla="*/ 177091 h 177091"/>
                    <a:gd name="connsiteX8" fmla="*/ 0 w 191326"/>
                    <a:gd name="connsiteY8" fmla="*/ 88546 h 177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326" h="177091">
                      <a:moveTo>
                        <a:pt x="88546" y="0"/>
                      </a:moveTo>
                      <a:lnTo>
                        <a:pt x="113887" y="25341"/>
                      </a:lnTo>
                      <a:lnTo>
                        <a:pt x="71474" y="67694"/>
                      </a:lnTo>
                      <a:lnTo>
                        <a:pt x="191327" y="67694"/>
                      </a:lnTo>
                      <a:lnTo>
                        <a:pt x="191327" y="106916"/>
                      </a:lnTo>
                      <a:lnTo>
                        <a:pt x="68934" y="106916"/>
                      </a:lnTo>
                      <a:lnTo>
                        <a:pt x="113887" y="151809"/>
                      </a:lnTo>
                      <a:lnTo>
                        <a:pt x="88546" y="177091"/>
                      </a:lnTo>
                      <a:lnTo>
                        <a:pt x="0" y="8854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42" name="Freeform: Shape 1141">
                  <a:extLst>
                    <a:ext uri="{FF2B5EF4-FFF2-40B4-BE49-F238E27FC236}">
                      <a16:creationId xmlns:a16="http://schemas.microsoft.com/office/drawing/2014/main" id="{A0AA7931-7E38-A524-288C-7B7F35032092}"/>
                    </a:ext>
                  </a:extLst>
                </p:cNvPr>
                <p:cNvSpPr/>
                <p:nvPr/>
              </p:nvSpPr>
              <p:spPr>
                <a:xfrm>
                  <a:off x="5004626" y="1576512"/>
                  <a:ext cx="174374" cy="161437"/>
                </a:xfrm>
                <a:custGeom>
                  <a:avLst/>
                  <a:gdLst>
                    <a:gd name="connsiteX0" fmla="*/ 80690 w 174374"/>
                    <a:gd name="connsiteY0" fmla="*/ 0 h 161437"/>
                    <a:gd name="connsiteX1" fmla="*/ 103727 w 174374"/>
                    <a:gd name="connsiteY1" fmla="*/ 23037 h 161437"/>
                    <a:gd name="connsiteX2" fmla="*/ 65154 w 174374"/>
                    <a:gd name="connsiteY2" fmla="*/ 61669 h 161437"/>
                    <a:gd name="connsiteX3" fmla="*/ 174374 w 174374"/>
                    <a:gd name="connsiteY3" fmla="*/ 61669 h 161437"/>
                    <a:gd name="connsiteX4" fmla="*/ 174374 w 174374"/>
                    <a:gd name="connsiteY4" fmla="*/ 97406 h 161437"/>
                    <a:gd name="connsiteX5" fmla="*/ 62850 w 174374"/>
                    <a:gd name="connsiteY5" fmla="*/ 97406 h 161437"/>
                    <a:gd name="connsiteX6" fmla="*/ 103727 w 174374"/>
                    <a:gd name="connsiteY6" fmla="*/ 138341 h 161437"/>
                    <a:gd name="connsiteX7" fmla="*/ 80690 w 174374"/>
                    <a:gd name="connsiteY7" fmla="*/ 161438 h 161437"/>
                    <a:gd name="connsiteX8" fmla="*/ 0 w 174374"/>
                    <a:gd name="connsiteY8" fmla="*/ 80689 h 16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4374" h="161437">
                      <a:moveTo>
                        <a:pt x="80690" y="0"/>
                      </a:moveTo>
                      <a:lnTo>
                        <a:pt x="103727" y="23037"/>
                      </a:lnTo>
                      <a:lnTo>
                        <a:pt x="65154" y="61669"/>
                      </a:lnTo>
                      <a:lnTo>
                        <a:pt x="174374" y="61669"/>
                      </a:lnTo>
                      <a:lnTo>
                        <a:pt x="174374" y="97406"/>
                      </a:lnTo>
                      <a:lnTo>
                        <a:pt x="62850" y="97406"/>
                      </a:lnTo>
                      <a:lnTo>
                        <a:pt x="103727" y="138341"/>
                      </a:lnTo>
                      <a:lnTo>
                        <a:pt x="80690" y="161438"/>
                      </a:lnTo>
                      <a:lnTo>
                        <a:pt x="0" y="8068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1143" name="Graphic 4773">
                  <a:extLst>
                    <a:ext uri="{FF2B5EF4-FFF2-40B4-BE49-F238E27FC236}">
                      <a16:creationId xmlns:a16="http://schemas.microsoft.com/office/drawing/2014/main" id="{519F14EE-4251-9313-8371-B3D0725B054C}"/>
                    </a:ext>
                  </a:extLst>
                </p:cNvPr>
                <p:cNvGrpSpPr/>
                <p:nvPr/>
              </p:nvGrpSpPr>
              <p:grpSpPr>
                <a:xfrm>
                  <a:off x="457259" y="2897903"/>
                  <a:ext cx="526784" cy="117726"/>
                  <a:chOff x="457259" y="2897903"/>
                  <a:chExt cx="526784" cy="117726"/>
                </a:xfrm>
                <a:grpFill/>
              </p:grpSpPr>
              <p:sp>
                <p:nvSpPr>
                  <p:cNvPr id="1144" name="Freeform: Shape 1143">
                    <a:extLst>
                      <a:ext uri="{FF2B5EF4-FFF2-40B4-BE49-F238E27FC236}">
                        <a16:creationId xmlns:a16="http://schemas.microsoft.com/office/drawing/2014/main" id="{29D58C30-F3FF-C285-5BB1-E7C86E58CEC6}"/>
                      </a:ext>
                    </a:extLst>
                  </p:cNvPr>
                  <p:cNvSpPr/>
                  <p:nvPr/>
                </p:nvSpPr>
                <p:spPr>
                  <a:xfrm>
                    <a:off x="882147" y="2924248"/>
                    <a:ext cx="8269" cy="9214"/>
                  </a:xfrm>
                  <a:custGeom>
                    <a:avLst/>
                    <a:gdLst>
                      <a:gd name="connsiteX0" fmla="*/ 0 w 8269"/>
                      <a:gd name="connsiteY0" fmla="*/ 3131 h 9214"/>
                      <a:gd name="connsiteX1" fmla="*/ 5316 w 8269"/>
                      <a:gd name="connsiteY1" fmla="*/ 0 h 9214"/>
                      <a:gd name="connsiteX2" fmla="*/ 8270 w 8269"/>
                      <a:gd name="connsiteY2" fmla="*/ 5139 h 9214"/>
                      <a:gd name="connsiteX3" fmla="*/ 5907 w 8269"/>
                      <a:gd name="connsiteY3" fmla="*/ 6498 h 9214"/>
                      <a:gd name="connsiteX4" fmla="*/ 5907 w 8269"/>
                      <a:gd name="connsiteY4" fmla="*/ 9215 h 9214"/>
                      <a:gd name="connsiteX5" fmla="*/ 0 w 8269"/>
                      <a:gd name="connsiteY5" fmla="*/ 9215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0" y="3131"/>
                        </a:moveTo>
                        <a:lnTo>
                          <a:pt x="5316" y="0"/>
                        </a:lnTo>
                        <a:lnTo>
                          <a:pt x="8270" y="5139"/>
                        </a:lnTo>
                        <a:lnTo>
                          <a:pt x="5907" y="6498"/>
                        </a:lnTo>
                        <a:lnTo>
                          <a:pt x="5907" y="9215"/>
                        </a:lnTo>
                        <a:lnTo>
                          <a:pt x="0" y="9215"/>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45" name="Freeform: Shape 1144">
                    <a:extLst>
                      <a:ext uri="{FF2B5EF4-FFF2-40B4-BE49-F238E27FC236}">
                        <a16:creationId xmlns:a16="http://schemas.microsoft.com/office/drawing/2014/main" id="{990BF0B1-74E4-493C-ABDF-88C443FB5B2F}"/>
                      </a:ext>
                    </a:extLst>
                  </p:cNvPr>
                  <p:cNvSpPr/>
                  <p:nvPr/>
                </p:nvSpPr>
                <p:spPr>
                  <a:xfrm rot="-1800341">
                    <a:off x="896354" y="2917003"/>
                    <a:ext cx="9333" cy="5907"/>
                  </a:xfrm>
                  <a:custGeom>
                    <a:avLst/>
                    <a:gdLst>
                      <a:gd name="connsiteX0" fmla="*/ 0 w 9333"/>
                      <a:gd name="connsiteY0" fmla="*/ 0 h 5907"/>
                      <a:gd name="connsiteX1" fmla="*/ 9333 w 9333"/>
                      <a:gd name="connsiteY1" fmla="*/ 0 h 5907"/>
                      <a:gd name="connsiteX2" fmla="*/ 9333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3" y="0"/>
                        </a:lnTo>
                        <a:lnTo>
                          <a:pt x="9333"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46" name="Freeform: Shape 1145">
                    <a:extLst>
                      <a:ext uri="{FF2B5EF4-FFF2-40B4-BE49-F238E27FC236}">
                        <a16:creationId xmlns:a16="http://schemas.microsoft.com/office/drawing/2014/main" id="{E84C95A3-9757-5922-40E0-225A62B6E0DD}"/>
                      </a:ext>
                    </a:extLst>
                  </p:cNvPr>
                  <p:cNvSpPr/>
                  <p:nvPr/>
                </p:nvSpPr>
                <p:spPr>
                  <a:xfrm>
                    <a:off x="911682" y="2905641"/>
                    <a:ext cx="10986" cy="9805"/>
                  </a:xfrm>
                  <a:custGeom>
                    <a:avLst/>
                    <a:gdLst>
                      <a:gd name="connsiteX0" fmla="*/ 8033 w 10986"/>
                      <a:gd name="connsiteY0" fmla="*/ 0 h 9805"/>
                      <a:gd name="connsiteX1" fmla="*/ 10987 w 10986"/>
                      <a:gd name="connsiteY1" fmla="*/ 5139 h 9805"/>
                      <a:gd name="connsiteX2" fmla="*/ 2953 w 10986"/>
                      <a:gd name="connsiteY2" fmla="*/ 9806 h 9805"/>
                      <a:gd name="connsiteX3" fmla="*/ 0 w 10986"/>
                      <a:gd name="connsiteY3" fmla="*/ 4667 h 9805"/>
                    </a:gdLst>
                    <a:ahLst/>
                    <a:cxnLst>
                      <a:cxn ang="0">
                        <a:pos x="connsiteX0" y="connsiteY0"/>
                      </a:cxn>
                      <a:cxn ang="0">
                        <a:pos x="connsiteX1" y="connsiteY1"/>
                      </a:cxn>
                      <a:cxn ang="0">
                        <a:pos x="connsiteX2" y="connsiteY2"/>
                      </a:cxn>
                      <a:cxn ang="0">
                        <a:pos x="connsiteX3" y="connsiteY3"/>
                      </a:cxn>
                    </a:cxnLst>
                    <a:rect l="l" t="t" r="r" b="b"/>
                    <a:pathLst>
                      <a:path w="10986" h="9805">
                        <a:moveTo>
                          <a:pt x="8033" y="0"/>
                        </a:moveTo>
                        <a:lnTo>
                          <a:pt x="10987" y="5139"/>
                        </a:lnTo>
                        <a:lnTo>
                          <a:pt x="2953" y="9806"/>
                        </a:lnTo>
                        <a:lnTo>
                          <a:pt x="0" y="466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47" name="Freeform: Shape 1146">
                    <a:extLst>
                      <a:ext uri="{FF2B5EF4-FFF2-40B4-BE49-F238E27FC236}">
                        <a16:creationId xmlns:a16="http://schemas.microsoft.com/office/drawing/2014/main" id="{4E6106EE-C968-848F-6F63-D02638843BAC}"/>
                      </a:ext>
                    </a:extLst>
                  </p:cNvPr>
                  <p:cNvSpPr/>
                  <p:nvPr/>
                </p:nvSpPr>
                <p:spPr>
                  <a:xfrm>
                    <a:off x="927808" y="2897903"/>
                    <a:ext cx="10632" cy="8210"/>
                  </a:xfrm>
                  <a:custGeom>
                    <a:avLst/>
                    <a:gdLst>
                      <a:gd name="connsiteX0" fmla="*/ 5257 w 10632"/>
                      <a:gd name="connsiteY0" fmla="*/ 0 h 8210"/>
                      <a:gd name="connsiteX1" fmla="*/ 10632 w 10632"/>
                      <a:gd name="connsiteY1" fmla="*/ 3072 h 8210"/>
                      <a:gd name="connsiteX2" fmla="*/ 7679 w 10632"/>
                      <a:gd name="connsiteY2" fmla="*/ 8211 h 8210"/>
                      <a:gd name="connsiteX3" fmla="*/ 5257 w 10632"/>
                      <a:gd name="connsiteY3" fmla="*/ 6852 h 8210"/>
                      <a:gd name="connsiteX4" fmla="*/ 2953 w 10632"/>
                      <a:gd name="connsiteY4" fmla="*/ 8211 h 8210"/>
                      <a:gd name="connsiteX5" fmla="*/ 0 w 10632"/>
                      <a:gd name="connsiteY5" fmla="*/ 3072 h 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10">
                        <a:moveTo>
                          <a:pt x="5257" y="0"/>
                        </a:moveTo>
                        <a:lnTo>
                          <a:pt x="10632" y="3072"/>
                        </a:lnTo>
                        <a:lnTo>
                          <a:pt x="7679" y="8211"/>
                        </a:lnTo>
                        <a:lnTo>
                          <a:pt x="5257" y="6852"/>
                        </a:lnTo>
                        <a:lnTo>
                          <a:pt x="2953" y="8211"/>
                        </a:lnTo>
                        <a:lnTo>
                          <a:pt x="0" y="3072"/>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48" name="Freeform: Shape 1147">
                    <a:extLst>
                      <a:ext uri="{FF2B5EF4-FFF2-40B4-BE49-F238E27FC236}">
                        <a16:creationId xmlns:a16="http://schemas.microsoft.com/office/drawing/2014/main" id="{9DD1D7AD-119A-703B-6749-95A3C9A05F54}"/>
                      </a:ext>
                    </a:extLst>
                  </p:cNvPr>
                  <p:cNvSpPr/>
                  <p:nvPr/>
                </p:nvSpPr>
                <p:spPr>
                  <a:xfrm>
                    <a:off x="959647" y="2914915"/>
                    <a:ext cx="11046" cy="9805"/>
                  </a:xfrm>
                  <a:custGeom>
                    <a:avLst/>
                    <a:gdLst>
                      <a:gd name="connsiteX0" fmla="*/ 2953 w 11046"/>
                      <a:gd name="connsiteY0" fmla="*/ 0 h 9805"/>
                      <a:gd name="connsiteX1" fmla="*/ 11046 w 11046"/>
                      <a:gd name="connsiteY1" fmla="*/ 4726 h 9805"/>
                      <a:gd name="connsiteX2" fmla="*/ 8033 w 11046"/>
                      <a:gd name="connsiteY2" fmla="*/ 9806 h 9805"/>
                      <a:gd name="connsiteX3" fmla="*/ 0 w 11046"/>
                      <a:gd name="connsiteY3" fmla="*/ 5139 h 9805"/>
                    </a:gdLst>
                    <a:ahLst/>
                    <a:cxnLst>
                      <a:cxn ang="0">
                        <a:pos x="connsiteX0" y="connsiteY0"/>
                      </a:cxn>
                      <a:cxn ang="0">
                        <a:pos x="connsiteX1" y="connsiteY1"/>
                      </a:cxn>
                      <a:cxn ang="0">
                        <a:pos x="connsiteX2" y="connsiteY2"/>
                      </a:cxn>
                      <a:cxn ang="0">
                        <a:pos x="connsiteX3" y="connsiteY3"/>
                      </a:cxn>
                    </a:cxnLst>
                    <a:rect l="l" t="t" r="r" b="b"/>
                    <a:pathLst>
                      <a:path w="11046" h="9805">
                        <a:moveTo>
                          <a:pt x="2953" y="0"/>
                        </a:moveTo>
                        <a:lnTo>
                          <a:pt x="11046" y="4726"/>
                        </a:lnTo>
                        <a:lnTo>
                          <a:pt x="8033" y="9806"/>
                        </a:lnTo>
                        <a:lnTo>
                          <a:pt x="0" y="513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49" name="Freeform: Shape 1148">
                    <a:extLst>
                      <a:ext uri="{FF2B5EF4-FFF2-40B4-BE49-F238E27FC236}">
                        <a16:creationId xmlns:a16="http://schemas.microsoft.com/office/drawing/2014/main" id="{4A55C2F4-3FD3-B592-4761-B1B1D6B8569B}"/>
                      </a:ext>
                    </a:extLst>
                  </p:cNvPr>
                  <p:cNvSpPr/>
                  <p:nvPr/>
                </p:nvSpPr>
                <p:spPr>
                  <a:xfrm rot="-3600896">
                    <a:off x="946174" y="2906009"/>
                    <a:ext cx="5907" cy="9274"/>
                  </a:xfrm>
                  <a:custGeom>
                    <a:avLst/>
                    <a:gdLst>
                      <a:gd name="connsiteX0" fmla="*/ 0 w 5907"/>
                      <a:gd name="connsiteY0" fmla="*/ 0 h 9274"/>
                      <a:gd name="connsiteX1" fmla="*/ 5907 w 5907"/>
                      <a:gd name="connsiteY1" fmla="*/ 0 h 9274"/>
                      <a:gd name="connsiteX2" fmla="*/ 5907 w 5907"/>
                      <a:gd name="connsiteY2" fmla="*/ 9275 h 9274"/>
                      <a:gd name="connsiteX3" fmla="*/ 0 w 5907"/>
                      <a:gd name="connsiteY3" fmla="*/ 9275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5"/>
                        </a:lnTo>
                        <a:lnTo>
                          <a:pt x="0" y="9275"/>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50" name="Freeform: Shape 1149">
                    <a:extLst>
                      <a:ext uri="{FF2B5EF4-FFF2-40B4-BE49-F238E27FC236}">
                        <a16:creationId xmlns:a16="http://schemas.microsoft.com/office/drawing/2014/main" id="{233489A9-7D31-7680-00DC-4A31B1FE92C2}"/>
                      </a:ext>
                    </a:extLst>
                  </p:cNvPr>
                  <p:cNvSpPr/>
                  <p:nvPr/>
                </p:nvSpPr>
                <p:spPr>
                  <a:xfrm>
                    <a:off x="975773" y="2924248"/>
                    <a:ext cx="8269" cy="9214"/>
                  </a:xfrm>
                  <a:custGeom>
                    <a:avLst/>
                    <a:gdLst>
                      <a:gd name="connsiteX0" fmla="*/ 2953 w 8269"/>
                      <a:gd name="connsiteY0" fmla="*/ 0 h 9214"/>
                      <a:gd name="connsiteX1" fmla="*/ 8270 w 8269"/>
                      <a:gd name="connsiteY1" fmla="*/ 3131 h 9214"/>
                      <a:gd name="connsiteX2" fmla="*/ 8270 w 8269"/>
                      <a:gd name="connsiteY2" fmla="*/ 9215 h 9214"/>
                      <a:gd name="connsiteX3" fmla="*/ 2304 w 8269"/>
                      <a:gd name="connsiteY3" fmla="*/ 9215 h 9214"/>
                      <a:gd name="connsiteX4" fmla="*/ 2304 w 8269"/>
                      <a:gd name="connsiteY4" fmla="*/ 6498 h 9214"/>
                      <a:gd name="connsiteX5" fmla="*/ 0 w 8269"/>
                      <a:gd name="connsiteY5" fmla="*/ 5139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2953" y="0"/>
                        </a:moveTo>
                        <a:lnTo>
                          <a:pt x="8270" y="3131"/>
                        </a:lnTo>
                        <a:lnTo>
                          <a:pt x="8270" y="9215"/>
                        </a:lnTo>
                        <a:lnTo>
                          <a:pt x="2304" y="9215"/>
                        </a:lnTo>
                        <a:lnTo>
                          <a:pt x="2304" y="6498"/>
                        </a:lnTo>
                        <a:lnTo>
                          <a:pt x="0" y="513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51" name="Freeform: Shape 1150">
                    <a:extLst>
                      <a:ext uri="{FF2B5EF4-FFF2-40B4-BE49-F238E27FC236}">
                        <a16:creationId xmlns:a16="http://schemas.microsoft.com/office/drawing/2014/main" id="{9B769E1F-0B78-1604-9CDD-0D0EA7CBBE03}"/>
                      </a:ext>
                    </a:extLst>
                  </p:cNvPr>
                  <p:cNvSpPr/>
                  <p:nvPr/>
                </p:nvSpPr>
                <p:spPr>
                  <a:xfrm>
                    <a:off x="978077" y="2961403"/>
                    <a:ext cx="5966" cy="9273"/>
                  </a:xfrm>
                  <a:custGeom>
                    <a:avLst/>
                    <a:gdLst>
                      <a:gd name="connsiteX0" fmla="*/ 0 w 5966"/>
                      <a:gd name="connsiteY0" fmla="*/ 0 h 9273"/>
                      <a:gd name="connsiteX1" fmla="*/ 5966 w 5966"/>
                      <a:gd name="connsiteY1" fmla="*/ 0 h 9273"/>
                      <a:gd name="connsiteX2" fmla="*/ 5966 w 5966"/>
                      <a:gd name="connsiteY2" fmla="*/ 9274 h 9273"/>
                      <a:gd name="connsiteX3" fmla="*/ 0 w 5966"/>
                      <a:gd name="connsiteY3" fmla="*/ 9274 h 9273"/>
                    </a:gdLst>
                    <a:ahLst/>
                    <a:cxnLst>
                      <a:cxn ang="0">
                        <a:pos x="connsiteX0" y="connsiteY0"/>
                      </a:cxn>
                      <a:cxn ang="0">
                        <a:pos x="connsiteX1" y="connsiteY1"/>
                      </a:cxn>
                      <a:cxn ang="0">
                        <a:pos x="connsiteX2" y="connsiteY2"/>
                      </a:cxn>
                      <a:cxn ang="0">
                        <a:pos x="connsiteX3" y="connsiteY3"/>
                      </a:cxn>
                    </a:cxnLst>
                    <a:rect l="l" t="t" r="r" b="b"/>
                    <a:pathLst>
                      <a:path w="5966" h="9273">
                        <a:moveTo>
                          <a:pt x="0" y="0"/>
                        </a:moveTo>
                        <a:lnTo>
                          <a:pt x="5966" y="0"/>
                        </a:lnTo>
                        <a:lnTo>
                          <a:pt x="5966"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52" name="Freeform: Shape 1151">
                    <a:extLst>
                      <a:ext uri="{FF2B5EF4-FFF2-40B4-BE49-F238E27FC236}">
                        <a16:creationId xmlns:a16="http://schemas.microsoft.com/office/drawing/2014/main" id="{3FA5F951-2A2D-B63B-7E6F-A14AA22E140B}"/>
                      </a:ext>
                    </a:extLst>
                  </p:cNvPr>
                  <p:cNvSpPr/>
                  <p:nvPr/>
                </p:nvSpPr>
                <p:spPr>
                  <a:xfrm>
                    <a:off x="978077" y="2942796"/>
                    <a:ext cx="5966" cy="9333"/>
                  </a:xfrm>
                  <a:custGeom>
                    <a:avLst/>
                    <a:gdLst>
                      <a:gd name="connsiteX0" fmla="*/ 0 w 5966"/>
                      <a:gd name="connsiteY0" fmla="*/ 0 h 9333"/>
                      <a:gd name="connsiteX1" fmla="*/ 5966 w 5966"/>
                      <a:gd name="connsiteY1" fmla="*/ 0 h 9333"/>
                      <a:gd name="connsiteX2" fmla="*/ 5966 w 5966"/>
                      <a:gd name="connsiteY2" fmla="*/ 9333 h 9333"/>
                      <a:gd name="connsiteX3" fmla="*/ 0 w 5966"/>
                      <a:gd name="connsiteY3" fmla="*/ 9333 h 9333"/>
                    </a:gdLst>
                    <a:ahLst/>
                    <a:cxnLst>
                      <a:cxn ang="0">
                        <a:pos x="connsiteX0" y="connsiteY0"/>
                      </a:cxn>
                      <a:cxn ang="0">
                        <a:pos x="connsiteX1" y="connsiteY1"/>
                      </a:cxn>
                      <a:cxn ang="0">
                        <a:pos x="connsiteX2" y="connsiteY2"/>
                      </a:cxn>
                      <a:cxn ang="0">
                        <a:pos x="connsiteX3" y="connsiteY3"/>
                      </a:cxn>
                    </a:cxnLst>
                    <a:rect l="l" t="t" r="r" b="b"/>
                    <a:pathLst>
                      <a:path w="5966" h="9333">
                        <a:moveTo>
                          <a:pt x="0" y="0"/>
                        </a:moveTo>
                        <a:lnTo>
                          <a:pt x="5966" y="0"/>
                        </a:lnTo>
                        <a:lnTo>
                          <a:pt x="5966" y="9333"/>
                        </a:lnTo>
                        <a:lnTo>
                          <a:pt x="0" y="933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53" name="Freeform: Shape 1152">
                    <a:extLst>
                      <a:ext uri="{FF2B5EF4-FFF2-40B4-BE49-F238E27FC236}">
                        <a16:creationId xmlns:a16="http://schemas.microsoft.com/office/drawing/2014/main" id="{B56B0579-1022-8D10-A5BF-6966A276A99F}"/>
                      </a:ext>
                    </a:extLst>
                  </p:cNvPr>
                  <p:cNvSpPr/>
                  <p:nvPr/>
                </p:nvSpPr>
                <p:spPr>
                  <a:xfrm>
                    <a:off x="975773" y="2980010"/>
                    <a:ext cx="8269" cy="9214"/>
                  </a:xfrm>
                  <a:custGeom>
                    <a:avLst/>
                    <a:gdLst>
                      <a:gd name="connsiteX0" fmla="*/ 8270 w 8269"/>
                      <a:gd name="connsiteY0" fmla="*/ 6143 h 9214"/>
                      <a:gd name="connsiteX1" fmla="*/ 2953 w 8269"/>
                      <a:gd name="connsiteY1" fmla="*/ 9215 h 9214"/>
                      <a:gd name="connsiteX2" fmla="*/ 0 w 8269"/>
                      <a:gd name="connsiteY2" fmla="*/ 4135 h 9214"/>
                      <a:gd name="connsiteX3" fmla="*/ 2304 w 8269"/>
                      <a:gd name="connsiteY3" fmla="*/ 2776 h 9214"/>
                      <a:gd name="connsiteX4" fmla="*/ 2304 w 8269"/>
                      <a:gd name="connsiteY4" fmla="*/ 0 h 9214"/>
                      <a:gd name="connsiteX5" fmla="*/ 8270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8270" y="6143"/>
                        </a:moveTo>
                        <a:lnTo>
                          <a:pt x="2953" y="9215"/>
                        </a:lnTo>
                        <a:lnTo>
                          <a:pt x="0" y="4135"/>
                        </a:lnTo>
                        <a:lnTo>
                          <a:pt x="2304" y="2776"/>
                        </a:lnTo>
                        <a:lnTo>
                          <a:pt x="2304" y="0"/>
                        </a:lnTo>
                        <a:lnTo>
                          <a:pt x="827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54" name="Freeform: Shape 1153">
                    <a:extLst>
                      <a:ext uri="{FF2B5EF4-FFF2-40B4-BE49-F238E27FC236}">
                        <a16:creationId xmlns:a16="http://schemas.microsoft.com/office/drawing/2014/main" id="{2ECE5ACD-D739-6053-E9D2-913E37D70083}"/>
                      </a:ext>
                    </a:extLst>
                  </p:cNvPr>
                  <p:cNvSpPr/>
                  <p:nvPr/>
                </p:nvSpPr>
                <p:spPr>
                  <a:xfrm rot="-1801109">
                    <a:off x="960619" y="2990764"/>
                    <a:ext cx="9274" cy="5907"/>
                  </a:xfrm>
                  <a:custGeom>
                    <a:avLst/>
                    <a:gdLst>
                      <a:gd name="connsiteX0" fmla="*/ 0 w 9274"/>
                      <a:gd name="connsiteY0" fmla="*/ 0 h 5907"/>
                      <a:gd name="connsiteX1" fmla="*/ 9274 w 9274"/>
                      <a:gd name="connsiteY1" fmla="*/ 0 h 5907"/>
                      <a:gd name="connsiteX2" fmla="*/ 9274 w 9274"/>
                      <a:gd name="connsiteY2" fmla="*/ 5907 h 5907"/>
                      <a:gd name="connsiteX3" fmla="*/ 0 w 9274"/>
                      <a:gd name="connsiteY3" fmla="*/ 5907 h 5907"/>
                    </a:gdLst>
                    <a:ahLst/>
                    <a:cxnLst>
                      <a:cxn ang="0">
                        <a:pos x="connsiteX0" y="connsiteY0"/>
                      </a:cxn>
                      <a:cxn ang="0">
                        <a:pos x="connsiteX1" y="connsiteY1"/>
                      </a:cxn>
                      <a:cxn ang="0">
                        <a:pos x="connsiteX2" y="connsiteY2"/>
                      </a:cxn>
                      <a:cxn ang="0">
                        <a:pos x="connsiteX3" y="connsiteY3"/>
                      </a:cxn>
                    </a:cxnLst>
                    <a:rect l="l" t="t" r="r" b="b"/>
                    <a:pathLst>
                      <a:path w="9274" h="5907">
                        <a:moveTo>
                          <a:pt x="0" y="0"/>
                        </a:moveTo>
                        <a:lnTo>
                          <a:pt x="9274" y="0"/>
                        </a:lnTo>
                        <a:lnTo>
                          <a:pt x="9274"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55" name="Freeform: Shape 1154">
                    <a:extLst>
                      <a:ext uri="{FF2B5EF4-FFF2-40B4-BE49-F238E27FC236}">
                        <a16:creationId xmlns:a16="http://schemas.microsoft.com/office/drawing/2014/main" id="{C77259A4-67F2-FF6B-F5B3-1B1F7570109C}"/>
                      </a:ext>
                    </a:extLst>
                  </p:cNvPr>
                  <p:cNvSpPr/>
                  <p:nvPr/>
                </p:nvSpPr>
                <p:spPr>
                  <a:xfrm rot="-1806651">
                    <a:off x="944560" y="3000057"/>
                    <a:ext cx="9333" cy="5907"/>
                  </a:xfrm>
                  <a:custGeom>
                    <a:avLst/>
                    <a:gdLst>
                      <a:gd name="connsiteX0" fmla="*/ 0 w 9333"/>
                      <a:gd name="connsiteY0" fmla="*/ 0 h 5907"/>
                      <a:gd name="connsiteX1" fmla="*/ 9334 w 9333"/>
                      <a:gd name="connsiteY1" fmla="*/ 0 h 5907"/>
                      <a:gd name="connsiteX2" fmla="*/ 9334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4" y="0"/>
                        </a:lnTo>
                        <a:lnTo>
                          <a:pt x="9334"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56" name="Freeform: Shape 1155">
                    <a:extLst>
                      <a:ext uri="{FF2B5EF4-FFF2-40B4-BE49-F238E27FC236}">
                        <a16:creationId xmlns:a16="http://schemas.microsoft.com/office/drawing/2014/main" id="{0FE0F164-D7F3-5F7F-671E-636F3659B813}"/>
                      </a:ext>
                    </a:extLst>
                  </p:cNvPr>
                  <p:cNvSpPr/>
                  <p:nvPr/>
                </p:nvSpPr>
                <p:spPr>
                  <a:xfrm>
                    <a:off x="927808" y="3007359"/>
                    <a:ext cx="10632" cy="8269"/>
                  </a:xfrm>
                  <a:custGeom>
                    <a:avLst/>
                    <a:gdLst>
                      <a:gd name="connsiteX0" fmla="*/ 5257 w 10632"/>
                      <a:gd name="connsiteY0" fmla="*/ 1418 h 8269"/>
                      <a:gd name="connsiteX1" fmla="*/ 7679 w 10632"/>
                      <a:gd name="connsiteY1" fmla="*/ 0 h 8269"/>
                      <a:gd name="connsiteX2" fmla="*/ 10632 w 10632"/>
                      <a:gd name="connsiteY2" fmla="*/ 5139 h 8269"/>
                      <a:gd name="connsiteX3" fmla="*/ 5257 w 10632"/>
                      <a:gd name="connsiteY3" fmla="*/ 8270 h 8269"/>
                      <a:gd name="connsiteX4" fmla="*/ 0 w 10632"/>
                      <a:gd name="connsiteY4" fmla="*/ 5139 h 8269"/>
                      <a:gd name="connsiteX5" fmla="*/ 2953 w 10632"/>
                      <a:gd name="connsiteY5" fmla="*/ 0 h 8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69">
                        <a:moveTo>
                          <a:pt x="5257" y="1418"/>
                        </a:moveTo>
                        <a:lnTo>
                          <a:pt x="7679" y="0"/>
                        </a:lnTo>
                        <a:lnTo>
                          <a:pt x="10632" y="5139"/>
                        </a:lnTo>
                        <a:lnTo>
                          <a:pt x="5257" y="8270"/>
                        </a:lnTo>
                        <a:lnTo>
                          <a:pt x="0" y="5139"/>
                        </a:lnTo>
                        <a:lnTo>
                          <a:pt x="2953"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57" name="Freeform: Shape 1156">
                    <a:extLst>
                      <a:ext uri="{FF2B5EF4-FFF2-40B4-BE49-F238E27FC236}">
                        <a16:creationId xmlns:a16="http://schemas.microsoft.com/office/drawing/2014/main" id="{96F1E709-0218-2405-0000-16DC1E0E4A63}"/>
                      </a:ext>
                    </a:extLst>
                  </p:cNvPr>
                  <p:cNvSpPr/>
                  <p:nvPr/>
                </p:nvSpPr>
                <p:spPr>
                  <a:xfrm rot="-3604434">
                    <a:off x="898141" y="2989017"/>
                    <a:ext cx="5966" cy="9274"/>
                  </a:xfrm>
                  <a:custGeom>
                    <a:avLst/>
                    <a:gdLst>
                      <a:gd name="connsiteX0" fmla="*/ 0 w 5966"/>
                      <a:gd name="connsiteY0" fmla="*/ 0 h 9274"/>
                      <a:gd name="connsiteX1" fmla="*/ 5966 w 5966"/>
                      <a:gd name="connsiteY1" fmla="*/ 0 h 9274"/>
                      <a:gd name="connsiteX2" fmla="*/ 5966 w 5966"/>
                      <a:gd name="connsiteY2" fmla="*/ 9274 h 9274"/>
                      <a:gd name="connsiteX3" fmla="*/ 0 w 5966"/>
                      <a:gd name="connsiteY3" fmla="*/ 9274 h 9274"/>
                    </a:gdLst>
                    <a:ahLst/>
                    <a:cxnLst>
                      <a:cxn ang="0">
                        <a:pos x="connsiteX0" y="connsiteY0"/>
                      </a:cxn>
                      <a:cxn ang="0">
                        <a:pos x="connsiteX1" y="connsiteY1"/>
                      </a:cxn>
                      <a:cxn ang="0">
                        <a:pos x="connsiteX2" y="connsiteY2"/>
                      </a:cxn>
                      <a:cxn ang="0">
                        <a:pos x="connsiteX3" y="connsiteY3"/>
                      </a:cxn>
                    </a:cxnLst>
                    <a:rect l="l" t="t" r="r" b="b"/>
                    <a:pathLst>
                      <a:path w="5966" h="9274">
                        <a:moveTo>
                          <a:pt x="0" y="0"/>
                        </a:moveTo>
                        <a:lnTo>
                          <a:pt x="5966" y="0"/>
                        </a:lnTo>
                        <a:lnTo>
                          <a:pt x="5966"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58" name="Freeform: Shape 1157">
                    <a:extLst>
                      <a:ext uri="{FF2B5EF4-FFF2-40B4-BE49-F238E27FC236}">
                        <a16:creationId xmlns:a16="http://schemas.microsoft.com/office/drawing/2014/main" id="{F9B7B634-9B24-B98D-BFD0-69508885E7FF}"/>
                      </a:ext>
                    </a:extLst>
                  </p:cNvPr>
                  <p:cNvSpPr/>
                  <p:nvPr/>
                </p:nvSpPr>
                <p:spPr>
                  <a:xfrm rot="-3587633">
                    <a:off x="914188" y="2998227"/>
                    <a:ext cx="5906" cy="9332"/>
                  </a:xfrm>
                  <a:custGeom>
                    <a:avLst/>
                    <a:gdLst>
                      <a:gd name="connsiteX0" fmla="*/ 0 w 5906"/>
                      <a:gd name="connsiteY0" fmla="*/ 0 h 9332"/>
                      <a:gd name="connsiteX1" fmla="*/ 5907 w 5906"/>
                      <a:gd name="connsiteY1" fmla="*/ 0 h 9332"/>
                      <a:gd name="connsiteX2" fmla="*/ 5907 w 5906"/>
                      <a:gd name="connsiteY2" fmla="*/ 9333 h 9332"/>
                      <a:gd name="connsiteX3" fmla="*/ 0 w 5906"/>
                      <a:gd name="connsiteY3" fmla="*/ 9333 h 9332"/>
                    </a:gdLst>
                    <a:ahLst/>
                    <a:cxnLst>
                      <a:cxn ang="0">
                        <a:pos x="connsiteX0" y="connsiteY0"/>
                      </a:cxn>
                      <a:cxn ang="0">
                        <a:pos x="connsiteX1" y="connsiteY1"/>
                      </a:cxn>
                      <a:cxn ang="0">
                        <a:pos x="connsiteX2" y="connsiteY2"/>
                      </a:cxn>
                      <a:cxn ang="0">
                        <a:pos x="connsiteX3" y="connsiteY3"/>
                      </a:cxn>
                    </a:cxnLst>
                    <a:rect l="l" t="t" r="r" b="b"/>
                    <a:pathLst>
                      <a:path w="5906" h="9332">
                        <a:moveTo>
                          <a:pt x="0" y="0"/>
                        </a:moveTo>
                        <a:lnTo>
                          <a:pt x="5907" y="0"/>
                        </a:lnTo>
                        <a:lnTo>
                          <a:pt x="5907" y="9333"/>
                        </a:lnTo>
                        <a:lnTo>
                          <a:pt x="0" y="933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59" name="Freeform: Shape 1158">
                    <a:extLst>
                      <a:ext uri="{FF2B5EF4-FFF2-40B4-BE49-F238E27FC236}">
                        <a16:creationId xmlns:a16="http://schemas.microsoft.com/office/drawing/2014/main" id="{4BC8A187-C531-60D7-B337-662F81981D6A}"/>
                      </a:ext>
                    </a:extLst>
                  </p:cNvPr>
                  <p:cNvSpPr/>
                  <p:nvPr/>
                </p:nvSpPr>
                <p:spPr>
                  <a:xfrm>
                    <a:off x="882147" y="2980010"/>
                    <a:ext cx="8269" cy="9214"/>
                  </a:xfrm>
                  <a:custGeom>
                    <a:avLst/>
                    <a:gdLst>
                      <a:gd name="connsiteX0" fmla="*/ 5907 w 8269"/>
                      <a:gd name="connsiteY0" fmla="*/ 2776 h 9214"/>
                      <a:gd name="connsiteX1" fmla="*/ 8270 w 8269"/>
                      <a:gd name="connsiteY1" fmla="*/ 4135 h 9214"/>
                      <a:gd name="connsiteX2" fmla="*/ 5316 w 8269"/>
                      <a:gd name="connsiteY2" fmla="*/ 9215 h 9214"/>
                      <a:gd name="connsiteX3" fmla="*/ 0 w 8269"/>
                      <a:gd name="connsiteY3" fmla="*/ 6143 h 9214"/>
                      <a:gd name="connsiteX4" fmla="*/ 0 w 8269"/>
                      <a:gd name="connsiteY4" fmla="*/ 0 h 9214"/>
                      <a:gd name="connsiteX5" fmla="*/ 5907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5907" y="2776"/>
                        </a:moveTo>
                        <a:lnTo>
                          <a:pt x="8270" y="4135"/>
                        </a:lnTo>
                        <a:lnTo>
                          <a:pt x="5316" y="9215"/>
                        </a:lnTo>
                        <a:lnTo>
                          <a:pt x="0" y="6143"/>
                        </a:lnTo>
                        <a:lnTo>
                          <a:pt x="0" y="0"/>
                        </a:lnTo>
                        <a:lnTo>
                          <a:pt x="5907"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60" name="Freeform: Shape 1159">
                    <a:extLst>
                      <a:ext uri="{FF2B5EF4-FFF2-40B4-BE49-F238E27FC236}">
                        <a16:creationId xmlns:a16="http://schemas.microsoft.com/office/drawing/2014/main" id="{3A3A2171-5066-3AB9-31B2-82268F78AED1}"/>
                      </a:ext>
                    </a:extLst>
                  </p:cNvPr>
                  <p:cNvSpPr/>
                  <p:nvPr/>
                </p:nvSpPr>
                <p:spPr>
                  <a:xfrm rot="-23376">
                    <a:off x="882168" y="2961460"/>
                    <a:ext cx="5907" cy="9274"/>
                  </a:xfrm>
                  <a:custGeom>
                    <a:avLst/>
                    <a:gdLst>
                      <a:gd name="connsiteX0" fmla="*/ 0 w 5907"/>
                      <a:gd name="connsiteY0" fmla="*/ 0 h 9274"/>
                      <a:gd name="connsiteX1" fmla="*/ 5907 w 5907"/>
                      <a:gd name="connsiteY1" fmla="*/ 0 h 9274"/>
                      <a:gd name="connsiteX2" fmla="*/ 5907 w 5907"/>
                      <a:gd name="connsiteY2" fmla="*/ 9274 h 9274"/>
                      <a:gd name="connsiteX3" fmla="*/ 0 w 5907"/>
                      <a:gd name="connsiteY3" fmla="*/ 9274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61" name="Freeform: Shape 1160">
                    <a:extLst>
                      <a:ext uri="{FF2B5EF4-FFF2-40B4-BE49-F238E27FC236}">
                        <a16:creationId xmlns:a16="http://schemas.microsoft.com/office/drawing/2014/main" id="{49B2B8EB-7F97-863A-4EC5-F85C36AAAA73}"/>
                      </a:ext>
                    </a:extLst>
                  </p:cNvPr>
                  <p:cNvSpPr/>
                  <p:nvPr/>
                </p:nvSpPr>
                <p:spPr>
                  <a:xfrm rot="-5391765">
                    <a:off x="880458" y="2944505"/>
                    <a:ext cx="9333" cy="5906"/>
                  </a:xfrm>
                  <a:custGeom>
                    <a:avLst/>
                    <a:gdLst>
                      <a:gd name="connsiteX0" fmla="*/ 0 w 9333"/>
                      <a:gd name="connsiteY0" fmla="*/ 0 h 5906"/>
                      <a:gd name="connsiteX1" fmla="*/ 9333 w 9333"/>
                      <a:gd name="connsiteY1" fmla="*/ 0 h 5906"/>
                      <a:gd name="connsiteX2" fmla="*/ 9333 w 9333"/>
                      <a:gd name="connsiteY2" fmla="*/ 5907 h 5906"/>
                      <a:gd name="connsiteX3" fmla="*/ 0 w 9333"/>
                      <a:gd name="connsiteY3" fmla="*/ 5907 h 5906"/>
                    </a:gdLst>
                    <a:ahLst/>
                    <a:cxnLst>
                      <a:cxn ang="0">
                        <a:pos x="connsiteX0" y="connsiteY0"/>
                      </a:cxn>
                      <a:cxn ang="0">
                        <a:pos x="connsiteX1" y="connsiteY1"/>
                      </a:cxn>
                      <a:cxn ang="0">
                        <a:pos x="connsiteX2" y="connsiteY2"/>
                      </a:cxn>
                      <a:cxn ang="0">
                        <a:pos x="connsiteX3" y="connsiteY3"/>
                      </a:cxn>
                    </a:cxnLst>
                    <a:rect l="l" t="t" r="r" b="b"/>
                    <a:pathLst>
                      <a:path w="9333" h="5906">
                        <a:moveTo>
                          <a:pt x="0" y="0"/>
                        </a:moveTo>
                        <a:lnTo>
                          <a:pt x="9333" y="0"/>
                        </a:lnTo>
                        <a:lnTo>
                          <a:pt x="9333"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62" name="Freeform: Shape 1161">
                    <a:extLst>
                      <a:ext uri="{FF2B5EF4-FFF2-40B4-BE49-F238E27FC236}">
                        <a16:creationId xmlns:a16="http://schemas.microsoft.com/office/drawing/2014/main" id="{191B9B7D-57DF-6A7C-4E78-C97B932204A4}"/>
                      </a:ext>
                    </a:extLst>
                  </p:cNvPr>
                  <p:cNvSpPr/>
                  <p:nvPr/>
                </p:nvSpPr>
                <p:spPr>
                  <a:xfrm>
                    <a:off x="564234" y="2900915"/>
                    <a:ext cx="96047" cy="110873"/>
                  </a:xfrm>
                  <a:custGeom>
                    <a:avLst/>
                    <a:gdLst>
                      <a:gd name="connsiteX0" fmla="*/ 96047 w 96047"/>
                      <a:gd name="connsiteY0" fmla="*/ 83111 h 110873"/>
                      <a:gd name="connsiteX1" fmla="*/ 48024 w 96047"/>
                      <a:gd name="connsiteY1" fmla="*/ 110874 h 110873"/>
                      <a:gd name="connsiteX2" fmla="*/ 0 w 96047"/>
                      <a:gd name="connsiteY2" fmla="*/ 83111 h 110873"/>
                      <a:gd name="connsiteX3" fmla="*/ 0 w 96047"/>
                      <a:gd name="connsiteY3" fmla="*/ 27763 h 110873"/>
                      <a:gd name="connsiteX4" fmla="*/ 48024 w 96047"/>
                      <a:gd name="connsiteY4" fmla="*/ 0 h 110873"/>
                      <a:gd name="connsiteX5" fmla="*/ 96047 w 96047"/>
                      <a:gd name="connsiteY5" fmla="*/ 27763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47" h="110873">
                        <a:moveTo>
                          <a:pt x="96047" y="83111"/>
                        </a:moveTo>
                        <a:lnTo>
                          <a:pt x="48024" y="110874"/>
                        </a:lnTo>
                        <a:lnTo>
                          <a:pt x="0" y="83111"/>
                        </a:lnTo>
                        <a:lnTo>
                          <a:pt x="0" y="27763"/>
                        </a:lnTo>
                        <a:lnTo>
                          <a:pt x="48024" y="0"/>
                        </a:lnTo>
                        <a:lnTo>
                          <a:pt x="96047" y="2776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63" name="Freeform: Shape 1162">
                    <a:extLst>
                      <a:ext uri="{FF2B5EF4-FFF2-40B4-BE49-F238E27FC236}">
                        <a16:creationId xmlns:a16="http://schemas.microsoft.com/office/drawing/2014/main" id="{58D0DC2C-546C-BADA-E8B0-CFBBC67ACCE0}"/>
                      </a:ext>
                    </a:extLst>
                  </p:cNvPr>
                  <p:cNvSpPr/>
                  <p:nvPr/>
                </p:nvSpPr>
                <p:spPr>
                  <a:xfrm>
                    <a:off x="669437" y="2901329"/>
                    <a:ext cx="95988" cy="110873"/>
                  </a:xfrm>
                  <a:custGeom>
                    <a:avLst/>
                    <a:gdLst>
                      <a:gd name="connsiteX0" fmla="*/ 47965 w 95988"/>
                      <a:gd name="connsiteY0" fmla="*/ 0 h 110873"/>
                      <a:gd name="connsiteX1" fmla="*/ 0 w 95988"/>
                      <a:gd name="connsiteY1" fmla="*/ 27763 h 110873"/>
                      <a:gd name="connsiteX2" fmla="*/ 0 w 95988"/>
                      <a:gd name="connsiteY2" fmla="*/ 83170 h 110873"/>
                      <a:gd name="connsiteX3" fmla="*/ 47965 w 95988"/>
                      <a:gd name="connsiteY3" fmla="*/ 110874 h 110873"/>
                      <a:gd name="connsiteX4" fmla="*/ 95988 w 95988"/>
                      <a:gd name="connsiteY4" fmla="*/ 83170 h 110873"/>
                      <a:gd name="connsiteX5" fmla="*/ 95988 w 95988"/>
                      <a:gd name="connsiteY5" fmla="*/ 27763 h 110873"/>
                      <a:gd name="connsiteX6" fmla="*/ 47965 w 95988"/>
                      <a:gd name="connsiteY6" fmla="*/ 0 h 110873"/>
                      <a:gd name="connsiteX7" fmla="*/ 70707 w 95988"/>
                      <a:gd name="connsiteY7" fmla="*/ 46074 h 110873"/>
                      <a:gd name="connsiteX8" fmla="*/ 60842 w 95988"/>
                      <a:gd name="connsiteY8" fmla="*/ 40404 h 110873"/>
                      <a:gd name="connsiteX9" fmla="*/ 60842 w 95988"/>
                      <a:gd name="connsiteY9" fmla="*/ 29003 h 110873"/>
                      <a:gd name="connsiteX10" fmla="*/ 70707 w 95988"/>
                      <a:gd name="connsiteY10" fmla="*/ 23332 h 110873"/>
                      <a:gd name="connsiteX11" fmla="*/ 80571 w 95988"/>
                      <a:gd name="connsiteY11" fmla="*/ 29003 h 110873"/>
                      <a:gd name="connsiteX12" fmla="*/ 80571 w 95988"/>
                      <a:gd name="connsiteY12" fmla="*/ 40404 h 110873"/>
                      <a:gd name="connsiteX13" fmla="*/ 70707 w 95988"/>
                      <a:gd name="connsiteY13" fmla="*/ 46074 h 110873"/>
                      <a:gd name="connsiteX14" fmla="*/ 47965 w 95988"/>
                      <a:gd name="connsiteY14" fmla="*/ 77086 h 110873"/>
                      <a:gd name="connsiteX15" fmla="*/ 57829 w 95988"/>
                      <a:gd name="connsiteY15" fmla="*/ 71415 h 110873"/>
                      <a:gd name="connsiteX16" fmla="*/ 67694 w 95988"/>
                      <a:gd name="connsiteY16" fmla="*/ 77086 h 110873"/>
                      <a:gd name="connsiteX17" fmla="*/ 67694 w 95988"/>
                      <a:gd name="connsiteY17" fmla="*/ 88427 h 110873"/>
                      <a:gd name="connsiteX18" fmla="*/ 57829 w 95988"/>
                      <a:gd name="connsiteY18" fmla="*/ 94098 h 110873"/>
                      <a:gd name="connsiteX19" fmla="*/ 47965 w 95988"/>
                      <a:gd name="connsiteY19" fmla="*/ 88427 h 110873"/>
                      <a:gd name="connsiteX20" fmla="*/ 47965 w 95988"/>
                      <a:gd name="connsiteY20" fmla="*/ 77086 h 110873"/>
                      <a:gd name="connsiteX21" fmla="*/ 35206 w 95988"/>
                      <a:gd name="connsiteY21" fmla="*/ 61137 h 110873"/>
                      <a:gd name="connsiteX22" fmla="*/ 25341 w 95988"/>
                      <a:gd name="connsiteY22" fmla="*/ 66808 h 110873"/>
                      <a:gd name="connsiteX23" fmla="*/ 15476 w 95988"/>
                      <a:gd name="connsiteY23" fmla="*/ 61137 h 110873"/>
                      <a:gd name="connsiteX24" fmla="*/ 15476 w 95988"/>
                      <a:gd name="connsiteY24" fmla="*/ 49737 h 110873"/>
                      <a:gd name="connsiteX25" fmla="*/ 25341 w 95988"/>
                      <a:gd name="connsiteY25" fmla="*/ 44066 h 110873"/>
                      <a:gd name="connsiteX26" fmla="*/ 35206 w 95988"/>
                      <a:gd name="connsiteY26" fmla="*/ 49737 h 110873"/>
                      <a:gd name="connsiteX27" fmla="*/ 35206 w 95988"/>
                      <a:gd name="connsiteY27" fmla="*/ 61137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5988" h="110873">
                        <a:moveTo>
                          <a:pt x="47965" y="0"/>
                        </a:moveTo>
                        <a:lnTo>
                          <a:pt x="0" y="27763"/>
                        </a:lnTo>
                        <a:lnTo>
                          <a:pt x="0" y="83170"/>
                        </a:lnTo>
                        <a:lnTo>
                          <a:pt x="47965" y="110874"/>
                        </a:lnTo>
                        <a:lnTo>
                          <a:pt x="95988" y="83170"/>
                        </a:lnTo>
                        <a:lnTo>
                          <a:pt x="95988" y="27763"/>
                        </a:lnTo>
                        <a:lnTo>
                          <a:pt x="47965" y="0"/>
                        </a:lnTo>
                        <a:close/>
                        <a:moveTo>
                          <a:pt x="70707" y="46074"/>
                        </a:moveTo>
                        <a:lnTo>
                          <a:pt x="60842" y="40404"/>
                        </a:lnTo>
                        <a:lnTo>
                          <a:pt x="60842" y="29003"/>
                        </a:lnTo>
                        <a:lnTo>
                          <a:pt x="70707" y="23332"/>
                        </a:lnTo>
                        <a:lnTo>
                          <a:pt x="80571" y="29003"/>
                        </a:lnTo>
                        <a:lnTo>
                          <a:pt x="80571" y="40404"/>
                        </a:lnTo>
                        <a:lnTo>
                          <a:pt x="70707" y="46074"/>
                        </a:lnTo>
                        <a:close/>
                        <a:moveTo>
                          <a:pt x="47965" y="77086"/>
                        </a:moveTo>
                        <a:lnTo>
                          <a:pt x="57829" y="71415"/>
                        </a:lnTo>
                        <a:lnTo>
                          <a:pt x="67694" y="77086"/>
                        </a:lnTo>
                        <a:lnTo>
                          <a:pt x="67694" y="88427"/>
                        </a:lnTo>
                        <a:lnTo>
                          <a:pt x="57829" y="94098"/>
                        </a:lnTo>
                        <a:lnTo>
                          <a:pt x="47965" y="88427"/>
                        </a:lnTo>
                        <a:lnTo>
                          <a:pt x="47965" y="77086"/>
                        </a:lnTo>
                        <a:close/>
                        <a:moveTo>
                          <a:pt x="35206" y="61137"/>
                        </a:moveTo>
                        <a:lnTo>
                          <a:pt x="25341" y="66808"/>
                        </a:lnTo>
                        <a:lnTo>
                          <a:pt x="15476" y="61137"/>
                        </a:lnTo>
                        <a:lnTo>
                          <a:pt x="15476" y="49737"/>
                        </a:lnTo>
                        <a:lnTo>
                          <a:pt x="25341" y="44066"/>
                        </a:lnTo>
                        <a:lnTo>
                          <a:pt x="35206" y="49737"/>
                        </a:lnTo>
                        <a:lnTo>
                          <a:pt x="35206" y="6113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64" name="Freeform: Shape 1163">
                    <a:extLst>
                      <a:ext uri="{FF2B5EF4-FFF2-40B4-BE49-F238E27FC236}">
                        <a16:creationId xmlns:a16="http://schemas.microsoft.com/office/drawing/2014/main" id="{1A2B8114-9A46-A770-D2EB-C1D69989FF07}"/>
                      </a:ext>
                    </a:extLst>
                  </p:cNvPr>
                  <p:cNvSpPr/>
                  <p:nvPr/>
                </p:nvSpPr>
                <p:spPr>
                  <a:xfrm>
                    <a:off x="775172" y="2900974"/>
                    <a:ext cx="95988" cy="110874"/>
                  </a:xfrm>
                  <a:custGeom>
                    <a:avLst/>
                    <a:gdLst>
                      <a:gd name="connsiteX0" fmla="*/ 95988 w 95988"/>
                      <a:gd name="connsiteY0" fmla="*/ 27704 h 110874"/>
                      <a:gd name="connsiteX1" fmla="*/ 47965 w 95988"/>
                      <a:gd name="connsiteY1" fmla="*/ 0 h 110874"/>
                      <a:gd name="connsiteX2" fmla="*/ 0 w 95988"/>
                      <a:gd name="connsiteY2" fmla="*/ 27704 h 110874"/>
                      <a:gd name="connsiteX3" fmla="*/ 0 w 95988"/>
                      <a:gd name="connsiteY3" fmla="*/ 83111 h 110874"/>
                      <a:gd name="connsiteX4" fmla="*/ 47965 w 95988"/>
                      <a:gd name="connsiteY4" fmla="*/ 110874 h 110874"/>
                      <a:gd name="connsiteX5" fmla="*/ 95988 w 95988"/>
                      <a:gd name="connsiteY5" fmla="*/ 83111 h 110874"/>
                      <a:gd name="connsiteX6" fmla="*/ 95988 w 95988"/>
                      <a:gd name="connsiteY6" fmla="*/ 27704 h 110874"/>
                      <a:gd name="connsiteX7" fmla="*/ 65390 w 95988"/>
                      <a:gd name="connsiteY7" fmla="*/ 45307 h 110874"/>
                      <a:gd name="connsiteX8" fmla="*/ 65390 w 95988"/>
                      <a:gd name="connsiteY8" fmla="*/ 65449 h 110874"/>
                      <a:gd name="connsiteX9" fmla="*/ 48024 w 95988"/>
                      <a:gd name="connsiteY9" fmla="*/ 75491 h 110874"/>
                      <a:gd name="connsiteX10" fmla="*/ 30598 w 95988"/>
                      <a:gd name="connsiteY10" fmla="*/ 65449 h 110874"/>
                      <a:gd name="connsiteX11" fmla="*/ 30598 w 95988"/>
                      <a:gd name="connsiteY11" fmla="*/ 45307 h 110874"/>
                      <a:gd name="connsiteX12" fmla="*/ 48024 w 95988"/>
                      <a:gd name="connsiteY12" fmla="*/ 35265 h 110874"/>
                      <a:gd name="connsiteX13" fmla="*/ 65390 w 95988"/>
                      <a:gd name="connsiteY13" fmla="*/ 45307 h 11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88" h="110874">
                        <a:moveTo>
                          <a:pt x="95988" y="27704"/>
                        </a:moveTo>
                        <a:lnTo>
                          <a:pt x="47965" y="0"/>
                        </a:lnTo>
                        <a:lnTo>
                          <a:pt x="0" y="27704"/>
                        </a:lnTo>
                        <a:lnTo>
                          <a:pt x="0" y="83111"/>
                        </a:lnTo>
                        <a:lnTo>
                          <a:pt x="47965" y="110874"/>
                        </a:lnTo>
                        <a:lnTo>
                          <a:pt x="95988" y="83111"/>
                        </a:lnTo>
                        <a:lnTo>
                          <a:pt x="95988" y="27704"/>
                        </a:lnTo>
                        <a:close/>
                        <a:moveTo>
                          <a:pt x="65390" y="45307"/>
                        </a:moveTo>
                        <a:lnTo>
                          <a:pt x="65390" y="65449"/>
                        </a:lnTo>
                        <a:lnTo>
                          <a:pt x="48024" y="75491"/>
                        </a:lnTo>
                        <a:lnTo>
                          <a:pt x="30598" y="65449"/>
                        </a:lnTo>
                        <a:lnTo>
                          <a:pt x="30598" y="45307"/>
                        </a:lnTo>
                        <a:lnTo>
                          <a:pt x="48024" y="35265"/>
                        </a:lnTo>
                        <a:lnTo>
                          <a:pt x="65390" y="453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65" name="Freeform: Shape 1164">
                    <a:extLst>
                      <a:ext uri="{FF2B5EF4-FFF2-40B4-BE49-F238E27FC236}">
                        <a16:creationId xmlns:a16="http://schemas.microsoft.com/office/drawing/2014/main" id="{AF384865-BA58-CDE3-F255-3C353C88468A}"/>
                      </a:ext>
                    </a:extLst>
                  </p:cNvPr>
                  <p:cNvSpPr/>
                  <p:nvPr/>
                </p:nvSpPr>
                <p:spPr>
                  <a:xfrm>
                    <a:off x="457259" y="2900974"/>
                    <a:ext cx="95929" cy="110814"/>
                  </a:xfrm>
                  <a:custGeom>
                    <a:avLst/>
                    <a:gdLst>
                      <a:gd name="connsiteX0" fmla="*/ 47965 w 95929"/>
                      <a:gd name="connsiteY0" fmla="*/ 110815 h 110814"/>
                      <a:gd name="connsiteX1" fmla="*/ 95929 w 95929"/>
                      <a:gd name="connsiteY1" fmla="*/ 83052 h 110814"/>
                      <a:gd name="connsiteX2" fmla="*/ 95929 w 95929"/>
                      <a:gd name="connsiteY2" fmla="*/ 27704 h 110814"/>
                      <a:gd name="connsiteX3" fmla="*/ 47965 w 95929"/>
                      <a:gd name="connsiteY3" fmla="*/ 0 h 110814"/>
                      <a:gd name="connsiteX4" fmla="*/ 0 w 95929"/>
                      <a:gd name="connsiteY4" fmla="*/ 27704 h 110814"/>
                      <a:gd name="connsiteX5" fmla="*/ 0 w 95929"/>
                      <a:gd name="connsiteY5" fmla="*/ 83052 h 110814"/>
                      <a:gd name="connsiteX6" fmla="*/ 47965 w 95929"/>
                      <a:gd name="connsiteY6" fmla="*/ 110815 h 110814"/>
                      <a:gd name="connsiteX7" fmla="*/ 61373 w 95929"/>
                      <a:gd name="connsiteY7" fmla="*/ 78681 h 110814"/>
                      <a:gd name="connsiteX8" fmla="*/ 34497 w 95929"/>
                      <a:gd name="connsiteY8" fmla="*/ 78681 h 110814"/>
                      <a:gd name="connsiteX9" fmla="*/ 21029 w 95929"/>
                      <a:gd name="connsiteY9" fmla="*/ 55349 h 110814"/>
                      <a:gd name="connsiteX10" fmla="*/ 34497 w 95929"/>
                      <a:gd name="connsiteY10" fmla="*/ 32016 h 110814"/>
                      <a:gd name="connsiteX11" fmla="*/ 61373 w 95929"/>
                      <a:gd name="connsiteY11" fmla="*/ 32016 h 110814"/>
                      <a:gd name="connsiteX12" fmla="*/ 74841 w 95929"/>
                      <a:gd name="connsiteY12" fmla="*/ 55349 h 110814"/>
                      <a:gd name="connsiteX13" fmla="*/ 61373 w 95929"/>
                      <a:gd name="connsiteY13" fmla="*/ 78681 h 110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29" h="110814">
                        <a:moveTo>
                          <a:pt x="47965" y="110815"/>
                        </a:moveTo>
                        <a:lnTo>
                          <a:pt x="95929" y="83052"/>
                        </a:lnTo>
                        <a:lnTo>
                          <a:pt x="95929" y="27704"/>
                        </a:lnTo>
                        <a:lnTo>
                          <a:pt x="47965" y="0"/>
                        </a:lnTo>
                        <a:lnTo>
                          <a:pt x="0" y="27704"/>
                        </a:lnTo>
                        <a:lnTo>
                          <a:pt x="0" y="83052"/>
                        </a:lnTo>
                        <a:lnTo>
                          <a:pt x="47965" y="110815"/>
                        </a:lnTo>
                        <a:close/>
                        <a:moveTo>
                          <a:pt x="61373" y="78681"/>
                        </a:moveTo>
                        <a:lnTo>
                          <a:pt x="34497" y="78681"/>
                        </a:lnTo>
                        <a:lnTo>
                          <a:pt x="21029" y="55349"/>
                        </a:lnTo>
                        <a:lnTo>
                          <a:pt x="34497" y="32016"/>
                        </a:lnTo>
                        <a:lnTo>
                          <a:pt x="61373" y="32016"/>
                        </a:lnTo>
                        <a:lnTo>
                          <a:pt x="74841" y="55349"/>
                        </a:lnTo>
                        <a:lnTo>
                          <a:pt x="61373" y="7868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1111" name="Graphic 4773">
                <a:extLst>
                  <a:ext uri="{FF2B5EF4-FFF2-40B4-BE49-F238E27FC236}">
                    <a16:creationId xmlns:a16="http://schemas.microsoft.com/office/drawing/2014/main" id="{25E5D865-6576-BF79-005C-C78151A5F251}"/>
                  </a:ext>
                </a:extLst>
              </p:cNvPr>
              <p:cNvGrpSpPr/>
              <p:nvPr/>
            </p:nvGrpSpPr>
            <p:grpSpPr>
              <a:xfrm>
                <a:off x="3924418" y="4634731"/>
                <a:ext cx="680365" cy="187664"/>
                <a:chOff x="3924418" y="4634731"/>
                <a:chExt cx="680365" cy="187664"/>
              </a:xfrm>
              <a:grpFill/>
            </p:grpSpPr>
            <p:sp>
              <p:nvSpPr>
                <p:cNvPr id="1112" name="Freeform: Shape 1111">
                  <a:extLst>
                    <a:ext uri="{FF2B5EF4-FFF2-40B4-BE49-F238E27FC236}">
                      <a16:creationId xmlns:a16="http://schemas.microsoft.com/office/drawing/2014/main" id="{71BE43CD-3345-10ED-4B74-E644A7117DA7}"/>
                    </a:ext>
                  </a:extLst>
                </p:cNvPr>
                <p:cNvSpPr/>
                <p:nvPr/>
              </p:nvSpPr>
              <p:spPr>
                <a:xfrm>
                  <a:off x="3924418" y="4634731"/>
                  <a:ext cx="680365" cy="187664"/>
                </a:xfrm>
                <a:custGeom>
                  <a:avLst/>
                  <a:gdLst>
                    <a:gd name="connsiteX0" fmla="*/ 89491 w 680365"/>
                    <a:gd name="connsiteY0" fmla="*/ 122452 h 187664"/>
                    <a:gd name="connsiteX1" fmla="*/ 497545 w 680365"/>
                    <a:gd name="connsiteY1" fmla="*/ 122452 h 187664"/>
                    <a:gd name="connsiteX2" fmla="*/ 586445 w 680365"/>
                    <a:gd name="connsiteY2" fmla="*/ 187665 h 187664"/>
                    <a:gd name="connsiteX3" fmla="*/ 680366 w 680365"/>
                    <a:gd name="connsiteY3" fmla="*/ 93862 h 187664"/>
                    <a:gd name="connsiteX4" fmla="*/ 586445 w 680365"/>
                    <a:gd name="connsiteY4" fmla="*/ 0 h 187664"/>
                    <a:gd name="connsiteX5" fmla="*/ 497308 w 680365"/>
                    <a:gd name="connsiteY5" fmla="*/ 66099 h 187664"/>
                    <a:gd name="connsiteX6" fmla="*/ 89491 w 680365"/>
                    <a:gd name="connsiteY6" fmla="*/ 66099 h 187664"/>
                    <a:gd name="connsiteX7" fmla="*/ 89491 w 680365"/>
                    <a:gd name="connsiteY7" fmla="*/ 71711 h 187664"/>
                    <a:gd name="connsiteX8" fmla="*/ 495536 w 680365"/>
                    <a:gd name="connsiteY8" fmla="*/ 71711 h 187664"/>
                    <a:gd name="connsiteX9" fmla="*/ 492878 w 680365"/>
                    <a:gd name="connsiteY9" fmla="*/ 91085 h 187664"/>
                    <a:gd name="connsiteX10" fmla="*/ 0 w 680365"/>
                    <a:gd name="connsiteY10" fmla="*/ 91085 h 187664"/>
                    <a:gd name="connsiteX11" fmla="*/ 0 w 680365"/>
                    <a:gd name="connsiteY11" fmla="*/ 96638 h 187664"/>
                    <a:gd name="connsiteX12" fmla="*/ 492878 w 680365"/>
                    <a:gd name="connsiteY12" fmla="*/ 96638 h 187664"/>
                    <a:gd name="connsiteX13" fmla="*/ 495773 w 680365"/>
                    <a:gd name="connsiteY13" fmla="*/ 116899 h 187664"/>
                    <a:gd name="connsiteX14" fmla="*/ 89432 w 680365"/>
                    <a:gd name="connsiteY14" fmla="*/ 116840 h 187664"/>
                    <a:gd name="connsiteX15" fmla="*/ 89432 w 680365"/>
                    <a:gd name="connsiteY15" fmla="*/ 122452 h 187664"/>
                    <a:gd name="connsiteX16" fmla="*/ 586504 w 680365"/>
                    <a:gd name="connsiteY16" fmla="*/ 19729 h 187664"/>
                    <a:gd name="connsiteX17" fmla="*/ 660577 w 680365"/>
                    <a:gd name="connsiteY17" fmla="*/ 93803 h 187664"/>
                    <a:gd name="connsiteX18" fmla="*/ 586445 w 680365"/>
                    <a:gd name="connsiteY18" fmla="*/ 167876 h 187664"/>
                    <a:gd name="connsiteX19" fmla="*/ 512371 w 680365"/>
                    <a:gd name="connsiteY19" fmla="*/ 93803 h 187664"/>
                    <a:gd name="connsiteX20" fmla="*/ 586504 w 680365"/>
                    <a:gd name="connsiteY20" fmla="*/ 19729 h 187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80365" h="187664">
                      <a:moveTo>
                        <a:pt x="89491" y="122452"/>
                      </a:moveTo>
                      <a:lnTo>
                        <a:pt x="497545" y="122452"/>
                      </a:lnTo>
                      <a:cubicBezTo>
                        <a:pt x="509713" y="160197"/>
                        <a:pt x="544682" y="187665"/>
                        <a:pt x="586445" y="187665"/>
                      </a:cubicBezTo>
                      <a:cubicBezTo>
                        <a:pt x="638308" y="187665"/>
                        <a:pt x="680366" y="145666"/>
                        <a:pt x="680366" y="93862"/>
                      </a:cubicBezTo>
                      <a:cubicBezTo>
                        <a:pt x="680366" y="41999"/>
                        <a:pt x="638367" y="0"/>
                        <a:pt x="586445" y="0"/>
                      </a:cubicBezTo>
                      <a:cubicBezTo>
                        <a:pt x="544387" y="0"/>
                        <a:pt x="509181" y="27940"/>
                        <a:pt x="497308" y="66099"/>
                      </a:cubicBezTo>
                      <a:lnTo>
                        <a:pt x="89491" y="66099"/>
                      </a:lnTo>
                      <a:lnTo>
                        <a:pt x="89491" y="71711"/>
                      </a:lnTo>
                      <a:lnTo>
                        <a:pt x="495536" y="71711"/>
                      </a:lnTo>
                      <a:cubicBezTo>
                        <a:pt x="494060" y="77972"/>
                        <a:pt x="493114" y="84411"/>
                        <a:pt x="492878" y="91085"/>
                      </a:cubicBezTo>
                      <a:lnTo>
                        <a:pt x="0" y="91085"/>
                      </a:lnTo>
                      <a:lnTo>
                        <a:pt x="0" y="96638"/>
                      </a:lnTo>
                      <a:lnTo>
                        <a:pt x="492878" y="96638"/>
                      </a:lnTo>
                      <a:cubicBezTo>
                        <a:pt x="493056" y="103608"/>
                        <a:pt x="494119" y="110401"/>
                        <a:pt x="495773" y="116899"/>
                      </a:cubicBezTo>
                      <a:lnTo>
                        <a:pt x="89432" y="116840"/>
                      </a:lnTo>
                      <a:lnTo>
                        <a:pt x="89432" y="122452"/>
                      </a:lnTo>
                      <a:close/>
                      <a:moveTo>
                        <a:pt x="586504" y="19729"/>
                      </a:moveTo>
                      <a:cubicBezTo>
                        <a:pt x="627439" y="19729"/>
                        <a:pt x="660636" y="52927"/>
                        <a:pt x="660577" y="93803"/>
                      </a:cubicBezTo>
                      <a:cubicBezTo>
                        <a:pt x="660577" y="134738"/>
                        <a:pt x="627439" y="167876"/>
                        <a:pt x="586445" y="167876"/>
                      </a:cubicBezTo>
                      <a:cubicBezTo>
                        <a:pt x="545509" y="167876"/>
                        <a:pt x="512371" y="134679"/>
                        <a:pt x="512371" y="93803"/>
                      </a:cubicBezTo>
                      <a:cubicBezTo>
                        <a:pt x="512430" y="52868"/>
                        <a:pt x="545568" y="19729"/>
                        <a:pt x="586504" y="19729"/>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113" name="Freeform: Shape 1112">
                  <a:extLst>
                    <a:ext uri="{FF2B5EF4-FFF2-40B4-BE49-F238E27FC236}">
                      <a16:creationId xmlns:a16="http://schemas.microsoft.com/office/drawing/2014/main" id="{43FDAE91-ACE8-03F7-160C-9E645316F8D5}"/>
                    </a:ext>
                  </a:extLst>
                </p:cNvPr>
                <p:cNvSpPr/>
                <p:nvPr/>
              </p:nvSpPr>
              <p:spPr>
                <a:xfrm>
                  <a:off x="4453269" y="4670941"/>
                  <a:ext cx="115186" cy="115186"/>
                </a:xfrm>
                <a:custGeom>
                  <a:avLst/>
                  <a:gdLst>
                    <a:gd name="connsiteX0" fmla="*/ 57593 w 115186"/>
                    <a:gd name="connsiteY0" fmla="*/ 115186 h 115186"/>
                    <a:gd name="connsiteX1" fmla="*/ 115186 w 115186"/>
                    <a:gd name="connsiteY1" fmla="*/ 57593 h 115186"/>
                    <a:gd name="connsiteX2" fmla="*/ 57593 w 115186"/>
                    <a:gd name="connsiteY2" fmla="*/ 0 h 115186"/>
                    <a:gd name="connsiteX3" fmla="*/ 0 w 115186"/>
                    <a:gd name="connsiteY3" fmla="*/ 57593 h 115186"/>
                    <a:gd name="connsiteX4" fmla="*/ 57593 w 115186"/>
                    <a:gd name="connsiteY4" fmla="*/ 115186 h 115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86" h="115186">
                      <a:moveTo>
                        <a:pt x="57593" y="115186"/>
                      </a:moveTo>
                      <a:cubicBezTo>
                        <a:pt x="89490" y="115186"/>
                        <a:pt x="115186" y="89432"/>
                        <a:pt x="115186" y="57593"/>
                      </a:cubicBezTo>
                      <a:cubicBezTo>
                        <a:pt x="115186" y="25813"/>
                        <a:pt x="89490" y="0"/>
                        <a:pt x="57593" y="0"/>
                      </a:cubicBezTo>
                      <a:cubicBezTo>
                        <a:pt x="25813" y="0"/>
                        <a:pt x="0" y="25813"/>
                        <a:pt x="0" y="57593"/>
                      </a:cubicBezTo>
                      <a:cubicBezTo>
                        <a:pt x="59" y="89432"/>
                        <a:pt x="25813" y="115186"/>
                        <a:pt x="57593" y="11518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grpSp>
        <p:nvGrpSpPr>
          <p:cNvPr id="1382" name="Graphic 4773">
            <a:extLst>
              <a:ext uri="{FF2B5EF4-FFF2-40B4-BE49-F238E27FC236}">
                <a16:creationId xmlns:a16="http://schemas.microsoft.com/office/drawing/2014/main" id="{B74DC54A-CA23-3063-FF3E-31EF62D9918B}"/>
              </a:ext>
            </a:extLst>
          </p:cNvPr>
          <p:cNvGrpSpPr/>
          <p:nvPr userDrawn="1"/>
        </p:nvGrpSpPr>
        <p:grpSpPr>
          <a:xfrm>
            <a:off x="731603" y="22222619"/>
            <a:ext cx="2945287" cy="1223008"/>
            <a:chOff x="8624" y="1576512"/>
            <a:chExt cx="5170376" cy="3982601"/>
          </a:xfrm>
          <a:solidFill>
            <a:schemeClr val="bg1">
              <a:lumMod val="95000"/>
              <a:alpha val="76000"/>
            </a:schemeClr>
          </a:solidFill>
        </p:grpSpPr>
        <p:grpSp>
          <p:nvGrpSpPr>
            <p:cNvPr id="1383" name="Graphic 4773">
              <a:extLst>
                <a:ext uri="{FF2B5EF4-FFF2-40B4-BE49-F238E27FC236}">
                  <a16:creationId xmlns:a16="http://schemas.microsoft.com/office/drawing/2014/main" id="{2DDB16E3-304E-9344-35B5-8DA51BABEFE9}"/>
                </a:ext>
              </a:extLst>
            </p:cNvPr>
            <p:cNvGrpSpPr/>
            <p:nvPr/>
          </p:nvGrpSpPr>
          <p:grpSpPr>
            <a:xfrm>
              <a:off x="8624" y="1576512"/>
              <a:ext cx="5170376" cy="3982601"/>
              <a:chOff x="8624" y="1576512"/>
              <a:chExt cx="5170376" cy="3982601"/>
            </a:xfrm>
            <a:grpFill/>
          </p:grpSpPr>
          <p:sp>
            <p:nvSpPr>
              <p:cNvPr id="1387" name="Freeform: Shape 1386">
                <a:extLst>
                  <a:ext uri="{FF2B5EF4-FFF2-40B4-BE49-F238E27FC236}">
                    <a16:creationId xmlns:a16="http://schemas.microsoft.com/office/drawing/2014/main" id="{BC6AA619-28CF-44F9-000E-681427323E9C}"/>
                  </a:ext>
                </a:extLst>
              </p:cNvPr>
              <p:cNvSpPr/>
              <p:nvPr/>
            </p:nvSpPr>
            <p:spPr>
              <a:xfrm>
                <a:off x="1467647" y="2244945"/>
                <a:ext cx="3526878" cy="437352"/>
              </a:xfrm>
              <a:custGeom>
                <a:avLst/>
                <a:gdLst>
                  <a:gd name="connsiteX0" fmla="*/ 2146182 w 3526878"/>
                  <a:gd name="connsiteY0" fmla="*/ 5907 h 437352"/>
                  <a:gd name="connsiteX1" fmla="*/ 1085407 w 3526878"/>
                  <a:gd name="connsiteY1" fmla="*/ 5907 h 437352"/>
                  <a:gd name="connsiteX2" fmla="*/ 967267 w 3526878"/>
                  <a:gd name="connsiteY2" fmla="*/ 124047 h 437352"/>
                  <a:gd name="connsiteX3" fmla="*/ 41467 w 3526878"/>
                  <a:gd name="connsiteY3" fmla="*/ 124047 h 437352"/>
                  <a:gd name="connsiteX4" fmla="*/ 20911 w 3526878"/>
                  <a:gd name="connsiteY4" fmla="*/ 142004 h 437352"/>
                  <a:gd name="connsiteX5" fmla="*/ 0 w 3526878"/>
                  <a:gd name="connsiteY5" fmla="*/ 121093 h 437352"/>
                  <a:gd name="connsiteX6" fmla="*/ 20911 w 3526878"/>
                  <a:gd name="connsiteY6" fmla="*/ 100182 h 437352"/>
                  <a:gd name="connsiteX7" fmla="*/ 41467 w 3526878"/>
                  <a:gd name="connsiteY7" fmla="*/ 118140 h 437352"/>
                  <a:gd name="connsiteX8" fmla="*/ 964787 w 3526878"/>
                  <a:gd name="connsiteY8" fmla="*/ 118140 h 437352"/>
                  <a:gd name="connsiteX9" fmla="*/ 1082926 w 3526878"/>
                  <a:gd name="connsiteY9" fmla="*/ 0 h 437352"/>
                  <a:gd name="connsiteX10" fmla="*/ 2148604 w 3526878"/>
                  <a:gd name="connsiteY10" fmla="*/ 0 h 437352"/>
                  <a:gd name="connsiteX11" fmla="*/ 2562092 w 3526878"/>
                  <a:gd name="connsiteY11" fmla="*/ 413488 h 437352"/>
                  <a:gd name="connsiteX12" fmla="*/ 3485412 w 3526878"/>
                  <a:gd name="connsiteY12" fmla="*/ 413488 h 437352"/>
                  <a:gd name="connsiteX13" fmla="*/ 3505968 w 3526878"/>
                  <a:gd name="connsiteY13" fmla="*/ 395531 h 437352"/>
                  <a:gd name="connsiteX14" fmla="*/ 3526879 w 3526878"/>
                  <a:gd name="connsiteY14" fmla="*/ 416442 h 437352"/>
                  <a:gd name="connsiteX15" fmla="*/ 3505968 w 3526878"/>
                  <a:gd name="connsiteY15" fmla="*/ 437353 h 437352"/>
                  <a:gd name="connsiteX16" fmla="*/ 3485412 w 3526878"/>
                  <a:gd name="connsiteY16" fmla="*/ 419395 h 437352"/>
                  <a:gd name="connsiteX17" fmla="*/ 2559670 w 3526878"/>
                  <a:gd name="connsiteY17" fmla="*/ 419395 h 437352"/>
                  <a:gd name="connsiteX18" fmla="*/ 2146182 w 3526878"/>
                  <a:gd name="connsiteY18" fmla="*/ 5907 h 437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526878" h="437352">
                    <a:moveTo>
                      <a:pt x="2146182" y="5907"/>
                    </a:moveTo>
                    <a:lnTo>
                      <a:pt x="1085407" y="5907"/>
                    </a:lnTo>
                    <a:lnTo>
                      <a:pt x="967267" y="124047"/>
                    </a:lnTo>
                    <a:lnTo>
                      <a:pt x="41467" y="124047"/>
                    </a:lnTo>
                    <a:cubicBezTo>
                      <a:pt x="40049" y="134148"/>
                      <a:pt x="31425" y="142004"/>
                      <a:pt x="20911" y="142004"/>
                    </a:cubicBezTo>
                    <a:cubicBezTo>
                      <a:pt x="9392" y="142004"/>
                      <a:pt x="0" y="132671"/>
                      <a:pt x="0" y="121093"/>
                    </a:cubicBezTo>
                    <a:cubicBezTo>
                      <a:pt x="0" y="109515"/>
                      <a:pt x="9333" y="100182"/>
                      <a:pt x="20911" y="100182"/>
                    </a:cubicBezTo>
                    <a:cubicBezTo>
                      <a:pt x="31425" y="100182"/>
                      <a:pt x="40049" y="107980"/>
                      <a:pt x="41467" y="118140"/>
                    </a:cubicBezTo>
                    <a:lnTo>
                      <a:pt x="964787" y="118140"/>
                    </a:lnTo>
                    <a:lnTo>
                      <a:pt x="1082926" y="0"/>
                    </a:lnTo>
                    <a:lnTo>
                      <a:pt x="2148604" y="0"/>
                    </a:lnTo>
                    <a:lnTo>
                      <a:pt x="2562092" y="413488"/>
                    </a:lnTo>
                    <a:lnTo>
                      <a:pt x="3485412" y="413488"/>
                    </a:lnTo>
                    <a:cubicBezTo>
                      <a:pt x="3486829" y="403388"/>
                      <a:pt x="3495454" y="395531"/>
                      <a:pt x="3505968" y="395531"/>
                    </a:cubicBezTo>
                    <a:cubicBezTo>
                      <a:pt x="3517487" y="395531"/>
                      <a:pt x="3526879" y="404864"/>
                      <a:pt x="3526879" y="416442"/>
                    </a:cubicBezTo>
                    <a:cubicBezTo>
                      <a:pt x="3526879" y="427961"/>
                      <a:pt x="3517546" y="437353"/>
                      <a:pt x="3505968" y="437353"/>
                    </a:cubicBezTo>
                    <a:cubicBezTo>
                      <a:pt x="3495454" y="437353"/>
                      <a:pt x="3486829" y="429555"/>
                      <a:pt x="3485412" y="419395"/>
                    </a:cubicBezTo>
                    <a:lnTo>
                      <a:pt x="2559670" y="419395"/>
                    </a:lnTo>
                    <a:lnTo>
                      <a:pt x="2146182"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88" name="Freeform: Shape 1387">
                <a:extLst>
                  <a:ext uri="{FF2B5EF4-FFF2-40B4-BE49-F238E27FC236}">
                    <a16:creationId xmlns:a16="http://schemas.microsoft.com/office/drawing/2014/main" id="{4BADB924-765E-E2E8-743F-B44042E7BB28}"/>
                  </a:ext>
                </a:extLst>
              </p:cNvPr>
              <p:cNvSpPr/>
              <p:nvPr/>
            </p:nvSpPr>
            <p:spPr>
              <a:xfrm>
                <a:off x="1762996" y="3880942"/>
                <a:ext cx="2640891" cy="1678172"/>
              </a:xfrm>
              <a:custGeom>
                <a:avLst/>
                <a:gdLst>
                  <a:gd name="connsiteX0" fmla="*/ 0 w 2640891"/>
                  <a:gd name="connsiteY0" fmla="*/ 670678 h 1678172"/>
                  <a:gd name="connsiteX1" fmla="*/ 20911 w 2640891"/>
                  <a:gd name="connsiteY1" fmla="*/ 691589 h 1678172"/>
                  <a:gd name="connsiteX2" fmla="*/ 41467 w 2640891"/>
                  <a:gd name="connsiteY2" fmla="*/ 673632 h 1678172"/>
                  <a:gd name="connsiteX3" fmla="*/ 1260136 w 2640891"/>
                  <a:gd name="connsiteY3" fmla="*/ 673632 h 1678172"/>
                  <a:gd name="connsiteX4" fmla="*/ 1857921 w 2640891"/>
                  <a:gd name="connsiteY4" fmla="*/ 1271418 h 1678172"/>
                  <a:gd name="connsiteX5" fmla="*/ 1789696 w 2640891"/>
                  <a:gd name="connsiteY5" fmla="*/ 1438585 h 1678172"/>
                  <a:gd name="connsiteX6" fmla="*/ 2029283 w 2640891"/>
                  <a:gd name="connsiteY6" fmla="*/ 1678172 h 1678172"/>
                  <a:gd name="connsiteX7" fmla="*/ 2268870 w 2640891"/>
                  <a:gd name="connsiteY7" fmla="*/ 1438585 h 1678172"/>
                  <a:gd name="connsiteX8" fmla="*/ 2032236 w 2640891"/>
                  <a:gd name="connsiteY8" fmla="*/ 1199116 h 1678172"/>
                  <a:gd name="connsiteX9" fmla="*/ 2032236 w 2640891"/>
                  <a:gd name="connsiteY9" fmla="*/ 23864 h 1678172"/>
                  <a:gd name="connsiteX10" fmla="*/ 2599424 w 2640891"/>
                  <a:gd name="connsiteY10" fmla="*/ 23864 h 1678172"/>
                  <a:gd name="connsiteX11" fmla="*/ 2619981 w 2640891"/>
                  <a:gd name="connsiteY11" fmla="*/ 41822 h 1678172"/>
                  <a:gd name="connsiteX12" fmla="*/ 2640891 w 2640891"/>
                  <a:gd name="connsiteY12" fmla="*/ 20911 h 1678172"/>
                  <a:gd name="connsiteX13" fmla="*/ 2619981 w 2640891"/>
                  <a:gd name="connsiteY13" fmla="*/ 0 h 1678172"/>
                  <a:gd name="connsiteX14" fmla="*/ 2599424 w 2640891"/>
                  <a:gd name="connsiteY14" fmla="*/ 17957 h 1678172"/>
                  <a:gd name="connsiteX15" fmla="*/ 2026329 w 2640891"/>
                  <a:gd name="connsiteY15" fmla="*/ 17957 h 1678172"/>
                  <a:gd name="connsiteX16" fmla="*/ 2026329 w 2640891"/>
                  <a:gd name="connsiteY16" fmla="*/ 1199116 h 1678172"/>
                  <a:gd name="connsiteX17" fmla="*/ 1862116 w 2640891"/>
                  <a:gd name="connsiteY17" fmla="*/ 1267283 h 1678172"/>
                  <a:gd name="connsiteX18" fmla="*/ 1262617 w 2640891"/>
                  <a:gd name="connsiteY18" fmla="*/ 667725 h 1678172"/>
                  <a:gd name="connsiteX19" fmla="*/ 41467 w 2640891"/>
                  <a:gd name="connsiteY19" fmla="*/ 667725 h 1678172"/>
                  <a:gd name="connsiteX20" fmla="*/ 20911 w 2640891"/>
                  <a:gd name="connsiteY20" fmla="*/ 649768 h 1678172"/>
                  <a:gd name="connsiteX21" fmla="*/ 0 w 2640891"/>
                  <a:gd name="connsiteY21" fmla="*/ 670678 h 1678172"/>
                  <a:gd name="connsiteX22" fmla="*/ 2026329 w 2640891"/>
                  <a:gd name="connsiteY22" fmla="*/ 1379456 h 1678172"/>
                  <a:gd name="connsiteX23" fmla="*/ 1989529 w 2640891"/>
                  <a:gd name="connsiteY23" fmla="*/ 1394696 h 1678172"/>
                  <a:gd name="connsiteX24" fmla="*/ 1866250 w 2640891"/>
                  <a:gd name="connsiteY24" fmla="*/ 1271418 h 1678172"/>
                  <a:gd name="connsiteX25" fmla="*/ 2026329 w 2640891"/>
                  <a:gd name="connsiteY25" fmla="*/ 1205023 h 1678172"/>
                  <a:gd name="connsiteX26" fmla="*/ 2026329 w 2640891"/>
                  <a:gd name="connsiteY26" fmla="*/ 1379456 h 1678172"/>
                  <a:gd name="connsiteX27" fmla="*/ 1862116 w 2640891"/>
                  <a:gd name="connsiteY27" fmla="*/ 1275612 h 1678172"/>
                  <a:gd name="connsiteX28" fmla="*/ 1985394 w 2640891"/>
                  <a:gd name="connsiteY28" fmla="*/ 1398890 h 1678172"/>
                  <a:gd name="connsiteX29" fmla="*/ 1970036 w 2640891"/>
                  <a:gd name="connsiteY29" fmla="*/ 1438644 h 1678172"/>
                  <a:gd name="connsiteX30" fmla="*/ 2029283 w 2640891"/>
                  <a:gd name="connsiteY30" fmla="*/ 1497891 h 1678172"/>
                  <a:gd name="connsiteX31" fmla="*/ 2088530 w 2640891"/>
                  <a:gd name="connsiteY31" fmla="*/ 1438644 h 1678172"/>
                  <a:gd name="connsiteX32" fmla="*/ 2032236 w 2640891"/>
                  <a:gd name="connsiteY32" fmla="*/ 1379515 h 1678172"/>
                  <a:gd name="connsiteX33" fmla="*/ 2032236 w 2640891"/>
                  <a:gd name="connsiteY33" fmla="*/ 1205023 h 1678172"/>
                  <a:gd name="connsiteX34" fmla="*/ 2262963 w 2640891"/>
                  <a:gd name="connsiteY34" fmla="*/ 1438585 h 1678172"/>
                  <a:gd name="connsiteX35" fmla="*/ 2029283 w 2640891"/>
                  <a:gd name="connsiteY35" fmla="*/ 1672265 h 1678172"/>
                  <a:gd name="connsiteX36" fmla="*/ 1795603 w 2640891"/>
                  <a:gd name="connsiteY36" fmla="*/ 1438585 h 1678172"/>
                  <a:gd name="connsiteX37" fmla="*/ 1862116 w 2640891"/>
                  <a:gd name="connsiteY37" fmla="*/ 1275612 h 16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640891" h="1678172">
                    <a:moveTo>
                      <a:pt x="0" y="670678"/>
                    </a:moveTo>
                    <a:cubicBezTo>
                      <a:pt x="0" y="682197"/>
                      <a:pt x="9333" y="691589"/>
                      <a:pt x="20911" y="691589"/>
                    </a:cubicBezTo>
                    <a:cubicBezTo>
                      <a:pt x="31425" y="691589"/>
                      <a:pt x="40049" y="683792"/>
                      <a:pt x="41467" y="673632"/>
                    </a:cubicBezTo>
                    <a:lnTo>
                      <a:pt x="1260136" y="673632"/>
                    </a:lnTo>
                    <a:lnTo>
                      <a:pt x="1857921" y="1271418"/>
                    </a:lnTo>
                    <a:cubicBezTo>
                      <a:pt x="1815746" y="1314598"/>
                      <a:pt x="1789696" y="1373608"/>
                      <a:pt x="1789696" y="1438585"/>
                    </a:cubicBezTo>
                    <a:cubicBezTo>
                      <a:pt x="1789696" y="1570665"/>
                      <a:pt x="1897144" y="1678172"/>
                      <a:pt x="2029283" y="1678172"/>
                    </a:cubicBezTo>
                    <a:cubicBezTo>
                      <a:pt x="2161363" y="1678172"/>
                      <a:pt x="2268870" y="1570724"/>
                      <a:pt x="2268870" y="1438585"/>
                    </a:cubicBezTo>
                    <a:cubicBezTo>
                      <a:pt x="2268870" y="1307450"/>
                      <a:pt x="2163017" y="1200711"/>
                      <a:pt x="2032236" y="1199116"/>
                    </a:cubicBezTo>
                    <a:lnTo>
                      <a:pt x="2032236" y="23864"/>
                    </a:lnTo>
                    <a:lnTo>
                      <a:pt x="2599424" y="23864"/>
                    </a:lnTo>
                    <a:cubicBezTo>
                      <a:pt x="2600842" y="33965"/>
                      <a:pt x="2609466" y="41822"/>
                      <a:pt x="2619981" y="41822"/>
                    </a:cubicBezTo>
                    <a:cubicBezTo>
                      <a:pt x="2631499" y="41822"/>
                      <a:pt x="2640891" y="32488"/>
                      <a:pt x="2640891" y="20911"/>
                    </a:cubicBezTo>
                    <a:cubicBezTo>
                      <a:pt x="2640891" y="9392"/>
                      <a:pt x="2631558" y="0"/>
                      <a:pt x="2619981" y="0"/>
                    </a:cubicBezTo>
                    <a:cubicBezTo>
                      <a:pt x="2609466" y="0"/>
                      <a:pt x="2600842" y="7797"/>
                      <a:pt x="2599424" y="17957"/>
                    </a:cubicBezTo>
                    <a:lnTo>
                      <a:pt x="2026329" y="17957"/>
                    </a:lnTo>
                    <a:lnTo>
                      <a:pt x="2026329" y="1199116"/>
                    </a:lnTo>
                    <a:cubicBezTo>
                      <a:pt x="1962534" y="1199884"/>
                      <a:pt x="1904646" y="1225757"/>
                      <a:pt x="1862116" y="1267283"/>
                    </a:cubicBezTo>
                    <a:lnTo>
                      <a:pt x="1262617" y="667725"/>
                    </a:lnTo>
                    <a:lnTo>
                      <a:pt x="41467" y="667725"/>
                    </a:lnTo>
                    <a:cubicBezTo>
                      <a:pt x="40049" y="657624"/>
                      <a:pt x="31425" y="649768"/>
                      <a:pt x="20911" y="649768"/>
                    </a:cubicBezTo>
                    <a:cubicBezTo>
                      <a:pt x="9333" y="649827"/>
                      <a:pt x="0" y="659159"/>
                      <a:pt x="0" y="670678"/>
                    </a:cubicBezTo>
                    <a:close/>
                    <a:moveTo>
                      <a:pt x="2026329" y="1379456"/>
                    </a:moveTo>
                    <a:cubicBezTo>
                      <a:pt x="2012212" y="1380165"/>
                      <a:pt x="1999394" y="1385777"/>
                      <a:pt x="1989529" y="1394696"/>
                    </a:cubicBezTo>
                    <a:lnTo>
                      <a:pt x="1866250" y="1271418"/>
                    </a:lnTo>
                    <a:cubicBezTo>
                      <a:pt x="1907717" y="1230955"/>
                      <a:pt x="1964129" y="1205791"/>
                      <a:pt x="2026329" y="1205023"/>
                    </a:cubicBezTo>
                    <a:lnTo>
                      <a:pt x="2026329" y="1379456"/>
                    </a:lnTo>
                    <a:close/>
                    <a:moveTo>
                      <a:pt x="1862116" y="1275612"/>
                    </a:moveTo>
                    <a:lnTo>
                      <a:pt x="1985394" y="1398890"/>
                    </a:lnTo>
                    <a:cubicBezTo>
                      <a:pt x="1975884" y="1409405"/>
                      <a:pt x="1970036" y="1423286"/>
                      <a:pt x="1970036" y="1438644"/>
                    </a:cubicBezTo>
                    <a:cubicBezTo>
                      <a:pt x="1970036" y="1471369"/>
                      <a:pt x="1996558" y="1497891"/>
                      <a:pt x="2029283" y="1497891"/>
                    </a:cubicBezTo>
                    <a:cubicBezTo>
                      <a:pt x="2062007" y="1497891"/>
                      <a:pt x="2088530" y="1471369"/>
                      <a:pt x="2088530" y="1438644"/>
                    </a:cubicBezTo>
                    <a:cubicBezTo>
                      <a:pt x="2088530" y="1406865"/>
                      <a:pt x="2063602" y="1381051"/>
                      <a:pt x="2032236" y="1379515"/>
                    </a:cubicBezTo>
                    <a:lnTo>
                      <a:pt x="2032236" y="1205023"/>
                    </a:lnTo>
                    <a:cubicBezTo>
                      <a:pt x="2159709" y="1206618"/>
                      <a:pt x="2262963" y="1310758"/>
                      <a:pt x="2262963" y="1438585"/>
                    </a:cubicBezTo>
                    <a:cubicBezTo>
                      <a:pt x="2262963" y="1567416"/>
                      <a:pt x="2158114" y="1672265"/>
                      <a:pt x="2029283" y="1672265"/>
                    </a:cubicBezTo>
                    <a:cubicBezTo>
                      <a:pt x="1900452" y="1672265"/>
                      <a:pt x="1795603" y="1567416"/>
                      <a:pt x="1795603" y="1438585"/>
                    </a:cubicBezTo>
                    <a:cubicBezTo>
                      <a:pt x="1795603" y="1375262"/>
                      <a:pt x="1821003" y="1317729"/>
                      <a:pt x="1862116" y="1275612"/>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89" name="Freeform: Shape 1388">
                <a:extLst>
                  <a:ext uri="{FF2B5EF4-FFF2-40B4-BE49-F238E27FC236}">
                    <a16:creationId xmlns:a16="http://schemas.microsoft.com/office/drawing/2014/main" id="{7DA7B6DF-47C7-6ECD-B177-1CBCDB7C0B3E}"/>
                  </a:ext>
                </a:extLst>
              </p:cNvPr>
              <p:cNvSpPr/>
              <p:nvPr/>
            </p:nvSpPr>
            <p:spPr>
              <a:xfrm>
                <a:off x="345321" y="4176350"/>
                <a:ext cx="2877111" cy="201073"/>
              </a:xfrm>
              <a:custGeom>
                <a:avLst/>
                <a:gdLst>
                  <a:gd name="connsiteX0" fmla="*/ 20911 w 2877111"/>
                  <a:gd name="connsiteY0" fmla="*/ 0 h 201073"/>
                  <a:gd name="connsiteX1" fmla="*/ 41467 w 2877111"/>
                  <a:gd name="connsiteY1" fmla="*/ 17957 h 201073"/>
                  <a:gd name="connsiteX2" fmla="*/ 849069 w 2877111"/>
                  <a:gd name="connsiteY2" fmla="*/ 17957 h 201073"/>
                  <a:gd name="connsiteX3" fmla="*/ 1026278 w 2877111"/>
                  <a:gd name="connsiteY3" fmla="*/ 195166 h 201073"/>
                  <a:gd name="connsiteX4" fmla="*/ 1438585 w 2877111"/>
                  <a:gd name="connsiteY4" fmla="*/ 195166 h 201073"/>
                  <a:gd name="connsiteX5" fmla="*/ 1850833 w 2877111"/>
                  <a:gd name="connsiteY5" fmla="*/ 195166 h 201073"/>
                  <a:gd name="connsiteX6" fmla="*/ 2028042 w 2877111"/>
                  <a:gd name="connsiteY6" fmla="*/ 17957 h 201073"/>
                  <a:gd name="connsiteX7" fmla="*/ 2835644 w 2877111"/>
                  <a:gd name="connsiteY7" fmla="*/ 17957 h 201073"/>
                  <a:gd name="connsiteX8" fmla="*/ 2856201 w 2877111"/>
                  <a:gd name="connsiteY8" fmla="*/ 0 h 201073"/>
                  <a:gd name="connsiteX9" fmla="*/ 2877111 w 2877111"/>
                  <a:gd name="connsiteY9" fmla="*/ 20911 h 201073"/>
                  <a:gd name="connsiteX10" fmla="*/ 2856201 w 2877111"/>
                  <a:gd name="connsiteY10" fmla="*/ 41821 h 201073"/>
                  <a:gd name="connsiteX11" fmla="*/ 2835644 w 2877111"/>
                  <a:gd name="connsiteY11" fmla="*/ 23864 h 201073"/>
                  <a:gd name="connsiteX12" fmla="*/ 2030523 w 2877111"/>
                  <a:gd name="connsiteY12" fmla="*/ 23864 h 201073"/>
                  <a:gd name="connsiteX13" fmla="*/ 1853314 w 2877111"/>
                  <a:gd name="connsiteY13" fmla="*/ 201073 h 201073"/>
                  <a:gd name="connsiteX14" fmla="*/ 1438585 w 2877111"/>
                  <a:gd name="connsiteY14" fmla="*/ 201073 h 201073"/>
                  <a:gd name="connsiteX15" fmla="*/ 1023856 w 2877111"/>
                  <a:gd name="connsiteY15" fmla="*/ 201073 h 201073"/>
                  <a:gd name="connsiteX16" fmla="*/ 846647 w 2877111"/>
                  <a:gd name="connsiteY16" fmla="*/ 23864 h 201073"/>
                  <a:gd name="connsiteX17" fmla="*/ 41467 w 2877111"/>
                  <a:gd name="connsiteY17" fmla="*/ 23864 h 201073"/>
                  <a:gd name="connsiteX18" fmla="*/ 20911 w 2877111"/>
                  <a:gd name="connsiteY18" fmla="*/ 41821 h 201073"/>
                  <a:gd name="connsiteX19" fmla="*/ 0 w 2877111"/>
                  <a:gd name="connsiteY19" fmla="*/ 20911 h 201073"/>
                  <a:gd name="connsiteX20" fmla="*/ 20911 w 2877111"/>
                  <a:gd name="connsiteY20" fmla="*/ 0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877111" h="201073">
                    <a:moveTo>
                      <a:pt x="20911" y="0"/>
                    </a:moveTo>
                    <a:cubicBezTo>
                      <a:pt x="31425" y="0"/>
                      <a:pt x="40049" y="7797"/>
                      <a:pt x="41467" y="17957"/>
                    </a:cubicBezTo>
                    <a:lnTo>
                      <a:pt x="849069" y="17957"/>
                    </a:lnTo>
                    <a:lnTo>
                      <a:pt x="1026278" y="195166"/>
                    </a:lnTo>
                    <a:lnTo>
                      <a:pt x="1438585" y="195166"/>
                    </a:lnTo>
                    <a:lnTo>
                      <a:pt x="1850833" y="195166"/>
                    </a:lnTo>
                    <a:lnTo>
                      <a:pt x="2028042" y="17957"/>
                    </a:lnTo>
                    <a:lnTo>
                      <a:pt x="2835644" y="17957"/>
                    </a:lnTo>
                    <a:cubicBezTo>
                      <a:pt x="2837062" y="7856"/>
                      <a:pt x="2845686" y="0"/>
                      <a:pt x="2856201" y="0"/>
                    </a:cubicBezTo>
                    <a:cubicBezTo>
                      <a:pt x="2867719" y="0"/>
                      <a:pt x="2877111" y="9333"/>
                      <a:pt x="2877111" y="20911"/>
                    </a:cubicBezTo>
                    <a:cubicBezTo>
                      <a:pt x="2877111" y="32429"/>
                      <a:pt x="2867778" y="41821"/>
                      <a:pt x="2856201" y="41821"/>
                    </a:cubicBezTo>
                    <a:cubicBezTo>
                      <a:pt x="2845686" y="41821"/>
                      <a:pt x="2837062" y="34024"/>
                      <a:pt x="2835644" y="23864"/>
                    </a:cubicBezTo>
                    <a:lnTo>
                      <a:pt x="2030523" y="23864"/>
                    </a:lnTo>
                    <a:lnTo>
                      <a:pt x="1853314" y="201073"/>
                    </a:lnTo>
                    <a:lnTo>
                      <a:pt x="1438585" y="201073"/>
                    </a:lnTo>
                    <a:lnTo>
                      <a:pt x="1023856" y="201073"/>
                    </a:lnTo>
                    <a:lnTo>
                      <a:pt x="846647" y="23864"/>
                    </a:lnTo>
                    <a:lnTo>
                      <a:pt x="41467" y="23864"/>
                    </a:lnTo>
                    <a:cubicBezTo>
                      <a:pt x="40049" y="33965"/>
                      <a:pt x="31425" y="41821"/>
                      <a:pt x="20911" y="41821"/>
                    </a:cubicBezTo>
                    <a:cubicBezTo>
                      <a:pt x="9392" y="41821"/>
                      <a:pt x="0" y="32488"/>
                      <a:pt x="0" y="20911"/>
                    </a:cubicBezTo>
                    <a:cubicBezTo>
                      <a:pt x="0" y="9333"/>
                      <a:pt x="9333" y="0"/>
                      <a:pt x="20911" y="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90" name="Freeform: Shape 1389">
                <a:extLst>
                  <a:ext uri="{FF2B5EF4-FFF2-40B4-BE49-F238E27FC236}">
                    <a16:creationId xmlns:a16="http://schemas.microsoft.com/office/drawing/2014/main" id="{B3EDA9FF-EE99-7EBE-A6BD-622F34ED7D7D}"/>
                  </a:ext>
                </a:extLst>
              </p:cNvPr>
              <p:cNvSpPr/>
              <p:nvPr/>
            </p:nvSpPr>
            <p:spPr>
              <a:xfrm>
                <a:off x="8624" y="2522337"/>
                <a:ext cx="4749622" cy="1737182"/>
              </a:xfrm>
              <a:custGeom>
                <a:avLst/>
                <a:gdLst>
                  <a:gd name="connsiteX0" fmla="*/ 0 w 4749622"/>
                  <a:gd name="connsiteY0" fmla="*/ 552539 h 1737182"/>
                  <a:gd name="connsiteX1" fmla="*/ 20911 w 4749622"/>
                  <a:gd name="connsiteY1" fmla="*/ 573449 h 1737182"/>
                  <a:gd name="connsiteX2" fmla="*/ 41467 w 4749622"/>
                  <a:gd name="connsiteY2" fmla="*/ 555492 h 1737182"/>
                  <a:gd name="connsiteX3" fmla="*/ 1185767 w 4749622"/>
                  <a:gd name="connsiteY3" fmla="*/ 555492 h 1737182"/>
                  <a:gd name="connsiteX4" fmla="*/ 1362976 w 4749622"/>
                  <a:gd name="connsiteY4" fmla="*/ 378283 h 1737182"/>
                  <a:gd name="connsiteX5" fmla="*/ 1716863 w 4749622"/>
                  <a:gd name="connsiteY5" fmla="*/ 378283 h 1737182"/>
                  <a:gd name="connsiteX6" fmla="*/ 1772270 w 4749622"/>
                  <a:gd name="connsiteY6" fmla="*/ 433690 h 1737182"/>
                  <a:gd name="connsiteX7" fmla="*/ 1772270 w 4749622"/>
                  <a:gd name="connsiteY7" fmla="*/ 1258127 h 1737182"/>
                  <a:gd name="connsiteX8" fmla="*/ 1535637 w 4749622"/>
                  <a:gd name="connsiteY8" fmla="*/ 1497596 h 1737182"/>
                  <a:gd name="connsiteX9" fmla="*/ 1775224 w 4749622"/>
                  <a:gd name="connsiteY9" fmla="*/ 1737183 h 1737182"/>
                  <a:gd name="connsiteX10" fmla="*/ 2014811 w 4749622"/>
                  <a:gd name="connsiteY10" fmla="*/ 1497596 h 1737182"/>
                  <a:gd name="connsiteX11" fmla="*/ 1946585 w 4749622"/>
                  <a:gd name="connsiteY11" fmla="*/ 1330428 h 1737182"/>
                  <a:gd name="connsiteX12" fmla="*/ 2367162 w 4749622"/>
                  <a:gd name="connsiteY12" fmla="*/ 909852 h 1737182"/>
                  <a:gd name="connsiteX13" fmla="*/ 3664275 w 4749622"/>
                  <a:gd name="connsiteY13" fmla="*/ 909852 h 1737182"/>
                  <a:gd name="connsiteX14" fmla="*/ 3959624 w 4749622"/>
                  <a:gd name="connsiteY14" fmla="*/ 1205200 h 1737182"/>
                  <a:gd name="connsiteX15" fmla="*/ 4708156 w 4749622"/>
                  <a:gd name="connsiteY15" fmla="*/ 1205200 h 1737182"/>
                  <a:gd name="connsiteX16" fmla="*/ 4728712 w 4749622"/>
                  <a:gd name="connsiteY16" fmla="*/ 1223158 h 1737182"/>
                  <a:gd name="connsiteX17" fmla="*/ 4749623 w 4749622"/>
                  <a:gd name="connsiteY17" fmla="*/ 1202247 h 1737182"/>
                  <a:gd name="connsiteX18" fmla="*/ 4728712 w 4749622"/>
                  <a:gd name="connsiteY18" fmla="*/ 1181336 h 1737182"/>
                  <a:gd name="connsiteX19" fmla="*/ 4708156 w 4749622"/>
                  <a:gd name="connsiteY19" fmla="*/ 1199293 h 1737182"/>
                  <a:gd name="connsiteX20" fmla="*/ 3962105 w 4749622"/>
                  <a:gd name="connsiteY20" fmla="*/ 1199293 h 1737182"/>
                  <a:gd name="connsiteX21" fmla="*/ 3666756 w 4749622"/>
                  <a:gd name="connsiteY21" fmla="*/ 903945 h 1737182"/>
                  <a:gd name="connsiteX22" fmla="*/ 2364740 w 4749622"/>
                  <a:gd name="connsiteY22" fmla="*/ 903945 h 1737182"/>
                  <a:gd name="connsiteX23" fmla="*/ 1942450 w 4749622"/>
                  <a:gd name="connsiteY23" fmla="*/ 1326235 h 1737182"/>
                  <a:gd name="connsiteX24" fmla="*/ 1778236 w 4749622"/>
                  <a:gd name="connsiteY24" fmla="*/ 1258068 h 1737182"/>
                  <a:gd name="connsiteX25" fmla="*/ 1778236 w 4749622"/>
                  <a:gd name="connsiteY25" fmla="*/ 433690 h 1737182"/>
                  <a:gd name="connsiteX26" fmla="*/ 1833644 w 4749622"/>
                  <a:gd name="connsiteY26" fmla="*/ 378283 h 1737182"/>
                  <a:gd name="connsiteX27" fmla="*/ 2719159 w 4749622"/>
                  <a:gd name="connsiteY27" fmla="*/ 378283 h 1737182"/>
                  <a:gd name="connsiteX28" fmla="*/ 2955438 w 4749622"/>
                  <a:gd name="connsiteY28" fmla="*/ 614562 h 1737182"/>
                  <a:gd name="connsiteX29" fmla="*/ 4058389 w 4749622"/>
                  <a:gd name="connsiteY29" fmla="*/ 614562 h 1737182"/>
                  <a:gd name="connsiteX30" fmla="*/ 4078945 w 4749622"/>
                  <a:gd name="connsiteY30" fmla="*/ 632519 h 1737182"/>
                  <a:gd name="connsiteX31" fmla="*/ 4099856 w 4749622"/>
                  <a:gd name="connsiteY31" fmla="*/ 611608 h 1737182"/>
                  <a:gd name="connsiteX32" fmla="*/ 4078945 w 4749622"/>
                  <a:gd name="connsiteY32" fmla="*/ 590698 h 1737182"/>
                  <a:gd name="connsiteX33" fmla="*/ 4058389 w 4749622"/>
                  <a:gd name="connsiteY33" fmla="*/ 608655 h 1737182"/>
                  <a:gd name="connsiteX34" fmla="*/ 2957919 w 4749622"/>
                  <a:gd name="connsiteY34" fmla="*/ 608655 h 1737182"/>
                  <a:gd name="connsiteX35" fmla="*/ 2721640 w 4749622"/>
                  <a:gd name="connsiteY35" fmla="*/ 372376 h 1737182"/>
                  <a:gd name="connsiteX36" fmla="*/ 1833644 w 4749622"/>
                  <a:gd name="connsiteY36" fmla="*/ 372376 h 1737182"/>
                  <a:gd name="connsiteX37" fmla="*/ 1778236 w 4749622"/>
                  <a:gd name="connsiteY37" fmla="*/ 316968 h 1737182"/>
                  <a:gd name="connsiteX38" fmla="*/ 1778236 w 4749622"/>
                  <a:gd name="connsiteY38" fmla="*/ 17957 h 1737182"/>
                  <a:gd name="connsiteX39" fmla="*/ 909793 w 4749622"/>
                  <a:gd name="connsiteY39" fmla="*/ 17957 h 1737182"/>
                  <a:gd name="connsiteX40" fmla="*/ 889236 w 4749622"/>
                  <a:gd name="connsiteY40" fmla="*/ 0 h 1737182"/>
                  <a:gd name="connsiteX41" fmla="*/ 868326 w 4749622"/>
                  <a:gd name="connsiteY41" fmla="*/ 20911 h 1737182"/>
                  <a:gd name="connsiteX42" fmla="*/ 889236 w 4749622"/>
                  <a:gd name="connsiteY42" fmla="*/ 41821 h 1737182"/>
                  <a:gd name="connsiteX43" fmla="*/ 909793 w 4749622"/>
                  <a:gd name="connsiteY43" fmla="*/ 23864 h 1737182"/>
                  <a:gd name="connsiteX44" fmla="*/ 1772329 w 4749622"/>
                  <a:gd name="connsiteY44" fmla="*/ 23864 h 1737182"/>
                  <a:gd name="connsiteX45" fmla="*/ 1772329 w 4749622"/>
                  <a:gd name="connsiteY45" fmla="*/ 316968 h 1737182"/>
                  <a:gd name="connsiteX46" fmla="*/ 1716922 w 4749622"/>
                  <a:gd name="connsiteY46" fmla="*/ 372376 h 1737182"/>
                  <a:gd name="connsiteX47" fmla="*/ 1360613 w 4749622"/>
                  <a:gd name="connsiteY47" fmla="*/ 372376 h 1737182"/>
                  <a:gd name="connsiteX48" fmla="*/ 1183404 w 4749622"/>
                  <a:gd name="connsiteY48" fmla="*/ 549585 h 1737182"/>
                  <a:gd name="connsiteX49" fmla="*/ 41467 w 4749622"/>
                  <a:gd name="connsiteY49" fmla="*/ 549585 h 1737182"/>
                  <a:gd name="connsiteX50" fmla="*/ 20911 w 4749622"/>
                  <a:gd name="connsiteY50" fmla="*/ 531628 h 1737182"/>
                  <a:gd name="connsiteX51" fmla="*/ 0 w 4749622"/>
                  <a:gd name="connsiteY51" fmla="*/ 552539 h 1737182"/>
                  <a:gd name="connsiteX52" fmla="*/ 1938256 w 4749622"/>
                  <a:gd name="connsiteY52" fmla="*/ 1330488 h 1737182"/>
                  <a:gd name="connsiteX53" fmla="*/ 1814623 w 4749622"/>
                  <a:gd name="connsiteY53" fmla="*/ 1454120 h 1737182"/>
                  <a:gd name="connsiteX54" fmla="*/ 1778177 w 4749622"/>
                  <a:gd name="connsiteY54" fmla="*/ 1439058 h 1737182"/>
                  <a:gd name="connsiteX55" fmla="*/ 1778177 w 4749622"/>
                  <a:gd name="connsiteY55" fmla="*/ 1264093 h 1737182"/>
                  <a:gd name="connsiteX56" fmla="*/ 1938256 w 4749622"/>
                  <a:gd name="connsiteY56" fmla="*/ 1330488 h 1737182"/>
                  <a:gd name="connsiteX57" fmla="*/ 1772329 w 4749622"/>
                  <a:gd name="connsiteY57" fmla="*/ 1264093 h 1737182"/>
                  <a:gd name="connsiteX58" fmla="*/ 1772329 w 4749622"/>
                  <a:gd name="connsiteY58" fmla="*/ 1439058 h 1737182"/>
                  <a:gd name="connsiteX59" fmla="*/ 1716508 w 4749622"/>
                  <a:gd name="connsiteY59" fmla="*/ 1497714 h 1737182"/>
                  <a:gd name="connsiteX60" fmla="*/ 1775283 w 4749622"/>
                  <a:gd name="connsiteY60" fmla="*/ 1556489 h 1737182"/>
                  <a:gd name="connsiteX61" fmla="*/ 1834057 w 4749622"/>
                  <a:gd name="connsiteY61" fmla="*/ 1497714 h 1737182"/>
                  <a:gd name="connsiteX62" fmla="*/ 1818817 w 4749622"/>
                  <a:gd name="connsiteY62" fmla="*/ 1458315 h 1737182"/>
                  <a:gd name="connsiteX63" fmla="*/ 1942450 w 4749622"/>
                  <a:gd name="connsiteY63" fmla="*/ 1334682 h 1737182"/>
                  <a:gd name="connsiteX64" fmla="*/ 2008904 w 4749622"/>
                  <a:gd name="connsiteY64" fmla="*/ 1497714 h 1737182"/>
                  <a:gd name="connsiteX65" fmla="*/ 1775224 w 4749622"/>
                  <a:gd name="connsiteY65" fmla="*/ 1731394 h 1737182"/>
                  <a:gd name="connsiteX66" fmla="*/ 1541544 w 4749622"/>
                  <a:gd name="connsiteY66" fmla="*/ 1497714 h 1737182"/>
                  <a:gd name="connsiteX67" fmla="*/ 1772329 w 4749622"/>
                  <a:gd name="connsiteY67" fmla="*/ 1264093 h 173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4749622" h="1737182">
                    <a:moveTo>
                      <a:pt x="0" y="552539"/>
                    </a:moveTo>
                    <a:cubicBezTo>
                      <a:pt x="0" y="564057"/>
                      <a:pt x="9333" y="573449"/>
                      <a:pt x="20911" y="573449"/>
                    </a:cubicBezTo>
                    <a:cubicBezTo>
                      <a:pt x="31425" y="573449"/>
                      <a:pt x="40049" y="565652"/>
                      <a:pt x="41467" y="555492"/>
                    </a:cubicBezTo>
                    <a:lnTo>
                      <a:pt x="1185767" y="555492"/>
                    </a:lnTo>
                    <a:lnTo>
                      <a:pt x="1362976" y="378283"/>
                    </a:lnTo>
                    <a:lnTo>
                      <a:pt x="1716863" y="378283"/>
                    </a:lnTo>
                    <a:cubicBezTo>
                      <a:pt x="1718340" y="408231"/>
                      <a:pt x="1742322" y="432213"/>
                      <a:pt x="1772270" y="433690"/>
                    </a:cubicBezTo>
                    <a:lnTo>
                      <a:pt x="1772270" y="1258127"/>
                    </a:lnTo>
                    <a:cubicBezTo>
                      <a:pt x="1641549" y="1259722"/>
                      <a:pt x="1535637" y="1366520"/>
                      <a:pt x="1535637" y="1497596"/>
                    </a:cubicBezTo>
                    <a:cubicBezTo>
                      <a:pt x="1535637" y="1629676"/>
                      <a:pt x="1643085" y="1737183"/>
                      <a:pt x="1775224" y="1737183"/>
                    </a:cubicBezTo>
                    <a:cubicBezTo>
                      <a:pt x="1907304" y="1737183"/>
                      <a:pt x="2014811" y="1629735"/>
                      <a:pt x="2014811" y="1497596"/>
                    </a:cubicBezTo>
                    <a:cubicBezTo>
                      <a:pt x="2014811" y="1432619"/>
                      <a:pt x="1988761" y="1373608"/>
                      <a:pt x="1946585" y="1330428"/>
                    </a:cubicBezTo>
                    <a:lnTo>
                      <a:pt x="2367162" y="909852"/>
                    </a:lnTo>
                    <a:lnTo>
                      <a:pt x="3664275" y="909852"/>
                    </a:lnTo>
                    <a:lnTo>
                      <a:pt x="3959624" y="1205200"/>
                    </a:lnTo>
                    <a:lnTo>
                      <a:pt x="4708156" y="1205200"/>
                    </a:lnTo>
                    <a:cubicBezTo>
                      <a:pt x="4709574" y="1215301"/>
                      <a:pt x="4718198" y="1223158"/>
                      <a:pt x="4728712" y="1223158"/>
                    </a:cubicBezTo>
                    <a:cubicBezTo>
                      <a:pt x="4740231" y="1223158"/>
                      <a:pt x="4749623" y="1213825"/>
                      <a:pt x="4749623" y="1202247"/>
                    </a:cubicBezTo>
                    <a:cubicBezTo>
                      <a:pt x="4749623" y="1190729"/>
                      <a:pt x="4740290" y="1181336"/>
                      <a:pt x="4728712" y="1181336"/>
                    </a:cubicBezTo>
                    <a:cubicBezTo>
                      <a:pt x="4718198" y="1181336"/>
                      <a:pt x="4709574" y="1189134"/>
                      <a:pt x="4708156" y="1199293"/>
                    </a:cubicBezTo>
                    <a:lnTo>
                      <a:pt x="3962105" y="1199293"/>
                    </a:lnTo>
                    <a:lnTo>
                      <a:pt x="3666756" y="903945"/>
                    </a:lnTo>
                    <a:lnTo>
                      <a:pt x="2364740" y="903945"/>
                    </a:lnTo>
                    <a:lnTo>
                      <a:pt x="1942450" y="1326235"/>
                    </a:lnTo>
                    <a:cubicBezTo>
                      <a:pt x="1899920" y="1284708"/>
                      <a:pt x="1842032" y="1258895"/>
                      <a:pt x="1778236" y="1258068"/>
                    </a:cubicBezTo>
                    <a:lnTo>
                      <a:pt x="1778236" y="433690"/>
                    </a:lnTo>
                    <a:cubicBezTo>
                      <a:pt x="1808185" y="432213"/>
                      <a:pt x="1832167" y="408231"/>
                      <a:pt x="1833644" y="378283"/>
                    </a:cubicBezTo>
                    <a:lnTo>
                      <a:pt x="2719159" y="378283"/>
                    </a:lnTo>
                    <a:lnTo>
                      <a:pt x="2955438" y="614562"/>
                    </a:lnTo>
                    <a:lnTo>
                      <a:pt x="4058389" y="614562"/>
                    </a:lnTo>
                    <a:cubicBezTo>
                      <a:pt x="4059806" y="624663"/>
                      <a:pt x="4068430" y="632519"/>
                      <a:pt x="4078945" y="632519"/>
                    </a:cubicBezTo>
                    <a:cubicBezTo>
                      <a:pt x="4090463" y="632519"/>
                      <a:pt x="4099856" y="623186"/>
                      <a:pt x="4099856" y="611608"/>
                    </a:cubicBezTo>
                    <a:cubicBezTo>
                      <a:pt x="4099856" y="600031"/>
                      <a:pt x="4090523" y="590698"/>
                      <a:pt x="4078945" y="590698"/>
                    </a:cubicBezTo>
                    <a:cubicBezTo>
                      <a:pt x="4068430" y="590698"/>
                      <a:pt x="4059806" y="598495"/>
                      <a:pt x="4058389" y="608655"/>
                    </a:cubicBezTo>
                    <a:lnTo>
                      <a:pt x="2957919" y="608655"/>
                    </a:lnTo>
                    <a:lnTo>
                      <a:pt x="2721640" y="372376"/>
                    </a:lnTo>
                    <a:lnTo>
                      <a:pt x="1833644" y="372376"/>
                    </a:lnTo>
                    <a:cubicBezTo>
                      <a:pt x="1832167" y="342427"/>
                      <a:pt x="1808185" y="318445"/>
                      <a:pt x="1778236" y="316968"/>
                    </a:cubicBezTo>
                    <a:lnTo>
                      <a:pt x="1778236" y="17957"/>
                    </a:lnTo>
                    <a:lnTo>
                      <a:pt x="909793" y="17957"/>
                    </a:lnTo>
                    <a:cubicBezTo>
                      <a:pt x="908375" y="7856"/>
                      <a:pt x="899751" y="0"/>
                      <a:pt x="889236" y="0"/>
                    </a:cubicBezTo>
                    <a:cubicBezTo>
                      <a:pt x="877718" y="0"/>
                      <a:pt x="868326" y="9333"/>
                      <a:pt x="868326" y="20911"/>
                    </a:cubicBezTo>
                    <a:cubicBezTo>
                      <a:pt x="868326" y="32488"/>
                      <a:pt x="877659" y="41821"/>
                      <a:pt x="889236" y="41821"/>
                    </a:cubicBezTo>
                    <a:cubicBezTo>
                      <a:pt x="899751" y="41821"/>
                      <a:pt x="908375" y="34024"/>
                      <a:pt x="909793" y="23864"/>
                    </a:cubicBezTo>
                    <a:lnTo>
                      <a:pt x="1772329" y="23864"/>
                    </a:lnTo>
                    <a:lnTo>
                      <a:pt x="1772329" y="316968"/>
                    </a:lnTo>
                    <a:cubicBezTo>
                      <a:pt x="1742381" y="318445"/>
                      <a:pt x="1718399" y="342427"/>
                      <a:pt x="1716922" y="372376"/>
                    </a:cubicBezTo>
                    <a:lnTo>
                      <a:pt x="1360613" y="372376"/>
                    </a:lnTo>
                    <a:lnTo>
                      <a:pt x="1183404" y="549585"/>
                    </a:lnTo>
                    <a:lnTo>
                      <a:pt x="41467" y="549585"/>
                    </a:lnTo>
                    <a:cubicBezTo>
                      <a:pt x="40049" y="539484"/>
                      <a:pt x="31425" y="531628"/>
                      <a:pt x="20911" y="531628"/>
                    </a:cubicBezTo>
                    <a:cubicBezTo>
                      <a:pt x="9333" y="531687"/>
                      <a:pt x="0" y="541020"/>
                      <a:pt x="0" y="552539"/>
                    </a:cubicBezTo>
                    <a:close/>
                    <a:moveTo>
                      <a:pt x="1938256" y="1330488"/>
                    </a:moveTo>
                    <a:lnTo>
                      <a:pt x="1814623" y="1454120"/>
                    </a:lnTo>
                    <a:cubicBezTo>
                      <a:pt x="1804877" y="1445319"/>
                      <a:pt x="1792177" y="1439767"/>
                      <a:pt x="1778177" y="1439058"/>
                    </a:cubicBezTo>
                    <a:lnTo>
                      <a:pt x="1778177" y="1264093"/>
                    </a:lnTo>
                    <a:cubicBezTo>
                      <a:pt x="1840437" y="1264861"/>
                      <a:pt x="1896789" y="1290025"/>
                      <a:pt x="1938256" y="1330488"/>
                    </a:cubicBezTo>
                    <a:close/>
                    <a:moveTo>
                      <a:pt x="1772329" y="1264093"/>
                    </a:moveTo>
                    <a:lnTo>
                      <a:pt x="1772329" y="1439058"/>
                    </a:lnTo>
                    <a:cubicBezTo>
                      <a:pt x="1741259" y="1440594"/>
                      <a:pt x="1716508" y="1466230"/>
                      <a:pt x="1716508" y="1497714"/>
                    </a:cubicBezTo>
                    <a:cubicBezTo>
                      <a:pt x="1716508" y="1530202"/>
                      <a:pt x="1742794" y="1556489"/>
                      <a:pt x="1775283" y="1556489"/>
                    </a:cubicBezTo>
                    <a:cubicBezTo>
                      <a:pt x="1807771" y="1556489"/>
                      <a:pt x="1834057" y="1530202"/>
                      <a:pt x="1834057" y="1497714"/>
                    </a:cubicBezTo>
                    <a:cubicBezTo>
                      <a:pt x="1834057" y="1482533"/>
                      <a:pt x="1828268" y="1468770"/>
                      <a:pt x="1818817" y="1458315"/>
                    </a:cubicBezTo>
                    <a:lnTo>
                      <a:pt x="1942450" y="1334682"/>
                    </a:lnTo>
                    <a:cubicBezTo>
                      <a:pt x="1983563" y="1376798"/>
                      <a:pt x="2008904" y="1434332"/>
                      <a:pt x="2008904" y="1497714"/>
                    </a:cubicBezTo>
                    <a:cubicBezTo>
                      <a:pt x="2008904" y="1626545"/>
                      <a:pt x="1904055" y="1731394"/>
                      <a:pt x="1775224" y="1731394"/>
                    </a:cubicBezTo>
                    <a:cubicBezTo>
                      <a:pt x="1646393" y="1731394"/>
                      <a:pt x="1541544" y="1626545"/>
                      <a:pt x="1541544" y="1497714"/>
                    </a:cubicBezTo>
                    <a:cubicBezTo>
                      <a:pt x="1541603" y="1369828"/>
                      <a:pt x="1644857" y="1265688"/>
                      <a:pt x="1772329" y="12640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91" name="Freeform: Shape 1390">
                <a:extLst>
                  <a:ext uri="{FF2B5EF4-FFF2-40B4-BE49-F238E27FC236}">
                    <a16:creationId xmlns:a16="http://schemas.microsoft.com/office/drawing/2014/main" id="{63C9CB99-458C-86AF-BCFA-324DFCE44A40}"/>
                  </a:ext>
                </a:extLst>
              </p:cNvPr>
              <p:cNvSpPr/>
              <p:nvPr/>
            </p:nvSpPr>
            <p:spPr>
              <a:xfrm>
                <a:off x="1113287" y="1831457"/>
                <a:ext cx="2936180" cy="201073"/>
              </a:xfrm>
              <a:custGeom>
                <a:avLst/>
                <a:gdLst>
                  <a:gd name="connsiteX0" fmla="*/ 2915270 w 2936180"/>
                  <a:gd name="connsiteY0" fmla="*/ 201073 h 201073"/>
                  <a:gd name="connsiteX1" fmla="*/ 2894714 w 2936180"/>
                  <a:gd name="connsiteY1" fmla="*/ 183116 h 201073"/>
                  <a:gd name="connsiteX2" fmla="*/ 1791704 w 2936180"/>
                  <a:gd name="connsiteY2" fmla="*/ 183116 h 201073"/>
                  <a:gd name="connsiteX3" fmla="*/ 1614495 w 2936180"/>
                  <a:gd name="connsiteY3" fmla="*/ 5907 h 201073"/>
                  <a:gd name="connsiteX4" fmla="*/ 671860 w 2936180"/>
                  <a:gd name="connsiteY4" fmla="*/ 5907 h 201073"/>
                  <a:gd name="connsiteX5" fmla="*/ 553720 w 2936180"/>
                  <a:gd name="connsiteY5" fmla="*/ 124047 h 201073"/>
                  <a:gd name="connsiteX6" fmla="*/ 41467 w 2936180"/>
                  <a:gd name="connsiteY6" fmla="*/ 124047 h 201073"/>
                  <a:gd name="connsiteX7" fmla="*/ 20911 w 2936180"/>
                  <a:gd name="connsiteY7" fmla="*/ 142004 h 201073"/>
                  <a:gd name="connsiteX8" fmla="*/ 0 w 2936180"/>
                  <a:gd name="connsiteY8" fmla="*/ 121093 h 201073"/>
                  <a:gd name="connsiteX9" fmla="*/ 20911 w 2936180"/>
                  <a:gd name="connsiteY9" fmla="*/ 100182 h 201073"/>
                  <a:gd name="connsiteX10" fmla="*/ 41467 w 2936180"/>
                  <a:gd name="connsiteY10" fmla="*/ 118140 h 201073"/>
                  <a:gd name="connsiteX11" fmla="*/ 551298 w 2936180"/>
                  <a:gd name="connsiteY11" fmla="*/ 118140 h 201073"/>
                  <a:gd name="connsiteX12" fmla="*/ 669438 w 2936180"/>
                  <a:gd name="connsiteY12" fmla="*/ 0 h 201073"/>
                  <a:gd name="connsiteX13" fmla="*/ 1616976 w 2936180"/>
                  <a:gd name="connsiteY13" fmla="*/ 0 h 201073"/>
                  <a:gd name="connsiteX14" fmla="*/ 1794185 w 2936180"/>
                  <a:gd name="connsiteY14" fmla="*/ 177209 h 201073"/>
                  <a:gd name="connsiteX15" fmla="*/ 2894714 w 2936180"/>
                  <a:gd name="connsiteY15" fmla="*/ 177209 h 201073"/>
                  <a:gd name="connsiteX16" fmla="*/ 2915270 w 2936180"/>
                  <a:gd name="connsiteY16" fmla="*/ 159252 h 201073"/>
                  <a:gd name="connsiteX17" fmla="*/ 2936181 w 2936180"/>
                  <a:gd name="connsiteY17" fmla="*/ 180163 h 201073"/>
                  <a:gd name="connsiteX18" fmla="*/ 2915270 w 2936180"/>
                  <a:gd name="connsiteY18" fmla="*/ 201073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36180" h="201073">
                    <a:moveTo>
                      <a:pt x="2915270" y="201073"/>
                    </a:moveTo>
                    <a:cubicBezTo>
                      <a:pt x="2904756" y="201073"/>
                      <a:pt x="2896132" y="193276"/>
                      <a:pt x="2894714" y="183116"/>
                    </a:cubicBezTo>
                    <a:lnTo>
                      <a:pt x="1791704" y="183116"/>
                    </a:lnTo>
                    <a:lnTo>
                      <a:pt x="1614495" y="5907"/>
                    </a:lnTo>
                    <a:lnTo>
                      <a:pt x="671860" y="5907"/>
                    </a:lnTo>
                    <a:lnTo>
                      <a:pt x="553720" y="124047"/>
                    </a:lnTo>
                    <a:lnTo>
                      <a:pt x="41467" y="124047"/>
                    </a:lnTo>
                    <a:cubicBezTo>
                      <a:pt x="40049" y="134147"/>
                      <a:pt x="31425" y="142004"/>
                      <a:pt x="20911" y="142004"/>
                    </a:cubicBezTo>
                    <a:cubicBezTo>
                      <a:pt x="9392" y="142004"/>
                      <a:pt x="0" y="132671"/>
                      <a:pt x="0" y="121093"/>
                    </a:cubicBezTo>
                    <a:cubicBezTo>
                      <a:pt x="0" y="109574"/>
                      <a:pt x="9333" y="100182"/>
                      <a:pt x="20911" y="100182"/>
                    </a:cubicBezTo>
                    <a:cubicBezTo>
                      <a:pt x="31425" y="100182"/>
                      <a:pt x="40049" y="107980"/>
                      <a:pt x="41467" y="118140"/>
                    </a:cubicBezTo>
                    <a:lnTo>
                      <a:pt x="551298" y="118140"/>
                    </a:lnTo>
                    <a:lnTo>
                      <a:pt x="669438" y="0"/>
                    </a:lnTo>
                    <a:lnTo>
                      <a:pt x="1616976" y="0"/>
                    </a:lnTo>
                    <a:lnTo>
                      <a:pt x="1794185" y="177209"/>
                    </a:lnTo>
                    <a:lnTo>
                      <a:pt x="2894714" y="177209"/>
                    </a:lnTo>
                    <a:cubicBezTo>
                      <a:pt x="2896132" y="167108"/>
                      <a:pt x="2904756" y="159252"/>
                      <a:pt x="2915270" y="159252"/>
                    </a:cubicBezTo>
                    <a:cubicBezTo>
                      <a:pt x="2926789" y="159252"/>
                      <a:pt x="2936181" y="168585"/>
                      <a:pt x="2936181" y="180163"/>
                    </a:cubicBezTo>
                    <a:cubicBezTo>
                      <a:pt x="2936181" y="191741"/>
                      <a:pt x="2926789" y="201073"/>
                      <a:pt x="2915270" y="20107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92" name="Freeform: Shape 1391">
                <a:extLst>
                  <a:ext uri="{FF2B5EF4-FFF2-40B4-BE49-F238E27FC236}">
                    <a16:creationId xmlns:a16="http://schemas.microsoft.com/office/drawing/2014/main" id="{6612F983-8536-F1D6-EECA-F57D99CA3957}"/>
                  </a:ext>
                </a:extLst>
              </p:cNvPr>
              <p:cNvSpPr/>
              <p:nvPr/>
            </p:nvSpPr>
            <p:spPr>
              <a:xfrm>
                <a:off x="3939625" y="1922670"/>
                <a:ext cx="177764" cy="177840"/>
              </a:xfrm>
              <a:custGeom>
                <a:avLst/>
                <a:gdLst>
                  <a:gd name="connsiteX0" fmla="*/ 19348 w 177764"/>
                  <a:gd name="connsiteY0" fmla="*/ 144416 h 177840"/>
                  <a:gd name="connsiteX1" fmla="*/ 19348 w 177764"/>
                  <a:gd name="connsiteY1" fmla="*/ 175369 h 177840"/>
                  <a:gd name="connsiteX2" fmla="*/ 27736 w 177764"/>
                  <a:gd name="connsiteY2" fmla="*/ 166922 h 177840"/>
                  <a:gd name="connsiteX3" fmla="*/ 27736 w 177764"/>
                  <a:gd name="connsiteY3" fmla="*/ 153513 h 177840"/>
                  <a:gd name="connsiteX4" fmla="*/ 144340 w 177764"/>
                  <a:gd name="connsiteY4" fmla="*/ 158475 h 177840"/>
                  <a:gd name="connsiteX5" fmla="*/ 175293 w 177764"/>
                  <a:gd name="connsiteY5" fmla="*/ 158475 h 177840"/>
                  <a:gd name="connsiteX6" fmla="*/ 166846 w 177764"/>
                  <a:gd name="connsiteY6" fmla="*/ 150028 h 177840"/>
                  <a:gd name="connsiteX7" fmla="*/ 153437 w 177764"/>
                  <a:gd name="connsiteY7" fmla="*/ 150028 h 177840"/>
                  <a:gd name="connsiteX8" fmla="*/ 158399 w 177764"/>
                  <a:gd name="connsiteY8" fmla="*/ 33424 h 177840"/>
                  <a:gd name="connsiteX9" fmla="*/ 158399 w 177764"/>
                  <a:gd name="connsiteY9" fmla="*/ 2472 h 177840"/>
                  <a:gd name="connsiteX10" fmla="*/ 149952 w 177764"/>
                  <a:gd name="connsiteY10" fmla="*/ 10919 h 177840"/>
                  <a:gd name="connsiteX11" fmla="*/ 149952 w 177764"/>
                  <a:gd name="connsiteY11" fmla="*/ 24327 h 177840"/>
                  <a:gd name="connsiteX12" fmla="*/ 33348 w 177764"/>
                  <a:gd name="connsiteY12" fmla="*/ 19366 h 177840"/>
                  <a:gd name="connsiteX13" fmla="*/ 2395 w 177764"/>
                  <a:gd name="connsiteY13" fmla="*/ 19366 h 177840"/>
                  <a:gd name="connsiteX14" fmla="*/ 10843 w 177764"/>
                  <a:gd name="connsiteY14" fmla="*/ 27813 h 177840"/>
                  <a:gd name="connsiteX15" fmla="*/ 24251 w 177764"/>
                  <a:gd name="connsiteY15" fmla="*/ 27813 h 177840"/>
                  <a:gd name="connsiteX16" fmla="*/ 19348 w 177764"/>
                  <a:gd name="connsiteY16" fmla="*/ 144416 h 177840"/>
                  <a:gd name="connsiteX17" fmla="*/ 27796 w 177764"/>
                  <a:gd name="connsiteY17" fmla="*/ 30530 h 177840"/>
                  <a:gd name="connsiteX18" fmla="*/ 27796 w 177764"/>
                  <a:gd name="connsiteY18" fmla="*/ 44707 h 177840"/>
                  <a:gd name="connsiteX19" fmla="*/ 36242 w 177764"/>
                  <a:gd name="connsiteY19" fmla="*/ 53154 h 177840"/>
                  <a:gd name="connsiteX20" fmla="*/ 36242 w 177764"/>
                  <a:gd name="connsiteY20" fmla="*/ 22792 h 177840"/>
                  <a:gd name="connsiteX21" fmla="*/ 147412 w 177764"/>
                  <a:gd name="connsiteY21" fmla="*/ 27872 h 177840"/>
                  <a:gd name="connsiteX22" fmla="*/ 133235 w 177764"/>
                  <a:gd name="connsiteY22" fmla="*/ 27872 h 177840"/>
                  <a:gd name="connsiteX23" fmla="*/ 124788 w 177764"/>
                  <a:gd name="connsiteY23" fmla="*/ 36319 h 177840"/>
                  <a:gd name="connsiteX24" fmla="*/ 155150 w 177764"/>
                  <a:gd name="connsiteY24" fmla="*/ 36319 h 177840"/>
                  <a:gd name="connsiteX25" fmla="*/ 150070 w 177764"/>
                  <a:gd name="connsiteY25" fmla="*/ 147488 h 177840"/>
                  <a:gd name="connsiteX26" fmla="*/ 150070 w 177764"/>
                  <a:gd name="connsiteY26" fmla="*/ 133311 h 177840"/>
                  <a:gd name="connsiteX27" fmla="*/ 141623 w 177764"/>
                  <a:gd name="connsiteY27" fmla="*/ 124864 h 177840"/>
                  <a:gd name="connsiteX28" fmla="*/ 141623 w 177764"/>
                  <a:gd name="connsiteY28" fmla="*/ 155226 h 177840"/>
                  <a:gd name="connsiteX29" fmla="*/ 30453 w 177764"/>
                  <a:gd name="connsiteY29" fmla="*/ 150146 h 177840"/>
                  <a:gd name="connsiteX30" fmla="*/ 44630 w 177764"/>
                  <a:gd name="connsiteY30" fmla="*/ 150146 h 177840"/>
                  <a:gd name="connsiteX31" fmla="*/ 53077 w 177764"/>
                  <a:gd name="connsiteY31" fmla="*/ 141699 h 177840"/>
                  <a:gd name="connsiteX32" fmla="*/ 22715 w 177764"/>
                  <a:gd name="connsiteY32" fmla="*/ 141699 h 177840"/>
                  <a:gd name="connsiteX33" fmla="*/ 27796 w 177764"/>
                  <a:gd name="connsiteY33" fmla="*/ 30530 h 177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840">
                    <a:moveTo>
                      <a:pt x="19348" y="144416"/>
                    </a:moveTo>
                    <a:lnTo>
                      <a:pt x="19348" y="175369"/>
                    </a:lnTo>
                    <a:lnTo>
                      <a:pt x="27736" y="166922"/>
                    </a:lnTo>
                    <a:lnTo>
                      <a:pt x="27736" y="153513"/>
                    </a:lnTo>
                    <a:cubicBezTo>
                      <a:pt x="60107" y="184170"/>
                      <a:pt x="110080" y="185883"/>
                      <a:pt x="144340" y="158475"/>
                    </a:cubicBezTo>
                    <a:lnTo>
                      <a:pt x="175293" y="158475"/>
                    </a:lnTo>
                    <a:lnTo>
                      <a:pt x="166846" y="150028"/>
                    </a:lnTo>
                    <a:lnTo>
                      <a:pt x="153437" y="150028"/>
                    </a:lnTo>
                    <a:cubicBezTo>
                      <a:pt x="184094" y="117599"/>
                      <a:pt x="185807" y="67685"/>
                      <a:pt x="158399" y="33424"/>
                    </a:cubicBezTo>
                    <a:lnTo>
                      <a:pt x="158399" y="2472"/>
                    </a:lnTo>
                    <a:lnTo>
                      <a:pt x="149952" y="10919"/>
                    </a:lnTo>
                    <a:lnTo>
                      <a:pt x="149952" y="24327"/>
                    </a:lnTo>
                    <a:cubicBezTo>
                      <a:pt x="117581" y="-6330"/>
                      <a:pt x="67609" y="-8043"/>
                      <a:pt x="33348" y="19366"/>
                    </a:cubicBezTo>
                    <a:lnTo>
                      <a:pt x="2395" y="19366"/>
                    </a:lnTo>
                    <a:lnTo>
                      <a:pt x="10843" y="27813"/>
                    </a:lnTo>
                    <a:lnTo>
                      <a:pt x="24251" y="27813"/>
                    </a:lnTo>
                    <a:cubicBezTo>
                      <a:pt x="-6347" y="60242"/>
                      <a:pt x="-8001" y="110156"/>
                      <a:pt x="19348" y="144416"/>
                    </a:cubicBezTo>
                    <a:close/>
                    <a:moveTo>
                      <a:pt x="27796" y="30530"/>
                    </a:moveTo>
                    <a:lnTo>
                      <a:pt x="27796" y="44707"/>
                    </a:lnTo>
                    <a:lnTo>
                      <a:pt x="36242" y="53154"/>
                    </a:lnTo>
                    <a:lnTo>
                      <a:pt x="36242" y="22792"/>
                    </a:lnTo>
                    <a:cubicBezTo>
                      <a:pt x="68967" y="-3317"/>
                      <a:pt x="116636" y="-1604"/>
                      <a:pt x="147412" y="27872"/>
                    </a:cubicBezTo>
                    <a:lnTo>
                      <a:pt x="133235" y="27872"/>
                    </a:lnTo>
                    <a:lnTo>
                      <a:pt x="124788" y="36319"/>
                    </a:lnTo>
                    <a:lnTo>
                      <a:pt x="155150" y="36319"/>
                    </a:lnTo>
                    <a:cubicBezTo>
                      <a:pt x="181259" y="69043"/>
                      <a:pt x="179546" y="116713"/>
                      <a:pt x="150070" y="147488"/>
                    </a:cubicBezTo>
                    <a:lnTo>
                      <a:pt x="150070" y="133311"/>
                    </a:lnTo>
                    <a:lnTo>
                      <a:pt x="141623" y="124864"/>
                    </a:lnTo>
                    <a:lnTo>
                      <a:pt x="141623" y="155226"/>
                    </a:lnTo>
                    <a:cubicBezTo>
                      <a:pt x="108898" y="181335"/>
                      <a:pt x="61229" y="179622"/>
                      <a:pt x="30453" y="150146"/>
                    </a:cubicBezTo>
                    <a:lnTo>
                      <a:pt x="44630" y="150146"/>
                    </a:lnTo>
                    <a:lnTo>
                      <a:pt x="53077" y="141699"/>
                    </a:lnTo>
                    <a:lnTo>
                      <a:pt x="22715" y="141699"/>
                    </a:lnTo>
                    <a:cubicBezTo>
                      <a:pt x="-3334" y="108974"/>
                      <a:pt x="-1681" y="61305"/>
                      <a:pt x="27796" y="305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93" name="Freeform: Shape 1392">
                <a:extLst>
                  <a:ext uri="{FF2B5EF4-FFF2-40B4-BE49-F238E27FC236}">
                    <a16:creationId xmlns:a16="http://schemas.microsoft.com/office/drawing/2014/main" id="{533C99DB-2CDC-5184-D6F1-AB2C91E8B4BC}"/>
                  </a:ext>
                </a:extLst>
              </p:cNvPr>
              <p:cNvSpPr/>
              <p:nvPr/>
            </p:nvSpPr>
            <p:spPr>
              <a:xfrm>
                <a:off x="3112330" y="4108370"/>
                <a:ext cx="177787" cy="177790"/>
              </a:xfrm>
              <a:custGeom>
                <a:avLst/>
                <a:gdLst>
                  <a:gd name="connsiteX0" fmla="*/ 19372 w 177787"/>
                  <a:gd name="connsiteY0" fmla="*/ 144357 h 177790"/>
                  <a:gd name="connsiteX1" fmla="*/ 19372 w 177787"/>
                  <a:gd name="connsiteY1" fmla="*/ 175310 h 177790"/>
                  <a:gd name="connsiteX2" fmla="*/ 27760 w 177787"/>
                  <a:gd name="connsiteY2" fmla="*/ 166863 h 177790"/>
                  <a:gd name="connsiteX3" fmla="*/ 27760 w 177787"/>
                  <a:gd name="connsiteY3" fmla="*/ 153454 h 177790"/>
                  <a:gd name="connsiteX4" fmla="*/ 144363 w 177787"/>
                  <a:gd name="connsiteY4" fmla="*/ 158475 h 177790"/>
                  <a:gd name="connsiteX5" fmla="*/ 175316 w 177787"/>
                  <a:gd name="connsiteY5" fmla="*/ 158475 h 177790"/>
                  <a:gd name="connsiteX6" fmla="*/ 166869 w 177787"/>
                  <a:gd name="connsiteY6" fmla="*/ 150028 h 177790"/>
                  <a:gd name="connsiteX7" fmla="*/ 153460 w 177787"/>
                  <a:gd name="connsiteY7" fmla="*/ 150028 h 177790"/>
                  <a:gd name="connsiteX8" fmla="*/ 158422 w 177787"/>
                  <a:gd name="connsiteY8" fmla="*/ 33424 h 177790"/>
                  <a:gd name="connsiteX9" fmla="*/ 158422 w 177787"/>
                  <a:gd name="connsiteY9" fmla="*/ 2472 h 177790"/>
                  <a:gd name="connsiteX10" fmla="*/ 149975 w 177787"/>
                  <a:gd name="connsiteY10" fmla="*/ 10918 h 177790"/>
                  <a:gd name="connsiteX11" fmla="*/ 149975 w 177787"/>
                  <a:gd name="connsiteY11" fmla="*/ 24327 h 177790"/>
                  <a:gd name="connsiteX12" fmla="*/ 33371 w 177787"/>
                  <a:gd name="connsiteY12" fmla="*/ 19365 h 177790"/>
                  <a:gd name="connsiteX13" fmla="*/ 2419 w 177787"/>
                  <a:gd name="connsiteY13" fmla="*/ 19365 h 177790"/>
                  <a:gd name="connsiteX14" fmla="*/ 10866 w 177787"/>
                  <a:gd name="connsiteY14" fmla="*/ 27812 h 177790"/>
                  <a:gd name="connsiteX15" fmla="*/ 24275 w 177787"/>
                  <a:gd name="connsiteY15" fmla="*/ 27812 h 177790"/>
                  <a:gd name="connsiteX16" fmla="*/ 19372 w 177787"/>
                  <a:gd name="connsiteY16" fmla="*/ 144357 h 177790"/>
                  <a:gd name="connsiteX17" fmla="*/ 27760 w 177787"/>
                  <a:gd name="connsiteY17" fmla="*/ 30411 h 177790"/>
                  <a:gd name="connsiteX18" fmla="*/ 27760 w 177787"/>
                  <a:gd name="connsiteY18" fmla="*/ 44588 h 177790"/>
                  <a:gd name="connsiteX19" fmla="*/ 36207 w 177787"/>
                  <a:gd name="connsiteY19" fmla="*/ 53035 h 177790"/>
                  <a:gd name="connsiteX20" fmla="*/ 36207 w 177787"/>
                  <a:gd name="connsiteY20" fmla="*/ 22673 h 177790"/>
                  <a:gd name="connsiteX21" fmla="*/ 147376 w 177787"/>
                  <a:gd name="connsiteY21" fmla="*/ 27754 h 177790"/>
                  <a:gd name="connsiteX22" fmla="*/ 133199 w 177787"/>
                  <a:gd name="connsiteY22" fmla="*/ 27754 h 177790"/>
                  <a:gd name="connsiteX23" fmla="*/ 124752 w 177787"/>
                  <a:gd name="connsiteY23" fmla="*/ 36201 h 177790"/>
                  <a:gd name="connsiteX24" fmla="*/ 155114 w 177787"/>
                  <a:gd name="connsiteY24" fmla="*/ 36201 h 177790"/>
                  <a:gd name="connsiteX25" fmla="*/ 150034 w 177787"/>
                  <a:gd name="connsiteY25" fmla="*/ 147370 h 177790"/>
                  <a:gd name="connsiteX26" fmla="*/ 150034 w 177787"/>
                  <a:gd name="connsiteY26" fmla="*/ 133193 h 177790"/>
                  <a:gd name="connsiteX27" fmla="*/ 141587 w 177787"/>
                  <a:gd name="connsiteY27" fmla="*/ 124746 h 177790"/>
                  <a:gd name="connsiteX28" fmla="*/ 141587 w 177787"/>
                  <a:gd name="connsiteY28" fmla="*/ 155108 h 177790"/>
                  <a:gd name="connsiteX29" fmla="*/ 30418 w 177787"/>
                  <a:gd name="connsiteY29" fmla="*/ 150028 h 177790"/>
                  <a:gd name="connsiteX30" fmla="*/ 44595 w 177787"/>
                  <a:gd name="connsiteY30" fmla="*/ 150028 h 177790"/>
                  <a:gd name="connsiteX31" fmla="*/ 53041 w 177787"/>
                  <a:gd name="connsiteY31" fmla="*/ 141581 h 177790"/>
                  <a:gd name="connsiteX32" fmla="*/ 22680 w 177787"/>
                  <a:gd name="connsiteY32" fmla="*/ 141581 h 177790"/>
                  <a:gd name="connsiteX33" fmla="*/ 27760 w 177787"/>
                  <a:gd name="connsiteY33" fmla="*/ 30411 h 177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87" h="177790">
                    <a:moveTo>
                      <a:pt x="19372" y="144357"/>
                    </a:moveTo>
                    <a:lnTo>
                      <a:pt x="19372" y="175310"/>
                    </a:lnTo>
                    <a:lnTo>
                      <a:pt x="27760" y="166863"/>
                    </a:lnTo>
                    <a:lnTo>
                      <a:pt x="27760" y="153454"/>
                    </a:lnTo>
                    <a:cubicBezTo>
                      <a:pt x="60130" y="184111"/>
                      <a:pt x="110103" y="185824"/>
                      <a:pt x="144363" y="158475"/>
                    </a:cubicBezTo>
                    <a:lnTo>
                      <a:pt x="175316" y="158475"/>
                    </a:lnTo>
                    <a:lnTo>
                      <a:pt x="166869" y="150028"/>
                    </a:lnTo>
                    <a:lnTo>
                      <a:pt x="153460" y="150028"/>
                    </a:lnTo>
                    <a:cubicBezTo>
                      <a:pt x="184117" y="117598"/>
                      <a:pt x="185830" y="67684"/>
                      <a:pt x="158422" y="33424"/>
                    </a:cubicBezTo>
                    <a:lnTo>
                      <a:pt x="158422" y="2472"/>
                    </a:lnTo>
                    <a:lnTo>
                      <a:pt x="149975" y="10918"/>
                    </a:lnTo>
                    <a:lnTo>
                      <a:pt x="149975" y="24327"/>
                    </a:lnTo>
                    <a:cubicBezTo>
                      <a:pt x="117605" y="-6330"/>
                      <a:pt x="67632" y="-8043"/>
                      <a:pt x="33371" y="19365"/>
                    </a:cubicBezTo>
                    <a:lnTo>
                      <a:pt x="2419" y="19365"/>
                    </a:lnTo>
                    <a:lnTo>
                      <a:pt x="10866" y="27812"/>
                    </a:lnTo>
                    <a:lnTo>
                      <a:pt x="24275" y="27812"/>
                    </a:lnTo>
                    <a:cubicBezTo>
                      <a:pt x="-6324" y="60124"/>
                      <a:pt x="-8036" y="110038"/>
                      <a:pt x="19372" y="144357"/>
                    </a:cubicBezTo>
                    <a:close/>
                    <a:moveTo>
                      <a:pt x="27760" y="30411"/>
                    </a:moveTo>
                    <a:lnTo>
                      <a:pt x="27760" y="44588"/>
                    </a:lnTo>
                    <a:lnTo>
                      <a:pt x="36207" y="53035"/>
                    </a:lnTo>
                    <a:lnTo>
                      <a:pt x="36207" y="22673"/>
                    </a:lnTo>
                    <a:cubicBezTo>
                      <a:pt x="68931" y="-3435"/>
                      <a:pt x="116601" y="-1723"/>
                      <a:pt x="147376" y="27754"/>
                    </a:cubicBezTo>
                    <a:lnTo>
                      <a:pt x="133199" y="27754"/>
                    </a:lnTo>
                    <a:lnTo>
                      <a:pt x="124752" y="36201"/>
                    </a:lnTo>
                    <a:lnTo>
                      <a:pt x="155114" y="36201"/>
                    </a:lnTo>
                    <a:cubicBezTo>
                      <a:pt x="181223" y="68925"/>
                      <a:pt x="179510" y="116594"/>
                      <a:pt x="150034" y="147370"/>
                    </a:cubicBezTo>
                    <a:lnTo>
                      <a:pt x="150034" y="133193"/>
                    </a:lnTo>
                    <a:lnTo>
                      <a:pt x="141587" y="124746"/>
                    </a:lnTo>
                    <a:lnTo>
                      <a:pt x="141587" y="155108"/>
                    </a:lnTo>
                    <a:cubicBezTo>
                      <a:pt x="108862" y="181158"/>
                      <a:pt x="61193" y="179504"/>
                      <a:pt x="30418" y="150028"/>
                    </a:cubicBezTo>
                    <a:lnTo>
                      <a:pt x="44595" y="150028"/>
                    </a:lnTo>
                    <a:lnTo>
                      <a:pt x="53041" y="141581"/>
                    </a:lnTo>
                    <a:lnTo>
                      <a:pt x="22680" y="141581"/>
                    </a:lnTo>
                    <a:cubicBezTo>
                      <a:pt x="-3370" y="108856"/>
                      <a:pt x="-1657" y="61187"/>
                      <a:pt x="27760" y="30411"/>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94" name="Freeform: Shape 1393">
                <a:extLst>
                  <a:ext uri="{FF2B5EF4-FFF2-40B4-BE49-F238E27FC236}">
                    <a16:creationId xmlns:a16="http://schemas.microsoft.com/office/drawing/2014/main" id="{4E8B95A9-CF8F-47AC-2AD7-2124D7FC6E61}"/>
                  </a:ext>
                </a:extLst>
              </p:cNvPr>
              <p:cNvSpPr/>
              <p:nvPr/>
            </p:nvSpPr>
            <p:spPr>
              <a:xfrm>
                <a:off x="808927" y="2454830"/>
                <a:ext cx="177764" cy="177731"/>
              </a:xfrm>
              <a:custGeom>
                <a:avLst/>
                <a:gdLst>
                  <a:gd name="connsiteX0" fmla="*/ 19348 w 177764"/>
                  <a:gd name="connsiteY0" fmla="*/ 144239 h 177731"/>
                  <a:gd name="connsiteX1" fmla="*/ 19348 w 177764"/>
                  <a:gd name="connsiteY1" fmla="*/ 175192 h 177731"/>
                  <a:gd name="connsiteX2" fmla="*/ 27736 w 177764"/>
                  <a:gd name="connsiteY2" fmla="*/ 166804 h 177731"/>
                  <a:gd name="connsiteX3" fmla="*/ 27736 w 177764"/>
                  <a:gd name="connsiteY3" fmla="*/ 153395 h 177731"/>
                  <a:gd name="connsiteX4" fmla="*/ 144340 w 177764"/>
                  <a:gd name="connsiteY4" fmla="*/ 158416 h 177731"/>
                  <a:gd name="connsiteX5" fmla="*/ 175293 w 177764"/>
                  <a:gd name="connsiteY5" fmla="*/ 158416 h 177731"/>
                  <a:gd name="connsiteX6" fmla="*/ 166846 w 177764"/>
                  <a:gd name="connsiteY6" fmla="*/ 150028 h 177731"/>
                  <a:gd name="connsiteX7" fmla="*/ 153437 w 177764"/>
                  <a:gd name="connsiteY7" fmla="*/ 150028 h 177731"/>
                  <a:gd name="connsiteX8" fmla="*/ 158399 w 177764"/>
                  <a:gd name="connsiteY8" fmla="*/ 33424 h 177731"/>
                  <a:gd name="connsiteX9" fmla="*/ 158399 w 177764"/>
                  <a:gd name="connsiteY9" fmla="*/ 2472 h 177731"/>
                  <a:gd name="connsiteX10" fmla="*/ 149952 w 177764"/>
                  <a:gd name="connsiteY10" fmla="*/ 10919 h 177731"/>
                  <a:gd name="connsiteX11" fmla="*/ 149952 w 177764"/>
                  <a:gd name="connsiteY11" fmla="*/ 24328 h 177731"/>
                  <a:gd name="connsiteX12" fmla="*/ 33348 w 177764"/>
                  <a:gd name="connsiteY12" fmla="*/ 19365 h 177731"/>
                  <a:gd name="connsiteX13" fmla="*/ 2395 w 177764"/>
                  <a:gd name="connsiteY13" fmla="*/ 19365 h 177731"/>
                  <a:gd name="connsiteX14" fmla="*/ 10842 w 177764"/>
                  <a:gd name="connsiteY14" fmla="*/ 27813 h 177731"/>
                  <a:gd name="connsiteX15" fmla="*/ 24251 w 177764"/>
                  <a:gd name="connsiteY15" fmla="*/ 27813 h 177731"/>
                  <a:gd name="connsiteX16" fmla="*/ 19348 w 177764"/>
                  <a:gd name="connsiteY16" fmla="*/ 144239 h 177731"/>
                  <a:gd name="connsiteX17" fmla="*/ 27795 w 177764"/>
                  <a:gd name="connsiteY17" fmla="*/ 30293 h 177731"/>
                  <a:gd name="connsiteX18" fmla="*/ 27795 w 177764"/>
                  <a:gd name="connsiteY18" fmla="*/ 44470 h 177731"/>
                  <a:gd name="connsiteX19" fmla="*/ 36242 w 177764"/>
                  <a:gd name="connsiteY19" fmla="*/ 52917 h 177731"/>
                  <a:gd name="connsiteX20" fmla="*/ 36242 w 177764"/>
                  <a:gd name="connsiteY20" fmla="*/ 22555 h 177731"/>
                  <a:gd name="connsiteX21" fmla="*/ 147412 w 177764"/>
                  <a:gd name="connsiteY21" fmla="*/ 27635 h 177731"/>
                  <a:gd name="connsiteX22" fmla="*/ 133235 w 177764"/>
                  <a:gd name="connsiteY22" fmla="*/ 27635 h 177731"/>
                  <a:gd name="connsiteX23" fmla="*/ 124788 w 177764"/>
                  <a:gd name="connsiteY23" fmla="*/ 36082 h 177731"/>
                  <a:gd name="connsiteX24" fmla="*/ 155150 w 177764"/>
                  <a:gd name="connsiteY24" fmla="*/ 36082 h 177731"/>
                  <a:gd name="connsiteX25" fmla="*/ 150070 w 177764"/>
                  <a:gd name="connsiteY25" fmla="*/ 147252 h 177731"/>
                  <a:gd name="connsiteX26" fmla="*/ 150070 w 177764"/>
                  <a:gd name="connsiteY26" fmla="*/ 133075 h 177731"/>
                  <a:gd name="connsiteX27" fmla="*/ 141623 w 177764"/>
                  <a:gd name="connsiteY27" fmla="*/ 124628 h 177731"/>
                  <a:gd name="connsiteX28" fmla="*/ 141623 w 177764"/>
                  <a:gd name="connsiteY28" fmla="*/ 154990 h 177731"/>
                  <a:gd name="connsiteX29" fmla="*/ 30454 w 177764"/>
                  <a:gd name="connsiteY29" fmla="*/ 149910 h 177731"/>
                  <a:gd name="connsiteX30" fmla="*/ 44630 w 177764"/>
                  <a:gd name="connsiteY30" fmla="*/ 149910 h 177731"/>
                  <a:gd name="connsiteX31" fmla="*/ 53077 w 177764"/>
                  <a:gd name="connsiteY31" fmla="*/ 141463 h 177731"/>
                  <a:gd name="connsiteX32" fmla="*/ 22715 w 177764"/>
                  <a:gd name="connsiteY32" fmla="*/ 141463 h 177731"/>
                  <a:gd name="connsiteX33" fmla="*/ 27795 w 177764"/>
                  <a:gd name="connsiteY33" fmla="*/ 30293 h 177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731">
                    <a:moveTo>
                      <a:pt x="19348" y="144239"/>
                    </a:moveTo>
                    <a:lnTo>
                      <a:pt x="19348" y="175192"/>
                    </a:lnTo>
                    <a:lnTo>
                      <a:pt x="27736" y="166804"/>
                    </a:lnTo>
                    <a:lnTo>
                      <a:pt x="27736" y="153395"/>
                    </a:lnTo>
                    <a:cubicBezTo>
                      <a:pt x="60107" y="184052"/>
                      <a:pt x="110080" y="185765"/>
                      <a:pt x="144340" y="158416"/>
                    </a:cubicBezTo>
                    <a:lnTo>
                      <a:pt x="175293" y="158416"/>
                    </a:lnTo>
                    <a:lnTo>
                      <a:pt x="166846" y="150028"/>
                    </a:lnTo>
                    <a:lnTo>
                      <a:pt x="153437" y="150028"/>
                    </a:lnTo>
                    <a:cubicBezTo>
                      <a:pt x="184094" y="117599"/>
                      <a:pt x="185807" y="67685"/>
                      <a:pt x="158399" y="33424"/>
                    </a:cubicBezTo>
                    <a:lnTo>
                      <a:pt x="158399" y="2472"/>
                    </a:lnTo>
                    <a:lnTo>
                      <a:pt x="149952" y="10919"/>
                    </a:lnTo>
                    <a:lnTo>
                      <a:pt x="149952" y="24328"/>
                    </a:lnTo>
                    <a:cubicBezTo>
                      <a:pt x="117582" y="-6330"/>
                      <a:pt x="67608" y="-8043"/>
                      <a:pt x="33348" y="19365"/>
                    </a:cubicBezTo>
                    <a:lnTo>
                      <a:pt x="2395" y="19365"/>
                    </a:lnTo>
                    <a:lnTo>
                      <a:pt x="10842" y="27813"/>
                    </a:lnTo>
                    <a:lnTo>
                      <a:pt x="24251" y="27813"/>
                    </a:lnTo>
                    <a:cubicBezTo>
                      <a:pt x="-6347" y="60006"/>
                      <a:pt x="-8001" y="109920"/>
                      <a:pt x="19348" y="144239"/>
                    </a:cubicBezTo>
                    <a:close/>
                    <a:moveTo>
                      <a:pt x="27795" y="30293"/>
                    </a:moveTo>
                    <a:lnTo>
                      <a:pt x="27795" y="44470"/>
                    </a:lnTo>
                    <a:lnTo>
                      <a:pt x="36242" y="52917"/>
                    </a:lnTo>
                    <a:lnTo>
                      <a:pt x="36242" y="22555"/>
                    </a:lnTo>
                    <a:cubicBezTo>
                      <a:pt x="68967" y="-3553"/>
                      <a:pt x="116636" y="-1841"/>
                      <a:pt x="147412" y="27635"/>
                    </a:cubicBezTo>
                    <a:lnTo>
                      <a:pt x="133235" y="27635"/>
                    </a:lnTo>
                    <a:lnTo>
                      <a:pt x="124788" y="36082"/>
                    </a:lnTo>
                    <a:lnTo>
                      <a:pt x="155150" y="36082"/>
                    </a:lnTo>
                    <a:cubicBezTo>
                      <a:pt x="181259" y="68807"/>
                      <a:pt x="179546" y="116476"/>
                      <a:pt x="150070" y="147252"/>
                    </a:cubicBezTo>
                    <a:lnTo>
                      <a:pt x="150070" y="133075"/>
                    </a:lnTo>
                    <a:lnTo>
                      <a:pt x="141623" y="124628"/>
                    </a:lnTo>
                    <a:lnTo>
                      <a:pt x="141623" y="154990"/>
                    </a:lnTo>
                    <a:cubicBezTo>
                      <a:pt x="108898" y="181040"/>
                      <a:pt x="61229" y="179386"/>
                      <a:pt x="30454" y="149910"/>
                    </a:cubicBezTo>
                    <a:lnTo>
                      <a:pt x="44630" y="149910"/>
                    </a:lnTo>
                    <a:lnTo>
                      <a:pt x="53077" y="141463"/>
                    </a:lnTo>
                    <a:lnTo>
                      <a:pt x="22715" y="141463"/>
                    </a:lnTo>
                    <a:cubicBezTo>
                      <a:pt x="-3334" y="108738"/>
                      <a:pt x="-1680" y="61069"/>
                      <a:pt x="27795" y="302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1395" name="Graphic 4773">
                <a:extLst>
                  <a:ext uri="{FF2B5EF4-FFF2-40B4-BE49-F238E27FC236}">
                    <a16:creationId xmlns:a16="http://schemas.microsoft.com/office/drawing/2014/main" id="{1F7A8AD6-FE19-114C-0C41-3E0B5AB689D7}"/>
                  </a:ext>
                </a:extLst>
              </p:cNvPr>
              <p:cNvGrpSpPr/>
              <p:nvPr/>
            </p:nvGrpSpPr>
            <p:grpSpPr>
              <a:xfrm>
                <a:off x="1739250" y="2188416"/>
                <a:ext cx="502742" cy="119025"/>
                <a:chOff x="1739250" y="2188416"/>
                <a:chExt cx="502742" cy="119025"/>
              </a:xfrm>
              <a:grpFill/>
            </p:grpSpPr>
            <p:sp>
              <p:nvSpPr>
                <p:cNvPr id="1516" name="Freeform: Shape 1515">
                  <a:extLst>
                    <a:ext uri="{FF2B5EF4-FFF2-40B4-BE49-F238E27FC236}">
                      <a16:creationId xmlns:a16="http://schemas.microsoft.com/office/drawing/2014/main" id="{8D5A5050-5F90-BDB3-CB87-CB0E64652752}"/>
                    </a:ext>
                  </a:extLst>
                </p:cNvPr>
                <p:cNvSpPr/>
                <p:nvPr/>
              </p:nvSpPr>
              <p:spPr>
                <a:xfrm>
                  <a:off x="2096208" y="2188475"/>
                  <a:ext cx="145784" cy="118966"/>
                </a:xfrm>
                <a:custGeom>
                  <a:avLst/>
                  <a:gdLst>
                    <a:gd name="connsiteX0" fmla="*/ 0 w 145784"/>
                    <a:gd name="connsiteY0" fmla="*/ 35678 h 118966"/>
                    <a:gd name="connsiteX1" fmla="*/ 0 w 145784"/>
                    <a:gd name="connsiteY1" fmla="*/ 83289 h 118966"/>
                    <a:gd name="connsiteX2" fmla="*/ 35678 w 145784"/>
                    <a:gd name="connsiteY2" fmla="*/ 118967 h 118966"/>
                    <a:gd name="connsiteX3" fmla="*/ 83288 w 145784"/>
                    <a:gd name="connsiteY3" fmla="*/ 118967 h 118966"/>
                    <a:gd name="connsiteX4" fmla="*/ 118494 w 145784"/>
                    <a:gd name="connsiteY4" fmla="*/ 88959 h 118966"/>
                    <a:gd name="connsiteX5" fmla="*/ 145784 w 145784"/>
                    <a:gd name="connsiteY5" fmla="*/ 59483 h 118966"/>
                    <a:gd name="connsiteX6" fmla="*/ 118494 w 145784"/>
                    <a:gd name="connsiteY6" fmla="*/ 30008 h 118966"/>
                    <a:gd name="connsiteX7" fmla="*/ 83288 w 145784"/>
                    <a:gd name="connsiteY7" fmla="*/ 0 h 118966"/>
                    <a:gd name="connsiteX8" fmla="*/ 35678 w 145784"/>
                    <a:gd name="connsiteY8" fmla="*/ 0 h 118966"/>
                    <a:gd name="connsiteX9" fmla="*/ 0 w 145784"/>
                    <a:gd name="connsiteY9" fmla="*/ 35678 h 118966"/>
                    <a:gd name="connsiteX10" fmla="*/ 5966 w 145784"/>
                    <a:gd name="connsiteY10" fmla="*/ 35678 h 118966"/>
                    <a:gd name="connsiteX11" fmla="*/ 35678 w 145784"/>
                    <a:gd name="connsiteY11" fmla="*/ 5907 h 118966"/>
                    <a:gd name="connsiteX12" fmla="*/ 83288 w 145784"/>
                    <a:gd name="connsiteY12" fmla="*/ 5907 h 118966"/>
                    <a:gd name="connsiteX13" fmla="*/ 112469 w 145784"/>
                    <a:gd name="connsiteY13" fmla="*/ 30067 h 118966"/>
                    <a:gd name="connsiteX14" fmla="*/ 86242 w 145784"/>
                    <a:gd name="connsiteY14" fmla="*/ 59424 h 118966"/>
                    <a:gd name="connsiteX15" fmla="*/ 112469 w 145784"/>
                    <a:gd name="connsiteY15" fmla="*/ 88782 h 118966"/>
                    <a:gd name="connsiteX16" fmla="*/ 83288 w 145784"/>
                    <a:gd name="connsiteY16" fmla="*/ 112942 h 118966"/>
                    <a:gd name="connsiteX17" fmla="*/ 35678 w 145784"/>
                    <a:gd name="connsiteY17" fmla="*/ 112942 h 118966"/>
                    <a:gd name="connsiteX18" fmla="*/ 5966 w 145784"/>
                    <a:gd name="connsiteY18" fmla="*/ 83171 h 118966"/>
                    <a:gd name="connsiteX19" fmla="*/ 5966 w 145784"/>
                    <a:gd name="connsiteY19" fmla="*/ 3567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0" y="35678"/>
                      </a:moveTo>
                      <a:lnTo>
                        <a:pt x="0" y="83289"/>
                      </a:lnTo>
                      <a:cubicBezTo>
                        <a:pt x="0" y="103018"/>
                        <a:pt x="16008" y="118967"/>
                        <a:pt x="35678" y="118967"/>
                      </a:cubicBezTo>
                      <a:lnTo>
                        <a:pt x="83288" y="118967"/>
                      </a:lnTo>
                      <a:cubicBezTo>
                        <a:pt x="101068" y="118967"/>
                        <a:pt x="115777" y="105971"/>
                        <a:pt x="118494" y="88959"/>
                      </a:cubicBezTo>
                      <a:cubicBezTo>
                        <a:pt x="133734" y="87660"/>
                        <a:pt x="145784" y="75019"/>
                        <a:pt x="145784" y="59483"/>
                      </a:cubicBezTo>
                      <a:cubicBezTo>
                        <a:pt x="145784" y="43948"/>
                        <a:pt x="133734" y="31248"/>
                        <a:pt x="118494" y="30008"/>
                      </a:cubicBezTo>
                      <a:cubicBezTo>
                        <a:pt x="115777" y="12996"/>
                        <a:pt x="101068" y="0"/>
                        <a:pt x="83288" y="0"/>
                      </a:cubicBezTo>
                      <a:lnTo>
                        <a:pt x="35678" y="0"/>
                      </a:lnTo>
                      <a:cubicBezTo>
                        <a:pt x="16008" y="-59"/>
                        <a:pt x="0" y="15949"/>
                        <a:pt x="0" y="35678"/>
                      </a:cubicBezTo>
                      <a:close/>
                      <a:moveTo>
                        <a:pt x="5966" y="35678"/>
                      </a:moveTo>
                      <a:cubicBezTo>
                        <a:pt x="5966" y="19257"/>
                        <a:pt x="19316" y="5907"/>
                        <a:pt x="35678" y="5907"/>
                      </a:cubicBezTo>
                      <a:lnTo>
                        <a:pt x="83288" y="5907"/>
                      </a:lnTo>
                      <a:cubicBezTo>
                        <a:pt x="97761" y="5907"/>
                        <a:pt x="109870" y="16303"/>
                        <a:pt x="112469" y="30067"/>
                      </a:cubicBezTo>
                      <a:cubicBezTo>
                        <a:pt x="97761" y="31839"/>
                        <a:pt x="86242" y="44244"/>
                        <a:pt x="86242" y="59424"/>
                      </a:cubicBezTo>
                      <a:cubicBezTo>
                        <a:pt x="86242" y="74664"/>
                        <a:pt x="97701" y="87010"/>
                        <a:pt x="112469" y="88782"/>
                      </a:cubicBezTo>
                      <a:cubicBezTo>
                        <a:pt x="109870" y="102545"/>
                        <a:pt x="97761" y="112942"/>
                        <a:pt x="83288" y="112942"/>
                      </a:cubicBezTo>
                      <a:lnTo>
                        <a:pt x="35678" y="112942"/>
                      </a:lnTo>
                      <a:cubicBezTo>
                        <a:pt x="19257" y="112942"/>
                        <a:pt x="5966" y="99592"/>
                        <a:pt x="5966" y="83171"/>
                      </a:cubicBezTo>
                      <a:lnTo>
                        <a:pt x="5966" y="35678"/>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17" name="Freeform: Shape 1516">
                  <a:extLst>
                    <a:ext uri="{FF2B5EF4-FFF2-40B4-BE49-F238E27FC236}">
                      <a16:creationId xmlns:a16="http://schemas.microsoft.com/office/drawing/2014/main" id="{457F2A29-92DD-FEEB-2D80-E652DDF6CE1A}"/>
                    </a:ext>
                  </a:extLst>
                </p:cNvPr>
                <p:cNvSpPr/>
                <p:nvPr/>
              </p:nvSpPr>
              <p:spPr>
                <a:xfrm>
                  <a:off x="1739250" y="2188416"/>
                  <a:ext cx="145784" cy="118966"/>
                </a:xfrm>
                <a:custGeom>
                  <a:avLst/>
                  <a:gdLst>
                    <a:gd name="connsiteX0" fmla="*/ 145784 w 145784"/>
                    <a:gd name="connsiteY0" fmla="*/ 83288 h 118966"/>
                    <a:gd name="connsiteX1" fmla="*/ 145784 w 145784"/>
                    <a:gd name="connsiteY1" fmla="*/ 35678 h 118966"/>
                    <a:gd name="connsiteX2" fmla="*/ 110106 w 145784"/>
                    <a:gd name="connsiteY2" fmla="*/ 0 h 118966"/>
                    <a:gd name="connsiteX3" fmla="*/ 62496 w 145784"/>
                    <a:gd name="connsiteY3" fmla="*/ 0 h 118966"/>
                    <a:gd name="connsiteX4" fmla="*/ 27290 w 145784"/>
                    <a:gd name="connsiteY4" fmla="*/ 30007 h 118966"/>
                    <a:gd name="connsiteX5" fmla="*/ 0 w 145784"/>
                    <a:gd name="connsiteY5" fmla="*/ 59483 h 118966"/>
                    <a:gd name="connsiteX6" fmla="*/ 27290 w 145784"/>
                    <a:gd name="connsiteY6" fmla="*/ 88959 h 118966"/>
                    <a:gd name="connsiteX7" fmla="*/ 62496 w 145784"/>
                    <a:gd name="connsiteY7" fmla="*/ 118966 h 118966"/>
                    <a:gd name="connsiteX8" fmla="*/ 110106 w 145784"/>
                    <a:gd name="connsiteY8" fmla="*/ 118966 h 118966"/>
                    <a:gd name="connsiteX9" fmla="*/ 145784 w 145784"/>
                    <a:gd name="connsiteY9" fmla="*/ 83288 h 118966"/>
                    <a:gd name="connsiteX10" fmla="*/ 139877 w 145784"/>
                    <a:gd name="connsiteY10" fmla="*/ 83288 h 118966"/>
                    <a:gd name="connsiteX11" fmla="*/ 110106 w 145784"/>
                    <a:gd name="connsiteY11" fmla="*/ 113059 h 118966"/>
                    <a:gd name="connsiteX12" fmla="*/ 62496 w 145784"/>
                    <a:gd name="connsiteY12" fmla="*/ 113059 h 118966"/>
                    <a:gd name="connsiteX13" fmla="*/ 33315 w 145784"/>
                    <a:gd name="connsiteY13" fmla="*/ 88900 h 118966"/>
                    <a:gd name="connsiteX14" fmla="*/ 59542 w 145784"/>
                    <a:gd name="connsiteY14" fmla="*/ 59542 h 118966"/>
                    <a:gd name="connsiteX15" fmla="*/ 33315 w 145784"/>
                    <a:gd name="connsiteY15" fmla="*/ 30185 h 118966"/>
                    <a:gd name="connsiteX16" fmla="*/ 62496 w 145784"/>
                    <a:gd name="connsiteY16" fmla="*/ 6025 h 118966"/>
                    <a:gd name="connsiteX17" fmla="*/ 110106 w 145784"/>
                    <a:gd name="connsiteY17" fmla="*/ 6025 h 118966"/>
                    <a:gd name="connsiteX18" fmla="*/ 139877 w 145784"/>
                    <a:gd name="connsiteY18" fmla="*/ 35796 h 118966"/>
                    <a:gd name="connsiteX19" fmla="*/ 139877 w 145784"/>
                    <a:gd name="connsiteY19" fmla="*/ 8328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145784" y="83288"/>
                      </a:moveTo>
                      <a:lnTo>
                        <a:pt x="145784" y="35678"/>
                      </a:lnTo>
                      <a:cubicBezTo>
                        <a:pt x="145784" y="15949"/>
                        <a:pt x="129776" y="0"/>
                        <a:pt x="110106" y="0"/>
                      </a:cubicBezTo>
                      <a:lnTo>
                        <a:pt x="62496" y="0"/>
                      </a:lnTo>
                      <a:cubicBezTo>
                        <a:pt x="44716" y="0"/>
                        <a:pt x="30007" y="12995"/>
                        <a:pt x="27290" y="30007"/>
                      </a:cubicBezTo>
                      <a:cubicBezTo>
                        <a:pt x="12050" y="31307"/>
                        <a:pt x="0" y="43889"/>
                        <a:pt x="0" y="59483"/>
                      </a:cubicBezTo>
                      <a:cubicBezTo>
                        <a:pt x="0" y="75078"/>
                        <a:pt x="12050" y="87718"/>
                        <a:pt x="27290" y="88959"/>
                      </a:cubicBezTo>
                      <a:cubicBezTo>
                        <a:pt x="30007" y="105971"/>
                        <a:pt x="44716" y="118966"/>
                        <a:pt x="62496" y="118966"/>
                      </a:cubicBezTo>
                      <a:lnTo>
                        <a:pt x="110106" y="118966"/>
                      </a:lnTo>
                      <a:cubicBezTo>
                        <a:pt x="129835" y="118966"/>
                        <a:pt x="145784" y="103018"/>
                        <a:pt x="145784" y="83288"/>
                      </a:cubicBezTo>
                      <a:close/>
                      <a:moveTo>
                        <a:pt x="139877" y="83288"/>
                      </a:moveTo>
                      <a:cubicBezTo>
                        <a:pt x="139877" y="99710"/>
                        <a:pt x="126527" y="113059"/>
                        <a:pt x="110106" y="113059"/>
                      </a:cubicBezTo>
                      <a:lnTo>
                        <a:pt x="62496" y="113059"/>
                      </a:lnTo>
                      <a:cubicBezTo>
                        <a:pt x="48024" y="113059"/>
                        <a:pt x="35914" y="102663"/>
                        <a:pt x="33315" y="88900"/>
                      </a:cubicBezTo>
                      <a:cubicBezTo>
                        <a:pt x="48083" y="87128"/>
                        <a:pt x="59542" y="74723"/>
                        <a:pt x="59542" y="59542"/>
                      </a:cubicBezTo>
                      <a:cubicBezTo>
                        <a:pt x="59542" y="44361"/>
                        <a:pt x="48083" y="31957"/>
                        <a:pt x="33315" y="30185"/>
                      </a:cubicBezTo>
                      <a:cubicBezTo>
                        <a:pt x="35914" y="16421"/>
                        <a:pt x="48024" y="6025"/>
                        <a:pt x="62496" y="6025"/>
                      </a:cubicBezTo>
                      <a:lnTo>
                        <a:pt x="110106" y="6025"/>
                      </a:lnTo>
                      <a:cubicBezTo>
                        <a:pt x="126527" y="6025"/>
                        <a:pt x="139877" y="19375"/>
                        <a:pt x="139877" y="35796"/>
                      </a:cubicBezTo>
                      <a:lnTo>
                        <a:pt x="139877" y="83288"/>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18" name="Freeform: Shape 1517">
                  <a:extLst>
                    <a:ext uri="{FF2B5EF4-FFF2-40B4-BE49-F238E27FC236}">
                      <a16:creationId xmlns:a16="http://schemas.microsoft.com/office/drawing/2014/main" id="{3DFD9BB0-2697-CE35-FF3D-50434178108F}"/>
                    </a:ext>
                  </a:extLst>
                </p:cNvPr>
                <p:cNvSpPr/>
                <p:nvPr/>
              </p:nvSpPr>
              <p:spPr>
                <a:xfrm>
                  <a:off x="1900510" y="2188475"/>
                  <a:ext cx="176559" cy="118907"/>
                </a:xfrm>
                <a:custGeom>
                  <a:avLst/>
                  <a:gdLst>
                    <a:gd name="connsiteX0" fmla="*/ 28354 w 176559"/>
                    <a:gd name="connsiteY0" fmla="*/ 89018 h 118907"/>
                    <a:gd name="connsiteX1" fmla="*/ 63559 w 176559"/>
                    <a:gd name="connsiteY1" fmla="*/ 118907 h 118907"/>
                    <a:gd name="connsiteX2" fmla="*/ 111170 w 176559"/>
                    <a:gd name="connsiteY2" fmla="*/ 118907 h 118907"/>
                    <a:gd name="connsiteX3" fmla="*/ 146316 w 176559"/>
                    <a:gd name="connsiteY3" fmla="*/ 89136 h 118907"/>
                    <a:gd name="connsiteX4" fmla="*/ 146848 w 176559"/>
                    <a:gd name="connsiteY4" fmla="*/ 89195 h 118907"/>
                    <a:gd name="connsiteX5" fmla="*/ 176560 w 176559"/>
                    <a:gd name="connsiteY5" fmla="*/ 59483 h 118907"/>
                    <a:gd name="connsiteX6" fmla="*/ 146848 w 176559"/>
                    <a:gd name="connsiteY6" fmla="*/ 29712 h 118907"/>
                    <a:gd name="connsiteX7" fmla="*/ 146316 w 176559"/>
                    <a:gd name="connsiteY7" fmla="*/ 29771 h 118907"/>
                    <a:gd name="connsiteX8" fmla="*/ 111170 w 176559"/>
                    <a:gd name="connsiteY8" fmla="*/ 0 h 118907"/>
                    <a:gd name="connsiteX9" fmla="*/ 63559 w 176559"/>
                    <a:gd name="connsiteY9" fmla="*/ 0 h 118907"/>
                    <a:gd name="connsiteX10" fmla="*/ 28354 w 176559"/>
                    <a:gd name="connsiteY10" fmla="*/ 29889 h 118907"/>
                    <a:gd name="connsiteX11" fmla="*/ 0 w 176559"/>
                    <a:gd name="connsiteY11" fmla="*/ 59483 h 118907"/>
                    <a:gd name="connsiteX12" fmla="*/ 28354 w 176559"/>
                    <a:gd name="connsiteY12" fmla="*/ 89018 h 118907"/>
                    <a:gd name="connsiteX13" fmla="*/ 34320 w 176559"/>
                    <a:gd name="connsiteY13" fmla="*/ 88723 h 118907"/>
                    <a:gd name="connsiteX14" fmla="*/ 59424 w 176559"/>
                    <a:gd name="connsiteY14" fmla="*/ 59424 h 118907"/>
                    <a:gd name="connsiteX15" fmla="*/ 34320 w 176559"/>
                    <a:gd name="connsiteY15" fmla="*/ 30126 h 118907"/>
                    <a:gd name="connsiteX16" fmla="*/ 63500 w 176559"/>
                    <a:gd name="connsiteY16" fmla="*/ 5848 h 118907"/>
                    <a:gd name="connsiteX17" fmla="*/ 111110 w 176559"/>
                    <a:gd name="connsiteY17" fmla="*/ 5848 h 118907"/>
                    <a:gd name="connsiteX18" fmla="*/ 140350 w 176559"/>
                    <a:gd name="connsiteY18" fmla="*/ 30421 h 118907"/>
                    <a:gd name="connsiteX19" fmla="*/ 117077 w 176559"/>
                    <a:gd name="connsiteY19" fmla="*/ 59424 h 118907"/>
                    <a:gd name="connsiteX20" fmla="*/ 140350 w 176559"/>
                    <a:gd name="connsiteY20" fmla="*/ 88427 h 118907"/>
                    <a:gd name="connsiteX21" fmla="*/ 111110 w 176559"/>
                    <a:gd name="connsiteY21" fmla="*/ 113001 h 118907"/>
                    <a:gd name="connsiteX22" fmla="*/ 63500 w 176559"/>
                    <a:gd name="connsiteY22" fmla="*/ 113001 h 118907"/>
                    <a:gd name="connsiteX23" fmla="*/ 34320 w 176559"/>
                    <a:gd name="connsiteY23" fmla="*/ 88723 h 118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559" h="118907">
                      <a:moveTo>
                        <a:pt x="28354" y="89018"/>
                      </a:moveTo>
                      <a:cubicBezTo>
                        <a:pt x="31130" y="105971"/>
                        <a:pt x="45779" y="118907"/>
                        <a:pt x="63559" y="118907"/>
                      </a:cubicBezTo>
                      <a:lnTo>
                        <a:pt x="111170" y="118907"/>
                      </a:lnTo>
                      <a:cubicBezTo>
                        <a:pt x="128890" y="118907"/>
                        <a:pt x="143540" y="106030"/>
                        <a:pt x="146316" y="89136"/>
                      </a:cubicBezTo>
                      <a:cubicBezTo>
                        <a:pt x="146493" y="89136"/>
                        <a:pt x="146671" y="89195"/>
                        <a:pt x="146848" y="89195"/>
                      </a:cubicBezTo>
                      <a:cubicBezTo>
                        <a:pt x="163269" y="89195"/>
                        <a:pt x="176560" y="75905"/>
                        <a:pt x="176560" y="59483"/>
                      </a:cubicBezTo>
                      <a:cubicBezTo>
                        <a:pt x="176560" y="43062"/>
                        <a:pt x="163269" y="29712"/>
                        <a:pt x="146848" y="29712"/>
                      </a:cubicBezTo>
                      <a:cubicBezTo>
                        <a:pt x="146671" y="29712"/>
                        <a:pt x="146493" y="29771"/>
                        <a:pt x="146316" y="29771"/>
                      </a:cubicBezTo>
                      <a:cubicBezTo>
                        <a:pt x="143481" y="12877"/>
                        <a:pt x="128831" y="0"/>
                        <a:pt x="111170" y="0"/>
                      </a:cubicBezTo>
                      <a:lnTo>
                        <a:pt x="63559" y="0"/>
                      </a:lnTo>
                      <a:cubicBezTo>
                        <a:pt x="45838" y="0"/>
                        <a:pt x="31189" y="12936"/>
                        <a:pt x="28354" y="29889"/>
                      </a:cubicBezTo>
                      <a:cubicBezTo>
                        <a:pt x="12582" y="30598"/>
                        <a:pt x="0" y="43534"/>
                        <a:pt x="0" y="59483"/>
                      </a:cubicBezTo>
                      <a:cubicBezTo>
                        <a:pt x="-59" y="75432"/>
                        <a:pt x="12582" y="88309"/>
                        <a:pt x="28354" y="89018"/>
                      </a:cubicBezTo>
                      <a:close/>
                      <a:moveTo>
                        <a:pt x="34320" y="88723"/>
                      </a:moveTo>
                      <a:cubicBezTo>
                        <a:pt x="48556" y="86478"/>
                        <a:pt x="59424" y="74310"/>
                        <a:pt x="59424" y="59424"/>
                      </a:cubicBezTo>
                      <a:cubicBezTo>
                        <a:pt x="59424" y="44598"/>
                        <a:pt x="48497" y="32370"/>
                        <a:pt x="34320" y="30126"/>
                      </a:cubicBezTo>
                      <a:cubicBezTo>
                        <a:pt x="36919" y="16362"/>
                        <a:pt x="48969" y="5848"/>
                        <a:pt x="63500" y="5848"/>
                      </a:cubicBezTo>
                      <a:lnTo>
                        <a:pt x="111110" y="5848"/>
                      </a:lnTo>
                      <a:cubicBezTo>
                        <a:pt x="125760" y="5848"/>
                        <a:pt x="137869" y="16481"/>
                        <a:pt x="140350" y="30421"/>
                      </a:cubicBezTo>
                      <a:cubicBezTo>
                        <a:pt x="127059" y="33375"/>
                        <a:pt x="117077" y="45189"/>
                        <a:pt x="117077" y="59424"/>
                      </a:cubicBezTo>
                      <a:cubicBezTo>
                        <a:pt x="117077" y="73601"/>
                        <a:pt x="127059" y="85474"/>
                        <a:pt x="140350" y="88427"/>
                      </a:cubicBezTo>
                      <a:cubicBezTo>
                        <a:pt x="137869" y="102368"/>
                        <a:pt x="125760" y="113001"/>
                        <a:pt x="111110" y="113001"/>
                      </a:cubicBezTo>
                      <a:lnTo>
                        <a:pt x="63500" y="113001"/>
                      </a:lnTo>
                      <a:cubicBezTo>
                        <a:pt x="48969" y="113001"/>
                        <a:pt x="36919" y="102486"/>
                        <a:pt x="34320" y="8872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396" name="Graphic 4773">
                <a:extLst>
                  <a:ext uri="{FF2B5EF4-FFF2-40B4-BE49-F238E27FC236}">
                    <a16:creationId xmlns:a16="http://schemas.microsoft.com/office/drawing/2014/main" id="{5C73730B-FF14-5BC5-1D49-8273B1029354}"/>
                  </a:ext>
                </a:extLst>
              </p:cNvPr>
              <p:cNvGrpSpPr/>
              <p:nvPr/>
            </p:nvGrpSpPr>
            <p:grpSpPr>
              <a:xfrm>
                <a:off x="2558193" y="4022355"/>
                <a:ext cx="400670" cy="114063"/>
                <a:chOff x="2558193" y="4022355"/>
                <a:chExt cx="400670" cy="114063"/>
              </a:xfrm>
              <a:grpFill/>
            </p:grpSpPr>
            <p:grpSp>
              <p:nvGrpSpPr>
                <p:cNvPr id="1506" name="Graphic 4773">
                  <a:extLst>
                    <a:ext uri="{FF2B5EF4-FFF2-40B4-BE49-F238E27FC236}">
                      <a16:creationId xmlns:a16="http://schemas.microsoft.com/office/drawing/2014/main" id="{4B256C0C-DC8D-3BB0-DCDA-83AE31BC9880}"/>
                    </a:ext>
                  </a:extLst>
                </p:cNvPr>
                <p:cNvGrpSpPr/>
                <p:nvPr/>
              </p:nvGrpSpPr>
              <p:grpSpPr>
                <a:xfrm>
                  <a:off x="2558193" y="4022355"/>
                  <a:ext cx="114004" cy="114004"/>
                  <a:chOff x="2558193" y="4022355"/>
                  <a:chExt cx="114004" cy="114004"/>
                </a:xfrm>
                <a:grpFill/>
              </p:grpSpPr>
              <p:sp>
                <p:nvSpPr>
                  <p:cNvPr id="1514" name="Freeform: Shape 1513">
                    <a:extLst>
                      <a:ext uri="{FF2B5EF4-FFF2-40B4-BE49-F238E27FC236}">
                        <a16:creationId xmlns:a16="http://schemas.microsoft.com/office/drawing/2014/main" id="{B4625007-132C-4A7D-B454-806349704DD2}"/>
                      </a:ext>
                    </a:extLst>
                  </p:cNvPr>
                  <p:cNvSpPr/>
                  <p:nvPr/>
                </p:nvSpPr>
                <p:spPr>
                  <a:xfrm>
                    <a:off x="2558193" y="4022355"/>
                    <a:ext cx="114004" cy="114004"/>
                  </a:xfrm>
                  <a:custGeom>
                    <a:avLst/>
                    <a:gdLst>
                      <a:gd name="connsiteX0" fmla="*/ 34201 w 114004"/>
                      <a:gd name="connsiteY0" fmla="*/ 114005 h 114004"/>
                      <a:gd name="connsiteX1" fmla="*/ 79803 w 114004"/>
                      <a:gd name="connsiteY1" fmla="*/ 114005 h 114004"/>
                      <a:gd name="connsiteX2" fmla="*/ 114005 w 114004"/>
                      <a:gd name="connsiteY2" fmla="*/ 79803 h 114004"/>
                      <a:gd name="connsiteX3" fmla="*/ 114005 w 114004"/>
                      <a:gd name="connsiteY3" fmla="*/ 34201 h 114004"/>
                      <a:gd name="connsiteX4" fmla="*/ 79803 w 114004"/>
                      <a:gd name="connsiteY4" fmla="*/ 0 h 114004"/>
                      <a:gd name="connsiteX5" fmla="*/ 34201 w 114004"/>
                      <a:gd name="connsiteY5" fmla="*/ 0 h 114004"/>
                      <a:gd name="connsiteX6" fmla="*/ 0 w 114004"/>
                      <a:gd name="connsiteY6" fmla="*/ 34201 h 114004"/>
                      <a:gd name="connsiteX7" fmla="*/ 0 w 114004"/>
                      <a:gd name="connsiteY7" fmla="*/ 79803 h 114004"/>
                      <a:gd name="connsiteX8" fmla="*/ 34201 w 114004"/>
                      <a:gd name="connsiteY8" fmla="*/ 114005 h 114004"/>
                      <a:gd name="connsiteX9" fmla="*/ 34201 w 114004"/>
                      <a:gd name="connsiteY9" fmla="*/ 108334 h 114004"/>
                      <a:gd name="connsiteX10" fmla="*/ 5730 w 114004"/>
                      <a:gd name="connsiteY10" fmla="*/ 79862 h 114004"/>
                      <a:gd name="connsiteX11" fmla="*/ 5730 w 114004"/>
                      <a:gd name="connsiteY11" fmla="*/ 34260 h 114004"/>
                      <a:gd name="connsiteX12" fmla="*/ 34201 w 114004"/>
                      <a:gd name="connsiteY12" fmla="*/ 5789 h 114004"/>
                      <a:gd name="connsiteX13" fmla="*/ 79803 w 114004"/>
                      <a:gd name="connsiteY13" fmla="*/ 5789 h 114004"/>
                      <a:gd name="connsiteX14" fmla="*/ 108275 w 114004"/>
                      <a:gd name="connsiteY14" fmla="*/ 34260 h 114004"/>
                      <a:gd name="connsiteX15" fmla="*/ 108275 w 114004"/>
                      <a:gd name="connsiteY15" fmla="*/ 79862 h 114004"/>
                      <a:gd name="connsiteX16" fmla="*/ 79803 w 114004"/>
                      <a:gd name="connsiteY16" fmla="*/ 108334 h 114004"/>
                      <a:gd name="connsiteX17" fmla="*/ 34201 w 114004"/>
                      <a:gd name="connsiteY17" fmla="*/ 108334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34201" y="114005"/>
                        </a:moveTo>
                        <a:lnTo>
                          <a:pt x="79803" y="114005"/>
                        </a:lnTo>
                        <a:cubicBezTo>
                          <a:pt x="98706" y="114005"/>
                          <a:pt x="114005" y="98705"/>
                          <a:pt x="114005" y="79803"/>
                        </a:cubicBezTo>
                        <a:lnTo>
                          <a:pt x="114005" y="34201"/>
                        </a:lnTo>
                        <a:cubicBezTo>
                          <a:pt x="114005" y="15299"/>
                          <a:pt x="98706" y="0"/>
                          <a:pt x="79803" y="0"/>
                        </a:cubicBezTo>
                        <a:lnTo>
                          <a:pt x="34201" y="0"/>
                        </a:lnTo>
                        <a:cubicBezTo>
                          <a:pt x="15299" y="0"/>
                          <a:pt x="0" y="15299"/>
                          <a:pt x="0" y="34201"/>
                        </a:cubicBezTo>
                        <a:lnTo>
                          <a:pt x="0" y="79803"/>
                        </a:lnTo>
                        <a:cubicBezTo>
                          <a:pt x="0" y="98705"/>
                          <a:pt x="15358" y="114005"/>
                          <a:pt x="34201" y="114005"/>
                        </a:cubicBezTo>
                        <a:close/>
                        <a:moveTo>
                          <a:pt x="34201" y="108334"/>
                        </a:moveTo>
                        <a:cubicBezTo>
                          <a:pt x="18489" y="108334"/>
                          <a:pt x="5730" y="95575"/>
                          <a:pt x="5730" y="79862"/>
                        </a:cubicBezTo>
                        <a:lnTo>
                          <a:pt x="5730" y="34260"/>
                        </a:lnTo>
                        <a:cubicBezTo>
                          <a:pt x="5730" y="18548"/>
                          <a:pt x="18489" y="5789"/>
                          <a:pt x="34201" y="5789"/>
                        </a:cubicBezTo>
                        <a:lnTo>
                          <a:pt x="79803" y="5789"/>
                        </a:lnTo>
                        <a:cubicBezTo>
                          <a:pt x="95516" y="5789"/>
                          <a:pt x="108275" y="18548"/>
                          <a:pt x="108275" y="34260"/>
                        </a:cubicBezTo>
                        <a:lnTo>
                          <a:pt x="108275" y="79862"/>
                        </a:lnTo>
                        <a:cubicBezTo>
                          <a:pt x="108275" y="95575"/>
                          <a:pt x="95516" y="108334"/>
                          <a:pt x="79803" y="108334"/>
                        </a:cubicBezTo>
                        <a:lnTo>
                          <a:pt x="34201" y="10833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15" name="Freeform: Shape 1514">
                    <a:extLst>
                      <a:ext uri="{FF2B5EF4-FFF2-40B4-BE49-F238E27FC236}">
                        <a16:creationId xmlns:a16="http://schemas.microsoft.com/office/drawing/2014/main" id="{AB373718-73D9-0345-4322-F6EC86E64F22}"/>
                      </a:ext>
                    </a:extLst>
                  </p:cNvPr>
                  <p:cNvSpPr/>
                  <p:nvPr/>
                </p:nvSpPr>
                <p:spPr>
                  <a:xfrm>
                    <a:off x="2593812" y="4054725"/>
                    <a:ext cx="42766" cy="49323"/>
                  </a:xfrm>
                  <a:custGeom>
                    <a:avLst/>
                    <a:gdLst>
                      <a:gd name="connsiteX0" fmla="*/ 42767 w 42766"/>
                      <a:gd name="connsiteY0" fmla="*/ 0 h 49323"/>
                      <a:gd name="connsiteX1" fmla="*/ 42767 w 42766"/>
                      <a:gd name="connsiteY1" fmla="*/ 49323 h 49323"/>
                      <a:gd name="connsiteX2" fmla="*/ 0 w 42766"/>
                      <a:gd name="connsiteY2" fmla="*/ 24691 h 49323"/>
                    </a:gdLst>
                    <a:ahLst/>
                    <a:cxnLst>
                      <a:cxn ang="0">
                        <a:pos x="connsiteX0" y="connsiteY0"/>
                      </a:cxn>
                      <a:cxn ang="0">
                        <a:pos x="connsiteX1" y="connsiteY1"/>
                      </a:cxn>
                      <a:cxn ang="0">
                        <a:pos x="connsiteX2" y="connsiteY2"/>
                      </a:cxn>
                    </a:cxnLst>
                    <a:rect l="l" t="t" r="r" b="b"/>
                    <a:pathLst>
                      <a:path w="42766" h="49323">
                        <a:moveTo>
                          <a:pt x="42767" y="0"/>
                        </a:moveTo>
                        <a:lnTo>
                          <a:pt x="42767" y="49323"/>
                        </a:lnTo>
                        <a:lnTo>
                          <a:pt x="0" y="2469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507" name="Graphic 4773">
                  <a:extLst>
                    <a:ext uri="{FF2B5EF4-FFF2-40B4-BE49-F238E27FC236}">
                      <a16:creationId xmlns:a16="http://schemas.microsoft.com/office/drawing/2014/main" id="{6A7302E4-DF71-C040-3425-B72CC004F10B}"/>
                    </a:ext>
                  </a:extLst>
                </p:cNvPr>
                <p:cNvGrpSpPr/>
                <p:nvPr/>
              </p:nvGrpSpPr>
              <p:grpSpPr>
                <a:xfrm>
                  <a:off x="2844858" y="4022414"/>
                  <a:ext cx="114004" cy="114004"/>
                  <a:chOff x="2844858" y="4022414"/>
                  <a:chExt cx="114004" cy="114004"/>
                </a:xfrm>
                <a:grpFill/>
              </p:grpSpPr>
              <p:sp>
                <p:nvSpPr>
                  <p:cNvPr id="1512" name="Freeform: Shape 1511">
                    <a:extLst>
                      <a:ext uri="{FF2B5EF4-FFF2-40B4-BE49-F238E27FC236}">
                        <a16:creationId xmlns:a16="http://schemas.microsoft.com/office/drawing/2014/main" id="{487EE8E2-9A06-773B-820F-BCFB94E7D63A}"/>
                      </a:ext>
                    </a:extLst>
                  </p:cNvPr>
                  <p:cNvSpPr/>
                  <p:nvPr/>
                </p:nvSpPr>
                <p:spPr>
                  <a:xfrm>
                    <a:off x="2844858" y="4022414"/>
                    <a:ext cx="114004" cy="114004"/>
                  </a:xfrm>
                  <a:custGeom>
                    <a:avLst/>
                    <a:gdLst>
                      <a:gd name="connsiteX0" fmla="*/ 79803 w 114004"/>
                      <a:gd name="connsiteY0" fmla="*/ 0 h 114004"/>
                      <a:gd name="connsiteX1" fmla="*/ 34201 w 114004"/>
                      <a:gd name="connsiteY1" fmla="*/ 0 h 114004"/>
                      <a:gd name="connsiteX2" fmla="*/ 0 w 114004"/>
                      <a:gd name="connsiteY2" fmla="*/ 34201 h 114004"/>
                      <a:gd name="connsiteX3" fmla="*/ 0 w 114004"/>
                      <a:gd name="connsiteY3" fmla="*/ 79803 h 114004"/>
                      <a:gd name="connsiteX4" fmla="*/ 34201 w 114004"/>
                      <a:gd name="connsiteY4" fmla="*/ 114005 h 114004"/>
                      <a:gd name="connsiteX5" fmla="*/ 79803 w 114004"/>
                      <a:gd name="connsiteY5" fmla="*/ 114005 h 114004"/>
                      <a:gd name="connsiteX6" fmla="*/ 114005 w 114004"/>
                      <a:gd name="connsiteY6" fmla="*/ 79803 h 114004"/>
                      <a:gd name="connsiteX7" fmla="*/ 114005 w 114004"/>
                      <a:gd name="connsiteY7" fmla="*/ 34201 h 114004"/>
                      <a:gd name="connsiteX8" fmla="*/ 79803 w 114004"/>
                      <a:gd name="connsiteY8" fmla="*/ 0 h 114004"/>
                      <a:gd name="connsiteX9" fmla="*/ 79803 w 114004"/>
                      <a:gd name="connsiteY9" fmla="*/ 5670 h 114004"/>
                      <a:gd name="connsiteX10" fmla="*/ 108275 w 114004"/>
                      <a:gd name="connsiteY10" fmla="*/ 34142 h 114004"/>
                      <a:gd name="connsiteX11" fmla="*/ 108275 w 114004"/>
                      <a:gd name="connsiteY11" fmla="*/ 79744 h 114004"/>
                      <a:gd name="connsiteX12" fmla="*/ 79803 w 114004"/>
                      <a:gd name="connsiteY12" fmla="*/ 108216 h 114004"/>
                      <a:gd name="connsiteX13" fmla="*/ 34201 w 114004"/>
                      <a:gd name="connsiteY13" fmla="*/ 108216 h 114004"/>
                      <a:gd name="connsiteX14" fmla="*/ 5730 w 114004"/>
                      <a:gd name="connsiteY14" fmla="*/ 79744 h 114004"/>
                      <a:gd name="connsiteX15" fmla="*/ 5730 w 114004"/>
                      <a:gd name="connsiteY15" fmla="*/ 34142 h 114004"/>
                      <a:gd name="connsiteX16" fmla="*/ 34201 w 114004"/>
                      <a:gd name="connsiteY16" fmla="*/ 5670 h 114004"/>
                      <a:gd name="connsiteX17" fmla="*/ 79803 w 114004"/>
                      <a:gd name="connsiteY17" fmla="*/ 5670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79803" y="0"/>
                        </a:moveTo>
                        <a:lnTo>
                          <a:pt x="34201" y="0"/>
                        </a:lnTo>
                        <a:cubicBezTo>
                          <a:pt x="15299" y="0"/>
                          <a:pt x="0" y="15299"/>
                          <a:pt x="0" y="34201"/>
                        </a:cubicBez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close/>
                        <a:moveTo>
                          <a:pt x="79803" y="5670"/>
                        </a:moveTo>
                        <a:cubicBezTo>
                          <a:pt x="95516" y="5670"/>
                          <a:pt x="108275" y="18489"/>
                          <a:pt x="108275" y="34142"/>
                        </a:cubicBezTo>
                        <a:lnTo>
                          <a:pt x="108275" y="79744"/>
                        </a:lnTo>
                        <a:cubicBezTo>
                          <a:pt x="108275" y="95457"/>
                          <a:pt x="95516" y="108216"/>
                          <a:pt x="79803" y="108216"/>
                        </a:cubicBezTo>
                        <a:lnTo>
                          <a:pt x="34201" y="108216"/>
                        </a:lnTo>
                        <a:cubicBezTo>
                          <a:pt x="18489" y="108216"/>
                          <a:pt x="5730" y="95457"/>
                          <a:pt x="5730" y="79744"/>
                        </a:cubicBezTo>
                        <a:lnTo>
                          <a:pt x="5730" y="34142"/>
                        </a:lnTo>
                        <a:cubicBezTo>
                          <a:pt x="5730" y="18430"/>
                          <a:pt x="18489" y="5670"/>
                          <a:pt x="34201" y="5670"/>
                        </a:cubicBezTo>
                        <a:lnTo>
                          <a:pt x="79803" y="56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13" name="Freeform: Shape 1512">
                    <a:extLst>
                      <a:ext uri="{FF2B5EF4-FFF2-40B4-BE49-F238E27FC236}">
                        <a16:creationId xmlns:a16="http://schemas.microsoft.com/office/drawing/2014/main" id="{5295C123-7DC9-2D09-E40B-B58FD33CBC3A}"/>
                      </a:ext>
                    </a:extLst>
                  </p:cNvPr>
                  <p:cNvSpPr/>
                  <p:nvPr/>
                </p:nvSpPr>
                <p:spPr>
                  <a:xfrm>
                    <a:off x="2880537" y="4054725"/>
                    <a:ext cx="42707" cy="49323"/>
                  </a:xfrm>
                  <a:custGeom>
                    <a:avLst/>
                    <a:gdLst>
                      <a:gd name="connsiteX0" fmla="*/ 0 w 42707"/>
                      <a:gd name="connsiteY0" fmla="*/ 49323 h 49323"/>
                      <a:gd name="connsiteX1" fmla="*/ 0 w 42707"/>
                      <a:gd name="connsiteY1" fmla="*/ 0 h 49323"/>
                      <a:gd name="connsiteX2" fmla="*/ 42708 w 42707"/>
                      <a:gd name="connsiteY2" fmla="*/ 24691 h 49323"/>
                    </a:gdLst>
                    <a:ahLst/>
                    <a:cxnLst>
                      <a:cxn ang="0">
                        <a:pos x="connsiteX0" y="connsiteY0"/>
                      </a:cxn>
                      <a:cxn ang="0">
                        <a:pos x="connsiteX1" y="connsiteY1"/>
                      </a:cxn>
                      <a:cxn ang="0">
                        <a:pos x="connsiteX2" y="connsiteY2"/>
                      </a:cxn>
                    </a:cxnLst>
                    <a:rect l="l" t="t" r="r" b="b"/>
                    <a:pathLst>
                      <a:path w="42707" h="49323">
                        <a:moveTo>
                          <a:pt x="0" y="49323"/>
                        </a:moveTo>
                        <a:lnTo>
                          <a:pt x="0" y="0"/>
                        </a:lnTo>
                        <a:lnTo>
                          <a:pt x="42708" y="2469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508" name="Graphic 4773">
                  <a:extLst>
                    <a:ext uri="{FF2B5EF4-FFF2-40B4-BE49-F238E27FC236}">
                      <a16:creationId xmlns:a16="http://schemas.microsoft.com/office/drawing/2014/main" id="{21004725-EFEC-19A2-8514-D268B590FFFB}"/>
                    </a:ext>
                  </a:extLst>
                </p:cNvPr>
                <p:cNvGrpSpPr/>
                <p:nvPr/>
              </p:nvGrpSpPr>
              <p:grpSpPr>
                <a:xfrm>
                  <a:off x="2702441" y="4022414"/>
                  <a:ext cx="114004" cy="114004"/>
                  <a:chOff x="2702441" y="4022414"/>
                  <a:chExt cx="114004" cy="114004"/>
                </a:xfrm>
                <a:grpFill/>
              </p:grpSpPr>
              <p:sp>
                <p:nvSpPr>
                  <p:cNvPr id="1509" name="Freeform: Shape 1508">
                    <a:extLst>
                      <a:ext uri="{FF2B5EF4-FFF2-40B4-BE49-F238E27FC236}">
                        <a16:creationId xmlns:a16="http://schemas.microsoft.com/office/drawing/2014/main" id="{92FD1823-550E-B061-133C-97F2BA5FFC42}"/>
                      </a:ext>
                    </a:extLst>
                  </p:cNvPr>
                  <p:cNvSpPr/>
                  <p:nvPr/>
                </p:nvSpPr>
                <p:spPr>
                  <a:xfrm>
                    <a:off x="2702441" y="4022414"/>
                    <a:ext cx="114004" cy="114004"/>
                  </a:xfrm>
                  <a:custGeom>
                    <a:avLst/>
                    <a:gdLst>
                      <a:gd name="connsiteX0" fmla="*/ 0 w 114004"/>
                      <a:gd name="connsiteY0" fmla="*/ 34201 h 114004"/>
                      <a:gd name="connsiteX1" fmla="*/ 0 w 114004"/>
                      <a:gd name="connsiteY1" fmla="*/ 79803 h 114004"/>
                      <a:gd name="connsiteX2" fmla="*/ 34201 w 114004"/>
                      <a:gd name="connsiteY2" fmla="*/ 114005 h 114004"/>
                      <a:gd name="connsiteX3" fmla="*/ 79803 w 114004"/>
                      <a:gd name="connsiteY3" fmla="*/ 114005 h 114004"/>
                      <a:gd name="connsiteX4" fmla="*/ 114005 w 114004"/>
                      <a:gd name="connsiteY4" fmla="*/ 79803 h 114004"/>
                      <a:gd name="connsiteX5" fmla="*/ 114005 w 114004"/>
                      <a:gd name="connsiteY5" fmla="*/ 34201 h 114004"/>
                      <a:gd name="connsiteX6" fmla="*/ 79803 w 114004"/>
                      <a:gd name="connsiteY6" fmla="*/ 0 h 114004"/>
                      <a:gd name="connsiteX7" fmla="*/ 34201 w 114004"/>
                      <a:gd name="connsiteY7" fmla="*/ 0 h 114004"/>
                      <a:gd name="connsiteX8" fmla="*/ 0 w 114004"/>
                      <a:gd name="connsiteY8" fmla="*/ 34201 h 114004"/>
                      <a:gd name="connsiteX9" fmla="*/ 5730 w 114004"/>
                      <a:gd name="connsiteY9" fmla="*/ 34201 h 114004"/>
                      <a:gd name="connsiteX10" fmla="*/ 34201 w 114004"/>
                      <a:gd name="connsiteY10" fmla="*/ 5730 h 114004"/>
                      <a:gd name="connsiteX11" fmla="*/ 79803 w 114004"/>
                      <a:gd name="connsiteY11" fmla="*/ 5730 h 114004"/>
                      <a:gd name="connsiteX12" fmla="*/ 108275 w 114004"/>
                      <a:gd name="connsiteY12" fmla="*/ 34201 h 114004"/>
                      <a:gd name="connsiteX13" fmla="*/ 108275 w 114004"/>
                      <a:gd name="connsiteY13" fmla="*/ 79803 h 114004"/>
                      <a:gd name="connsiteX14" fmla="*/ 79803 w 114004"/>
                      <a:gd name="connsiteY14" fmla="*/ 108275 h 114004"/>
                      <a:gd name="connsiteX15" fmla="*/ 34201 w 114004"/>
                      <a:gd name="connsiteY15" fmla="*/ 108275 h 114004"/>
                      <a:gd name="connsiteX16" fmla="*/ 5730 w 114004"/>
                      <a:gd name="connsiteY16" fmla="*/ 79803 h 114004"/>
                      <a:gd name="connsiteX17" fmla="*/ 5730 w 114004"/>
                      <a:gd name="connsiteY17" fmla="*/ 34201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0" y="34201"/>
                        </a:move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lnTo>
                          <a:pt x="34201" y="0"/>
                        </a:lnTo>
                        <a:cubicBezTo>
                          <a:pt x="15358" y="0"/>
                          <a:pt x="0" y="15299"/>
                          <a:pt x="0" y="34201"/>
                        </a:cubicBezTo>
                        <a:close/>
                        <a:moveTo>
                          <a:pt x="5730" y="34201"/>
                        </a:moveTo>
                        <a:cubicBezTo>
                          <a:pt x="5730" y="18489"/>
                          <a:pt x="18489" y="5730"/>
                          <a:pt x="34201" y="5730"/>
                        </a:cubicBezTo>
                        <a:lnTo>
                          <a:pt x="79803" y="5730"/>
                        </a:lnTo>
                        <a:cubicBezTo>
                          <a:pt x="95516" y="5730"/>
                          <a:pt x="108275" y="18489"/>
                          <a:pt x="108275" y="34201"/>
                        </a:cubicBezTo>
                        <a:lnTo>
                          <a:pt x="108275" y="79803"/>
                        </a:lnTo>
                        <a:cubicBezTo>
                          <a:pt x="108275" y="95516"/>
                          <a:pt x="95516" y="108275"/>
                          <a:pt x="79803" y="108275"/>
                        </a:cubicBezTo>
                        <a:lnTo>
                          <a:pt x="34201" y="108275"/>
                        </a:lnTo>
                        <a:cubicBezTo>
                          <a:pt x="18489" y="108275"/>
                          <a:pt x="5730" y="95516"/>
                          <a:pt x="5730" y="79803"/>
                        </a:cubicBezTo>
                        <a:lnTo>
                          <a:pt x="5730" y="3420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10" name="Freeform: Shape 1509">
                    <a:extLst>
                      <a:ext uri="{FF2B5EF4-FFF2-40B4-BE49-F238E27FC236}">
                        <a16:creationId xmlns:a16="http://schemas.microsoft.com/office/drawing/2014/main" id="{478C5A6C-DC93-0607-7B8A-04CB85D8AA08}"/>
                      </a:ext>
                    </a:extLst>
                  </p:cNvPr>
                  <p:cNvSpPr/>
                  <p:nvPr/>
                </p:nvSpPr>
                <p:spPr>
                  <a:xfrm>
                    <a:off x="2765114"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11" name="Freeform: Shape 1510">
                    <a:extLst>
                      <a:ext uri="{FF2B5EF4-FFF2-40B4-BE49-F238E27FC236}">
                        <a16:creationId xmlns:a16="http://schemas.microsoft.com/office/drawing/2014/main" id="{6A0DC7F0-0B49-3F47-3D05-277F40C01381}"/>
                      </a:ext>
                    </a:extLst>
                  </p:cNvPr>
                  <p:cNvSpPr/>
                  <p:nvPr/>
                </p:nvSpPr>
                <p:spPr>
                  <a:xfrm>
                    <a:off x="2738533"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1397" name="Graphic 4773">
                <a:extLst>
                  <a:ext uri="{FF2B5EF4-FFF2-40B4-BE49-F238E27FC236}">
                    <a16:creationId xmlns:a16="http://schemas.microsoft.com/office/drawing/2014/main" id="{5243DA87-8CF9-8A06-DBF4-E7FAD0BFBACA}"/>
                  </a:ext>
                </a:extLst>
              </p:cNvPr>
              <p:cNvGrpSpPr/>
              <p:nvPr/>
            </p:nvGrpSpPr>
            <p:grpSpPr>
              <a:xfrm>
                <a:off x="4176882" y="1893185"/>
                <a:ext cx="116840" cy="236869"/>
                <a:chOff x="4176882" y="1893185"/>
                <a:chExt cx="116840" cy="236869"/>
              </a:xfrm>
              <a:grpFill/>
            </p:grpSpPr>
            <p:sp>
              <p:nvSpPr>
                <p:cNvPr id="1504" name="Freeform: Shape 1503">
                  <a:extLst>
                    <a:ext uri="{FF2B5EF4-FFF2-40B4-BE49-F238E27FC236}">
                      <a16:creationId xmlns:a16="http://schemas.microsoft.com/office/drawing/2014/main" id="{CD2A523E-CCC9-8E45-6C84-9FDF869974B2}"/>
                    </a:ext>
                  </a:extLst>
                </p:cNvPr>
                <p:cNvSpPr/>
                <p:nvPr/>
              </p:nvSpPr>
              <p:spPr>
                <a:xfrm>
                  <a:off x="4176941" y="2013274"/>
                  <a:ext cx="116781" cy="116781"/>
                </a:xfrm>
                <a:custGeom>
                  <a:avLst/>
                  <a:gdLst>
                    <a:gd name="connsiteX0" fmla="*/ 116781 w 116781"/>
                    <a:gd name="connsiteY0" fmla="*/ 97524 h 116781"/>
                    <a:gd name="connsiteX1" fmla="*/ 39813 w 116781"/>
                    <a:gd name="connsiteY1" fmla="*/ 20556 h 116781"/>
                    <a:gd name="connsiteX2" fmla="*/ 102782 w 116781"/>
                    <a:gd name="connsiteY2" fmla="*/ 20556 h 116781"/>
                    <a:gd name="connsiteX3" fmla="*/ 82225 w 116781"/>
                    <a:gd name="connsiteY3" fmla="*/ 0 h 116781"/>
                    <a:gd name="connsiteX4" fmla="*/ 0 w 116781"/>
                    <a:gd name="connsiteY4" fmla="*/ 0 h 116781"/>
                    <a:gd name="connsiteX5" fmla="*/ 0 w 116781"/>
                    <a:gd name="connsiteY5" fmla="*/ 82225 h 116781"/>
                    <a:gd name="connsiteX6" fmla="*/ 20556 w 116781"/>
                    <a:gd name="connsiteY6" fmla="*/ 102782 h 116781"/>
                    <a:gd name="connsiteX7" fmla="*/ 20556 w 116781"/>
                    <a:gd name="connsiteY7" fmla="*/ 39813 h 116781"/>
                    <a:gd name="connsiteX8" fmla="*/ 97524 w 116781"/>
                    <a:gd name="connsiteY8" fmla="*/ 116781 h 116781"/>
                    <a:gd name="connsiteX9" fmla="*/ 116781 w 116781"/>
                    <a:gd name="connsiteY9" fmla="*/ 97524 h 116781"/>
                    <a:gd name="connsiteX10" fmla="*/ 37746 w 116781"/>
                    <a:gd name="connsiteY10" fmla="*/ 22624 h 116781"/>
                    <a:gd name="connsiteX11" fmla="*/ 112646 w 116781"/>
                    <a:gd name="connsiteY11" fmla="*/ 97524 h 116781"/>
                    <a:gd name="connsiteX12" fmla="*/ 97465 w 116781"/>
                    <a:gd name="connsiteY12" fmla="*/ 112705 h 116781"/>
                    <a:gd name="connsiteX13" fmla="*/ 22565 w 116781"/>
                    <a:gd name="connsiteY13" fmla="*/ 37805 h 116781"/>
                    <a:gd name="connsiteX14" fmla="*/ 17603 w 116781"/>
                    <a:gd name="connsiteY14" fmla="*/ 32843 h 116781"/>
                    <a:gd name="connsiteX15" fmla="*/ 17603 w 116781"/>
                    <a:gd name="connsiteY15" fmla="*/ 39872 h 116781"/>
                    <a:gd name="connsiteX16" fmla="*/ 17603 w 116781"/>
                    <a:gd name="connsiteY16" fmla="*/ 95870 h 116781"/>
                    <a:gd name="connsiteX17" fmla="*/ 2835 w 116781"/>
                    <a:gd name="connsiteY17" fmla="*/ 81103 h 116781"/>
                    <a:gd name="connsiteX18" fmla="*/ 2835 w 116781"/>
                    <a:gd name="connsiteY18" fmla="*/ 2953 h 116781"/>
                    <a:gd name="connsiteX19" fmla="*/ 80985 w 116781"/>
                    <a:gd name="connsiteY19" fmla="*/ 2953 h 116781"/>
                    <a:gd name="connsiteX20" fmla="*/ 95752 w 116781"/>
                    <a:gd name="connsiteY20" fmla="*/ 17721 h 116781"/>
                    <a:gd name="connsiteX21" fmla="*/ 39813 w 116781"/>
                    <a:gd name="connsiteY21" fmla="*/ 17721 h 116781"/>
                    <a:gd name="connsiteX22" fmla="*/ 32784 w 116781"/>
                    <a:gd name="connsiteY22" fmla="*/ 17721 h 116781"/>
                    <a:gd name="connsiteX23" fmla="*/ 37746 w 116781"/>
                    <a:gd name="connsiteY23" fmla="*/ 2262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1">
                      <a:moveTo>
                        <a:pt x="116781" y="97524"/>
                      </a:moveTo>
                      <a:lnTo>
                        <a:pt x="39813" y="20556"/>
                      </a:lnTo>
                      <a:lnTo>
                        <a:pt x="102782" y="20556"/>
                      </a:lnTo>
                      <a:lnTo>
                        <a:pt x="82225" y="0"/>
                      </a:lnTo>
                      <a:lnTo>
                        <a:pt x="0" y="0"/>
                      </a:lnTo>
                      <a:lnTo>
                        <a:pt x="0" y="82225"/>
                      </a:lnTo>
                      <a:lnTo>
                        <a:pt x="20556" y="102782"/>
                      </a:lnTo>
                      <a:lnTo>
                        <a:pt x="20556" y="39813"/>
                      </a:lnTo>
                      <a:lnTo>
                        <a:pt x="97524" y="116781"/>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05" name="Freeform: Shape 1504">
                  <a:extLst>
                    <a:ext uri="{FF2B5EF4-FFF2-40B4-BE49-F238E27FC236}">
                      <a16:creationId xmlns:a16="http://schemas.microsoft.com/office/drawing/2014/main" id="{E05C4BFD-BA59-D896-3791-1D2757AFFB57}"/>
                    </a:ext>
                  </a:extLst>
                </p:cNvPr>
                <p:cNvSpPr/>
                <p:nvPr/>
              </p:nvSpPr>
              <p:spPr>
                <a:xfrm>
                  <a:off x="4176882" y="1893185"/>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7 w 116781"/>
                    <a:gd name="connsiteY5" fmla="*/ 76968 h 116780"/>
                    <a:gd name="connsiteX6" fmla="*/ 20557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7 h 116780"/>
                    <a:gd name="connsiteX11" fmla="*/ 2894 w 116781"/>
                    <a:gd name="connsiteY11" fmla="*/ 113887 h 116780"/>
                    <a:gd name="connsiteX12" fmla="*/ 2894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76 h 116780"/>
                    <a:gd name="connsiteX18" fmla="*/ 112705 w 116781"/>
                    <a:gd name="connsiteY18" fmla="*/ 19257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7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7" y="76968"/>
                      </a:lnTo>
                      <a:lnTo>
                        <a:pt x="20557" y="14000"/>
                      </a:lnTo>
                      <a:lnTo>
                        <a:pt x="0" y="34556"/>
                      </a:lnTo>
                      <a:lnTo>
                        <a:pt x="0" y="116781"/>
                      </a:lnTo>
                      <a:lnTo>
                        <a:pt x="82225" y="116781"/>
                      </a:lnTo>
                      <a:close/>
                      <a:moveTo>
                        <a:pt x="81044" y="113887"/>
                      </a:moveTo>
                      <a:lnTo>
                        <a:pt x="2894" y="113887"/>
                      </a:lnTo>
                      <a:lnTo>
                        <a:pt x="2894" y="35737"/>
                      </a:lnTo>
                      <a:lnTo>
                        <a:pt x="17662" y="20970"/>
                      </a:lnTo>
                      <a:lnTo>
                        <a:pt x="17662" y="76909"/>
                      </a:lnTo>
                      <a:lnTo>
                        <a:pt x="17662" y="83938"/>
                      </a:lnTo>
                      <a:lnTo>
                        <a:pt x="22624" y="78976"/>
                      </a:lnTo>
                      <a:lnTo>
                        <a:pt x="97524" y="4076"/>
                      </a:lnTo>
                      <a:lnTo>
                        <a:pt x="112705" y="19257"/>
                      </a:lnTo>
                      <a:lnTo>
                        <a:pt x="37805" y="94157"/>
                      </a:lnTo>
                      <a:lnTo>
                        <a:pt x="32843" y="99119"/>
                      </a:lnTo>
                      <a:lnTo>
                        <a:pt x="39872" y="99119"/>
                      </a:lnTo>
                      <a:lnTo>
                        <a:pt x="95811" y="99119"/>
                      </a:lnTo>
                      <a:lnTo>
                        <a:pt x="81044" y="11388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398" name="Graphic 4773">
                <a:extLst>
                  <a:ext uri="{FF2B5EF4-FFF2-40B4-BE49-F238E27FC236}">
                    <a16:creationId xmlns:a16="http://schemas.microsoft.com/office/drawing/2014/main" id="{941FEB23-6117-6329-4F1D-54161794812E}"/>
                  </a:ext>
                </a:extLst>
              </p:cNvPr>
              <p:cNvGrpSpPr/>
              <p:nvPr/>
            </p:nvGrpSpPr>
            <p:grpSpPr>
              <a:xfrm>
                <a:off x="632696" y="2425108"/>
                <a:ext cx="116780" cy="236869"/>
                <a:chOff x="632696" y="2425108"/>
                <a:chExt cx="116780" cy="236869"/>
              </a:xfrm>
              <a:grpFill/>
            </p:grpSpPr>
            <p:sp>
              <p:nvSpPr>
                <p:cNvPr id="1502" name="Freeform: Shape 1501">
                  <a:extLst>
                    <a:ext uri="{FF2B5EF4-FFF2-40B4-BE49-F238E27FC236}">
                      <a16:creationId xmlns:a16="http://schemas.microsoft.com/office/drawing/2014/main" id="{52E0584C-B50D-2266-D34C-C5F620AA2E96}"/>
                    </a:ext>
                  </a:extLst>
                </p:cNvPr>
                <p:cNvSpPr/>
                <p:nvPr/>
              </p:nvSpPr>
              <p:spPr>
                <a:xfrm>
                  <a:off x="632696" y="2425108"/>
                  <a:ext cx="116780" cy="116781"/>
                </a:xfrm>
                <a:custGeom>
                  <a:avLst/>
                  <a:gdLst>
                    <a:gd name="connsiteX0" fmla="*/ 0 w 116780"/>
                    <a:gd name="connsiteY0" fmla="*/ 19257 h 116781"/>
                    <a:gd name="connsiteX1" fmla="*/ 76968 w 116780"/>
                    <a:gd name="connsiteY1" fmla="*/ 96225 h 116781"/>
                    <a:gd name="connsiteX2" fmla="*/ 14000 w 116780"/>
                    <a:gd name="connsiteY2" fmla="*/ 96225 h 116781"/>
                    <a:gd name="connsiteX3" fmla="*/ 34556 w 116780"/>
                    <a:gd name="connsiteY3" fmla="*/ 116781 h 116781"/>
                    <a:gd name="connsiteX4" fmla="*/ 116781 w 116780"/>
                    <a:gd name="connsiteY4" fmla="*/ 116781 h 116781"/>
                    <a:gd name="connsiteX5" fmla="*/ 116781 w 116780"/>
                    <a:gd name="connsiteY5" fmla="*/ 34556 h 116781"/>
                    <a:gd name="connsiteX6" fmla="*/ 96225 w 116780"/>
                    <a:gd name="connsiteY6" fmla="*/ 14000 h 116781"/>
                    <a:gd name="connsiteX7" fmla="*/ 96225 w 116780"/>
                    <a:gd name="connsiteY7" fmla="*/ 76968 h 116781"/>
                    <a:gd name="connsiteX8" fmla="*/ 19257 w 116780"/>
                    <a:gd name="connsiteY8" fmla="*/ 0 h 116781"/>
                    <a:gd name="connsiteX9" fmla="*/ 0 w 116780"/>
                    <a:gd name="connsiteY9" fmla="*/ 19257 h 116781"/>
                    <a:gd name="connsiteX10" fmla="*/ 79035 w 116780"/>
                    <a:gd name="connsiteY10" fmla="*/ 94216 h 116781"/>
                    <a:gd name="connsiteX11" fmla="*/ 4135 w 116780"/>
                    <a:gd name="connsiteY11" fmla="*/ 19316 h 116781"/>
                    <a:gd name="connsiteX12" fmla="*/ 19316 w 116780"/>
                    <a:gd name="connsiteY12" fmla="*/ 4135 h 116781"/>
                    <a:gd name="connsiteX13" fmla="*/ 94216 w 116780"/>
                    <a:gd name="connsiteY13" fmla="*/ 79035 h 116781"/>
                    <a:gd name="connsiteX14" fmla="*/ 99178 w 116780"/>
                    <a:gd name="connsiteY14" fmla="*/ 83997 h 116781"/>
                    <a:gd name="connsiteX15" fmla="*/ 99178 w 116780"/>
                    <a:gd name="connsiteY15" fmla="*/ 76968 h 116781"/>
                    <a:gd name="connsiteX16" fmla="*/ 99178 w 116780"/>
                    <a:gd name="connsiteY16" fmla="*/ 20970 h 116781"/>
                    <a:gd name="connsiteX17" fmla="*/ 113946 w 116780"/>
                    <a:gd name="connsiteY17" fmla="*/ 35737 h 116781"/>
                    <a:gd name="connsiteX18" fmla="*/ 113946 w 116780"/>
                    <a:gd name="connsiteY18" fmla="*/ 113887 h 116781"/>
                    <a:gd name="connsiteX19" fmla="*/ 35796 w 116780"/>
                    <a:gd name="connsiteY19" fmla="*/ 113887 h 116781"/>
                    <a:gd name="connsiteX20" fmla="*/ 21029 w 116780"/>
                    <a:gd name="connsiteY20" fmla="*/ 99119 h 116781"/>
                    <a:gd name="connsiteX21" fmla="*/ 76968 w 116780"/>
                    <a:gd name="connsiteY21" fmla="*/ 99119 h 116781"/>
                    <a:gd name="connsiteX22" fmla="*/ 83997 w 116780"/>
                    <a:gd name="connsiteY22" fmla="*/ 99119 h 116781"/>
                    <a:gd name="connsiteX23" fmla="*/ 79035 w 116780"/>
                    <a:gd name="connsiteY23" fmla="*/ 94216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0" y="19257"/>
                      </a:moveTo>
                      <a:lnTo>
                        <a:pt x="76968" y="96225"/>
                      </a:lnTo>
                      <a:lnTo>
                        <a:pt x="14000" y="96225"/>
                      </a:lnTo>
                      <a:lnTo>
                        <a:pt x="34556" y="116781"/>
                      </a:lnTo>
                      <a:lnTo>
                        <a:pt x="116781" y="116781"/>
                      </a:lnTo>
                      <a:lnTo>
                        <a:pt x="116781" y="34556"/>
                      </a:lnTo>
                      <a:lnTo>
                        <a:pt x="96225" y="14000"/>
                      </a:lnTo>
                      <a:lnTo>
                        <a:pt x="96225" y="76968"/>
                      </a:lnTo>
                      <a:lnTo>
                        <a:pt x="19257" y="0"/>
                      </a:lnTo>
                      <a:lnTo>
                        <a:pt x="0" y="19257"/>
                      </a:lnTo>
                      <a:close/>
                      <a:moveTo>
                        <a:pt x="79035" y="94216"/>
                      </a:moveTo>
                      <a:lnTo>
                        <a:pt x="4135" y="19316"/>
                      </a:lnTo>
                      <a:lnTo>
                        <a:pt x="19316" y="4135"/>
                      </a:lnTo>
                      <a:lnTo>
                        <a:pt x="94216" y="79035"/>
                      </a:lnTo>
                      <a:lnTo>
                        <a:pt x="99178" y="83997"/>
                      </a:lnTo>
                      <a:lnTo>
                        <a:pt x="99178" y="76968"/>
                      </a:lnTo>
                      <a:lnTo>
                        <a:pt x="99178" y="20970"/>
                      </a:lnTo>
                      <a:lnTo>
                        <a:pt x="113946" y="35737"/>
                      </a:lnTo>
                      <a:lnTo>
                        <a:pt x="113946" y="113887"/>
                      </a:lnTo>
                      <a:lnTo>
                        <a:pt x="35796" y="113887"/>
                      </a:lnTo>
                      <a:lnTo>
                        <a:pt x="21029" y="99119"/>
                      </a:lnTo>
                      <a:lnTo>
                        <a:pt x="76968" y="99119"/>
                      </a:lnTo>
                      <a:lnTo>
                        <a:pt x="83997" y="99119"/>
                      </a:lnTo>
                      <a:lnTo>
                        <a:pt x="79035" y="9421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03" name="Freeform: Shape 1502">
                  <a:extLst>
                    <a:ext uri="{FF2B5EF4-FFF2-40B4-BE49-F238E27FC236}">
                      <a16:creationId xmlns:a16="http://schemas.microsoft.com/office/drawing/2014/main" id="{30755BDC-8A15-D26E-B881-7D53CAA4BC55}"/>
                    </a:ext>
                  </a:extLst>
                </p:cNvPr>
                <p:cNvSpPr/>
                <p:nvPr/>
              </p:nvSpPr>
              <p:spPr>
                <a:xfrm>
                  <a:off x="632696" y="2545197"/>
                  <a:ext cx="116780" cy="116780"/>
                </a:xfrm>
                <a:custGeom>
                  <a:avLst/>
                  <a:gdLst>
                    <a:gd name="connsiteX0" fmla="*/ 34556 w 116780"/>
                    <a:gd name="connsiteY0" fmla="*/ 0 h 116780"/>
                    <a:gd name="connsiteX1" fmla="*/ 14000 w 116780"/>
                    <a:gd name="connsiteY1" fmla="*/ 20556 h 116780"/>
                    <a:gd name="connsiteX2" fmla="*/ 76968 w 116780"/>
                    <a:gd name="connsiteY2" fmla="*/ 20556 h 116780"/>
                    <a:gd name="connsiteX3" fmla="*/ 0 w 116780"/>
                    <a:gd name="connsiteY3" fmla="*/ 97524 h 116780"/>
                    <a:gd name="connsiteX4" fmla="*/ 19257 w 116780"/>
                    <a:gd name="connsiteY4" fmla="*/ 116781 h 116780"/>
                    <a:gd name="connsiteX5" fmla="*/ 96225 w 116780"/>
                    <a:gd name="connsiteY5" fmla="*/ 39813 h 116780"/>
                    <a:gd name="connsiteX6" fmla="*/ 96225 w 116780"/>
                    <a:gd name="connsiteY6" fmla="*/ 102781 h 116780"/>
                    <a:gd name="connsiteX7" fmla="*/ 116781 w 116780"/>
                    <a:gd name="connsiteY7" fmla="*/ 82225 h 116780"/>
                    <a:gd name="connsiteX8" fmla="*/ 116781 w 116780"/>
                    <a:gd name="connsiteY8" fmla="*/ 0 h 116780"/>
                    <a:gd name="connsiteX9" fmla="*/ 34556 w 116780"/>
                    <a:gd name="connsiteY9" fmla="*/ 0 h 116780"/>
                    <a:gd name="connsiteX10" fmla="*/ 35796 w 116780"/>
                    <a:gd name="connsiteY10" fmla="*/ 2894 h 116780"/>
                    <a:gd name="connsiteX11" fmla="*/ 113946 w 116780"/>
                    <a:gd name="connsiteY11" fmla="*/ 2894 h 116780"/>
                    <a:gd name="connsiteX12" fmla="*/ 113946 w 116780"/>
                    <a:gd name="connsiteY12" fmla="*/ 81044 h 116780"/>
                    <a:gd name="connsiteX13" fmla="*/ 99178 w 116780"/>
                    <a:gd name="connsiteY13" fmla="*/ 95811 h 116780"/>
                    <a:gd name="connsiteX14" fmla="*/ 99178 w 116780"/>
                    <a:gd name="connsiteY14" fmla="*/ 39872 h 116780"/>
                    <a:gd name="connsiteX15" fmla="*/ 99178 w 116780"/>
                    <a:gd name="connsiteY15" fmla="*/ 32843 h 116780"/>
                    <a:gd name="connsiteX16" fmla="*/ 94216 w 116780"/>
                    <a:gd name="connsiteY16" fmla="*/ 37805 h 116780"/>
                    <a:gd name="connsiteX17" fmla="*/ 19316 w 116780"/>
                    <a:gd name="connsiteY17" fmla="*/ 112705 h 116780"/>
                    <a:gd name="connsiteX18" fmla="*/ 4135 w 116780"/>
                    <a:gd name="connsiteY18" fmla="*/ 97524 h 116780"/>
                    <a:gd name="connsiteX19" fmla="*/ 79035 w 116780"/>
                    <a:gd name="connsiteY19" fmla="*/ 22624 h 116780"/>
                    <a:gd name="connsiteX20" fmla="*/ 83997 w 116780"/>
                    <a:gd name="connsiteY20" fmla="*/ 17662 h 116780"/>
                    <a:gd name="connsiteX21" fmla="*/ 76968 w 116780"/>
                    <a:gd name="connsiteY21" fmla="*/ 17662 h 116780"/>
                    <a:gd name="connsiteX22" fmla="*/ 21029 w 116780"/>
                    <a:gd name="connsiteY22" fmla="*/ 17662 h 116780"/>
                    <a:gd name="connsiteX23" fmla="*/ 35796 w 116780"/>
                    <a:gd name="connsiteY23" fmla="*/ 2894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0">
                      <a:moveTo>
                        <a:pt x="34556" y="0"/>
                      </a:moveTo>
                      <a:lnTo>
                        <a:pt x="14000" y="20556"/>
                      </a:lnTo>
                      <a:lnTo>
                        <a:pt x="76968" y="20556"/>
                      </a:lnTo>
                      <a:lnTo>
                        <a:pt x="0" y="97524"/>
                      </a:lnTo>
                      <a:lnTo>
                        <a:pt x="19257" y="116781"/>
                      </a:lnTo>
                      <a:lnTo>
                        <a:pt x="96225" y="39813"/>
                      </a:lnTo>
                      <a:lnTo>
                        <a:pt x="96225" y="102781"/>
                      </a:lnTo>
                      <a:lnTo>
                        <a:pt x="116781" y="82225"/>
                      </a:lnTo>
                      <a:lnTo>
                        <a:pt x="116781" y="0"/>
                      </a:lnTo>
                      <a:lnTo>
                        <a:pt x="34556" y="0"/>
                      </a:lnTo>
                      <a:close/>
                      <a:moveTo>
                        <a:pt x="35796" y="2894"/>
                      </a:moveTo>
                      <a:lnTo>
                        <a:pt x="113946" y="2894"/>
                      </a:lnTo>
                      <a:lnTo>
                        <a:pt x="113946" y="81044"/>
                      </a:lnTo>
                      <a:lnTo>
                        <a:pt x="99178" y="95811"/>
                      </a:lnTo>
                      <a:lnTo>
                        <a:pt x="99178" y="39872"/>
                      </a:lnTo>
                      <a:lnTo>
                        <a:pt x="99178" y="32843"/>
                      </a:lnTo>
                      <a:lnTo>
                        <a:pt x="94216" y="37805"/>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399" name="Graphic 4773">
                <a:extLst>
                  <a:ext uri="{FF2B5EF4-FFF2-40B4-BE49-F238E27FC236}">
                    <a16:creationId xmlns:a16="http://schemas.microsoft.com/office/drawing/2014/main" id="{9F08C3CB-E857-521C-631D-CDD161AC08C6}"/>
                  </a:ext>
                </a:extLst>
              </p:cNvPr>
              <p:cNvGrpSpPr/>
              <p:nvPr/>
            </p:nvGrpSpPr>
            <p:grpSpPr>
              <a:xfrm>
                <a:off x="1371068" y="3902502"/>
                <a:ext cx="116780" cy="236929"/>
                <a:chOff x="1371068" y="3902502"/>
                <a:chExt cx="116780" cy="236929"/>
              </a:xfrm>
              <a:grpFill/>
            </p:grpSpPr>
            <p:sp>
              <p:nvSpPr>
                <p:cNvPr id="1500" name="Freeform: Shape 1499">
                  <a:extLst>
                    <a:ext uri="{FF2B5EF4-FFF2-40B4-BE49-F238E27FC236}">
                      <a16:creationId xmlns:a16="http://schemas.microsoft.com/office/drawing/2014/main" id="{63DE44CC-F887-328D-7798-064AF9EB24C8}"/>
                    </a:ext>
                  </a:extLst>
                </p:cNvPr>
                <p:cNvSpPr/>
                <p:nvPr/>
              </p:nvSpPr>
              <p:spPr>
                <a:xfrm>
                  <a:off x="1371068" y="3902502"/>
                  <a:ext cx="116780" cy="116840"/>
                </a:xfrm>
                <a:custGeom>
                  <a:avLst/>
                  <a:gdLst>
                    <a:gd name="connsiteX0" fmla="*/ 0 w 116780"/>
                    <a:gd name="connsiteY0" fmla="*/ 19316 h 116840"/>
                    <a:gd name="connsiteX1" fmla="*/ 76968 w 116780"/>
                    <a:gd name="connsiteY1" fmla="*/ 96284 h 116840"/>
                    <a:gd name="connsiteX2" fmla="*/ 14000 w 116780"/>
                    <a:gd name="connsiteY2" fmla="*/ 96284 h 116840"/>
                    <a:gd name="connsiteX3" fmla="*/ 34556 w 116780"/>
                    <a:gd name="connsiteY3" fmla="*/ 116840 h 116840"/>
                    <a:gd name="connsiteX4" fmla="*/ 116781 w 116780"/>
                    <a:gd name="connsiteY4" fmla="*/ 116840 h 116840"/>
                    <a:gd name="connsiteX5" fmla="*/ 116781 w 116780"/>
                    <a:gd name="connsiteY5" fmla="*/ 34556 h 116840"/>
                    <a:gd name="connsiteX6" fmla="*/ 96225 w 116780"/>
                    <a:gd name="connsiteY6" fmla="*/ 14000 h 116840"/>
                    <a:gd name="connsiteX7" fmla="*/ 96225 w 116780"/>
                    <a:gd name="connsiteY7" fmla="*/ 76968 h 116840"/>
                    <a:gd name="connsiteX8" fmla="*/ 19257 w 116780"/>
                    <a:gd name="connsiteY8" fmla="*/ 0 h 116840"/>
                    <a:gd name="connsiteX9" fmla="*/ 0 w 116780"/>
                    <a:gd name="connsiteY9" fmla="*/ 19316 h 116840"/>
                    <a:gd name="connsiteX10" fmla="*/ 79035 w 116780"/>
                    <a:gd name="connsiteY10" fmla="*/ 94216 h 116840"/>
                    <a:gd name="connsiteX11" fmla="*/ 4135 w 116780"/>
                    <a:gd name="connsiteY11" fmla="*/ 19316 h 116840"/>
                    <a:gd name="connsiteX12" fmla="*/ 19316 w 116780"/>
                    <a:gd name="connsiteY12" fmla="*/ 4135 h 116840"/>
                    <a:gd name="connsiteX13" fmla="*/ 94216 w 116780"/>
                    <a:gd name="connsiteY13" fmla="*/ 79035 h 116840"/>
                    <a:gd name="connsiteX14" fmla="*/ 99178 w 116780"/>
                    <a:gd name="connsiteY14" fmla="*/ 83997 h 116840"/>
                    <a:gd name="connsiteX15" fmla="*/ 99178 w 116780"/>
                    <a:gd name="connsiteY15" fmla="*/ 76968 h 116840"/>
                    <a:gd name="connsiteX16" fmla="*/ 99178 w 116780"/>
                    <a:gd name="connsiteY16" fmla="*/ 21029 h 116840"/>
                    <a:gd name="connsiteX17" fmla="*/ 113946 w 116780"/>
                    <a:gd name="connsiteY17" fmla="*/ 35796 h 116840"/>
                    <a:gd name="connsiteX18" fmla="*/ 113946 w 116780"/>
                    <a:gd name="connsiteY18" fmla="*/ 113946 h 116840"/>
                    <a:gd name="connsiteX19" fmla="*/ 35796 w 116780"/>
                    <a:gd name="connsiteY19" fmla="*/ 113946 h 116840"/>
                    <a:gd name="connsiteX20" fmla="*/ 21029 w 116780"/>
                    <a:gd name="connsiteY20" fmla="*/ 99178 h 116840"/>
                    <a:gd name="connsiteX21" fmla="*/ 76968 w 116780"/>
                    <a:gd name="connsiteY21" fmla="*/ 99178 h 116840"/>
                    <a:gd name="connsiteX22" fmla="*/ 83997 w 116780"/>
                    <a:gd name="connsiteY22" fmla="*/ 99178 h 116840"/>
                    <a:gd name="connsiteX23" fmla="*/ 79035 w 116780"/>
                    <a:gd name="connsiteY23" fmla="*/ 94216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840">
                      <a:moveTo>
                        <a:pt x="0" y="19316"/>
                      </a:moveTo>
                      <a:lnTo>
                        <a:pt x="76968" y="96284"/>
                      </a:lnTo>
                      <a:lnTo>
                        <a:pt x="14000" y="96284"/>
                      </a:lnTo>
                      <a:lnTo>
                        <a:pt x="34556" y="116840"/>
                      </a:lnTo>
                      <a:lnTo>
                        <a:pt x="116781" y="116840"/>
                      </a:lnTo>
                      <a:lnTo>
                        <a:pt x="116781" y="34556"/>
                      </a:lnTo>
                      <a:lnTo>
                        <a:pt x="96225" y="14000"/>
                      </a:lnTo>
                      <a:lnTo>
                        <a:pt x="96225" y="76968"/>
                      </a:lnTo>
                      <a:lnTo>
                        <a:pt x="19257" y="0"/>
                      </a:lnTo>
                      <a:lnTo>
                        <a:pt x="0" y="19316"/>
                      </a:lnTo>
                      <a:close/>
                      <a:moveTo>
                        <a:pt x="79035" y="94216"/>
                      </a:moveTo>
                      <a:lnTo>
                        <a:pt x="4135" y="19316"/>
                      </a:lnTo>
                      <a:lnTo>
                        <a:pt x="19316" y="4135"/>
                      </a:lnTo>
                      <a:lnTo>
                        <a:pt x="94216" y="79035"/>
                      </a:lnTo>
                      <a:lnTo>
                        <a:pt x="99178" y="83997"/>
                      </a:lnTo>
                      <a:lnTo>
                        <a:pt x="99178" y="76968"/>
                      </a:lnTo>
                      <a:lnTo>
                        <a:pt x="99178" y="21029"/>
                      </a:lnTo>
                      <a:lnTo>
                        <a:pt x="113946" y="35796"/>
                      </a:lnTo>
                      <a:lnTo>
                        <a:pt x="113946" y="113946"/>
                      </a:lnTo>
                      <a:lnTo>
                        <a:pt x="35796" y="113946"/>
                      </a:lnTo>
                      <a:lnTo>
                        <a:pt x="21029" y="99178"/>
                      </a:lnTo>
                      <a:lnTo>
                        <a:pt x="76968" y="99178"/>
                      </a:lnTo>
                      <a:lnTo>
                        <a:pt x="83997" y="99178"/>
                      </a:lnTo>
                      <a:lnTo>
                        <a:pt x="79035" y="9421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01" name="Freeform: Shape 1500">
                  <a:extLst>
                    <a:ext uri="{FF2B5EF4-FFF2-40B4-BE49-F238E27FC236}">
                      <a16:creationId xmlns:a16="http://schemas.microsoft.com/office/drawing/2014/main" id="{516039D6-9307-D021-7B31-65BBCF6BE433}"/>
                    </a:ext>
                  </a:extLst>
                </p:cNvPr>
                <p:cNvSpPr/>
                <p:nvPr/>
              </p:nvSpPr>
              <p:spPr>
                <a:xfrm>
                  <a:off x="1371068" y="4022650"/>
                  <a:ext cx="116780" cy="116781"/>
                </a:xfrm>
                <a:custGeom>
                  <a:avLst/>
                  <a:gdLst>
                    <a:gd name="connsiteX0" fmla="*/ 34556 w 116780"/>
                    <a:gd name="connsiteY0" fmla="*/ 0 h 116781"/>
                    <a:gd name="connsiteX1" fmla="*/ 14000 w 116780"/>
                    <a:gd name="connsiteY1" fmla="*/ 20556 h 116781"/>
                    <a:gd name="connsiteX2" fmla="*/ 76968 w 116780"/>
                    <a:gd name="connsiteY2" fmla="*/ 20556 h 116781"/>
                    <a:gd name="connsiteX3" fmla="*/ 0 w 116780"/>
                    <a:gd name="connsiteY3" fmla="*/ 97524 h 116781"/>
                    <a:gd name="connsiteX4" fmla="*/ 19257 w 116780"/>
                    <a:gd name="connsiteY4" fmla="*/ 116781 h 116781"/>
                    <a:gd name="connsiteX5" fmla="*/ 96225 w 116780"/>
                    <a:gd name="connsiteY5" fmla="*/ 39813 h 116781"/>
                    <a:gd name="connsiteX6" fmla="*/ 96225 w 116780"/>
                    <a:gd name="connsiteY6" fmla="*/ 102782 h 116781"/>
                    <a:gd name="connsiteX7" fmla="*/ 116781 w 116780"/>
                    <a:gd name="connsiteY7" fmla="*/ 82225 h 116781"/>
                    <a:gd name="connsiteX8" fmla="*/ 116781 w 116780"/>
                    <a:gd name="connsiteY8" fmla="*/ 0 h 116781"/>
                    <a:gd name="connsiteX9" fmla="*/ 34556 w 116780"/>
                    <a:gd name="connsiteY9" fmla="*/ 0 h 116781"/>
                    <a:gd name="connsiteX10" fmla="*/ 35796 w 116780"/>
                    <a:gd name="connsiteY10" fmla="*/ 2894 h 116781"/>
                    <a:gd name="connsiteX11" fmla="*/ 113946 w 116780"/>
                    <a:gd name="connsiteY11" fmla="*/ 2894 h 116781"/>
                    <a:gd name="connsiteX12" fmla="*/ 113946 w 116780"/>
                    <a:gd name="connsiteY12" fmla="*/ 80985 h 116781"/>
                    <a:gd name="connsiteX13" fmla="*/ 99178 w 116780"/>
                    <a:gd name="connsiteY13" fmla="*/ 95752 h 116781"/>
                    <a:gd name="connsiteX14" fmla="*/ 99178 w 116780"/>
                    <a:gd name="connsiteY14" fmla="*/ 39813 h 116781"/>
                    <a:gd name="connsiteX15" fmla="*/ 99178 w 116780"/>
                    <a:gd name="connsiteY15" fmla="*/ 32784 h 116781"/>
                    <a:gd name="connsiteX16" fmla="*/ 94216 w 116780"/>
                    <a:gd name="connsiteY16" fmla="*/ 37746 h 116781"/>
                    <a:gd name="connsiteX17" fmla="*/ 19316 w 116780"/>
                    <a:gd name="connsiteY17" fmla="*/ 112705 h 116781"/>
                    <a:gd name="connsiteX18" fmla="*/ 4135 w 116780"/>
                    <a:gd name="connsiteY18" fmla="*/ 97524 h 116781"/>
                    <a:gd name="connsiteX19" fmla="*/ 79035 w 116780"/>
                    <a:gd name="connsiteY19" fmla="*/ 22624 h 116781"/>
                    <a:gd name="connsiteX20" fmla="*/ 83997 w 116780"/>
                    <a:gd name="connsiteY20" fmla="*/ 17662 h 116781"/>
                    <a:gd name="connsiteX21" fmla="*/ 76968 w 116780"/>
                    <a:gd name="connsiteY21" fmla="*/ 17662 h 116781"/>
                    <a:gd name="connsiteX22" fmla="*/ 21029 w 116780"/>
                    <a:gd name="connsiteY22" fmla="*/ 17662 h 116781"/>
                    <a:gd name="connsiteX23" fmla="*/ 35796 w 116780"/>
                    <a:gd name="connsiteY23" fmla="*/ 289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34556" y="0"/>
                      </a:moveTo>
                      <a:lnTo>
                        <a:pt x="14000" y="20556"/>
                      </a:lnTo>
                      <a:lnTo>
                        <a:pt x="76968" y="20556"/>
                      </a:lnTo>
                      <a:lnTo>
                        <a:pt x="0" y="97524"/>
                      </a:lnTo>
                      <a:lnTo>
                        <a:pt x="19257" y="116781"/>
                      </a:lnTo>
                      <a:lnTo>
                        <a:pt x="96225" y="39813"/>
                      </a:lnTo>
                      <a:lnTo>
                        <a:pt x="96225" y="102782"/>
                      </a:lnTo>
                      <a:lnTo>
                        <a:pt x="116781" y="82225"/>
                      </a:lnTo>
                      <a:lnTo>
                        <a:pt x="116781" y="0"/>
                      </a:lnTo>
                      <a:lnTo>
                        <a:pt x="34556" y="0"/>
                      </a:lnTo>
                      <a:close/>
                      <a:moveTo>
                        <a:pt x="35796" y="2894"/>
                      </a:moveTo>
                      <a:lnTo>
                        <a:pt x="113946" y="2894"/>
                      </a:lnTo>
                      <a:lnTo>
                        <a:pt x="113946" y="80985"/>
                      </a:lnTo>
                      <a:lnTo>
                        <a:pt x="99178" y="95752"/>
                      </a:lnTo>
                      <a:lnTo>
                        <a:pt x="99178" y="39813"/>
                      </a:lnTo>
                      <a:lnTo>
                        <a:pt x="99178" y="32784"/>
                      </a:lnTo>
                      <a:lnTo>
                        <a:pt x="94216" y="37746"/>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400" name="Graphic 4773">
                <a:extLst>
                  <a:ext uri="{FF2B5EF4-FFF2-40B4-BE49-F238E27FC236}">
                    <a16:creationId xmlns:a16="http://schemas.microsoft.com/office/drawing/2014/main" id="{1AAB4C6D-FA0C-0E2E-6CB2-464A5895C488}"/>
                  </a:ext>
                </a:extLst>
              </p:cNvPr>
              <p:cNvGrpSpPr/>
              <p:nvPr/>
            </p:nvGrpSpPr>
            <p:grpSpPr>
              <a:xfrm>
                <a:off x="2079905" y="3900907"/>
                <a:ext cx="116840" cy="236928"/>
                <a:chOff x="2079905" y="3900907"/>
                <a:chExt cx="116840" cy="236928"/>
              </a:xfrm>
              <a:grpFill/>
            </p:grpSpPr>
            <p:sp>
              <p:nvSpPr>
                <p:cNvPr id="1498" name="Freeform: Shape 1497">
                  <a:extLst>
                    <a:ext uri="{FF2B5EF4-FFF2-40B4-BE49-F238E27FC236}">
                      <a16:creationId xmlns:a16="http://schemas.microsoft.com/office/drawing/2014/main" id="{003FA588-C9B1-ADDE-6D0F-37D832457462}"/>
                    </a:ext>
                  </a:extLst>
                </p:cNvPr>
                <p:cNvSpPr/>
                <p:nvPr/>
              </p:nvSpPr>
              <p:spPr>
                <a:xfrm>
                  <a:off x="2079964" y="4020996"/>
                  <a:ext cx="116781" cy="116840"/>
                </a:xfrm>
                <a:custGeom>
                  <a:avLst/>
                  <a:gdLst>
                    <a:gd name="connsiteX0" fmla="*/ 116781 w 116781"/>
                    <a:gd name="connsiteY0" fmla="*/ 97524 h 116840"/>
                    <a:gd name="connsiteX1" fmla="*/ 39813 w 116781"/>
                    <a:gd name="connsiteY1" fmla="*/ 20557 h 116840"/>
                    <a:gd name="connsiteX2" fmla="*/ 102781 w 116781"/>
                    <a:gd name="connsiteY2" fmla="*/ 20557 h 116840"/>
                    <a:gd name="connsiteX3" fmla="*/ 82225 w 116781"/>
                    <a:gd name="connsiteY3" fmla="*/ 0 h 116840"/>
                    <a:gd name="connsiteX4" fmla="*/ 0 w 116781"/>
                    <a:gd name="connsiteY4" fmla="*/ 0 h 116840"/>
                    <a:gd name="connsiteX5" fmla="*/ 0 w 116781"/>
                    <a:gd name="connsiteY5" fmla="*/ 82225 h 116840"/>
                    <a:gd name="connsiteX6" fmla="*/ 20556 w 116781"/>
                    <a:gd name="connsiteY6" fmla="*/ 102782 h 116840"/>
                    <a:gd name="connsiteX7" fmla="*/ 20556 w 116781"/>
                    <a:gd name="connsiteY7" fmla="*/ 39813 h 116840"/>
                    <a:gd name="connsiteX8" fmla="*/ 97465 w 116781"/>
                    <a:gd name="connsiteY8" fmla="*/ 116840 h 116840"/>
                    <a:gd name="connsiteX9" fmla="*/ 116781 w 116781"/>
                    <a:gd name="connsiteY9" fmla="*/ 97524 h 116840"/>
                    <a:gd name="connsiteX10" fmla="*/ 37746 w 116781"/>
                    <a:gd name="connsiteY10" fmla="*/ 22624 h 116840"/>
                    <a:gd name="connsiteX11" fmla="*/ 112646 w 116781"/>
                    <a:gd name="connsiteY11" fmla="*/ 97524 h 116840"/>
                    <a:gd name="connsiteX12" fmla="*/ 97465 w 116781"/>
                    <a:gd name="connsiteY12" fmla="*/ 112705 h 116840"/>
                    <a:gd name="connsiteX13" fmla="*/ 22565 w 116781"/>
                    <a:gd name="connsiteY13" fmla="*/ 37805 h 116840"/>
                    <a:gd name="connsiteX14" fmla="*/ 17603 w 116781"/>
                    <a:gd name="connsiteY14" fmla="*/ 32843 h 116840"/>
                    <a:gd name="connsiteX15" fmla="*/ 17603 w 116781"/>
                    <a:gd name="connsiteY15" fmla="*/ 39872 h 116840"/>
                    <a:gd name="connsiteX16" fmla="*/ 17603 w 116781"/>
                    <a:gd name="connsiteY16" fmla="*/ 95870 h 116840"/>
                    <a:gd name="connsiteX17" fmla="*/ 2835 w 116781"/>
                    <a:gd name="connsiteY17" fmla="*/ 81103 h 116840"/>
                    <a:gd name="connsiteX18" fmla="*/ 2835 w 116781"/>
                    <a:gd name="connsiteY18" fmla="*/ 2953 h 116840"/>
                    <a:gd name="connsiteX19" fmla="*/ 80985 w 116781"/>
                    <a:gd name="connsiteY19" fmla="*/ 2953 h 116840"/>
                    <a:gd name="connsiteX20" fmla="*/ 95752 w 116781"/>
                    <a:gd name="connsiteY20" fmla="*/ 17721 h 116840"/>
                    <a:gd name="connsiteX21" fmla="*/ 39813 w 116781"/>
                    <a:gd name="connsiteY21" fmla="*/ 17721 h 116840"/>
                    <a:gd name="connsiteX22" fmla="*/ 32784 w 116781"/>
                    <a:gd name="connsiteY22" fmla="*/ 17721 h 116840"/>
                    <a:gd name="connsiteX23" fmla="*/ 37746 w 116781"/>
                    <a:gd name="connsiteY23" fmla="*/ 22624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840">
                      <a:moveTo>
                        <a:pt x="116781" y="97524"/>
                      </a:moveTo>
                      <a:lnTo>
                        <a:pt x="39813" y="20557"/>
                      </a:lnTo>
                      <a:lnTo>
                        <a:pt x="102781" y="20557"/>
                      </a:lnTo>
                      <a:lnTo>
                        <a:pt x="82225" y="0"/>
                      </a:lnTo>
                      <a:lnTo>
                        <a:pt x="0" y="0"/>
                      </a:lnTo>
                      <a:lnTo>
                        <a:pt x="0" y="82225"/>
                      </a:lnTo>
                      <a:lnTo>
                        <a:pt x="20556" y="102782"/>
                      </a:lnTo>
                      <a:lnTo>
                        <a:pt x="20556" y="39813"/>
                      </a:lnTo>
                      <a:lnTo>
                        <a:pt x="97465" y="116840"/>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99" name="Freeform: Shape 1498">
                  <a:extLst>
                    <a:ext uri="{FF2B5EF4-FFF2-40B4-BE49-F238E27FC236}">
                      <a16:creationId xmlns:a16="http://schemas.microsoft.com/office/drawing/2014/main" id="{CA9E7596-DCC5-A1E6-C49A-08B3298E21C8}"/>
                    </a:ext>
                  </a:extLst>
                </p:cNvPr>
                <p:cNvSpPr/>
                <p:nvPr/>
              </p:nvSpPr>
              <p:spPr>
                <a:xfrm>
                  <a:off x="2079905" y="3900907"/>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6 w 116781"/>
                    <a:gd name="connsiteY5" fmla="*/ 76968 h 116780"/>
                    <a:gd name="connsiteX6" fmla="*/ 20556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6 h 116780"/>
                    <a:gd name="connsiteX11" fmla="*/ 2895 w 116781"/>
                    <a:gd name="connsiteY11" fmla="*/ 113886 h 116780"/>
                    <a:gd name="connsiteX12" fmla="*/ 2895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17 h 116780"/>
                    <a:gd name="connsiteX18" fmla="*/ 112705 w 116781"/>
                    <a:gd name="connsiteY18" fmla="*/ 19198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6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6" y="76968"/>
                      </a:lnTo>
                      <a:lnTo>
                        <a:pt x="20556" y="14000"/>
                      </a:lnTo>
                      <a:lnTo>
                        <a:pt x="0" y="34556"/>
                      </a:lnTo>
                      <a:lnTo>
                        <a:pt x="0" y="116781"/>
                      </a:lnTo>
                      <a:lnTo>
                        <a:pt x="82225" y="116781"/>
                      </a:lnTo>
                      <a:close/>
                      <a:moveTo>
                        <a:pt x="81044" y="113886"/>
                      </a:moveTo>
                      <a:lnTo>
                        <a:pt x="2895" y="113886"/>
                      </a:lnTo>
                      <a:lnTo>
                        <a:pt x="2895" y="35737"/>
                      </a:lnTo>
                      <a:lnTo>
                        <a:pt x="17662" y="20970"/>
                      </a:lnTo>
                      <a:lnTo>
                        <a:pt x="17662" y="76909"/>
                      </a:lnTo>
                      <a:lnTo>
                        <a:pt x="17662" y="83938"/>
                      </a:lnTo>
                      <a:lnTo>
                        <a:pt x="22624" y="78976"/>
                      </a:lnTo>
                      <a:lnTo>
                        <a:pt x="97524" y="4017"/>
                      </a:lnTo>
                      <a:lnTo>
                        <a:pt x="112705" y="19198"/>
                      </a:lnTo>
                      <a:lnTo>
                        <a:pt x="37805" y="94157"/>
                      </a:lnTo>
                      <a:lnTo>
                        <a:pt x="32843" y="99119"/>
                      </a:lnTo>
                      <a:lnTo>
                        <a:pt x="39872" y="99119"/>
                      </a:lnTo>
                      <a:lnTo>
                        <a:pt x="95811" y="99119"/>
                      </a:lnTo>
                      <a:lnTo>
                        <a:pt x="81044" y="11388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401" name="Graphic 4773">
                <a:extLst>
                  <a:ext uri="{FF2B5EF4-FFF2-40B4-BE49-F238E27FC236}">
                    <a16:creationId xmlns:a16="http://schemas.microsoft.com/office/drawing/2014/main" id="{B257483E-2F63-BFA3-3F82-1F59D6459637}"/>
                  </a:ext>
                </a:extLst>
              </p:cNvPr>
              <p:cNvGrpSpPr/>
              <p:nvPr/>
            </p:nvGrpSpPr>
            <p:grpSpPr>
              <a:xfrm>
                <a:off x="1932349" y="1658589"/>
                <a:ext cx="648231" cy="115451"/>
                <a:chOff x="1932349" y="1658589"/>
                <a:chExt cx="648231" cy="115451"/>
              </a:xfrm>
              <a:grpFill/>
            </p:grpSpPr>
            <p:sp>
              <p:nvSpPr>
                <p:cNvPr id="1482" name="Freeform: Shape 1481">
                  <a:extLst>
                    <a:ext uri="{FF2B5EF4-FFF2-40B4-BE49-F238E27FC236}">
                      <a16:creationId xmlns:a16="http://schemas.microsoft.com/office/drawing/2014/main" id="{BC75301B-7B6D-EC03-73D0-C43A52726EA4}"/>
                    </a:ext>
                  </a:extLst>
                </p:cNvPr>
                <p:cNvSpPr/>
                <p:nvPr/>
              </p:nvSpPr>
              <p:spPr>
                <a:xfrm>
                  <a:off x="2171286" y="170398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70" y="22210"/>
                        <a:pt x="2540" y="17839"/>
                        <a:pt x="2540" y="12405"/>
                      </a:cubicBezTo>
                      <a:cubicBezTo>
                        <a:pt x="2540" y="6970"/>
                        <a:pt x="6911" y="2599"/>
                        <a:pt x="12346" y="2599"/>
                      </a:cubicBezTo>
                      <a:lnTo>
                        <a:pt x="12346" y="2599"/>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83" name="Freeform: Shape 1482">
                  <a:extLst>
                    <a:ext uri="{FF2B5EF4-FFF2-40B4-BE49-F238E27FC236}">
                      <a16:creationId xmlns:a16="http://schemas.microsoft.com/office/drawing/2014/main" id="{E4447786-89B3-C555-7155-1FBCA8CC15CD}"/>
                    </a:ext>
                  </a:extLst>
                </p:cNvPr>
                <p:cNvSpPr/>
                <p:nvPr/>
              </p:nvSpPr>
              <p:spPr>
                <a:xfrm>
                  <a:off x="222255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84" name="Freeform: Shape 1483">
                  <a:extLst>
                    <a:ext uri="{FF2B5EF4-FFF2-40B4-BE49-F238E27FC236}">
                      <a16:creationId xmlns:a16="http://schemas.microsoft.com/office/drawing/2014/main" id="{D7F2F760-3441-3A8D-F845-F4DE59BFB2AC}"/>
                    </a:ext>
                  </a:extLst>
                </p:cNvPr>
                <p:cNvSpPr/>
                <p:nvPr/>
              </p:nvSpPr>
              <p:spPr>
                <a:xfrm>
                  <a:off x="2248254"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85" name="Freeform: Shape 1484">
                  <a:extLst>
                    <a:ext uri="{FF2B5EF4-FFF2-40B4-BE49-F238E27FC236}">
                      <a16:creationId xmlns:a16="http://schemas.microsoft.com/office/drawing/2014/main" id="{C550E450-2A4B-6EFD-2595-CAD0C9508DA6}"/>
                    </a:ext>
                  </a:extLst>
                </p:cNvPr>
                <p:cNvSpPr/>
                <p:nvPr/>
              </p:nvSpPr>
              <p:spPr>
                <a:xfrm>
                  <a:off x="2299467"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750"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86" name="Freeform: Shape 1485">
                  <a:extLst>
                    <a:ext uri="{FF2B5EF4-FFF2-40B4-BE49-F238E27FC236}">
                      <a16:creationId xmlns:a16="http://schemas.microsoft.com/office/drawing/2014/main" id="{1587DD52-D0EB-02A0-2642-612370F707EF}"/>
                    </a:ext>
                  </a:extLst>
                </p:cNvPr>
                <p:cNvSpPr/>
                <p:nvPr/>
              </p:nvSpPr>
              <p:spPr>
                <a:xfrm>
                  <a:off x="235079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87" name="Freeform: Shape 1486">
                  <a:extLst>
                    <a:ext uri="{FF2B5EF4-FFF2-40B4-BE49-F238E27FC236}">
                      <a16:creationId xmlns:a16="http://schemas.microsoft.com/office/drawing/2014/main" id="{ACDACB67-A9CD-B5FF-DE24-F5719539CF01}"/>
                    </a:ext>
                  </a:extLst>
                </p:cNvPr>
                <p:cNvSpPr/>
                <p:nvPr/>
              </p:nvSpPr>
              <p:spPr>
                <a:xfrm>
                  <a:off x="2376435"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80"/>
                        <a:pt x="17780" y="22151"/>
                        <a:pt x="12346" y="22151"/>
                      </a:cubicBezTo>
                      <a:cubicBezTo>
                        <a:pt x="6970" y="22151"/>
                        <a:pt x="2540" y="17721"/>
                        <a:pt x="2540" y="12346"/>
                      </a:cubicBezTo>
                      <a:cubicBezTo>
                        <a:pt x="2540" y="6970"/>
                        <a:pt x="6911"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88" name="Freeform: Shape 1487">
                  <a:extLst>
                    <a:ext uri="{FF2B5EF4-FFF2-40B4-BE49-F238E27FC236}">
                      <a16:creationId xmlns:a16="http://schemas.microsoft.com/office/drawing/2014/main" id="{36F6BB7B-1E0E-C558-9605-E1AE887D6CCE}"/>
                    </a:ext>
                  </a:extLst>
                </p:cNvPr>
                <p:cNvSpPr/>
                <p:nvPr/>
              </p:nvSpPr>
              <p:spPr>
                <a:xfrm>
                  <a:off x="2402072"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89" name="Freeform: Shape 1488">
                  <a:extLst>
                    <a:ext uri="{FF2B5EF4-FFF2-40B4-BE49-F238E27FC236}">
                      <a16:creationId xmlns:a16="http://schemas.microsoft.com/office/drawing/2014/main" id="{0BD3A4F5-330C-EEAD-D7AF-31C40954CA52}"/>
                    </a:ext>
                  </a:extLst>
                </p:cNvPr>
                <p:cNvSpPr/>
                <p:nvPr/>
              </p:nvSpPr>
              <p:spPr>
                <a:xfrm>
                  <a:off x="2453344"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21"/>
                        <a:pt x="2540" y="12346"/>
                      </a:cubicBezTo>
                      <a:cubicBezTo>
                        <a:pt x="2540" y="6970"/>
                        <a:pt x="6911" y="2540"/>
                        <a:pt x="12346" y="2540"/>
                      </a:cubicBezTo>
                      <a:lnTo>
                        <a:pt x="12346" y="2540"/>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49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90" name="Freeform: Shape 1489">
                  <a:extLst>
                    <a:ext uri="{FF2B5EF4-FFF2-40B4-BE49-F238E27FC236}">
                      <a16:creationId xmlns:a16="http://schemas.microsoft.com/office/drawing/2014/main" id="{08778C6B-B3BD-C980-C838-5A57F2B6D56E}"/>
                    </a:ext>
                  </a:extLst>
                </p:cNvPr>
                <p:cNvSpPr/>
                <p:nvPr/>
              </p:nvSpPr>
              <p:spPr>
                <a:xfrm>
                  <a:off x="2504617"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91" name="Freeform: Shape 1490">
                  <a:extLst>
                    <a:ext uri="{FF2B5EF4-FFF2-40B4-BE49-F238E27FC236}">
                      <a16:creationId xmlns:a16="http://schemas.microsoft.com/office/drawing/2014/main" id="{ADE7A7BB-D908-A0D0-6105-DB6BC9AAAEB2}"/>
                    </a:ext>
                  </a:extLst>
                </p:cNvPr>
                <p:cNvSpPr/>
                <p:nvPr/>
              </p:nvSpPr>
              <p:spPr>
                <a:xfrm>
                  <a:off x="2530253"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92" name="Freeform: Shape 1491">
                  <a:extLst>
                    <a:ext uri="{FF2B5EF4-FFF2-40B4-BE49-F238E27FC236}">
                      <a16:creationId xmlns:a16="http://schemas.microsoft.com/office/drawing/2014/main" id="{A64E9E29-CA1D-68DC-24EF-5C79B21B56FC}"/>
                    </a:ext>
                  </a:extLst>
                </p:cNvPr>
                <p:cNvSpPr/>
                <p:nvPr/>
              </p:nvSpPr>
              <p:spPr>
                <a:xfrm>
                  <a:off x="2555889"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70"/>
                        <a:pt x="22151" y="12346"/>
                      </a:cubicBezTo>
                      <a:cubicBezTo>
                        <a:pt x="22151" y="17780"/>
                        <a:pt x="17780" y="22151"/>
                        <a:pt x="12346" y="22151"/>
                      </a:cubicBezTo>
                      <a:cubicBezTo>
                        <a:pt x="6911" y="22151"/>
                        <a:pt x="2540" y="17721"/>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49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93" name="Freeform: Shape 1492">
                  <a:extLst>
                    <a:ext uri="{FF2B5EF4-FFF2-40B4-BE49-F238E27FC236}">
                      <a16:creationId xmlns:a16="http://schemas.microsoft.com/office/drawing/2014/main" id="{6E6C9FD4-1E2D-D207-A83B-6E2C7BB86A05}"/>
                    </a:ext>
                  </a:extLst>
                </p:cNvPr>
                <p:cNvSpPr/>
                <p:nvPr/>
              </p:nvSpPr>
              <p:spPr>
                <a:xfrm>
                  <a:off x="2137498" y="1658767"/>
                  <a:ext cx="66719" cy="115274"/>
                </a:xfrm>
                <a:custGeom>
                  <a:avLst/>
                  <a:gdLst>
                    <a:gd name="connsiteX0" fmla="*/ 60310 w 66719"/>
                    <a:gd name="connsiteY0" fmla="*/ 115275 h 115274"/>
                    <a:gd name="connsiteX1" fmla="*/ 64859 w 66719"/>
                    <a:gd name="connsiteY1" fmla="*/ 113384 h 115274"/>
                    <a:gd name="connsiteX2" fmla="*/ 64859 w 66719"/>
                    <a:gd name="connsiteY2" fmla="*/ 104347 h 115274"/>
                    <a:gd name="connsiteX3" fmla="*/ 18134 w 66719"/>
                    <a:gd name="connsiteY3" fmla="*/ 57623 h 115274"/>
                    <a:gd name="connsiteX4" fmla="*/ 64859 w 66719"/>
                    <a:gd name="connsiteY4" fmla="*/ 10898 h 115274"/>
                    <a:gd name="connsiteX5" fmla="*/ 64859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9" y="113384"/>
                      </a:cubicBezTo>
                      <a:cubicBezTo>
                        <a:pt x="67340" y="110903"/>
                        <a:pt x="67340" y="106828"/>
                        <a:pt x="64859" y="104347"/>
                      </a:cubicBezTo>
                      <a:lnTo>
                        <a:pt x="18134" y="57623"/>
                      </a:lnTo>
                      <a:lnTo>
                        <a:pt x="64859" y="10898"/>
                      </a:lnTo>
                      <a:cubicBezTo>
                        <a:pt x="67340" y="8417"/>
                        <a:pt x="67340" y="4342"/>
                        <a:pt x="64859" y="1861"/>
                      </a:cubicBezTo>
                      <a:cubicBezTo>
                        <a:pt x="62378" y="-620"/>
                        <a:pt x="58302" y="-620"/>
                        <a:pt x="55821" y="1861"/>
                      </a:cubicBezTo>
                      <a:lnTo>
                        <a:pt x="0" y="57682"/>
                      </a:lnTo>
                      <a:lnTo>
                        <a:pt x="55821" y="113503"/>
                      </a:lnTo>
                      <a:cubicBezTo>
                        <a:pt x="57002" y="114684"/>
                        <a:pt x="58656" y="115275"/>
                        <a:pt x="60310" y="115275"/>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94" name="Freeform: Shape 1493">
                  <a:extLst>
                    <a:ext uri="{FF2B5EF4-FFF2-40B4-BE49-F238E27FC236}">
                      <a16:creationId xmlns:a16="http://schemas.microsoft.com/office/drawing/2014/main" id="{F598EBF4-3F32-A39E-7577-A77845799589}"/>
                    </a:ext>
                  </a:extLst>
                </p:cNvPr>
                <p:cNvSpPr/>
                <p:nvPr/>
              </p:nvSpPr>
              <p:spPr>
                <a:xfrm>
                  <a:off x="2086107" y="1658708"/>
                  <a:ext cx="66778" cy="115333"/>
                </a:xfrm>
                <a:custGeom>
                  <a:avLst/>
                  <a:gdLst>
                    <a:gd name="connsiteX0" fmla="*/ 60369 w 66778"/>
                    <a:gd name="connsiteY0" fmla="*/ 115334 h 115333"/>
                    <a:gd name="connsiteX1" fmla="*/ 64918 w 66778"/>
                    <a:gd name="connsiteY1" fmla="*/ 113443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3"/>
                      </a:cubicBezTo>
                      <a:cubicBezTo>
                        <a:pt x="67399" y="110963"/>
                        <a:pt x="67399" y="106887"/>
                        <a:pt x="64918" y="104347"/>
                      </a:cubicBezTo>
                      <a:lnTo>
                        <a:pt x="18134" y="57623"/>
                      </a:lnTo>
                      <a:lnTo>
                        <a:pt x="64918" y="10898"/>
                      </a:lnTo>
                      <a:cubicBezTo>
                        <a:pt x="67399" y="8417"/>
                        <a:pt x="67399" y="4342"/>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95" name="Freeform: Shape 1494">
                  <a:extLst>
                    <a:ext uri="{FF2B5EF4-FFF2-40B4-BE49-F238E27FC236}">
                      <a16:creationId xmlns:a16="http://schemas.microsoft.com/office/drawing/2014/main" id="{1AB39443-45E1-7A8B-32E5-F995B42631F5}"/>
                    </a:ext>
                  </a:extLst>
                </p:cNvPr>
                <p:cNvSpPr/>
                <p:nvPr/>
              </p:nvSpPr>
              <p:spPr>
                <a:xfrm>
                  <a:off x="2034894" y="165858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7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96" name="Freeform: Shape 1495">
                  <a:extLst>
                    <a:ext uri="{FF2B5EF4-FFF2-40B4-BE49-F238E27FC236}">
                      <a16:creationId xmlns:a16="http://schemas.microsoft.com/office/drawing/2014/main" id="{317C955E-D51A-A7C8-1D5C-EC5AF44860FE}"/>
                    </a:ext>
                  </a:extLst>
                </p:cNvPr>
                <p:cNvSpPr/>
                <p:nvPr/>
              </p:nvSpPr>
              <p:spPr>
                <a:xfrm>
                  <a:off x="1983621" y="165858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618" y="114684"/>
                        <a:pt x="64859" y="113444"/>
                      </a:cubicBezTo>
                      <a:cubicBezTo>
                        <a:pt x="67340" y="110963"/>
                        <a:pt x="67340" y="106887"/>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97" name="Freeform: Shape 1496">
                  <a:extLst>
                    <a:ext uri="{FF2B5EF4-FFF2-40B4-BE49-F238E27FC236}">
                      <a16:creationId xmlns:a16="http://schemas.microsoft.com/office/drawing/2014/main" id="{F9E4E919-AF68-2BB5-BEB7-C05C8C1D0782}"/>
                    </a:ext>
                  </a:extLst>
                </p:cNvPr>
                <p:cNvSpPr/>
                <p:nvPr/>
              </p:nvSpPr>
              <p:spPr>
                <a:xfrm>
                  <a:off x="1932349" y="1658648"/>
                  <a:ext cx="66719" cy="115274"/>
                </a:xfrm>
                <a:custGeom>
                  <a:avLst/>
                  <a:gdLst>
                    <a:gd name="connsiteX0" fmla="*/ 60310 w 66719"/>
                    <a:gd name="connsiteY0" fmla="*/ 115275 h 115274"/>
                    <a:gd name="connsiteX1" fmla="*/ 64858 w 66719"/>
                    <a:gd name="connsiteY1" fmla="*/ 113384 h 115274"/>
                    <a:gd name="connsiteX2" fmla="*/ 64858 w 66719"/>
                    <a:gd name="connsiteY2" fmla="*/ 104347 h 115274"/>
                    <a:gd name="connsiteX3" fmla="*/ 18134 w 66719"/>
                    <a:gd name="connsiteY3" fmla="*/ 57623 h 115274"/>
                    <a:gd name="connsiteX4" fmla="*/ 64858 w 66719"/>
                    <a:gd name="connsiteY4" fmla="*/ 10898 h 115274"/>
                    <a:gd name="connsiteX5" fmla="*/ 64858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8" y="113384"/>
                      </a:cubicBezTo>
                      <a:cubicBezTo>
                        <a:pt x="67340" y="110904"/>
                        <a:pt x="67340" y="106828"/>
                        <a:pt x="64858" y="104347"/>
                      </a:cubicBezTo>
                      <a:lnTo>
                        <a:pt x="18134" y="57623"/>
                      </a:lnTo>
                      <a:lnTo>
                        <a:pt x="64858" y="10898"/>
                      </a:lnTo>
                      <a:cubicBezTo>
                        <a:pt x="67340" y="8417"/>
                        <a:pt x="67340" y="4342"/>
                        <a:pt x="64858" y="1861"/>
                      </a:cubicBezTo>
                      <a:cubicBezTo>
                        <a:pt x="62378" y="-620"/>
                        <a:pt x="58302" y="-620"/>
                        <a:pt x="55821" y="1861"/>
                      </a:cubicBezTo>
                      <a:lnTo>
                        <a:pt x="0" y="57682"/>
                      </a:lnTo>
                      <a:lnTo>
                        <a:pt x="55821" y="113503"/>
                      </a:lnTo>
                      <a:cubicBezTo>
                        <a:pt x="57002" y="114625"/>
                        <a:pt x="58656" y="115275"/>
                        <a:pt x="60310" y="115275"/>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402" name="Graphic 4773">
                <a:extLst>
                  <a:ext uri="{FF2B5EF4-FFF2-40B4-BE49-F238E27FC236}">
                    <a16:creationId xmlns:a16="http://schemas.microsoft.com/office/drawing/2014/main" id="{914CB02C-A092-0685-2595-9F70AB6A573C}"/>
                  </a:ext>
                </a:extLst>
              </p:cNvPr>
              <p:cNvGrpSpPr/>
              <p:nvPr/>
            </p:nvGrpSpPr>
            <p:grpSpPr>
              <a:xfrm>
                <a:off x="455605" y="4257600"/>
                <a:ext cx="648231" cy="115511"/>
                <a:chOff x="455605" y="4257600"/>
                <a:chExt cx="648231" cy="115511"/>
              </a:xfrm>
              <a:grpFill/>
            </p:grpSpPr>
            <p:sp>
              <p:nvSpPr>
                <p:cNvPr id="1466" name="Freeform: Shape 1465">
                  <a:extLst>
                    <a:ext uri="{FF2B5EF4-FFF2-40B4-BE49-F238E27FC236}">
                      <a16:creationId xmlns:a16="http://schemas.microsoft.com/office/drawing/2014/main" id="{4A3EA2D4-F1B0-6ECB-0247-55C4C1FC4614}"/>
                    </a:ext>
                  </a:extLst>
                </p:cNvPr>
                <p:cNvSpPr/>
                <p:nvPr/>
              </p:nvSpPr>
              <p:spPr>
                <a:xfrm>
                  <a:off x="694542" y="4303054"/>
                  <a:ext cx="24691" cy="24750"/>
                </a:xfrm>
                <a:custGeom>
                  <a:avLst/>
                  <a:gdLst>
                    <a:gd name="connsiteX0" fmla="*/ 12346 w 24691"/>
                    <a:gd name="connsiteY0" fmla="*/ 2599 h 24750"/>
                    <a:gd name="connsiteX1" fmla="*/ 22151 w 24691"/>
                    <a:gd name="connsiteY1" fmla="*/ 12405 h 24750"/>
                    <a:gd name="connsiteX2" fmla="*/ 12346 w 24691"/>
                    <a:gd name="connsiteY2" fmla="*/ 22210 h 24750"/>
                    <a:gd name="connsiteX3" fmla="*/ 2540 w 24691"/>
                    <a:gd name="connsiteY3" fmla="*/ 12405 h 24750"/>
                    <a:gd name="connsiteX4" fmla="*/ 12346 w 24691"/>
                    <a:gd name="connsiteY4" fmla="*/ 2599 h 24750"/>
                    <a:gd name="connsiteX5" fmla="*/ 12346 w 24691"/>
                    <a:gd name="connsiteY5" fmla="*/ 2599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99"/>
                      </a:moveTo>
                      <a:cubicBezTo>
                        <a:pt x="17780" y="2599"/>
                        <a:pt x="22151" y="6971"/>
                        <a:pt x="22151" y="12405"/>
                      </a:cubicBezTo>
                      <a:cubicBezTo>
                        <a:pt x="22151" y="17839"/>
                        <a:pt x="17780" y="22210"/>
                        <a:pt x="12346" y="22210"/>
                      </a:cubicBezTo>
                      <a:cubicBezTo>
                        <a:pt x="6911" y="22210"/>
                        <a:pt x="2540" y="17839"/>
                        <a:pt x="2540" y="12405"/>
                      </a:cubicBezTo>
                      <a:cubicBezTo>
                        <a:pt x="2540" y="6971"/>
                        <a:pt x="6911" y="2599"/>
                        <a:pt x="12346" y="2599"/>
                      </a:cubicBezTo>
                      <a:lnTo>
                        <a:pt x="12346" y="2599"/>
                      </a:lnTo>
                      <a:close/>
                      <a:moveTo>
                        <a:pt x="12346" y="0"/>
                      </a:moveTo>
                      <a:cubicBezTo>
                        <a:pt x="5493" y="0"/>
                        <a:pt x="0" y="5553"/>
                        <a:pt x="0" y="12346"/>
                      </a:cubicBezTo>
                      <a:cubicBezTo>
                        <a:pt x="0" y="19198"/>
                        <a:pt x="5553" y="24750"/>
                        <a:pt x="12346" y="24750"/>
                      </a:cubicBezTo>
                      <a:cubicBezTo>
                        <a:pt x="19198" y="24750"/>
                        <a:pt x="24691" y="19198"/>
                        <a:pt x="24691" y="12346"/>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67" name="Freeform: Shape 1466">
                  <a:extLst>
                    <a:ext uri="{FF2B5EF4-FFF2-40B4-BE49-F238E27FC236}">
                      <a16:creationId xmlns:a16="http://schemas.microsoft.com/office/drawing/2014/main" id="{22969B7F-DC23-78F3-8532-DB26575FA23D}"/>
                    </a:ext>
                  </a:extLst>
                </p:cNvPr>
                <p:cNvSpPr/>
                <p:nvPr/>
              </p:nvSpPr>
              <p:spPr>
                <a:xfrm>
                  <a:off x="745814"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98"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68" name="Freeform: Shape 1467">
                  <a:extLst>
                    <a:ext uri="{FF2B5EF4-FFF2-40B4-BE49-F238E27FC236}">
                      <a16:creationId xmlns:a16="http://schemas.microsoft.com/office/drawing/2014/main" id="{5262E2E3-5E41-452F-EAB9-93D714830926}"/>
                    </a:ext>
                  </a:extLst>
                </p:cNvPr>
                <p:cNvSpPr/>
                <p:nvPr/>
              </p:nvSpPr>
              <p:spPr>
                <a:xfrm>
                  <a:off x="771510"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69" name="Freeform: Shape 1468">
                  <a:extLst>
                    <a:ext uri="{FF2B5EF4-FFF2-40B4-BE49-F238E27FC236}">
                      <a16:creationId xmlns:a16="http://schemas.microsoft.com/office/drawing/2014/main" id="{4212CFAE-98FD-4FCE-6B1E-01994A88BCA0}"/>
                    </a:ext>
                  </a:extLst>
                </p:cNvPr>
                <p:cNvSpPr/>
                <p:nvPr/>
              </p:nvSpPr>
              <p:spPr>
                <a:xfrm>
                  <a:off x="822723" y="4303054"/>
                  <a:ext cx="24691" cy="24750"/>
                </a:xfrm>
                <a:custGeom>
                  <a:avLst/>
                  <a:gdLst>
                    <a:gd name="connsiteX0" fmla="*/ 12346 w 24691"/>
                    <a:gd name="connsiteY0" fmla="*/ 2540 h 24750"/>
                    <a:gd name="connsiteX1" fmla="*/ 22151 w 24691"/>
                    <a:gd name="connsiteY1" fmla="*/ 12346 h 24750"/>
                    <a:gd name="connsiteX2" fmla="*/ 12346 w 24691"/>
                    <a:gd name="connsiteY2" fmla="*/ 22151 h 24750"/>
                    <a:gd name="connsiteX3" fmla="*/ 2540 w 24691"/>
                    <a:gd name="connsiteY3" fmla="*/ 12346 h 24750"/>
                    <a:gd name="connsiteX4" fmla="*/ 12346 w 24691"/>
                    <a:gd name="connsiteY4" fmla="*/ 2540 h 24750"/>
                    <a:gd name="connsiteX5" fmla="*/ 12346 w 24691"/>
                    <a:gd name="connsiteY5" fmla="*/ 2540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1"/>
                        <a:pt x="6970" y="2540"/>
                        <a:pt x="12346" y="2540"/>
                      </a:cubicBezTo>
                      <a:lnTo>
                        <a:pt x="12346" y="2540"/>
                      </a:lnTo>
                      <a:close/>
                      <a:moveTo>
                        <a:pt x="12346" y="0"/>
                      </a:moveTo>
                      <a:cubicBezTo>
                        <a:pt x="5494" y="0"/>
                        <a:pt x="0" y="5553"/>
                        <a:pt x="0" y="12346"/>
                      </a:cubicBezTo>
                      <a:cubicBezTo>
                        <a:pt x="0" y="19198"/>
                        <a:pt x="5553" y="24750"/>
                        <a:pt x="12346" y="24750"/>
                      </a:cubicBezTo>
                      <a:cubicBezTo>
                        <a:pt x="19198" y="24750"/>
                        <a:pt x="24691" y="19198"/>
                        <a:pt x="24691" y="12346"/>
                      </a:cubicBezTo>
                      <a:cubicBezTo>
                        <a:pt x="24750"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70" name="Freeform: Shape 1469">
                  <a:extLst>
                    <a:ext uri="{FF2B5EF4-FFF2-40B4-BE49-F238E27FC236}">
                      <a16:creationId xmlns:a16="http://schemas.microsoft.com/office/drawing/2014/main" id="{D2B7181C-63AA-5B27-CAEC-325E249DB54A}"/>
                    </a:ext>
                  </a:extLst>
                </p:cNvPr>
                <p:cNvSpPr/>
                <p:nvPr/>
              </p:nvSpPr>
              <p:spPr>
                <a:xfrm>
                  <a:off x="874055"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71" name="Freeform: Shape 1470">
                  <a:extLst>
                    <a:ext uri="{FF2B5EF4-FFF2-40B4-BE49-F238E27FC236}">
                      <a16:creationId xmlns:a16="http://schemas.microsoft.com/office/drawing/2014/main" id="{2B2C6F48-B1DF-5DC4-338B-CA72F56777DF}"/>
                    </a:ext>
                  </a:extLst>
                </p:cNvPr>
                <p:cNvSpPr/>
                <p:nvPr/>
              </p:nvSpPr>
              <p:spPr>
                <a:xfrm>
                  <a:off x="899691"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21"/>
                        <a:pt x="17780" y="22151"/>
                        <a:pt x="12346" y="22151"/>
                      </a:cubicBezTo>
                      <a:cubicBezTo>
                        <a:pt x="6970" y="22151"/>
                        <a:pt x="2540" y="17721"/>
                        <a:pt x="2540" y="12346"/>
                      </a:cubicBezTo>
                      <a:cubicBezTo>
                        <a:pt x="2540" y="6971"/>
                        <a:pt x="6911" y="2540"/>
                        <a:pt x="12346" y="2540"/>
                      </a:cubicBezTo>
                      <a:lnTo>
                        <a:pt x="12346" y="2540"/>
                      </a:lnTo>
                      <a:close/>
                      <a:moveTo>
                        <a:pt x="12346" y="0"/>
                      </a:moveTo>
                      <a:cubicBezTo>
                        <a:pt x="5494"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72" name="Freeform: Shape 1471">
                  <a:extLst>
                    <a:ext uri="{FF2B5EF4-FFF2-40B4-BE49-F238E27FC236}">
                      <a16:creationId xmlns:a16="http://schemas.microsoft.com/office/drawing/2014/main" id="{E26EB745-D569-22EF-7068-1E433240EE64}"/>
                    </a:ext>
                  </a:extLst>
                </p:cNvPr>
                <p:cNvSpPr/>
                <p:nvPr/>
              </p:nvSpPr>
              <p:spPr>
                <a:xfrm>
                  <a:off x="925327"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4" y="24750"/>
                        <a:pt x="0" y="19198"/>
                        <a:pt x="0" y="12346"/>
                      </a:cubicBezTo>
                      <a:cubicBezTo>
                        <a:pt x="0" y="5494"/>
                        <a:pt x="5553" y="0"/>
                        <a:pt x="12346" y="0"/>
                      </a:cubicBezTo>
                      <a:cubicBezTo>
                        <a:pt x="19139"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73" name="Freeform: Shape 1472">
                  <a:extLst>
                    <a:ext uri="{FF2B5EF4-FFF2-40B4-BE49-F238E27FC236}">
                      <a16:creationId xmlns:a16="http://schemas.microsoft.com/office/drawing/2014/main" id="{1D5DFF26-8113-5A1C-F28F-C55BB2898DC7}"/>
                    </a:ext>
                  </a:extLst>
                </p:cNvPr>
                <p:cNvSpPr/>
                <p:nvPr/>
              </p:nvSpPr>
              <p:spPr>
                <a:xfrm>
                  <a:off x="976600"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80"/>
                        <a:pt x="2540" y="12346"/>
                      </a:cubicBezTo>
                      <a:cubicBezTo>
                        <a:pt x="2540" y="6971"/>
                        <a:pt x="6911" y="2540"/>
                        <a:pt x="12346" y="2540"/>
                      </a:cubicBezTo>
                      <a:lnTo>
                        <a:pt x="12346" y="2540"/>
                      </a:lnTo>
                      <a:close/>
                      <a:moveTo>
                        <a:pt x="12346" y="0"/>
                      </a:moveTo>
                      <a:cubicBezTo>
                        <a:pt x="5493"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74" name="Freeform: Shape 1473">
                  <a:extLst>
                    <a:ext uri="{FF2B5EF4-FFF2-40B4-BE49-F238E27FC236}">
                      <a16:creationId xmlns:a16="http://schemas.microsoft.com/office/drawing/2014/main" id="{761A2FF6-252C-702A-DEB6-A544D6F8687D}"/>
                    </a:ext>
                  </a:extLst>
                </p:cNvPr>
                <p:cNvSpPr/>
                <p:nvPr/>
              </p:nvSpPr>
              <p:spPr>
                <a:xfrm>
                  <a:off x="1027872"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553"/>
                        <a:pt x="5553" y="0"/>
                        <a:pt x="12346" y="0"/>
                      </a:cubicBezTo>
                      <a:cubicBezTo>
                        <a:pt x="19198"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75" name="Freeform: Shape 1474">
                  <a:extLst>
                    <a:ext uri="{FF2B5EF4-FFF2-40B4-BE49-F238E27FC236}">
                      <a16:creationId xmlns:a16="http://schemas.microsoft.com/office/drawing/2014/main" id="{8598AC12-AF11-1E18-7C4D-9CF308597D50}"/>
                    </a:ext>
                  </a:extLst>
                </p:cNvPr>
                <p:cNvSpPr/>
                <p:nvPr/>
              </p:nvSpPr>
              <p:spPr>
                <a:xfrm>
                  <a:off x="1053509"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3" y="24750"/>
                        <a:pt x="0" y="19198"/>
                        <a:pt x="0" y="12346"/>
                      </a:cubicBezTo>
                      <a:cubicBezTo>
                        <a:pt x="0" y="5494"/>
                        <a:pt x="5552" y="0"/>
                        <a:pt x="12346" y="0"/>
                      </a:cubicBezTo>
                      <a:cubicBezTo>
                        <a:pt x="19198"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76" name="Freeform: Shape 1475">
                  <a:extLst>
                    <a:ext uri="{FF2B5EF4-FFF2-40B4-BE49-F238E27FC236}">
                      <a16:creationId xmlns:a16="http://schemas.microsoft.com/office/drawing/2014/main" id="{9AB6F409-C052-2AD6-5E21-CE0F917CBDEB}"/>
                    </a:ext>
                  </a:extLst>
                </p:cNvPr>
                <p:cNvSpPr/>
                <p:nvPr/>
              </p:nvSpPr>
              <p:spPr>
                <a:xfrm>
                  <a:off x="1079145" y="430299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5 h 24691"/>
                    <a:gd name="connsiteX8" fmla="*/ 12346 w 24691"/>
                    <a:gd name="connsiteY8" fmla="*/ 24691 h 24691"/>
                    <a:gd name="connsiteX9" fmla="*/ 24691 w 24691"/>
                    <a:gd name="connsiteY9" fmla="*/ 12345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11" y="22210"/>
                        <a:pt x="2540" y="17839"/>
                        <a:pt x="2540" y="12405"/>
                      </a:cubicBezTo>
                      <a:cubicBezTo>
                        <a:pt x="2540" y="6970"/>
                        <a:pt x="6970" y="2599"/>
                        <a:pt x="12346" y="2599"/>
                      </a:cubicBezTo>
                      <a:lnTo>
                        <a:pt x="12346" y="2599"/>
                      </a:lnTo>
                      <a:close/>
                      <a:moveTo>
                        <a:pt x="12346" y="0"/>
                      </a:moveTo>
                      <a:cubicBezTo>
                        <a:pt x="5493" y="0"/>
                        <a:pt x="0" y="5553"/>
                        <a:pt x="0" y="12345"/>
                      </a:cubicBezTo>
                      <a:cubicBezTo>
                        <a:pt x="0" y="19198"/>
                        <a:pt x="5553" y="24691"/>
                        <a:pt x="12346" y="24691"/>
                      </a:cubicBezTo>
                      <a:cubicBezTo>
                        <a:pt x="19198" y="24691"/>
                        <a:pt x="24691" y="19139"/>
                        <a:pt x="24691" y="12345"/>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77" name="Freeform: Shape 1476">
                  <a:extLst>
                    <a:ext uri="{FF2B5EF4-FFF2-40B4-BE49-F238E27FC236}">
                      <a16:creationId xmlns:a16="http://schemas.microsoft.com/office/drawing/2014/main" id="{5560479E-A206-1DC0-147E-734FC44C13A9}"/>
                    </a:ext>
                  </a:extLst>
                </p:cNvPr>
                <p:cNvSpPr/>
                <p:nvPr/>
              </p:nvSpPr>
              <p:spPr>
                <a:xfrm>
                  <a:off x="660754" y="4257777"/>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7"/>
                      </a:lnTo>
                      <a:cubicBezTo>
                        <a:pt x="67340" y="8476"/>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78" name="Freeform: Shape 1477">
                  <a:extLst>
                    <a:ext uri="{FF2B5EF4-FFF2-40B4-BE49-F238E27FC236}">
                      <a16:creationId xmlns:a16="http://schemas.microsoft.com/office/drawing/2014/main" id="{3992AEFC-920A-6B71-BD8E-8A91AB57146A}"/>
                    </a:ext>
                  </a:extLst>
                </p:cNvPr>
                <p:cNvSpPr/>
                <p:nvPr/>
              </p:nvSpPr>
              <p:spPr>
                <a:xfrm>
                  <a:off x="609363" y="4257777"/>
                  <a:ext cx="66778" cy="115333"/>
                </a:xfrm>
                <a:custGeom>
                  <a:avLst/>
                  <a:gdLst>
                    <a:gd name="connsiteX0" fmla="*/ 60369 w 66778"/>
                    <a:gd name="connsiteY0" fmla="*/ 115334 h 115333"/>
                    <a:gd name="connsiteX1" fmla="*/ 64918 w 66778"/>
                    <a:gd name="connsiteY1" fmla="*/ 113444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4"/>
                      </a:cubicBezTo>
                      <a:cubicBezTo>
                        <a:pt x="67399" y="110963"/>
                        <a:pt x="67399" y="106887"/>
                        <a:pt x="64918" y="104347"/>
                      </a:cubicBezTo>
                      <a:lnTo>
                        <a:pt x="18134" y="57623"/>
                      </a:lnTo>
                      <a:lnTo>
                        <a:pt x="64918" y="10898"/>
                      </a:lnTo>
                      <a:cubicBezTo>
                        <a:pt x="67399" y="8417"/>
                        <a:pt x="67399" y="4341"/>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79" name="Freeform: Shape 1478">
                  <a:extLst>
                    <a:ext uri="{FF2B5EF4-FFF2-40B4-BE49-F238E27FC236}">
                      <a16:creationId xmlns:a16="http://schemas.microsoft.com/office/drawing/2014/main" id="{33F851E3-3889-7CB0-28F8-18E09DA2905F}"/>
                    </a:ext>
                  </a:extLst>
                </p:cNvPr>
                <p:cNvSpPr/>
                <p:nvPr/>
              </p:nvSpPr>
              <p:spPr>
                <a:xfrm>
                  <a:off x="558150" y="425765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80" name="Freeform: Shape 1479">
                  <a:extLst>
                    <a:ext uri="{FF2B5EF4-FFF2-40B4-BE49-F238E27FC236}">
                      <a16:creationId xmlns:a16="http://schemas.microsoft.com/office/drawing/2014/main" id="{A53745AE-0152-58C4-FA68-9AA8BFCE5C5C}"/>
                    </a:ext>
                  </a:extLst>
                </p:cNvPr>
                <p:cNvSpPr/>
                <p:nvPr/>
              </p:nvSpPr>
              <p:spPr>
                <a:xfrm>
                  <a:off x="506877" y="4257600"/>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7"/>
                        <a:pt x="67340" y="4401"/>
                        <a:pt x="64859" y="1861"/>
                      </a:cubicBezTo>
                      <a:cubicBezTo>
                        <a:pt x="62378" y="-620"/>
                        <a:pt x="58302" y="-620"/>
                        <a:pt x="55821" y="1861"/>
                      </a:cubicBezTo>
                      <a:lnTo>
                        <a:pt x="0" y="57682"/>
                      </a:lnTo>
                      <a:lnTo>
                        <a:pt x="55821" y="113503"/>
                      </a:lnTo>
                      <a:cubicBezTo>
                        <a:pt x="57002" y="114802"/>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81" name="Freeform: Shape 1480">
                  <a:extLst>
                    <a:ext uri="{FF2B5EF4-FFF2-40B4-BE49-F238E27FC236}">
                      <a16:creationId xmlns:a16="http://schemas.microsoft.com/office/drawing/2014/main" id="{3B74162E-3C68-2D0B-D699-B2540F19E31C}"/>
                    </a:ext>
                  </a:extLst>
                </p:cNvPr>
                <p:cNvSpPr/>
                <p:nvPr/>
              </p:nvSpPr>
              <p:spPr>
                <a:xfrm>
                  <a:off x="455605" y="425765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8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02" y="114684"/>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403" name="Graphic 4773">
                <a:extLst>
                  <a:ext uri="{FF2B5EF4-FFF2-40B4-BE49-F238E27FC236}">
                    <a16:creationId xmlns:a16="http://schemas.microsoft.com/office/drawing/2014/main" id="{D33FCA3D-5D65-38DD-85BE-2E7D9142C92B}"/>
                  </a:ext>
                </a:extLst>
              </p:cNvPr>
              <p:cNvGrpSpPr/>
              <p:nvPr/>
            </p:nvGrpSpPr>
            <p:grpSpPr>
              <a:xfrm>
                <a:off x="3234542" y="2956736"/>
                <a:ext cx="583845" cy="119557"/>
                <a:chOff x="3234542" y="2956736"/>
                <a:chExt cx="583845" cy="119557"/>
              </a:xfrm>
              <a:grpFill/>
            </p:grpSpPr>
            <p:grpSp>
              <p:nvGrpSpPr>
                <p:cNvPr id="1455" name="Graphic 4773">
                  <a:extLst>
                    <a:ext uri="{FF2B5EF4-FFF2-40B4-BE49-F238E27FC236}">
                      <a16:creationId xmlns:a16="http://schemas.microsoft.com/office/drawing/2014/main" id="{E5FD6D73-1654-05B4-32EF-B7344D369BEF}"/>
                    </a:ext>
                  </a:extLst>
                </p:cNvPr>
                <p:cNvGrpSpPr/>
                <p:nvPr/>
              </p:nvGrpSpPr>
              <p:grpSpPr>
                <a:xfrm>
                  <a:off x="3234542" y="2956736"/>
                  <a:ext cx="119557" cy="119557"/>
                  <a:chOff x="3234542" y="2956736"/>
                  <a:chExt cx="119557" cy="119557"/>
                </a:xfrm>
                <a:grpFill/>
              </p:grpSpPr>
              <p:sp>
                <p:nvSpPr>
                  <p:cNvPr id="1464" name="Freeform: Shape 1463">
                    <a:extLst>
                      <a:ext uri="{FF2B5EF4-FFF2-40B4-BE49-F238E27FC236}">
                        <a16:creationId xmlns:a16="http://schemas.microsoft.com/office/drawing/2014/main" id="{39242DFC-B7E4-383B-FD7B-0383DE63FA73}"/>
                      </a:ext>
                    </a:extLst>
                  </p:cNvPr>
                  <p:cNvSpPr/>
                  <p:nvPr/>
                </p:nvSpPr>
                <p:spPr>
                  <a:xfrm>
                    <a:off x="3273941" y="2978474"/>
                    <a:ext cx="40698" cy="76199"/>
                  </a:xfrm>
                  <a:custGeom>
                    <a:avLst/>
                    <a:gdLst>
                      <a:gd name="connsiteX0" fmla="*/ 38868 w 40698"/>
                      <a:gd name="connsiteY0" fmla="*/ 76200 h 76199"/>
                      <a:gd name="connsiteX1" fmla="*/ 40167 w 40698"/>
                      <a:gd name="connsiteY1" fmla="*/ 75668 h 76199"/>
                      <a:gd name="connsiteX2" fmla="*/ 40167 w 40698"/>
                      <a:gd name="connsiteY2" fmla="*/ 73128 h 76199"/>
                      <a:gd name="connsiteX3" fmla="*/ 5139 w 40698"/>
                      <a:gd name="connsiteY3" fmla="*/ 38100 h 76199"/>
                      <a:gd name="connsiteX4" fmla="*/ 40167 w 40698"/>
                      <a:gd name="connsiteY4" fmla="*/ 3072 h 76199"/>
                      <a:gd name="connsiteX5" fmla="*/ 40167 w 40698"/>
                      <a:gd name="connsiteY5" fmla="*/ 532 h 76199"/>
                      <a:gd name="connsiteX6" fmla="*/ 37627 w 40698"/>
                      <a:gd name="connsiteY6" fmla="*/ 532 h 76199"/>
                      <a:gd name="connsiteX7" fmla="*/ 0 w 40698"/>
                      <a:gd name="connsiteY7" fmla="*/ 38159 h 76199"/>
                      <a:gd name="connsiteX8" fmla="*/ 37627 w 40698"/>
                      <a:gd name="connsiteY8" fmla="*/ 75786 h 76199"/>
                      <a:gd name="connsiteX9" fmla="*/ 38868 w 40698"/>
                      <a:gd name="connsiteY9" fmla="*/ 76200 h 76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8" h="76199">
                        <a:moveTo>
                          <a:pt x="38868" y="76200"/>
                        </a:moveTo>
                        <a:cubicBezTo>
                          <a:pt x="39340" y="76200"/>
                          <a:pt x="39813" y="76023"/>
                          <a:pt x="40167" y="75668"/>
                        </a:cubicBezTo>
                        <a:cubicBezTo>
                          <a:pt x="40876" y="74960"/>
                          <a:pt x="40876" y="73837"/>
                          <a:pt x="40167" y="73128"/>
                        </a:cubicBezTo>
                        <a:lnTo>
                          <a:pt x="5139" y="38100"/>
                        </a:lnTo>
                        <a:lnTo>
                          <a:pt x="40167" y="3072"/>
                        </a:lnTo>
                        <a:cubicBezTo>
                          <a:pt x="40876" y="2363"/>
                          <a:pt x="40876" y="1240"/>
                          <a:pt x="40167" y="532"/>
                        </a:cubicBezTo>
                        <a:cubicBezTo>
                          <a:pt x="39459" y="-177"/>
                          <a:pt x="38336" y="-177"/>
                          <a:pt x="37627" y="532"/>
                        </a:cubicBezTo>
                        <a:lnTo>
                          <a:pt x="0" y="38159"/>
                        </a:lnTo>
                        <a:lnTo>
                          <a:pt x="37627" y="75786"/>
                        </a:lnTo>
                        <a:cubicBezTo>
                          <a:pt x="37982" y="76023"/>
                          <a:pt x="38454" y="76200"/>
                          <a:pt x="38868" y="7620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65" name="Freeform: Shape 1464">
                    <a:extLst>
                      <a:ext uri="{FF2B5EF4-FFF2-40B4-BE49-F238E27FC236}">
                        <a16:creationId xmlns:a16="http://schemas.microsoft.com/office/drawing/2014/main" id="{7A8830A8-49D4-6AD6-95CE-840A34925406}"/>
                      </a:ext>
                    </a:extLst>
                  </p:cNvPr>
                  <p:cNvSpPr/>
                  <p:nvPr/>
                </p:nvSpPr>
                <p:spPr>
                  <a:xfrm>
                    <a:off x="3234542" y="2956736"/>
                    <a:ext cx="119557" cy="119557"/>
                  </a:xfrm>
                  <a:custGeom>
                    <a:avLst/>
                    <a:gdLst>
                      <a:gd name="connsiteX0" fmla="*/ 59779 w 119557"/>
                      <a:gd name="connsiteY0" fmla="*/ 6025 h 119557"/>
                      <a:gd name="connsiteX1" fmla="*/ 113532 w 119557"/>
                      <a:gd name="connsiteY1" fmla="*/ 59779 h 119557"/>
                      <a:gd name="connsiteX2" fmla="*/ 59779 w 119557"/>
                      <a:gd name="connsiteY2" fmla="*/ 113532 h 119557"/>
                      <a:gd name="connsiteX3" fmla="*/ 6025 w 119557"/>
                      <a:gd name="connsiteY3" fmla="*/ 59779 h 119557"/>
                      <a:gd name="connsiteX4" fmla="*/ 59779 w 119557"/>
                      <a:gd name="connsiteY4" fmla="*/ 6025 h 119557"/>
                      <a:gd name="connsiteX5" fmla="*/ 59779 w 119557"/>
                      <a:gd name="connsiteY5" fmla="*/ 6025 h 119557"/>
                      <a:gd name="connsiteX6" fmla="*/ 59779 w 119557"/>
                      <a:gd name="connsiteY6" fmla="*/ 0 h 119557"/>
                      <a:gd name="connsiteX7" fmla="*/ 0 w 119557"/>
                      <a:gd name="connsiteY7" fmla="*/ 59779 h 119557"/>
                      <a:gd name="connsiteX8" fmla="*/ 59779 w 119557"/>
                      <a:gd name="connsiteY8" fmla="*/ 119557 h 119557"/>
                      <a:gd name="connsiteX9" fmla="*/ 119557 w 119557"/>
                      <a:gd name="connsiteY9" fmla="*/ 59779 h 119557"/>
                      <a:gd name="connsiteX10" fmla="*/ 59779 w 119557"/>
                      <a:gd name="connsiteY10" fmla="*/ 0 h 119557"/>
                      <a:gd name="connsiteX11" fmla="*/ 59779 w 119557"/>
                      <a:gd name="connsiteY11" fmla="*/ 0 h 119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9557" h="119557">
                        <a:moveTo>
                          <a:pt x="59779" y="6025"/>
                        </a:moveTo>
                        <a:cubicBezTo>
                          <a:pt x="89431" y="6025"/>
                          <a:pt x="113532" y="30126"/>
                          <a:pt x="113532" y="59779"/>
                        </a:cubicBezTo>
                        <a:cubicBezTo>
                          <a:pt x="113532" y="89432"/>
                          <a:pt x="89431" y="113532"/>
                          <a:pt x="59779" y="113532"/>
                        </a:cubicBezTo>
                        <a:cubicBezTo>
                          <a:pt x="30125" y="113532"/>
                          <a:pt x="6025" y="89432"/>
                          <a:pt x="6025" y="59779"/>
                        </a:cubicBezTo>
                        <a:cubicBezTo>
                          <a:pt x="6025" y="30126"/>
                          <a:pt x="30125" y="6025"/>
                          <a:pt x="59779" y="6025"/>
                        </a:cubicBezTo>
                        <a:lnTo>
                          <a:pt x="59779" y="6025"/>
                        </a:lnTo>
                        <a:close/>
                        <a:moveTo>
                          <a:pt x="59779" y="0"/>
                        </a:moveTo>
                        <a:cubicBezTo>
                          <a:pt x="26758" y="0"/>
                          <a:pt x="0" y="26759"/>
                          <a:pt x="0" y="59779"/>
                        </a:cubicBezTo>
                        <a:cubicBezTo>
                          <a:pt x="0" y="92799"/>
                          <a:pt x="26758" y="119557"/>
                          <a:pt x="59779" y="119557"/>
                        </a:cubicBezTo>
                        <a:cubicBezTo>
                          <a:pt x="92798" y="119557"/>
                          <a:pt x="119557" y="92799"/>
                          <a:pt x="119557" y="59779"/>
                        </a:cubicBezTo>
                        <a:cubicBezTo>
                          <a:pt x="119498" y="26759"/>
                          <a:pt x="92740" y="0"/>
                          <a:pt x="59779" y="0"/>
                        </a:cubicBezTo>
                        <a:lnTo>
                          <a:pt x="59779"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1456" name="Freeform: Shape 1455">
                  <a:extLst>
                    <a:ext uri="{FF2B5EF4-FFF2-40B4-BE49-F238E27FC236}">
                      <a16:creationId xmlns:a16="http://schemas.microsoft.com/office/drawing/2014/main" id="{9D52A6BA-A10A-F27F-3555-B67AF8188F0C}"/>
                    </a:ext>
                  </a:extLst>
                </p:cNvPr>
                <p:cNvSpPr/>
                <p:nvPr/>
              </p:nvSpPr>
              <p:spPr>
                <a:xfrm>
                  <a:off x="3376250"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57" name="Freeform: Shape 1456">
                  <a:extLst>
                    <a:ext uri="{FF2B5EF4-FFF2-40B4-BE49-F238E27FC236}">
                      <a16:creationId xmlns:a16="http://schemas.microsoft.com/office/drawing/2014/main" id="{5BE3119E-5266-960E-397B-BE9B1428D2BA}"/>
                    </a:ext>
                  </a:extLst>
                </p:cNvPr>
                <p:cNvSpPr/>
                <p:nvPr/>
              </p:nvSpPr>
              <p:spPr>
                <a:xfrm>
                  <a:off x="345729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51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58" name="Freeform: Shape 1457">
                  <a:extLst>
                    <a:ext uri="{FF2B5EF4-FFF2-40B4-BE49-F238E27FC236}">
                      <a16:creationId xmlns:a16="http://schemas.microsoft.com/office/drawing/2014/main" id="{52C745A3-1DFF-3C7A-2EDC-710B40B3CBFE}"/>
                    </a:ext>
                  </a:extLst>
                </p:cNvPr>
                <p:cNvSpPr/>
                <p:nvPr/>
              </p:nvSpPr>
              <p:spPr>
                <a:xfrm>
                  <a:off x="3497816"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514"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649"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59" name="Freeform: Shape 1458">
                  <a:extLst>
                    <a:ext uri="{FF2B5EF4-FFF2-40B4-BE49-F238E27FC236}">
                      <a16:creationId xmlns:a16="http://schemas.microsoft.com/office/drawing/2014/main" id="{93AEA56F-2788-ED43-C642-F0CDB4F6CF62}"/>
                    </a:ext>
                  </a:extLst>
                </p:cNvPr>
                <p:cNvSpPr/>
                <p:nvPr/>
              </p:nvSpPr>
              <p:spPr>
                <a:xfrm>
                  <a:off x="353833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60" name="Freeform: Shape 1459">
                  <a:extLst>
                    <a:ext uri="{FF2B5EF4-FFF2-40B4-BE49-F238E27FC236}">
                      <a16:creationId xmlns:a16="http://schemas.microsoft.com/office/drawing/2014/main" id="{D6343815-2EA2-0248-159E-BC29863AB3F9}"/>
                    </a:ext>
                  </a:extLst>
                </p:cNvPr>
                <p:cNvSpPr/>
                <p:nvPr/>
              </p:nvSpPr>
              <p:spPr>
                <a:xfrm>
                  <a:off x="3619381"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649"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61" name="Freeform: Shape 1460">
                  <a:extLst>
                    <a:ext uri="{FF2B5EF4-FFF2-40B4-BE49-F238E27FC236}">
                      <a16:creationId xmlns:a16="http://schemas.microsoft.com/office/drawing/2014/main" id="{A95EE6F1-027B-5537-7E63-B8ACFA9D2777}"/>
                    </a:ext>
                  </a:extLst>
                </p:cNvPr>
                <p:cNvSpPr/>
                <p:nvPr/>
              </p:nvSpPr>
              <p:spPr>
                <a:xfrm>
                  <a:off x="3659962"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62" name="Freeform: Shape 1461">
                  <a:extLst>
                    <a:ext uri="{FF2B5EF4-FFF2-40B4-BE49-F238E27FC236}">
                      <a16:creationId xmlns:a16="http://schemas.microsoft.com/office/drawing/2014/main" id="{80F8CA46-7716-8FB0-69E7-7F9E8888D795}"/>
                    </a:ext>
                  </a:extLst>
                </p:cNvPr>
                <p:cNvSpPr/>
                <p:nvPr/>
              </p:nvSpPr>
              <p:spPr>
                <a:xfrm>
                  <a:off x="370048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63" name="Freeform: Shape 1462">
                  <a:extLst>
                    <a:ext uri="{FF2B5EF4-FFF2-40B4-BE49-F238E27FC236}">
                      <a16:creationId xmlns:a16="http://schemas.microsoft.com/office/drawing/2014/main" id="{92F2D07D-E474-EDB0-E994-34A2EF5C727F}"/>
                    </a:ext>
                  </a:extLst>
                </p:cNvPr>
                <p:cNvSpPr/>
                <p:nvPr/>
              </p:nvSpPr>
              <p:spPr>
                <a:xfrm>
                  <a:off x="378152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404" name="Graphic 4773">
                <a:extLst>
                  <a:ext uri="{FF2B5EF4-FFF2-40B4-BE49-F238E27FC236}">
                    <a16:creationId xmlns:a16="http://schemas.microsoft.com/office/drawing/2014/main" id="{F0A64EB6-07FB-8954-1C95-E460C031A6F0}"/>
                  </a:ext>
                </a:extLst>
              </p:cNvPr>
              <p:cNvGrpSpPr/>
              <p:nvPr/>
            </p:nvGrpSpPr>
            <p:grpSpPr>
              <a:xfrm>
                <a:off x="2640418" y="2129759"/>
                <a:ext cx="886046" cy="59069"/>
                <a:chOff x="2640418" y="2129759"/>
                <a:chExt cx="886046" cy="59069"/>
              </a:xfrm>
              <a:grpFill/>
            </p:grpSpPr>
            <p:sp>
              <p:nvSpPr>
                <p:cNvPr id="1447" name="Freeform: Shape 1446">
                  <a:extLst>
                    <a:ext uri="{FF2B5EF4-FFF2-40B4-BE49-F238E27FC236}">
                      <a16:creationId xmlns:a16="http://schemas.microsoft.com/office/drawing/2014/main" id="{1ACC1963-6AC3-D9E9-8D53-BC45E896F232}"/>
                    </a:ext>
                  </a:extLst>
                </p:cNvPr>
                <p:cNvSpPr/>
                <p:nvPr/>
              </p:nvSpPr>
              <p:spPr>
                <a:xfrm>
                  <a:off x="3467395"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48" name="Freeform: Shape 1447">
                  <a:extLst>
                    <a:ext uri="{FF2B5EF4-FFF2-40B4-BE49-F238E27FC236}">
                      <a16:creationId xmlns:a16="http://schemas.microsoft.com/office/drawing/2014/main" id="{9004250E-38C0-A450-0980-99808338A967}"/>
                    </a:ext>
                  </a:extLst>
                </p:cNvPr>
                <p:cNvSpPr/>
                <p:nvPr/>
              </p:nvSpPr>
              <p:spPr>
                <a:xfrm>
                  <a:off x="3349255"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49" name="Freeform: Shape 1448">
                  <a:extLst>
                    <a:ext uri="{FF2B5EF4-FFF2-40B4-BE49-F238E27FC236}">
                      <a16:creationId xmlns:a16="http://schemas.microsoft.com/office/drawing/2014/main" id="{D5431CD1-71CA-4BC4-8B9A-F72255B08096}"/>
                    </a:ext>
                  </a:extLst>
                </p:cNvPr>
                <p:cNvSpPr/>
                <p:nvPr/>
              </p:nvSpPr>
              <p:spPr>
                <a:xfrm>
                  <a:off x="3231116"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50" name="Freeform: Shape 1449">
                  <a:extLst>
                    <a:ext uri="{FF2B5EF4-FFF2-40B4-BE49-F238E27FC236}">
                      <a16:creationId xmlns:a16="http://schemas.microsoft.com/office/drawing/2014/main" id="{3C9205A6-13C5-65B8-CFC1-25029C42A806}"/>
                    </a:ext>
                  </a:extLst>
                </p:cNvPr>
                <p:cNvSpPr/>
                <p:nvPr/>
              </p:nvSpPr>
              <p:spPr>
                <a:xfrm>
                  <a:off x="3112976"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51" name="Freeform: Shape 1450">
                  <a:extLst>
                    <a:ext uri="{FF2B5EF4-FFF2-40B4-BE49-F238E27FC236}">
                      <a16:creationId xmlns:a16="http://schemas.microsoft.com/office/drawing/2014/main" id="{F5628EB0-2781-1AB3-C433-A404FBE80266}"/>
                    </a:ext>
                  </a:extLst>
                </p:cNvPr>
                <p:cNvSpPr/>
                <p:nvPr/>
              </p:nvSpPr>
              <p:spPr>
                <a:xfrm>
                  <a:off x="2994837"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52" name="Freeform: Shape 1451">
                  <a:extLst>
                    <a:ext uri="{FF2B5EF4-FFF2-40B4-BE49-F238E27FC236}">
                      <a16:creationId xmlns:a16="http://schemas.microsoft.com/office/drawing/2014/main" id="{01405286-7886-F0B7-C0CC-CE348D18CB72}"/>
                    </a:ext>
                  </a:extLst>
                </p:cNvPr>
                <p:cNvSpPr/>
                <p:nvPr/>
              </p:nvSpPr>
              <p:spPr>
                <a:xfrm>
                  <a:off x="2876697"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53" name="Freeform: Shape 1452">
                  <a:extLst>
                    <a:ext uri="{FF2B5EF4-FFF2-40B4-BE49-F238E27FC236}">
                      <a16:creationId xmlns:a16="http://schemas.microsoft.com/office/drawing/2014/main" id="{B10879C1-6462-C910-3694-D541BEA7D1DA}"/>
                    </a:ext>
                  </a:extLst>
                </p:cNvPr>
                <p:cNvSpPr/>
                <p:nvPr/>
              </p:nvSpPr>
              <p:spPr>
                <a:xfrm>
                  <a:off x="2758558"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54" name="Freeform: Shape 1453">
                  <a:extLst>
                    <a:ext uri="{FF2B5EF4-FFF2-40B4-BE49-F238E27FC236}">
                      <a16:creationId xmlns:a16="http://schemas.microsoft.com/office/drawing/2014/main" id="{0EAAE8D4-AB7C-5B05-4631-4E1A29088208}"/>
                    </a:ext>
                  </a:extLst>
                </p:cNvPr>
                <p:cNvSpPr/>
                <p:nvPr/>
              </p:nvSpPr>
              <p:spPr>
                <a:xfrm>
                  <a:off x="2640418"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405" name="Graphic 4773">
                <a:extLst>
                  <a:ext uri="{FF2B5EF4-FFF2-40B4-BE49-F238E27FC236}">
                    <a16:creationId xmlns:a16="http://schemas.microsoft.com/office/drawing/2014/main" id="{9E1D5383-D661-F13A-08C3-382EEC19ED3A}"/>
                  </a:ext>
                </a:extLst>
              </p:cNvPr>
              <p:cNvGrpSpPr/>
              <p:nvPr/>
            </p:nvGrpSpPr>
            <p:grpSpPr>
              <a:xfrm>
                <a:off x="1990651" y="4610690"/>
                <a:ext cx="886046" cy="59069"/>
                <a:chOff x="1990651" y="4610690"/>
                <a:chExt cx="886046" cy="59069"/>
              </a:xfrm>
              <a:grpFill/>
            </p:grpSpPr>
            <p:sp>
              <p:nvSpPr>
                <p:cNvPr id="1439" name="Freeform: Shape 1438">
                  <a:extLst>
                    <a:ext uri="{FF2B5EF4-FFF2-40B4-BE49-F238E27FC236}">
                      <a16:creationId xmlns:a16="http://schemas.microsoft.com/office/drawing/2014/main" id="{0B7EAEE5-8318-43E3-2EBD-F8A7EA9BB1F4}"/>
                    </a:ext>
                  </a:extLst>
                </p:cNvPr>
                <p:cNvSpPr/>
                <p:nvPr/>
              </p:nvSpPr>
              <p:spPr>
                <a:xfrm>
                  <a:off x="2817627"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40" name="Freeform: Shape 1439">
                  <a:extLst>
                    <a:ext uri="{FF2B5EF4-FFF2-40B4-BE49-F238E27FC236}">
                      <a16:creationId xmlns:a16="http://schemas.microsoft.com/office/drawing/2014/main" id="{94E8ECB7-A77B-B9FE-2ED0-C6CAB6009E62}"/>
                    </a:ext>
                  </a:extLst>
                </p:cNvPr>
                <p:cNvSpPr/>
                <p:nvPr/>
              </p:nvSpPr>
              <p:spPr>
                <a:xfrm>
                  <a:off x="2699488"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41" name="Freeform: Shape 1440">
                  <a:extLst>
                    <a:ext uri="{FF2B5EF4-FFF2-40B4-BE49-F238E27FC236}">
                      <a16:creationId xmlns:a16="http://schemas.microsoft.com/office/drawing/2014/main" id="{7D62105F-DB73-A6D5-1303-EEA17BA978B8}"/>
                    </a:ext>
                  </a:extLst>
                </p:cNvPr>
                <p:cNvSpPr/>
                <p:nvPr/>
              </p:nvSpPr>
              <p:spPr>
                <a:xfrm>
                  <a:off x="2581348"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42" name="Freeform: Shape 1441">
                  <a:extLst>
                    <a:ext uri="{FF2B5EF4-FFF2-40B4-BE49-F238E27FC236}">
                      <a16:creationId xmlns:a16="http://schemas.microsoft.com/office/drawing/2014/main" id="{B2295CC6-A61C-8276-680E-985C3EF16DD6}"/>
                    </a:ext>
                  </a:extLst>
                </p:cNvPr>
                <p:cNvSpPr/>
                <p:nvPr/>
              </p:nvSpPr>
              <p:spPr>
                <a:xfrm>
                  <a:off x="246320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43" name="Freeform: Shape 1442">
                  <a:extLst>
                    <a:ext uri="{FF2B5EF4-FFF2-40B4-BE49-F238E27FC236}">
                      <a16:creationId xmlns:a16="http://schemas.microsoft.com/office/drawing/2014/main" id="{89544728-D145-AEB3-3A38-E4B5D18493D3}"/>
                    </a:ext>
                  </a:extLst>
                </p:cNvPr>
                <p:cNvSpPr/>
                <p:nvPr/>
              </p:nvSpPr>
              <p:spPr>
                <a:xfrm>
                  <a:off x="234506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44" name="Freeform: Shape 1443">
                  <a:extLst>
                    <a:ext uri="{FF2B5EF4-FFF2-40B4-BE49-F238E27FC236}">
                      <a16:creationId xmlns:a16="http://schemas.microsoft.com/office/drawing/2014/main" id="{2A69D153-2251-DDCA-AC34-44E5496F06B3}"/>
                    </a:ext>
                  </a:extLst>
                </p:cNvPr>
                <p:cNvSpPr/>
                <p:nvPr/>
              </p:nvSpPr>
              <p:spPr>
                <a:xfrm>
                  <a:off x="2226930"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45" name="Freeform: Shape 1444">
                  <a:extLst>
                    <a:ext uri="{FF2B5EF4-FFF2-40B4-BE49-F238E27FC236}">
                      <a16:creationId xmlns:a16="http://schemas.microsoft.com/office/drawing/2014/main" id="{43F682E5-E4CA-5596-9E6B-7ADC956F0417}"/>
                    </a:ext>
                  </a:extLst>
                </p:cNvPr>
                <p:cNvSpPr/>
                <p:nvPr/>
              </p:nvSpPr>
              <p:spPr>
                <a:xfrm>
                  <a:off x="2108790"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46" name="Freeform: Shape 1445">
                  <a:extLst>
                    <a:ext uri="{FF2B5EF4-FFF2-40B4-BE49-F238E27FC236}">
                      <a16:creationId xmlns:a16="http://schemas.microsoft.com/office/drawing/2014/main" id="{0B6D35CF-5719-C656-BA1B-3530711CB17D}"/>
                    </a:ext>
                  </a:extLst>
                </p:cNvPr>
                <p:cNvSpPr/>
                <p:nvPr/>
              </p:nvSpPr>
              <p:spPr>
                <a:xfrm>
                  <a:off x="1990651"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1406" name="Freeform: Shape 1405">
                <a:extLst>
                  <a:ext uri="{FF2B5EF4-FFF2-40B4-BE49-F238E27FC236}">
                    <a16:creationId xmlns:a16="http://schemas.microsoft.com/office/drawing/2014/main" id="{1B2F5685-F817-C12F-0839-D37CB4745D73}"/>
                  </a:ext>
                </a:extLst>
              </p:cNvPr>
              <p:cNvSpPr/>
              <p:nvPr/>
            </p:nvSpPr>
            <p:spPr>
              <a:xfrm rot="-2700000">
                <a:off x="3497758" y="3223441"/>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07" name="Freeform: Shape 1406">
                <a:extLst>
                  <a:ext uri="{FF2B5EF4-FFF2-40B4-BE49-F238E27FC236}">
                    <a16:creationId xmlns:a16="http://schemas.microsoft.com/office/drawing/2014/main" id="{D6FB0F3F-23FC-4939-F50F-832B5F833FFA}"/>
                  </a:ext>
                </a:extLst>
              </p:cNvPr>
              <p:cNvSpPr/>
              <p:nvPr/>
            </p:nvSpPr>
            <p:spPr>
              <a:xfrm>
                <a:off x="3350142"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08" name="Freeform: Shape 1407">
                <a:extLst>
                  <a:ext uri="{FF2B5EF4-FFF2-40B4-BE49-F238E27FC236}">
                    <a16:creationId xmlns:a16="http://schemas.microsoft.com/office/drawing/2014/main" id="{8BA50B2A-DF43-8AA5-53C0-CC86D3C61991}"/>
                  </a:ext>
                </a:extLst>
              </p:cNvPr>
              <p:cNvSpPr/>
              <p:nvPr/>
            </p:nvSpPr>
            <p:spPr>
              <a:xfrm>
                <a:off x="3202467"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09" name="Freeform: Shape 1408">
                <a:extLst>
                  <a:ext uri="{FF2B5EF4-FFF2-40B4-BE49-F238E27FC236}">
                    <a16:creationId xmlns:a16="http://schemas.microsoft.com/office/drawing/2014/main" id="{7D0E3726-5FEC-BB33-1FAE-1D88342AE9D7}"/>
                  </a:ext>
                </a:extLst>
              </p:cNvPr>
              <p:cNvSpPr/>
              <p:nvPr/>
            </p:nvSpPr>
            <p:spPr>
              <a:xfrm rot="-2700000">
                <a:off x="3054737" y="3223438"/>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10" name="Freeform: Shape 1409">
                <a:extLst>
                  <a:ext uri="{FF2B5EF4-FFF2-40B4-BE49-F238E27FC236}">
                    <a16:creationId xmlns:a16="http://schemas.microsoft.com/office/drawing/2014/main" id="{B2A220CC-4B59-75AD-182B-88B9B6F90D4B}"/>
                  </a:ext>
                </a:extLst>
              </p:cNvPr>
              <p:cNvSpPr/>
              <p:nvPr/>
            </p:nvSpPr>
            <p:spPr>
              <a:xfrm rot="-2700000">
                <a:off x="2907066" y="3223435"/>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11" name="Freeform: Shape 1410">
                <a:extLst>
                  <a:ext uri="{FF2B5EF4-FFF2-40B4-BE49-F238E27FC236}">
                    <a16:creationId xmlns:a16="http://schemas.microsoft.com/office/drawing/2014/main" id="{F4AD2E60-6BE7-6866-FD5A-2949BD429EFA}"/>
                  </a:ext>
                </a:extLst>
              </p:cNvPr>
              <p:cNvSpPr/>
              <p:nvPr/>
            </p:nvSpPr>
            <p:spPr>
              <a:xfrm>
                <a:off x="2759444"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12" name="Freeform: Shape 1411">
                <a:extLst>
                  <a:ext uri="{FF2B5EF4-FFF2-40B4-BE49-F238E27FC236}">
                    <a16:creationId xmlns:a16="http://schemas.microsoft.com/office/drawing/2014/main" id="{B3AA589C-67FF-B1DC-275C-B58D55DD7C83}"/>
                  </a:ext>
                </a:extLst>
              </p:cNvPr>
              <p:cNvSpPr/>
              <p:nvPr/>
            </p:nvSpPr>
            <p:spPr>
              <a:xfrm>
                <a:off x="2611769"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13" name="Freeform: Shape 1412">
                <a:extLst>
                  <a:ext uri="{FF2B5EF4-FFF2-40B4-BE49-F238E27FC236}">
                    <a16:creationId xmlns:a16="http://schemas.microsoft.com/office/drawing/2014/main" id="{18FE2A3D-0399-A5BB-9654-DB229F095ADE}"/>
                  </a:ext>
                </a:extLst>
              </p:cNvPr>
              <p:cNvSpPr/>
              <p:nvPr/>
            </p:nvSpPr>
            <p:spPr>
              <a:xfrm rot="-2700000">
                <a:off x="2464040" y="3223432"/>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14" name="Freeform: Shape 1413">
                <a:extLst>
                  <a:ext uri="{FF2B5EF4-FFF2-40B4-BE49-F238E27FC236}">
                    <a16:creationId xmlns:a16="http://schemas.microsoft.com/office/drawing/2014/main" id="{4CA6897F-7337-8760-90B0-F0676D9542D6}"/>
                  </a:ext>
                </a:extLst>
              </p:cNvPr>
              <p:cNvSpPr/>
              <p:nvPr/>
            </p:nvSpPr>
            <p:spPr>
              <a:xfrm>
                <a:off x="1038446" y="3340749"/>
                <a:ext cx="191326" cy="177091"/>
              </a:xfrm>
              <a:custGeom>
                <a:avLst/>
                <a:gdLst>
                  <a:gd name="connsiteX0" fmla="*/ 88546 w 191326"/>
                  <a:gd name="connsiteY0" fmla="*/ 0 h 177091"/>
                  <a:gd name="connsiteX1" fmla="*/ 113887 w 191326"/>
                  <a:gd name="connsiteY1" fmla="*/ 25341 h 177091"/>
                  <a:gd name="connsiteX2" fmla="*/ 71474 w 191326"/>
                  <a:gd name="connsiteY2" fmla="*/ 67694 h 177091"/>
                  <a:gd name="connsiteX3" fmla="*/ 191327 w 191326"/>
                  <a:gd name="connsiteY3" fmla="*/ 67694 h 177091"/>
                  <a:gd name="connsiteX4" fmla="*/ 191327 w 191326"/>
                  <a:gd name="connsiteY4" fmla="*/ 106916 h 177091"/>
                  <a:gd name="connsiteX5" fmla="*/ 68934 w 191326"/>
                  <a:gd name="connsiteY5" fmla="*/ 106916 h 177091"/>
                  <a:gd name="connsiteX6" fmla="*/ 113887 w 191326"/>
                  <a:gd name="connsiteY6" fmla="*/ 151809 h 177091"/>
                  <a:gd name="connsiteX7" fmla="*/ 88546 w 191326"/>
                  <a:gd name="connsiteY7" fmla="*/ 177091 h 177091"/>
                  <a:gd name="connsiteX8" fmla="*/ 0 w 191326"/>
                  <a:gd name="connsiteY8" fmla="*/ 88546 h 177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326" h="177091">
                    <a:moveTo>
                      <a:pt x="88546" y="0"/>
                    </a:moveTo>
                    <a:lnTo>
                      <a:pt x="113887" y="25341"/>
                    </a:lnTo>
                    <a:lnTo>
                      <a:pt x="71474" y="67694"/>
                    </a:lnTo>
                    <a:lnTo>
                      <a:pt x="191327" y="67694"/>
                    </a:lnTo>
                    <a:lnTo>
                      <a:pt x="191327" y="106916"/>
                    </a:lnTo>
                    <a:lnTo>
                      <a:pt x="68934" y="106916"/>
                    </a:lnTo>
                    <a:lnTo>
                      <a:pt x="113887" y="151809"/>
                    </a:lnTo>
                    <a:lnTo>
                      <a:pt x="88546" y="177091"/>
                    </a:lnTo>
                    <a:lnTo>
                      <a:pt x="0" y="8854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15" name="Freeform: Shape 1414">
                <a:extLst>
                  <a:ext uri="{FF2B5EF4-FFF2-40B4-BE49-F238E27FC236}">
                    <a16:creationId xmlns:a16="http://schemas.microsoft.com/office/drawing/2014/main" id="{7615382E-3086-C106-2BFC-F0FC31FCBCCF}"/>
                  </a:ext>
                </a:extLst>
              </p:cNvPr>
              <p:cNvSpPr/>
              <p:nvPr/>
            </p:nvSpPr>
            <p:spPr>
              <a:xfrm>
                <a:off x="5004626" y="1576512"/>
                <a:ext cx="174374" cy="161437"/>
              </a:xfrm>
              <a:custGeom>
                <a:avLst/>
                <a:gdLst>
                  <a:gd name="connsiteX0" fmla="*/ 80690 w 174374"/>
                  <a:gd name="connsiteY0" fmla="*/ 0 h 161437"/>
                  <a:gd name="connsiteX1" fmla="*/ 103727 w 174374"/>
                  <a:gd name="connsiteY1" fmla="*/ 23037 h 161437"/>
                  <a:gd name="connsiteX2" fmla="*/ 65154 w 174374"/>
                  <a:gd name="connsiteY2" fmla="*/ 61669 h 161437"/>
                  <a:gd name="connsiteX3" fmla="*/ 174374 w 174374"/>
                  <a:gd name="connsiteY3" fmla="*/ 61669 h 161437"/>
                  <a:gd name="connsiteX4" fmla="*/ 174374 w 174374"/>
                  <a:gd name="connsiteY4" fmla="*/ 97406 h 161437"/>
                  <a:gd name="connsiteX5" fmla="*/ 62850 w 174374"/>
                  <a:gd name="connsiteY5" fmla="*/ 97406 h 161437"/>
                  <a:gd name="connsiteX6" fmla="*/ 103727 w 174374"/>
                  <a:gd name="connsiteY6" fmla="*/ 138341 h 161437"/>
                  <a:gd name="connsiteX7" fmla="*/ 80690 w 174374"/>
                  <a:gd name="connsiteY7" fmla="*/ 161438 h 161437"/>
                  <a:gd name="connsiteX8" fmla="*/ 0 w 174374"/>
                  <a:gd name="connsiteY8" fmla="*/ 80689 h 16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4374" h="161437">
                    <a:moveTo>
                      <a:pt x="80690" y="0"/>
                    </a:moveTo>
                    <a:lnTo>
                      <a:pt x="103727" y="23037"/>
                    </a:lnTo>
                    <a:lnTo>
                      <a:pt x="65154" y="61669"/>
                    </a:lnTo>
                    <a:lnTo>
                      <a:pt x="174374" y="61669"/>
                    </a:lnTo>
                    <a:lnTo>
                      <a:pt x="174374" y="97406"/>
                    </a:lnTo>
                    <a:lnTo>
                      <a:pt x="62850" y="97406"/>
                    </a:lnTo>
                    <a:lnTo>
                      <a:pt x="103727" y="138341"/>
                    </a:lnTo>
                    <a:lnTo>
                      <a:pt x="80690" y="161438"/>
                    </a:lnTo>
                    <a:lnTo>
                      <a:pt x="0" y="8068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1416" name="Graphic 4773">
                <a:extLst>
                  <a:ext uri="{FF2B5EF4-FFF2-40B4-BE49-F238E27FC236}">
                    <a16:creationId xmlns:a16="http://schemas.microsoft.com/office/drawing/2014/main" id="{42976288-5AB8-FCB3-5263-0916CC16BF58}"/>
                  </a:ext>
                </a:extLst>
              </p:cNvPr>
              <p:cNvGrpSpPr/>
              <p:nvPr/>
            </p:nvGrpSpPr>
            <p:grpSpPr>
              <a:xfrm>
                <a:off x="457259" y="2897903"/>
                <a:ext cx="526784" cy="117726"/>
                <a:chOff x="457259" y="2897903"/>
                <a:chExt cx="526784" cy="117726"/>
              </a:xfrm>
              <a:grpFill/>
            </p:grpSpPr>
            <p:sp>
              <p:nvSpPr>
                <p:cNvPr id="1417" name="Freeform: Shape 1416">
                  <a:extLst>
                    <a:ext uri="{FF2B5EF4-FFF2-40B4-BE49-F238E27FC236}">
                      <a16:creationId xmlns:a16="http://schemas.microsoft.com/office/drawing/2014/main" id="{BE212B66-530C-8A8C-D127-0A2E0C6D2D63}"/>
                    </a:ext>
                  </a:extLst>
                </p:cNvPr>
                <p:cNvSpPr/>
                <p:nvPr/>
              </p:nvSpPr>
              <p:spPr>
                <a:xfrm>
                  <a:off x="882147" y="2924248"/>
                  <a:ext cx="8269" cy="9214"/>
                </a:xfrm>
                <a:custGeom>
                  <a:avLst/>
                  <a:gdLst>
                    <a:gd name="connsiteX0" fmla="*/ 0 w 8269"/>
                    <a:gd name="connsiteY0" fmla="*/ 3131 h 9214"/>
                    <a:gd name="connsiteX1" fmla="*/ 5316 w 8269"/>
                    <a:gd name="connsiteY1" fmla="*/ 0 h 9214"/>
                    <a:gd name="connsiteX2" fmla="*/ 8270 w 8269"/>
                    <a:gd name="connsiteY2" fmla="*/ 5139 h 9214"/>
                    <a:gd name="connsiteX3" fmla="*/ 5907 w 8269"/>
                    <a:gd name="connsiteY3" fmla="*/ 6498 h 9214"/>
                    <a:gd name="connsiteX4" fmla="*/ 5907 w 8269"/>
                    <a:gd name="connsiteY4" fmla="*/ 9215 h 9214"/>
                    <a:gd name="connsiteX5" fmla="*/ 0 w 8269"/>
                    <a:gd name="connsiteY5" fmla="*/ 9215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0" y="3131"/>
                      </a:moveTo>
                      <a:lnTo>
                        <a:pt x="5316" y="0"/>
                      </a:lnTo>
                      <a:lnTo>
                        <a:pt x="8270" y="5139"/>
                      </a:lnTo>
                      <a:lnTo>
                        <a:pt x="5907" y="6498"/>
                      </a:lnTo>
                      <a:lnTo>
                        <a:pt x="5907" y="9215"/>
                      </a:lnTo>
                      <a:lnTo>
                        <a:pt x="0" y="9215"/>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18" name="Freeform: Shape 1417">
                  <a:extLst>
                    <a:ext uri="{FF2B5EF4-FFF2-40B4-BE49-F238E27FC236}">
                      <a16:creationId xmlns:a16="http://schemas.microsoft.com/office/drawing/2014/main" id="{ADCE93D5-9BA1-A5F4-4B9C-2C8BF9801CB5}"/>
                    </a:ext>
                  </a:extLst>
                </p:cNvPr>
                <p:cNvSpPr/>
                <p:nvPr/>
              </p:nvSpPr>
              <p:spPr>
                <a:xfrm rot="-1800341">
                  <a:off x="896354" y="2917003"/>
                  <a:ext cx="9333" cy="5907"/>
                </a:xfrm>
                <a:custGeom>
                  <a:avLst/>
                  <a:gdLst>
                    <a:gd name="connsiteX0" fmla="*/ 0 w 9333"/>
                    <a:gd name="connsiteY0" fmla="*/ 0 h 5907"/>
                    <a:gd name="connsiteX1" fmla="*/ 9333 w 9333"/>
                    <a:gd name="connsiteY1" fmla="*/ 0 h 5907"/>
                    <a:gd name="connsiteX2" fmla="*/ 9333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3" y="0"/>
                      </a:lnTo>
                      <a:lnTo>
                        <a:pt x="9333"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19" name="Freeform: Shape 1418">
                  <a:extLst>
                    <a:ext uri="{FF2B5EF4-FFF2-40B4-BE49-F238E27FC236}">
                      <a16:creationId xmlns:a16="http://schemas.microsoft.com/office/drawing/2014/main" id="{293827E0-66A9-3D40-9D25-210A68679A1A}"/>
                    </a:ext>
                  </a:extLst>
                </p:cNvPr>
                <p:cNvSpPr/>
                <p:nvPr/>
              </p:nvSpPr>
              <p:spPr>
                <a:xfrm>
                  <a:off x="911682" y="2905641"/>
                  <a:ext cx="10986" cy="9805"/>
                </a:xfrm>
                <a:custGeom>
                  <a:avLst/>
                  <a:gdLst>
                    <a:gd name="connsiteX0" fmla="*/ 8033 w 10986"/>
                    <a:gd name="connsiteY0" fmla="*/ 0 h 9805"/>
                    <a:gd name="connsiteX1" fmla="*/ 10987 w 10986"/>
                    <a:gd name="connsiteY1" fmla="*/ 5139 h 9805"/>
                    <a:gd name="connsiteX2" fmla="*/ 2953 w 10986"/>
                    <a:gd name="connsiteY2" fmla="*/ 9806 h 9805"/>
                    <a:gd name="connsiteX3" fmla="*/ 0 w 10986"/>
                    <a:gd name="connsiteY3" fmla="*/ 4667 h 9805"/>
                  </a:gdLst>
                  <a:ahLst/>
                  <a:cxnLst>
                    <a:cxn ang="0">
                      <a:pos x="connsiteX0" y="connsiteY0"/>
                    </a:cxn>
                    <a:cxn ang="0">
                      <a:pos x="connsiteX1" y="connsiteY1"/>
                    </a:cxn>
                    <a:cxn ang="0">
                      <a:pos x="connsiteX2" y="connsiteY2"/>
                    </a:cxn>
                    <a:cxn ang="0">
                      <a:pos x="connsiteX3" y="connsiteY3"/>
                    </a:cxn>
                  </a:cxnLst>
                  <a:rect l="l" t="t" r="r" b="b"/>
                  <a:pathLst>
                    <a:path w="10986" h="9805">
                      <a:moveTo>
                        <a:pt x="8033" y="0"/>
                      </a:moveTo>
                      <a:lnTo>
                        <a:pt x="10987" y="5139"/>
                      </a:lnTo>
                      <a:lnTo>
                        <a:pt x="2953" y="9806"/>
                      </a:lnTo>
                      <a:lnTo>
                        <a:pt x="0" y="466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20" name="Freeform: Shape 1419">
                  <a:extLst>
                    <a:ext uri="{FF2B5EF4-FFF2-40B4-BE49-F238E27FC236}">
                      <a16:creationId xmlns:a16="http://schemas.microsoft.com/office/drawing/2014/main" id="{101EE8BE-0EB0-D5DC-00A8-DC1DD15025DA}"/>
                    </a:ext>
                  </a:extLst>
                </p:cNvPr>
                <p:cNvSpPr/>
                <p:nvPr/>
              </p:nvSpPr>
              <p:spPr>
                <a:xfrm>
                  <a:off x="927808" y="2897903"/>
                  <a:ext cx="10632" cy="8210"/>
                </a:xfrm>
                <a:custGeom>
                  <a:avLst/>
                  <a:gdLst>
                    <a:gd name="connsiteX0" fmla="*/ 5257 w 10632"/>
                    <a:gd name="connsiteY0" fmla="*/ 0 h 8210"/>
                    <a:gd name="connsiteX1" fmla="*/ 10632 w 10632"/>
                    <a:gd name="connsiteY1" fmla="*/ 3072 h 8210"/>
                    <a:gd name="connsiteX2" fmla="*/ 7679 w 10632"/>
                    <a:gd name="connsiteY2" fmla="*/ 8211 h 8210"/>
                    <a:gd name="connsiteX3" fmla="*/ 5257 w 10632"/>
                    <a:gd name="connsiteY3" fmla="*/ 6852 h 8210"/>
                    <a:gd name="connsiteX4" fmla="*/ 2953 w 10632"/>
                    <a:gd name="connsiteY4" fmla="*/ 8211 h 8210"/>
                    <a:gd name="connsiteX5" fmla="*/ 0 w 10632"/>
                    <a:gd name="connsiteY5" fmla="*/ 3072 h 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10">
                      <a:moveTo>
                        <a:pt x="5257" y="0"/>
                      </a:moveTo>
                      <a:lnTo>
                        <a:pt x="10632" y="3072"/>
                      </a:lnTo>
                      <a:lnTo>
                        <a:pt x="7679" y="8211"/>
                      </a:lnTo>
                      <a:lnTo>
                        <a:pt x="5257" y="6852"/>
                      </a:lnTo>
                      <a:lnTo>
                        <a:pt x="2953" y="8211"/>
                      </a:lnTo>
                      <a:lnTo>
                        <a:pt x="0" y="3072"/>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21" name="Freeform: Shape 1420">
                  <a:extLst>
                    <a:ext uri="{FF2B5EF4-FFF2-40B4-BE49-F238E27FC236}">
                      <a16:creationId xmlns:a16="http://schemas.microsoft.com/office/drawing/2014/main" id="{0FB70654-402B-C8D1-1146-1A559D648658}"/>
                    </a:ext>
                  </a:extLst>
                </p:cNvPr>
                <p:cNvSpPr/>
                <p:nvPr/>
              </p:nvSpPr>
              <p:spPr>
                <a:xfrm>
                  <a:off x="959647" y="2914915"/>
                  <a:ext cx="11046" cy="9805"/>
                </a:xfrm>
                <a:custGeom>
                  <a:avLst/>
                  <a:gdLst>
                    <a:gd name="connsiteX0" fmla="*/ 2953 w 11046"/>
                    <a:gd name="connsiteY0" fmla="*/ 0 h 9805"/>
                    <a:gd name="connsiteX1" fmla="*/ 11046 w 11046"/>
                    <a:gd name="connsiteY1" fmla="*/ 4726 h 9805"/>
                    <a:gd name="connsiteX2" fmla="*/ 8033 w 11046"/>
                    <a:gd name="connsiteY2" fmla="*/ 9806 h 9805"/>
                    <a:gd name="connsiteX3" fmla="*/ 0 w 11046"/>
                    <a:gd name="connsiteY3" fmla="*/ 5139 h 9805"/>
                  </a:gdLst>
                  <a:ahLst/>
                  <a:cxnLst>
                    <a:cxn ang="0">
                      <a:pos x="connsiteX0" y="connsiteY0"/>
                    </a:cxn>
                    <a:cxn ang="0">
                      <a:pos x="connsiteX1" y="connsiteY1"/>
                    </a:cxn>
                    <a:cxn ang="0">
                      <a:pos x="connsiteX2" y="connsiteY2"/>
                    </a:cxn>
                    <a:cxn ang="0">
                      <a:pos x="connsiteX3" y="connsiteY3"/>
                    </a:cxn>
                  </a:cxnLst>
                  <a:rect l="l" t="t" r="r" b="b"/>
                  <a:pathLst>
                    <a:path w="11046" h="9805">
                      <a:moveTo>
                        <a:pt x="2953" y="0"/>
                      </a:moveTo>
                      <a:lnTo>
                        <a:pt x="11046" y="4726"/>
                      </a:lnTo>
                      <a:lnTo>
                        <a:pt x="8033" y="9806"/>
                      </a:lnTo>
                      <a:lnTo>
                        <a:pt x="0" y="513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22" name="Freeform: Shape 1421">
                  <a:extLst>
                    <a:ext uri="{FF2B5EF4-FFF2-40B4-BE49-F238E27FC236}">
                      <a16:creationId xmlns:a16="http://schemas.microsoft.com/office/drawing/2014/main" id="{F1D010EC-DD0A-A235-238B-476BA0186D57}"/>
                    </a:ext>
                  </a:extLst>
                </p:cNvPr>
                <p:cNvSpPr/>
                <p:nvPr/>
              </p:nvSpPr>
              <p:spPr>
                <a:xfrm rot="-3600896">
                  <a:off x="946174" y="2906009"/>
                  <a:ext cx="5907" cy="9274"/>
                </a:xfrm>
                <a:custGeom>
                  <a:avLst/>
                  <a:gdLst>
                    <a:gd name="connsiteX0" fmla="*/ 0 w 5907"/>
                    <a:gd name="connsiteY0" fmla="*/ 0 h 9274"/>
                    <a:gd name="connsiteX1" fmla="*/ 5907 w 5907"/>
                    <a:gd name="connsiteY1" fmla="*/ 0 h 9274"/>
                    <a:gd name="connsiteX2" fmla="*/ 5907 w 5907"/>
                    <a:gd name="connsiteY2" fmla="*/ 9275 h 9274"/>
                    <a:gd name="connsiteX3" fmla="*/ 0 w 5907"/>
                    <a:gd name="connsiteY3" fmla="*/ 9275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5"/>
                      </a:lnTo>
                      <a:lnTo>
                        <a:pt x="0" y="9275"/>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23" name="Freeform: Shape 1422">
                  <a:extLst>
                    <a:ext uri="{FF2B5EF4-FFF2-40B4-BE49-F238E27FC236}">
                      <a16:creationId xmlns:a16="http://schemas.microsoft.com/office/drawing/2014/main" id="{A28E9C28-BE31-93FD-11EC-74AEB5FD881B}"/>
                    </a:ext>
                  </a:extLst>
                </p:cNvPr>
                <p:cNvSpPr/>
                <p:nvPr/>
              </p:nvSpPr>
              <p:spPr>
                <a:xfrm>
                  <a:off x="975773" y="2924248"/>
                  <a:ext cx="8269" cy="9214"/>
                </a:xfrm>
                <a:custGeom>
                  <a:avLst/>
                  <a:gdLst>
                    <a:gd name="connsiteX0" fmla="*/ 2953 w 8269"/>
                    <a:gd name="connsiteY0" fmla="*/ 0 h 9214"/>
                    <a:gd name="connsiteX1" fmla="*/ 8270 w 8269"/>
                    <a:gd name="connsiteY1" fmla="*/ 3131 h 9214"/>
                    <a:gd name="connsiteX2" fmla="*/ 8270 w 8269"/>
                    <a:gd name="connsiteY2" fmla="*/ 9215 h 9214"/>
                    <a:gd name="connsiteX3" fmla="*/ 2304 w 8269"/>
                    <a:gd name="connsiteY3" fmla="*/ 9215 h 9214"/>
                    <a:gd name="connsiteX4" fmla="*/ 2304 w 8269"/>
                    <a:gd name="connsiteY4" fmla="*/ 6498 h 9214"/>
                    <a:gd name="connsiteX5" fmla="*/ 0 w 8269"/>
                    <a:gd name="connsiteY5" fmla="*/ 5139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2953" y="0"/>
                      </a:moveTo>
                      <a:lnTo>
                        <a:pt x="8270" y="3131"/>
                      </a:lnTo>
                      <a:lnTo>
                        <a:pt x="8270" y="9215"/>
                      </a:lnTo>
                      <a:lnTo>
                        <a:pt x="2304" y="9215"/>
                      </a:lnTo>
                      <a:lnTo>
                        <a:pt x="2304" y="6498"/>
                      </a:lnTo>
                      <a:lnTo>
                        <a:pt x="0" y="513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24" name="Freeform: Shape 1423">
                  <a:extLst>
                    <a:ext uri="{FF2B5EF4-FFF2-40B4-BE49-F238E27FC236}">
                      <a16:creationId xmlns:a16="http://schemas.microsoft.com/office/drawing/2014/main" id="{71998608-CE49-A717-FD29-52BBDCCC85D8}"/>
                    </a:ext>
                  </a:extLst>
                </p:cNvPr>
                <p:cNvSpPr/>
                <p:nvPr/>
              </p:nvSpPr>
              <p:spPr>
                <a:xfrm>
                  <a:off x="978077" y="2961403"/>
                  <a:ext cx="5966" cy="9273"/>
                </a:xfrm>
                <a:custGeom>
                  <a:avLst/>
                  <a:gdLst>
                    <a:gd name="connsiteX0" fmla="*/ 0 w 5966"/>
                    <a:gd name="connsiteY0" fmla="*/ 0 h 9273"/>
                    <a:gd name="connsiteX1" fmla="*/ 5966 w 5966"/>
                    <a:gd name="connsiteY1" fmla="*/ 0 h 9273"/>
                    <a:gd name="connsiteX2" fmla="*/ 5966 w 5966"/>
                    <a:gd name="connsiteY2" fmla="*/ 9274 h 9273"/>
                    <a:gd name="connsiteX3" fmla="*/ 0 w 5966"/>
                    <a:gd name="connsiteY3" fmla="*/ 9274 h 9273"/>
                  </a:gdLst>
                  <a:ahLst/>
                  <a:cxnLst>
                    <a:cxn ang="0">
                      <a:pos x="connsiteX0" y="connsiteY0"/>
                    </a:cxn>
                    <a:cxn ang="0">
                      <a:pos x="connsiteX1" y="connsiteY1"/>
                    </a:cxn>
                    <a:cxn ang="0">
                      <a:pos x="connsiteX2" y="connsiteY2"/>
                    </a:cxn>
                    <a:cxn ang="0">
                      <a:pos x="connsiteX3" y="connsiteY3"/>
                    </a:cxn>
                  </a:cxnLst>
                  <a:rect l="l" t="t" r="r" b="b"/>
                  <a:pathLst>
                    <a:path w="5966" h="9273">
                      <a:moveTo>
                        <a:pt x="0" y="0"/>
                      </a:moveTo>
                      <a:lnTo>
                        <a:pt x="5966" y="0"/>
                      </a:lnTo>
                      <a:lnTo>
                        <a:pt x="5966"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25" name="Freeform: Shape 1424">
                  <a:extLst>
                    <a:ext uri="{FF2B5EF4-FFF2-40B4-BE49-F238E27FC236}">
                      <a16:creationId xmlns:a16="http://schemas.microsoft.com/office/drawing/2014/main" id="{8006E46C-67D3-BBE6-CC11-FD9A0B97A54E}"/>
                    </a:ext>
                  </a:extLst>
                </p:cNvPr>
                <p:cNvSpPr/>
                <p:nvPr/>
              </p:nvSpPr>
              <p:spPr>
                <a:xfrm>
                  <a:off x="978077" y="2942796"/>
                  <a:ext cx="5966" cy="9333"/>
                </a:xfrm>
                <a:custGeom>
                  <a:avLst/>
                  <a:gdLst>
                    <a:gd name="connsiteX0" fmla="*/ 0 w 5966"/>
                    <a:gd name="connsiteY0" fmla="*/ 0 h 9333"/>
                    <a:gd name="connsiteX1" fmla="*/ 5966 w 5966"/>
                    <a:gd name="connsiteY1" fmla="*/ 0 h 9333"/>
                    <a:gd name="connsiteX2" fmla="*/ 5966 w 5966"/>
                    <a:gd name="connsiteY2" fmla="*/ 9333 h 9333"/>
                    <a:gd name="connsiteX3" fmla="*/ 0 w 5966"/>
                    <a:gd name="connsiteY3" fmla="*/ 9333 h 9333"/>
                  </a:gdLst>
                  <a:ahLst/>
                  <a:cxnLst>
                    <a:cxn ang="0">
                      <a:pos x="connsiteX0" y="connsiteY0"/>
                    </a:cxn>
                    <a:cxn ang="0">
                      <a:pos x="connsiteX1" y="connsiteY1"/>
                    </a:cxn>
                    <a:cxn ang="0">
                      <a:pos x="connsiteX2" y="connsiteY2"/>
                    </a:cxn>
                    <a:cxn ang="0">
                      <a:pos x="connsiteX3" y="connsiteY3"/>
                    </a:cxn>
                  </a:cxnLst>
                  <a:rect l="l" t="t" r="r" b="b"/>
                  <a:pathLst>
                    <a:path w="5966" h="9333">
                      <a:moveTo>
                        <a:pt x="0" y="0"/>
                      </a:moveTo>
                      <a:lnTo>
                        <a:pt x="5966" y="0"/>
                      </a:lnTo>
                      <a:lnTo>
                        <a:pt x="5966" y="9333"/>
                      </a:lnTo>
                      <a:lnTo>
                        <a:pt x="0" y="933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26" name="Freeform: Shape 1425">
                  <a:extLst>
                    <a:ext uri="{FF2B5EF4-FFF2-40B4-BE49-F238E27FC236}">
                      <a16:creationId xmlns:a16="http://schemas.microsoft.com/office/drawing/2014/main" id="{ED3FED82-6671-322D-3398-86F142E78CA7}"/>
                    </a:ext>
                  </a:extLst>
                </p:cNvPr>
                <p:cNvSpPr/>
                <p:nvPr/>
              </p:nvSpPr>
              <p:spPr>
                <a:xfrm>
                  <a:off x="975773" y="2980010"/>
                  <a:ext cx="8269" cy="9214"/>
                </a:xfrm>
                <a:custGeom>
                  <a:avLst/>
                  <a:gdLst>
                    <a:gd name="connsiteX0" fmla="*/ 8270 w 8269"/>
                    <a:gd name="connsiteY0" fmla="*/ 6143 h 9214"/>
                    <a:gd name="connsiteX1" fmla="*/ 2953 w 8269"/>
                    <a:gd name="connsiteY1" fmla="*/ 9215 h 9214"/>
                    <a:gd name="connsiteX2" fmla="*/ 0 w 8269"/>
                    <a:gd name="connsiteY2" fmla="*/ 4135 h 9214"/>
                    <a:gd name="connsiteX3" fmla="*/ 2304 w 8269"/>
                    <a:gd name="connsiteY3" fmla="*/ 2776 h 9214"/>
                    <a:gd name="connsiteX4" fmla="*/ 2304 w 8269"/>
                    <a:gd name="connsiteY4" fmla="*/ 0 h 9214"/>
                    <a:gd name="connsiteX5" fmla="*/ 8270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8270" y="6143"/>
                      </a:moveTo>
                      <a:lnTo>
                        <a:pt x="2953" y="9215"/>
                      </a:lnTo>
                      <a:lnTo>
                        <a:pt x="0" y="4135"/>
                      </a:lnTo>
                      <a:lnTo>
                        <a:pt x="2304" y="2776"/>
                      </a:lnTo>
                      <a:lnTo>
                        <a:pt x="2304" y="0"/>
                      </a:lnTo>
                      <a:lnTo>
                        <a:pt x="827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27" name="Freeform: Shape 1426">
                  <a:extLst>
                    <a:ext uri="{FF2B5EF4-FFF2-40B4-BE49-F238E27FC236}">
                      <a16:creationId xmlns:a16="http://schemas.microsoft.com/office/drawing/2014/main" id="{BF14C715-AC40-151C-FCA3-EFA774E8D3AF}"/>
                    </a:ext>
                  </a:extLst>
                </p:cNvPr>
                <p:cNvSpPr/>
                <p:nvPr/>
              </p:nvSpPr>
              <p:spPr>
                <a:xfrm rot="-1801109">
                  <a:off x="960619" y="2990764"/>
                  <a:ext cx="9274" cy="5907"/>
                </a:xfrm>
                <a:custGeom>
                  <a:avLst/>
                  <a:gdLst>
                    <a:gd name="connsiteX0" fmla="*/ 0 w 9274"/>
                    <a:gd name="connsiteY0" fmla="*/ 0 h 5907"/>
                    <a:gd name="connsiteX1" fmla="*/ 9274 w 9274"/>
                    <a:gd name="connsiteY1" fmla="*/ 0 h 5907"/>
                    <a:gd name="connsiteX2" fmla="*/ 9274 w 9274"/>
                    <a:gd name="connsiteY2" fmla="*/ 5907 h 5907"/>
                    <a:gd name="connsiteX3" fmla="*/ 0 w 9274"/>
                    <a:gd name="connsiteY3" fmla="*/ 5907 h 5907"/>
                  </a:gdLst>
                  <a:ahLst/>
                  <a:cxnLst>
                    <a:cxn ang="0">
                      <a:pos x="connsiteX0" y="connsiteY0"/>
                    </a:cxn>
                    <a:cxn ang="0">
                      <a:pos x="connsiteX1" y="connsiteY1"/>
                    </a:cxn>
                    <a:cxn ang="0">
                      <a:pos x="connsiteX2" y="connsiteY2"/>
                    </a:cxn>
                    <a:cxn ang="0">
                      <a:pos x="connsiteX3" y="connsiteY3"/>
                    </a:cxn>
                  </a:cxnLst>
                  <a:rect l="l" t="t" r="r" b="b"/>
                  <a:pathLst>
                    <a:path w="9274" h="5907">
                      <a:moveTo>
                        <a:pt x="0" y="0"/>
                      </a:moveTo>
                      <a:lnTo>
                        <a:pt x="9274" y="0"/>
                      </a:lnTo>
                      <a:lnTo>
                        <a:pt x="9274"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28" name="Freeform: Shape 1427">
                  <a:extLst>
                    <a:ext uri="{FF2B5EF4-FFF2-40B4-BE49-F238E27FC236}">
                      <a16:creationId xmlns:a16="http://schemas.microsoft.com/office/drawing/2014/main" id="{F122AE73-D839-A536-E9C1-1E67E650DA12}"/>
                    </a:ext>
                  </a:extLst>
                </p:cNvPr>
                <p:cNvSpPr/>
                <p:nvPr/>
              </p:nvSpPr>
              <p:spPr>
                <a:xfrm rot="-1806651">
                  <a:off x="944560" y="3000057"/>
                  <a:ext cx="9333" cy="5907"/>
                </a:xfrm>
                <a:custGeom>
                  <a:avLst/>
                  <a:gdLst>
                    <a:gd name="connsiteX0" fmla="*/ 0 w 9333"/>
                    <a:gd name="connsiteY0" fmla="*/ 0 h 5907"/>
                    <a:gd name="connsiteX1" fmla="*/ 9334 w 9333"/>
                    <a:gd name="connsiteY1" fmla="*/ 0 h 5907"/>
                    <a:gd name="connsiteX2" fmla="*/ 9334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4" y="0"/>
                      </a:lnTo>
                      <a:lnTo>
                        <a:pt x="9334"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29" name="Freeform: Shape 1428">
                  <a:extLst>
                    <a:ext uri="{FF2B5EF4-FFF2-40B4-BE49-F238E27FC236}">
                      <a16:creationId xmlns:a16="http://schemas.microsoft.com/office/drawing/2014/main" id="{ADA7F1BC-41E2-A3FC-069B-8F1A93CC91B8}"/>
                    </a:ext>
                  </a:extLst>
                </p:cNvPr>
                <p:cNvSpPr/>
                <p:nvPr/>
              </p:nvSpPr>
              <p:spPr>
                <a:xfrm>
                  <a:off x="927808" y="3007359"/>
                  <a:ext cx="10632" cy="8269"/>
                </a:xfrm>
                <a:custGeom>
                  <a:avLst/>
                  <a:gdLst>
                    <a:gd name="connsiteX0" fmla="*/ 5257 w 10632"/>
                    <a:gd name="connsiteY0" fmla="*/ 1418 h 8269"/>
                    <a:gd name="connsiteX1" fmla="*/ 7679 w 10632"/>
                    <a:gd name="connsiteY1" fmla="*/ 0 h 8269"/>
                    <a:gd name="connsiteX2" fmla="*/ 10632 w 10632"/>
                    <a:gd name="connsiteY2" fmla="*/ 5139 h 8269"/>
                    <a:gd name="connsiteX3" fmla="*/ 5257 w 10632"/>
                    <a:gd name="connsiteY3" fmla="*/ 8270 h 8269"/>
                    <a:gd name="connsiteX4" fmla="*/ 0 w 10632"/>
                    <a:gd name="connsiteY4" fmla="*/ 5139 h 8269"/>
                    <a:gd name="connsiteX5" fmla="*/ 2953 w 10632"/>
                    <a:gd name="connsiteY5" fmla="*/ 0 h 8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69">
                      <a:moveTo>
                        <a:pt x="5257" y="1418"/>
                      </a:moveTo>
                      <a:lnTo>
                        <a:pt x="7679" y="0"/>
                      </a:lnTo>
                      <a:lnTo>
                        <a:pt x="10632" y="5139"/>
                      </a:lnTo>
                      <a:lnTo>
                        <a:pt x="5257" y="8270"/>
                      </a:lnTo>
                      <a:lnTo>
                        <a:pt x="0" y="5139"/>
                      </a:lnTo>
                      <a:lnTo>
                        <a:pt x="2953"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30" name="Freeform: Shape 1429">
                  <a:extLst>
                    <a:ext uri="{FF2B5EF4-FFF2-40B4-BE49-F238E27FC236}">
                      <a16:creationId xmlns:a16="http://schemas.microsoft.com/office/drawing/2014/main" id="{ED49BA1D-13FD-F27F-5E28-344587E000F0}"/>
                    </a:ext>
                  </a:extLst>
                </p:cNvPr>
                <p:cNvSpPr/>
                <p:nvPr/>
              </p:nvSpPr>
              <p:spPr>
                <a:xfrm rot="-3604434">
                  <a:off x="898141" y="2989017"/>
                  <a:ext cx="5966" cy="9274"/>
                </a:xfrm>
                <a:custGeom>
                  <a:avLst/>
                  <a:gdLst>
                    <a:gd name="connsiteX0" fmla="*/ 0 w 5966"/>
                    <a:gd name="connsiteY0" fmla="*/ 0 h 9274"/>
                    <a:gd name="connsiteX1" fmla="*/ 5966 w 5966"/>
                    <a:gd name="connsiteY1" fmla="*/ 0 h 9274"/>
                    <a:gd name="connsiteX2" fmla="*/ 5966 w 5966"/>
                    <a:gd name="connsiteY2" fmla="*/ 9274 h 9274"/>
                    <a:gd name="connsiteX3" fmla="*/ 0 w 5966"/>
                    <a:gd name="connsiteY3" fmla="*/ 9274 h 9274"/>
                  </a:gdLst>
                  <a:ahLst/>
                  <a:cxnLst>
                    <a:cxn ang="0">
                      <a:pos x="connsiteX0" y="connsiteY0"/>
                    </a:cxn>
                    <a:cxn ang="0">
                      <a:pos x="connsiteX1" y="connsiteY1"/>
                    </a:cxn>
                    <a:cxn ang="0">
                      <a:pos x="connsiteX2" y="connsiteY2"/>
                    </a:cxn>
                    <a:cxn ang="0">
                      <a:pos x="connsiteX3" y="connsiteY3"/>
                    </a:cxn>
                  </a:cxnLst>
                  <a:rect l="l" t="t" r="r" b="b"/>
                  <a:pathLst>
                    <a:path w="5966" h="9274">
                      <a:moveTo>
                        <a:pt x="0" y="0"/>
                      </a:moveTo>
                      <a:lnTo>
                        <a:pt x="5966" y="0"/>
                      </a:lnTo>
                      <a:lnTo>
                        <a:pt x="5966"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31" name="Freeform: Shape 1430">
                  <a:extLst>
                    <a:ext uri="{FF2B5EF4-FFF2-40B4-BE49-F238E27FC236}">
                      <a16:creationId xmlns:a16="http://schemas.microsoft.com/office/drawing/2014/main" id="{E55B74AC-0D79-A2A6-820D-A4277BDE3E12}"/>
                    </a:ext>
                  </a:extLst>
                </p:cNvPr>
                <p:cNvSpPr/>
                <p:nvPr/>
              </p:nvSpPr>
              <p:spPr>
                <a:xfrm rot="-3587633">
                  <a:off x="914188" y="2998227"/>
                  <a:ext cx="5906" cy="9332"/>
                </a:xfrm>
                <a:custGeom>
                  <a:avLst/>
                  <a:gdLst>
                    <a:gd name="connsiteX0" fmla="*/ 0 w 5906"/>
                    <a:gd name="connsiteY0" fmla="*/ 0 h 9332"/>
                    <a:gd name="connsiteX1" fmla="*/ 5907 w 5906"/>
                    <a:gd name="connsiteY1" fmla="*/ 0 h 9332"/>
                    <a:gd name="connsiteX2" fmla="*/ 5907 w 5906"/>
                    <a:gd name="connsiteY2" fmla="*/ 9333 h 9332"/>
                    <a:gd name="connsiteX3" fmla="*/ 0 w 5906"/>
                    <a:gd name="connsiteY3" fmla="*/ 9333 h 9332"/>
                  </a:gdLst>
                  <a:ahLst/>
                  <a:cxnLst>
                    <a:cxn ang="0">
                      <a:pos x="connsiteX0" y="connsiteY0"/>
                    </a:cxn>
                    <a:cxn ang="0">
                      <a:pos x="connsiteX1" y="connsiteY1"/>
                    </a:cxn>
                    <a:cxn ang="0">
                      <a:pos x="connsiteX2" y="connsiteY2"/>
                    </a:cxn>
                    <a:cxn ang="0">
                      <a:pos x="connsiteX3" y="connsiteY3"/>
                    </a:cxn>
                  </a:cxnLst>
                  <a:rect l="l" t="t" r="r" b="b"/>
                  <a:pathLst>
                    <a:path w="5906" h="9332">
                      <a:moveTo>
                        <a:pt x="0" y="0"/>
                      </a:moveTo>
                      <a:lnTo>
                        <a:pt x="5907" y="0"/>
                      </a:lnTo>
                      <a:lnTo>
                        <a:pt x="5907" y="9333"/>
                      </a:lnTo>
                      <a:lnTo>
                        <a:pt x="0" y="933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32" name="Freeform: Shape 1431">
                  <a:extLst>
                    <a:ext uri="{FF2B5EF4-FFF2-40B4-BE49-F238E27FC236}">
                      <a16:creationId xmlns:a16="http://schemas.microsoft.com/office/drawing/2014/main" id="{890DA0AA-BBD6-2BF5-0F9F-76C97D0EE654}"/>
                    </a:ext>
                  </a:extLst>
                </p:cNvPr>
                <p:cNvSpPr/>
                <p:nvPr/>
              </p:nvSpPr>
              <p:spPr>
                <a:xfrm>
                  <a:off x="882147" y="2980010"/>
                  <a:ext cx="8269" cy="9214"/>
                </a:xfrm>
                <a:custGeom>
                  <a:avLst/>
                  <a:gdLst>
                    <a:gd name="connsiteX0" fmla="*/ 5907 w 8269"/>
                    <a:gd name="connsiteY0" fmla="*/ 2776 h 9214"/>
                    <a:gd name="connsiteX1" fmla="*/ 8270 w 8269"/>
                    <a:gd name="connsiteY1" fmla="*/ 4135 h 9214"/>
                    <a:gd name="connsiteX2" fmla="*/ 5316 w 8269"/>
                    <a:gd name="connsiteY2" fmla="*/ 9215 h 9214"/>
                    <a:gd name="connsiteX3" fmla="*/ 0 w 8269"/>
                    <a:gd name="connsiteY3" fmla="*/ 6143 h 9214"/>
                    <a:gd name="connsiteX4" fmla="*/ 0 w 8269"/>
                    <a:gd name="connsiteY4" fmla="*/ 0 h 9214"/>
                    <a:gd name="connsiteX5" fmla="*/ 5907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5907" y="2776"/>
                      </a:moveTo>
                      <a:lnTo>
                        <a:pt x="8270" y="4135"/>
                      </a:lnTo>
                      <a:lnTo>
                        <a:pt x="5316" y="9215"/>
                      </a:lnTo>
                      <a:lnTo>
                        <a:pt x="0" y="6143"/>
                      </a:lnTo>
                      <a:lnTo>
                        <a:pt x="0" y="0"/>
                      </a:lnTo>
                      <a:lnTo>
                        <a:pt x="5907"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33" name="Freeform: Shape 1432">
                  <a:extLst>
                    <a:ext uri="{FF2B5EF4-FFF2-40B4-BE49-F238E27FC236}">
                      <a16:creationId xmlns:a16="http://schemas.microsoft.com/office/drawing/2014/main" id="{DA507B21-1557-DE82-456C-E6239246530B}"/>
                    </a:ext>
                  </a:extLst>
                </p:cNvPr>
                <p:cNvSpPr/>
                <p:nvPr/>
              </p:nvSpPr>
              <p:spPr>
                <a:xfrm rot="-23376">
                  <a:off x="882168" y="2961460"/>
                  <a:ext cx="5907" cy="9274"/>
                </a:xfrm>
                <a:custGeom>
                  <a:avLst/>
                  <a:gdLst>
                    <a:gd name="connsiteX0" fmla="*/ 0 w 5907"/>
                    <a:gd name="connsiteY0" fmla="*/ 0 h 9274"/>
                    <a:gd name="connsiteX1" fmla="*/ 5907 w 5907"/>
                    <a:gd name="connsiteY1" fmla="*/ 0 h 9274"/>
                    <a:gd name="connsiteX2" fmla="*/ 5907 w 5907"/>
                    <a:gd name="connsiteY2" fmla="*/ 9274 h 9274"/>
                    <a:gd name="connsiteX3" fmla="*/ 0 w 5907"/>
                    <a:gd name="connsiteY3" fmla="*/ 9274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34" name="Freeform: Shape 1433">
                  <a:extLst>
                    <a:ext uri="{FF2B5EF4-FFF2-40B4-BE49-F238E27FC236}">
                      <a16:creationId xmlns:a16="http://schemas.microsoft.com/office/drawing/2014/main" id="{66828993-2B32-9A43-0437-5537A7F4C5F1}"/>
                    </a:ext>
                  </a:extLst>
                </p:cNvPr>
                <p:cNvSpPr/>
                <p:nvPr/>
              </p:nvSpPr>
              <p:spPr>
                <a:xfrm rot="-5391765">
                  <a:off x="880458" y="2944505"/>
                  <a:ext cx="9333" cy="5906"/>
                </a:xfrm>
                <a:custGeom>
                  <a:avLst/>
                  <a:gdLst>
                    <a:gd name="connsiteX0" fmla="*/ 0 w 9333"/>
                    <a:gd name="connsiteY0" fmla="*/ 0 h 5906"/>
                    <a:gd name="connsiteX1" fmla="*/ 9333 w 9333"/>
                    <a:gd name="connsiteY1" fmla="*/ 0 h 5906"/>
                    <a:gd name="connsiteX2" fmla="*/ 9333 w 9333"/>
                    <a:gd name="connsiteY2" fmla="*/ 5907 h 5906"/>
                    <a:gd name="connsiteX3" fmla="*/ 0 w 9333"/>
                    <a:gd name="connsiteY3" fmla="*/ 5907 h 5906"/>
                  </a:gdLst>
                  <a:ahLst/>
                  <a:cxnLst>
                    <a:cxn ang="0">
                      <a:pos x="connsiteX0" y="connsiteY0"/>
                    </a:cxn>
                    <a:cxn ang="0">
                      <a:pos x="connsiteX1" y="connsiteY1"/>
                    </a:cxn>
                    <a:cxn ang="0">
                      <a:pos x="connsiteX2" y="connsiteY2"/>
                    </a:cxn>
                    <a:cxn ang="0">
                      <a:pos x="connsiteX3" y="connsiteY3"/>
                    </a:cxn>
                  </a:cxnLst>
                  <a:rect l="l" t="t" r="r" b="b"/>
                  <a:pathLst>
                    <a:path w="9333" h="5906">
                      <a:moveTo>
                        <a:pt x="0" y="0"/>
                      </a:moveTo>
                      <a:lnTo>
                        <a:pt x="9333" y="0"/>
                      </a:lnTo>
                      <a:lnTo>
                        <a:pt x="9333"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35" name="Freeform: Shape 1434">
                  <a:extLst>
                    <a:ext uri="{FF2B5EF4-FFF2-40B4-BE49-F238E27FC236}">
                      <a16:creationId xmlns:a16="http://schemas.microsoft.com/office/drawing/2014/main" id="{49384CB0-F329-5715-7219-9CB4132ADE83}"/>
                    </a:ext>
                  </a:extLst>
                </p:cNvPr>
                <p:cNvSpPr/>
                <p:nvPr/>
              </p:nvSpPr>
              <p:spPr>
                <a:xfrm>
                  <a:off x="564234" y="2900915"/>
                  <a:ext cx="96047" cy="110873"/>
                </a:xfrm>
                <a:custGeom>
                  <a:avLst/>
                  <a:gdLst>
                    <a:gd name="connsiteX0" fmla="*/ 96047 w 96047"/>
                    <a:gd name="connsiteY0" fmla="*/ 83111 h 110873"/>
                    <a:gd name="connsiteX1" fmla="*/ 48024 w 96047"/>
                    <a:gd name="connsiteY1" fmla="*/ 110874 h 110873"/>
                    <a:gd name="connsiteX2" fmla="*/ 0 w 96047"/>
                    <a:gd name="connsiteY2" fmla="*/ 83111 h 110873"/>
                    <a:gd name="connsiteX3" fmla="*/ 0 w 96047"/>
                    <a:gd name="connsiteY3" fmla="*/ 27763 h 110873"/>
                    <a:gd name="connsiteX4" fmla="*/ 48024 w 96047"/>
                    <a:gd name="connsiteY4" fmla="*/ 0 h 110873"/>
                    <a:gd name="connsiteX5" fmla="*/ 96047 w 96047"/>
                    <a:gd name="connsiteY5" fmla="*/ 27763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47" h="110873">
                      <a:moveTo>
                        <a:pt x="96047" y="83111"/>
                      </a:moveTo>
                      <a:lnTo>
                        <a:pt x="48024" y="110874"/>
                      </a:lnTo>
                      <a:lnTo>
                        <a:pt x="0" y="83111"/>
                      </a:lnTo>
                      <a:lnTo>
                        <a:pt x="0" y="27763"/>
                      </a:lnTo>
                      <a:lnTo>
                        <a:pt x="48024" y="0"/>
                      </a:lnTo>
                      <a:lnTo>
                        <a:pt x="96047" y="2776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36" name="Freeform: Shape 1435">
                  <a:extLst>
                    <a:ext uri="{FF2B5EF4-FFF2-40B4-BE49-F238E27FC236}">
                      <a16:creationId xmlns:a16="http://schemas.microsoft.com/office/drawing/2014/main" id="{A2EDDA39-4267-735B-21FB-05C5C9433B15}"/>
                    </a:ext>
                  </a:extLst>
                </p:cNvPr>
                <p:cNvSpPr/>
                <p:nvPr/>
              </p:nvSpPr>
              <p:spPr>
                <a:xfrm>
                  <a:off x="669437" y="2901329"/>
                  <a:ext cx="95988" cy="110873"/>
                </a:xfrm>
                <a:custGeom>
                  <a:avLst/>
                  <a:gdLst>
                    <a:gd name="connsiteX0" fmla="*/ 47965 w 95988"/>
                    <a:gd name="connsiteY0" fmla="*/ 0 h 110873"/>
                    <a:gd name="connsiteX1" fmla="*/ 0 w 95988"/>
                    <a:gd name="connsiteY1" fmla="*/ 27763 h 110873"/>
                    <a:gd name="connsiteX2" fmla="*/ 0 w 95988"/>
                    <a:gd name="connsiteY2" fmla="*/ 83170 h 110873"/>
                    <a:gd name="connsiteX3" fmla="*/ 47965 w 95988"/>
                    <a:gd name="connsiteY3" fmla="*/ 110874 h 110873"/>
                    <a:gd name="connsiteX4" fmla="*/ 95988 w 95988"/>
                    <a:gd name="connsiteY4" fmla="*/ 83170 h 110873"/>
                    <a:gd name="connsiteX5" fmla="*/ 95988 w 95988"/>
                    <a:gd name="connsiteY5" fmla="*/ 27763 h 110873"/>
                    <a:gd name="connsiteX6" fmla="*/ 47965 w 95988"/>
                    <a:gd name="connsiteY6" fmla="*/ 0 h 110873"/>
                    <a:gd name="connsiteX7" fmla="*/ 70707 w 95988"/>
                    <a:gd name="connsiteY7" fmla="*/ 46074 h 110873"/>
                    <a:gd name="connsiteX8" fmla="*/ 60842 w 95988"/>
                    <a:gd name="connsiteY8" fmla="*/ 40404 h 110873"/>
                    <a:gd name="connsiteX9" fmla="*/ 60842 w 95988"/>
                    <a:gd name="connsiteY9" fmla="*/ 29003 h 110873"/>
                    <a:gd name="connsiteX10" fmla="*/ 70707 w 95988"/>
                    <a:gd name="connsiteY10" fmla="*/ 23332 h 110873"/>
                    <a:gd name="connsiteX11" fmla="*/ 80571 w 95988"/>
                    <a:gd name="connsiteY11" fmla="*/ 29003 h 110873"/>
                    <a:gd name="connsiteX12" fmla="*/ 80571 w 95988"/>
                    <a:gd name="connsiteY12" fmla="*/ 40404 h 110873"/>
                    <a:gd name="connsiteX13" fmla="*/ 70707 w 95988"/>
                    <a:gd name="connsiteY13" fmla="*/ 46074 h 110873"/>
                    <a:gd name="connsiteX14" fmla="*/ 47965 w 95988"/>
                    <a:gd name="connsiteY14" fmla="*/ 77086 h 110873"/>
                    <a:gd name="connsiteX15" fmla="*/ 57829 w 95988"/>
                    <a:gd name="connsiteY15" fmla="*/ 71415 h 110873"/>
                    <a:gd name="connsiteX16" fmla="*/ 67694 w 95988"/>
                    <a:gd name="connsiteY16" fmla="*/ 77086 h 110873"/>
                    <a:gd name="connsiteX17" fmla="*/ 67694 w 95988"/>
                    <a:gd name="connsiteY17" fmla="*/ 88427 h 110873"/>
                    <a:gd name="connsiteX18" fmla="*/ 57829 w 95988"/>
                    <a:gd name="connsiteY18" fmla="*/ 94098 h 110873"/>
                    <a:gd name="connsiteX19" fmla="*/ 47965 w 95988"/>
                    <a:gd name="connsiteY19" fmla="*/ 88427 h 110873"/>
                    <a:gd name="connsiteX20" fmla="*/ 47965 w 95988"/>
                    <a:gd name="connsiteY20" fmla="*/ 77086 h 110873"/>
                    <a:gd name="connsiteX21" fmla="*/ 35206 w 95988"/>
                    <a:gd name="connsiteY21" fmla="*/ 61137 h 110873"/>
                    <a:gd name="connsiteX22" fmla="*/ 25341 w 95988"/>
                    <a:gd name="connsiteY22" fmla="*/ 66808 h 110873"/>
                    <a:gd name="connsiteX23" fmla="*/ 15476 w 95988"/>
                    <a:gd name="connsiteY23" fmla="*/ 61137 h 110873"/>
                    <a:gd name="connsiteX24" fmla="*/ 15476 w 95988"/>
                    <a:gd name="connsiteY24" fmla="*/ 49737 h 110873"/>
                    <a:gd name="connsiteX25" fmla="*/ 25341 w 95988"/>
                    <a:gd name="connsiteY25" fmla="*/ 44066 h 110873"/>
                    <a:gd name="connsiteX26" fmla="*/ 35206 w 95988"/>
                    <a:gd name="connsiteY26" fmla="*/ 49737 h 110873"/>
                    <a:gd name="connsiteX27" fmla="*/ 35206 w 95988"/>
                    <a:gd name="connsiteY27" fmla="*/ 61137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5988" h="110873">
                      <a:moveTo>
                        <a:pt x="47965" y="0"/>
                      </a:moveTo>
                      <a:lnTo>
                        <a:pt x="0" y="27763"/>
                      </a:lnTo>
                      <a:lnTo>
                        <a:pt x="0" y="83170"/>
                      </a:lnTo>
                      <a:lnTo>
                        <a:pt x="47965" y="110874"/>
                      </a:lnTo>
                      <a:lnTo>
                        <a:pt x="95988" y="83170"/>
                      </a:lnTo>
                      <a:lnTo>
                        <a:pt x="95988" y="27763"/>
                      </a:lnTo>
                      <a:lnTo>
                        <a:pt x="47965" y="0"/>
                      </a:lnTo>
                      <a:close/>
                      <a:moveTo>
                        <a:pt x="70707" y="46074"/>
                      </a:moveTo>
                      <a:lnTo>
                        <a:pt x="60842" y="40404"/>
                      </a:lnTo>
                      <a:lnTo>
                        <a:pt x="60842" y="29003"/>
                      </a:lnTo>
                      <a:lnTo>
                        <a:pt x="70707" y="23332"/>
                      </a:lnTo>
                      <a:lnTo>
                        <a:pt x="80571" y="29003"/>
                      </a:lnTo>
                      <a:lnTo>
                        <a:pt x="80571" y="40404"/>
                      </a:lnTo>
                      <a:lnTo>
                        <a:pt x="70707" y="46074"/>
                      </a:lnTo>
                      <a:close/>
                      <a:moveTo>
                        <a:pt x="47965" y="77086"/>
                      </a:moveTo>
                      <a:lnTo>
                        <a:pt x="57829" y="71415"/>
                      </a:lnTo>
                      <a:lnTo>
                        <a:pt x="67694" y="77086"/>
                      </a:lnTo>
                      <a:lnTo>
                        <a:pt x="67694" y="88427"/>
                      </a:lnTo>
                      <a:lnTo>
                        <a:pt x="57829" y="94098"/>
                      </a:lnTo>
                      <a:lnTo>
                        <a:pt x="47965" y="88427"/>
                      </a:lnTo>
                      <a:lnTo>
                        <a:pt x="47965" y="77086"/>
                      </a:lnTo>
                      <a:close/>
                      <a:moveTo>
                        <a:pt x="35206" y="61137"/>
                      </a:moveTo>
                      <a:lnTo>
                        <a:pt x="25341" y="66808"/>
                      </a:lnTo>
                      <a:lnTo>
                        <a:pt x="15476" y="61137"/>
                      </a:lnTo>
                      <a:lnTo>
                        <a:pt x="15476" y="49737"/>
                      </a:lnTo>
                      <a:lnTo>
                        <a:pt x="25341" y="44066"/>
                      </a:lnTo>
                      <a:lnTo>
                        <a:pt x="35206" y="49737"/>
                      </a:lnTo>
                      <a:lnTo>
                        <a:pt x="35206" y="6113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37" name="Freeform: Shape 1436">
                  <a:extLst>
                    <a:ext uri="{FF2B5EF4-FFF2-40B4-BE49-F238E27FC236}">
                      <a16:creationId xmlns:a16="http://schemas.microsoft.com/office/drawing/2014/main" id="{A72EF373-A47A-3EE2-1EBC-DD908D713467}"/>
                    </a:ext>
                  </a:extLst>
                </p:cNvPr>
                <p:cNvSpPr/>
                <p:nvPr/>
              </p:nvSpPr>
              <p:spPr>
                <a:xfrm>
                  <a:off x="775172" y="2900974"/>
                  <a:ext cx="95988" cy="110874"/>
                </a:xfrm>
                <a:custGeom>
                  <a:avLst/>
                  <a:gdLst>
                    <a:gd name="connsiteX0" fmla="*/ 95988 w 95988"/>
                    <a:gd name="connsiteY0" fmla="*/ 27704 h 110874"/>
                    <a:gd name="connsiteX1" fmla="*/ 47965 w 95988"/>
                    <a:gd name="connsiteY1" fmla="*/ 0 h 110874"/>
                    <a:gd name="connsiteX2" fmla="*/ 0 w 95988"/>
                    <a:gd name="connsiteY2" fmla="*/ 27704 h 110874"/>
                    <a:gd name="connsiteX3" fmla="*/ 0 w 95988"/>
                    <a:gd name="connsiteY3" fmla="*/ 83111 h 110874"/>
                    <a:gd name="connsiteX4" fmla="*/ 47965 w 95988"/>
                    <a:gd name="connsiteY4" fmla="*/ 110874 h 110874"/>
                    <a:gd name="connsiteX5" fmla="*/ 95988 w 95988"/>
                    <a:gd name="connsiteY5" fmla="*/ 83111 h 110874"/>
                    <a:gd name="connsiteX6" fmla="*/ 95988 w 95988"/>
                    <a:gd name="connsiteY6" fmla="*/ 27704 h 110874"/>
                    <a:gd name="connsiteX7" fmla="*/ 65390 w 95988"/>
                    <a:gd name="connsiteY7" fmla="*/ 45307 h 110874"/>
                    <a:gd name="connsiteX8" fmla="*/ 65390 w 95988"/>
                    <a:gd name="connsiteY8" fmla="*/ 65449 h 110874"/>
                    <a:gd name="connsiteX9" fmla="*/ 48024 w 95988"/>
                    <a:gd name="connsiteY9" fmla="*/ 75491 h 110874"/>
                    <a:gd name="connsiteX10" fmla="*/ 30598 w 95988"/>
                    <a:gd name="connsiteY10" fmla="*/ 65449 h 110874"/>
                    <a:gd name="connsiteX11" fmla="*/ 30598 w 95988"/>
                    <a:gd name="connsiteY11" fmla="*/ 45307 h 110874"/>
                    <a:gd name="connsiteX12" fmla="*/ 48024 w 95988"/>
                    <a:gd name="connsiteY12" fmla="*/ 35265 h 110874"/>
                    <a:gd name="connsiteX13" fmla="*/ 65390 w 95988"/>
                    <a:gd name="connsiteY13" fmla="*/ 45307 h 11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88" h="110874">
                      <a:moveTo>
                        <a:pt x="95988" y="27704"/>
                      </a:moveTo>
                      <a:lnTo>
                        <a:pt x="47965" y="0"/>
                      </a:lnTo>
                      <a:lnTo>
                        <a:pt x="0" y="27704"/>
                      </a:lnTo>
                      <a:lnTo>
                        <a:pt x="0" y="83111"/>
                      </a:lnTo>
                      <a:lnTo>
                        <a:pt x="47965" y="110874"/>
                      </a:lnTo>
                      <a:lnTo>
                        <a:pt x="95988" y="83111"/>
                      </a:lnTo>
                      <a:lnTo>
                        <a:pt x="95988" y="27704"/>
                      </a:lnTo>
                      <a:close/>
                      <a:moveTo>
                        <a:pt x="65390" y="45307"/>
                      </a:moveTo>
                      <a:lnTo>
                        <a:pt x="65390" y="65449"/>
                      </a:lnTo>
                      <a:lnTo>
                        <a:pt x="48024" y="75491"/>
                      </a:lnTo>
                      <a:lnTo>
                        <a:pt x="30598" y="65449"/>
                      </a:lnTo>
                      <a:lnTo>
                        <a:pt x="30598" y="45307"/>
                      </a:lnTo>
                      <a:lnTo>
                        <a:pt x="48024" y="35265"/>
                      </a:lnTo>
                      <a:lnTo>
                        <a:pt x="65390" y="453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438" name="Freeform: Shape 1437">
                  <a:extLst>
                    <a:ext uri="{FF2B5EF4-FFF2-40B4-BE49-F238E27FC236}">
                      <a16:creationId xmlns:a16="http://schemas.microsoft.com/office/drawing/2014/main" id="{75A9DC6C-729D-FDA9-1061-1381CB85AB21}"/>
                    </a:ext>
                  </a:extLst>
                </p:cNvPr>
                <p:cNvSpPr/>
                <p:nvPr/>
              </p:nvSpPr>
              <p:spPr>
                <a:xfrm>
                  <a:off x="457259" y="2900974"/>
                  <a:ext cx="95929" cy="110814"/>
                </a:xfrm>
                <a:custGeom>
                  <a:avLst/>
                  <a:gdLst>
                    <a:gd name="connsiteX0" fmla="*/ 47965 w 95929"/>
                    <a:gd name="connsiteY0" fmla="*/ 110815 h 110814"/>
                    <a:gd name="connsiteX1" fmla="*/ 95929 w 95929"/>
                    <a:gd name="connsiteY1" fmla="*/ 83052 h 110814"/>
                    <a:gd name="connsiteX2" fmla="*/ 95929 w 95929"/>
                    <a:gd name="connsiteY2" fmla="*/ 27704 h 110814"/>
                    <a:gd name="connsiteX3" fmla="*/ 47965 w 95929"/>
                    <a:gd name="connsiteY3" fmla="*/ 0 h 110814"/>
                    <a:gd name="connsiteX4" fmla="*/ 0 w 95929"/>
                    <a:gd name="connsiteY4" fmla="*/ 27704 h 110814"/>
                    <a:gd name="connsiteX5" fmla="*/ 0 w 95929"/>
                    <a:gd name="connsiteY5" fmla="*/ 83052 h 110814"/>
                    <a:gd name="connsiteX6" fmla="*/ 47965 w 95929"/>
                    <a:gd name="connsiteY6" fmla="*/ 110815 h 110814"/>
                    <a:gd name="connsiteX7" fmla="*/ 61373 w 95929"/>
                    <a:gd name="connsiteY7" fmla="*/ 78681 h 110814"/>
                    <a:gd name="connsiteX8" fmla="*/ 34497 w 95929"/>
                    <a:gd name="connsiteY8" fmla="*/ 78681 h 110814"/>
                    <a:gd name="connsiteX9" fmla="*/ 21029 w 95929"/>
                    <a:gd name="connsiteY9" fmla="*/ 55349 h 110814"/>
                    <a:gd name="connsiteX10" fmla="*/ 34497 w 95929"/>
                    <a:gd name="connsiteY10" fmla="*/ 32016 h 110814"/>
                    <a:gd name="connsiteX11" fmla="*/ 61373 w 95929"/>
                    <a:gd name="connsiteY11" fmla="*/ 32016 h 110814"/>
                    <a:gd name="connsiteX12" fmla="*/ 74841 w 95929"/>
                    <a:gd name="connsiteY12" fmla="*/ 55349 h 110814"/>
                    <a:gd name="connsiteX13" fmla="*/ 61373 w 95929"/>
                    <a:gd name="connsiteY13" fmla="*/ 78681 h 110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29" h="110814">
                      <a:moveTo>
                        <a:pt x="47965" y="110815"/>
                      </a:moveTo>
                      <a:lnTo>
                        <a:pt x="95929" y="83052"/>
                      </a:lnTo>
                      <a:lnTo>
                        <a:pt x="95929" y="27704"/>
                      </a:lnTo>
                      <a:lnTo>
                        <a:pt x="47965" y="0"/>
                      </a:lnTo>
                      <a:lnTo>
                        <a:pt x="0" y="27704"/>
                      </a:lnTo>
                      <a:lnTo>
                        <a:pt x="0" y="83052"/>
                      </a:lnTo>
                      <a:lnTo>
                        <a:pt x="47965" y="110815"/>
                      </a:lnTo>
                      <a:close/>
                      <a:moveTo>
                        <a:pt x="61373" y="78681"/>
                      </a:moveTo>
                      <a:lnTo>
                        <a:pt x="34497" y="78681"/>
                      </a:lnTo>
                      <a:lnTo>
                        <a:pt x="21029" y="55349"/>
                      </a:lnTo>
                      <a:lnTo>
                        <a:pt x="34497" y="32016"/>
                      </a:lnTo>
                      <a:lnTo>
                        <a:pt x="61373" y="32016"/>
                      </a:lnTo>
                      <a:lnTo>
                        <a:pt x="74841" y="55349"/>
                      </a:lnTo>
                      <a:lnTo>
                        <a:pt x="61373" y="7868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1384" name="Graphic 4773">
              <a:extLst>
                <a:ext uri="{FF2B5EF4-FFF2-40B4-BE49-F238E27FC236}">
                  <a16:creationId xmlns:a16="http://schemas.microsoft.com/office/drawing/2014/main" id="{17DFD8BB-FB55-706B-36F6-8539451F0861}"/>
                </a:ext>
              </a:extLst>
            </p:cNvPr>
            <p:cNvGrpSpPr/>
            <p:nvPr/>
          </p:nvGrpSpPr>
          <p:grpSpPr>
            <a:xfrm>
              <a:off x="3924418" y="4634731"/>
              <a:ext cx="680365" cy="187664"/>
              <a:chOff x="3924418" y="4634731"/>
              <a:chExt cx="680365" cy="187664"/>
            </a:xfrm>
            <a:grpFill/>
          </p:grpSpPr>
          <p:sp>
            <p:nvSpPr>
              <p:cNvPr id="1385" name="Freeform: Shape 1384">
                <a:extLst>
                  <a:ext uri="{FF2B5EF4-FFF2-40B4-BE49-F238E27FC236}">
                    <a16:creationId xmlns:a16="http://schemas.microsoft.com/office/drawing/2014/main" id="{436E2091-5CBA-314C-C56D-E528F645C92D}"/>
                  </a:ext>
                </a:extLst>
              </p:cNvPr>
              <p:cNvSpPr/>
              <p:nvPr/>
            </p:nvSpPr>
            <p:spPr>
              <a:xfrm>
                <a:off x="3924418" y="4634731"/>
                <a:ext cx="680365" cy="187664"/>
              </a:xfrm>
              <a:custGeom>
                <a:avLst/>
                <a:gdLst>
                  <a:gd name="connsiteX0" fmla="*/ 89491 w 680365"/>
                  <a:gd name="connsiteY0" fmla="*/ 122452 h 187664"/>
                  <a:gd name="connsiteX1" fmla="*/ 497545 w 680365"/>
                  <a:gd name="connsiteY1" fmla="*/ 122452 h 187664"/>
                  <a:gd name="connsiteX2" fmla="*/ 586445 w 680365"/>
                  <a:gd name="connsiteY2" fmla="*/ 187665 h 187664"/>
                  <a:gd name="connsiteX3" fmla="*/ 680366 w 680365"/>
                  <a:gd name="connsiteY3" fmla="*/ 93862 h 187664"/>
                  <a:gd name="connsiteX4" fmla="*/ 586445 w 680365"/>
                  <a:gd name="connsiteY4" fmla="*/ 0 h 187664"/>
                  <a:gd name="connsiteX5" fmla="*/ 497308 w 680365"/>
                  <a:gd name="connsiteY5" fmla="*/ 66099 h 187664"/>
                  <a:gd name="connsiteX6" fmla="*/ 89491 w 680365"/>
                  <a:gd name="connsiteY6" fmla="*/ 66099 h 187664"/>
                  <a:gd name="connsiteX7" fmla="*/ 89491 w 680365"/>
                  <a:gd name="connsiteY7" fmla="*/ 71711 h 187664"/>
                  <a:gd name="connsiteX8" fmla="*/ 495536 w 680365"/>
                  <a:gd name="connsiteY8" fmla="*/ 71711 h 187664"/>
                  <a:gd name="connsiteX9" fmla="*/ 492878 w 680365"/>
                  <a:gd name="connsiteY9" fmla="*/ 91085 h 187664"/>
                  <a:gd name="connsiteX10" fmla="*/ 0 w 680365"/>
                  <a:gd name="connsiteY10" fmla="*/ 91085 h 187664"/>
                  <a:gd name="connsiteX11" fmla="*/ 0 w 680365"/>
                  <a:gd name="connsiteY11" fmla="*/ 96638 h 187664"/>
                  <a:gd name="connsiteX12" fmla="*/ 492878 w 680365"/>
                  <a:gd name="connsiteY12" fmla="*/ 96638 h 187664"/>
                  <a:gd name="connsiteX13" fmla="*/ 495773 w 680365"/>
                  <a:gd name="connsiteY13" fmla="*/ 116899 h 187664"/>
                  <a:gd name="connsiteX14" fmla="*/ 89432 w 680365"/>
                  <a:gd name="connsiteY14" fmla="*/ 116840 h 187664"/>
                  <a:gd name="connsiteX15" fmla="*/ 89432 w 680365"/>
                  <a:gd name="connsiteY15" fmla="*/ 122452 h 187664"/>
                  <a:gd name="connsiteX16" fmla="*/ 586504 w 680365"/>
                  <a:gd name="connsiteY16" fmla="*/ 19729 h 187664"/>
                  <a:gd name="connsiteX17" fmla="*/ 660577 w 680365"/>
                  <a:gd name="connsiteY17" fmla="*/ 93803 h 187664"/>
                  <a:gd name="connsiteX18" fmla="*/ 586445 w 680365"/>
                  <a:gd name="connsiteY18" fmla="*/ 167876 h 187664"/>
                  <a:gd name="connsiteX19" fmla="*/ 512371 w 680365"/>
                  <a:gd name="connsiteY19" fmla="*/ 93803 h 187664"/>
                  <a:gd name="connsiteX20" fmla="*/ 586504 w 680365"/>
                  <a:gd name="connsiteY20" fmla="*/ 19729 h 187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80365" h="187664">
                    <a:moveTo>
                      <a:pt x="89491" y="122452"/>
                    </a:moveTo>
                    <a:lnTo>
                      <a:pt x="497545" y="122452"/>
                    </a:lnTo>
                    <a:cubicBezTo>
                      <a:pt x="509713" y="160197"/>
                      <a:pt x="544682" y="187665"/>
                      <a:pt x="586445" y="187665"/>
                    </a:cubicBezTo>
                    <a:cubicBezTo>
                      <a:pt x="638308" y="187665"/>
                      <a:pt x="680366" y="145666"/>
                      <a:pt x="680366" y="93862"/>
                    </a:cubicBezTo>
                    <a:cubicBezTo>
                      <a:pt x="680366" y="41999"/>
                      <a:pt x="638367" y="0"/>
                      <a:pt x="586445" y="0"/>
                    </a:cubicBezTo>
                    <a:cubicBezTo>
                      <a:pt x="544387" y="0"/>
                      <a:pt x="509181" y="27940"/>
                      <a:pt x="497308" y="66099"/>
                    </a:cubicBezTo>
                    <a:lnTo>
                      <a:pt x="89491" y="66099"/>
                    </a:lnTo>
                    <a:lnTo>
                      <a:pt x="89491" y="71711"/>
                    </a:lnTo>
                    <a:lnTo>
                      <a:pt x="495536" y="71711"/>
                    </a:lnTo>
                    <a:cubicBezTo>
                      <a:pt x="494060" y="77972"/>
                      <a:pt x="493114" y="84411"/>
                      <a:pt x="492878" y="91085"/>
                    </a:cubicBezTo>
                    <a:lnTo>
                      <a:pt x="0" y="91085"/>
                    </a:lnTo>
                    <a:lnTo>
                      <a:pt x="0" y="96638"/>
                    </a:lnTo>
                    <a:lnTo>
                      <a:pt x="492878" y="96638"/>
                    </a:lnTo>
                    <a:cubicBezTo>
                      <a:pt x="493056" y="103608"/>
                      <a:pt x="494119" y="110401"/>
                      <a:pt x="495773" y="116899"/>
                    </a:cubicBezTo>
                    <a:lnTo>
                      <a:pt x="89432" y="116840"/>
                    </a:lnTo>
                    <a:lnTo>
                      <a:pt x="89432" y="122452"/>
                    </a:lnTo>
                    <a:close/>
                    <a:moveTo>
                      <a:pt x="586504" y="19729"/>
                    </a:moveTo>
                    <a:cubicBezTo>
                      <a:pt x="627439" y="19729"/>
                      <a:pt x="660636" y="52927"/>
                      <a:pt x="660577" y="93803"/>
                    </a:cubicBezTo>
                    <a:cubicBezTo>
                      <a:pt x="660577" y="134738"/>
                      <a:pt x="627439" y="167876"/>
                      <a:pt x="586445" y="167876"/>
                    </a:cubicBezTo>
                    <a:cubicBezTo>
                      <a:pt x="545509" y="167876"/>
                      <a:pt x="512371" y="134679"/>
                      <a:pt x="512371" y="93803"/>
                    </a:cubicBezTo>
                    <a:cubicBezTo>
                      <a:pt x="512430" y="52868"/>
                      <a:pt x="545568" y="19729"/>
                      <a:pt x="586504" y="19729"/>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386" name="Freeform: Shape 1385">
                <a:extLst>
                  <a:ext uri="{FF2B5EF4-FFF2-40B4-BE49-F238E27FC236}">
                    <a16:creationId xmlns:a16="http://schemas.microsoft.com/office/drawing/2014/main" id="{131CFCF0-36C5-341D-2101-DD34C5A2BDBA}"/>
                  </a:ext>
                </a:extLst>
              </p:cNvPr>
              <p:cNvSpPr/>
              <p:nvPr/>
            </p:nvSpPr>
            <p:spPr>
              <a:xfrm>
                <a:off x="4453269" y="4670941"/>
                <a:ext cx="115186" cy="115186"/>
              </a:xfrm>
              <a:custGeom>
                <a:avLst/>
                <a:gdLst>
                  <a:gd name="connsiteX0" fmla="*/ 57593 w 115186"/>
                  <a:gd name="connsiteY0" fmla="*/ 115186 h 115186"/>
                  <a:gd name="connsiteX1" fmla="*/ 115186 w 115186"/>
                  <a:gd name="connsiteY1" fmla="*/ 57593 h 115186"/>
                  <a:gd name="connsiteX2" fmla="*/ 57593 w 115186"/>
                  <a:gd name="connsiteY2" fmla="*/ 0 h 115186"/>
                  <a:gd name="connsiteX3" fmla="*/ 0 w 115186"/>
                  <a:gd name="connsiteY3" fmla="*/ 57593 h 115186"/>
                  <a:gd name="connsiteX4" fmla="*/ 57593 w 115186"/>
                  <a:gd name="connsiteY4" fmla="*/ 115186 h 115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86" h="115186">
                    <a:moveTo>
                      <a:pt x="57593" y="115186"/>
                    </a:moveTo>
                    <a:cubicBezTo>
                      <a:pt x="89490" y="115186"/>
                      <a:pt x="115186" y="89432"/>
                      <a:pt x="115186" y="57593"/>
                    </a:cubicBezTo>
                    <a:cubicBezTo>
                      <a:pt x="115186" y="25813"/>
                      <a:pt x="89490" y="0"/>
                      <a:pt x="57593" y="0"/>
                    </a:cubicBezTo>
                    <a:cubicBezTo>
                      <a:pt x="25813" y="0"/>
                      <a:pt x="0" y="25813"/>
                      <a:pt x="0" y="57593"/>
                    </a:cubicBezTo>
                    <a:cubicBezTo>
                      <a:pt x="59" y="89432"/>
                      <a:pt x="25813" y="115186"/>
                      <a:pt x="57593" y="11518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1519" name="Graphic 4773">
            <a:extLst>
              <a:ext uri="{FF2B5EF4-FFF2-40B4-BE49-F238E27FC236}">
                <a16:creationId xmlns:a16="http://schemas.microsoft.com/office/drawing/2014/main" id="{6CF4E134-9E77-9831-9793-9CD32CD50AB1}"/>
              </a:ext>
            </a:extLst>
          </p:cNvPr>
          <p:cNvGrpSpPr/>
          <p:nvPr userDrawn="1"/>
        </p:nvGrpSpPr>
        <p:grpSpPr>
          <a:xfrm>
            <a:off x="6831173" y="20565244"/>
            <a:ext cx="3448608" cy="1432008"/>
            <a:chOff x="8624" y="1576512"/>
            <a:chExt cx="5170376" cy="3982601"/>
          </a:xfrm>
          <a:solidFill>
            <a:schemeClr val="bg1">
              <a:lumMod val="95000"/>
              <a:alpha val="76000"/>
            </a:schemeClr>
          </a:solidFill>
        </p:grpSpPr>
        <p:grpSp>
          <p:nvGrpSpPr>
            <p:cNvPr id="1520" name="Graphic 4773">
              <a:extLst>
                <a:ext uri="{FF2B5EF4-FFF2-40B4-BE49-F238E27FC236}">
                  <a16:creationId xmlns:a16="http://schemas.microsoft.com/office/drawing/2014/main" id="{583AFBAB-ECD6-52D8-0A2A-E0D8956800AD}"/>
                </a:ext>
              </a:extLst>
            </p:cNvPr>
            <p:cNvGrpSpPr/>
            <p:nvPr/>
          </p:nvGrpSpPr>
          <p:grpSpPr>
            <a:xfrm>
              <a:off x="8624" y="1576512"/>
              <a:ext cx="5170376" cy="3982601"/>
              <a:chOff x="8624" y="1576512"/>
              <a:chExt cx="5170376" cy="3982601"/>
            </a:xfrm>
            <a:grpFill/>
          </p:grpSpPr>
          <p:sp>
            <p:nvSpPr>
              <p:cNvPr id="1524" name="Freeform: Shape 1523">
                <a:extLst>
                  <a:ext uri="{FF2B5EF4-FFF2-40B4-BE49-F238E27FC236}">
                    <a16:creationId xmlns:a16="http://schemas.microsoft.com/office/drawing/2014/main" id="{35F1355D-C150-9CF0-535E-CB9AEBDE38B9}"/>
                  </a:ext>
                </a:extLst>
              </p:cNvPr>
              <p:cNvSpPr/>
              <p:nvPr/>
            </p:nvSpPr>
            <p:spPr>
              <a:xfrm>
                <a:off x="1467647" y="2244945"/>
                <a:ext cx="3526878" cy="437352"/>
              </a:xfrm>
              <a:custGeom>
                <a:avLst/>
                <a:gdLst>
                  <a:gd name="connsiteX0" fmla="*/ 2146182 w 3526878"/>
                  <a:gd name="connsiteY0" fmla="*/ 5907 h 437352"/>
                  <a:gd name="connsiteX1" fmla="*/ 1085407 w 3526878"/>
                  <a:gd name="connsiteY1" fmla="*/ 5907 h 437352"/>
                  <a:gd name="connsiteX2" fmla="*/ 967267 w 3526878"/>
                  <a:gd name="connsiteY2" fmla="*/ 124047 h 437352"/>
                  <a:gd name="connsiteX3" fmla="*/ 41467 w 3526878"/>
                  <a:gd name="connsiteY3" fmla="*/ 124047 h 437352"/>
                  <a:gd name="connsiteX4" fmla="*/ 20911 w 3526878"/>
                  <a:gd name="connsiteY4" fmla="*/ 142004 h 437352"/>
                  <a:gd name="connsiteX5" fmla="*/ 0 w 3526878"/>
                  <a:gd name="connsiteY5" fmla="*/ 121093 h 437352"/>
                  <a:gd name="connsiteX6" fmla="*/ 20911 w 3526878"/>
                  <a:gd name="connsiteY6" fmla="*/ 100182 h 437352"/>
                  <a:gd name="connsiteX7" fmla="*/ 41467 w 3526878"/>
                  <a:gd name="connsiteY7" fmla="*/ 118140 h 437352"/>
                  <a:gd name="connsiteX8" fmla="*/ 964787 w 3526878"/>
                  <a:gd name="connsiteY8" fmla="*/ 118140 h 437352"/>
                  <a:gd name="connsiteX9" fmla="*/ 1082926 w 3526878"/>
                  <a:gd name="connsiteY9" fmla="*/ 0 h 437352"/>
                  <a:gd name="connsiteX10" fmla="*/ 2148604 w 3526878"/>
                  <a:gd name="connsiteY10" fmla="*/ 0 h 437352"/>
                  <a:gd name="connsiteX11" fmla="*/ 2562092 w 3526878"/>
                  <a:gd name="connsiteY11" fmla="*/ 413488 h 437352"/>
                  <a:gd name="connsiteX12" fmla="*/ 3485412 w 3526878"/>
                  <a:gd name="connsiteY12" fmla="*/ 413488 h 437352"/>
                  <a:gd name="connsiteX13" fmla="*/ 3505968 w 3526878"/>
                  <a:gd name="connsiteY13" fmla="*/ 395531 h 437352"/>
                  <a:gd name="connsiteX14" fmla="*/ 3526879 w 3526878"/>
                  <a:gd name="connsiteY14" fmla="*/ 416442 h 437352"/>
                  <a:gd name="connsiteX15" fmla="*/ 3505968 w 3526878"/>
                  <a:gd name="connsiteY15" fmla="*/ 437353 h 437352"/>
                  <a:gd name="connsiteX16" fmla="*/ 3485412 w 3526878"/>
                  <a:gd name="connsiteY16" fmla="*/ 419395 h 437352"/>
                  <a:gd name="connsiteX17" fmla="*/ 2559670 w 3526878"/>
                  <a:gd name="connsiteY17" fmla="*/ 419395 h 437352"/>
                  <a:gd name="connsiteX18" fmla="*/ 2146182 w 3526878"/>
                  <a:gd name="connsiteY18" fmla="*/ 5907 h 437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526878" h="437352">
                    <a:moveTo>
                      <a:pt x="2146182" y="5907"/>
                    </a:moveTo>
                    <a:lnTo>
                      <a:pt x="1085407" y="5907"/>
                    </a:lnTo>
                    <a:lnTo>
                      <a:pt x="967267" y="124047"/>
                    </a:lnTo>
                    <a:lnTo>
                      <a:pt x="41467" y="124047"/>
                    </a:lnTo>
                    <a:cubicBezTo>
                      <a:pt x="40049" y="134148"/>
                      <a:pt x="31425" y="142004"/>
                      <a:pt x="20911" y="142004"/>
                    </a:cubicBezTo>
                    <a:cubicBezTo>
                      <a:pt x="9392" y="142004"/>
                      <a:pt x="0" y="132671"/>
                      <a:pt x="0" y="121093"/>
                    </a:cubicBezTo>
                    <a:cubicBezTo>
                      <a:pt x="0" y="109515"/>
                      <a:pt x="9333" y="100182"/>
                      <a:pt x="20911" y="100182"/>
                    </a:cubicBezTo>
                    <a:cubicBezTo>
                      <a:pt x="31425" y="100182"/>
                      <a:pt x="40049" y="107980"/>
                      <a:pt x="41467" y="118140"/>
                    </a:cubicBezTo>
                    <a:lnTo>
                      <a:pt x="964787" y="118140"/>
                    </a:lnTo>
                    <a:lnTo>
                      <a:pt x="1082926" y="0"/>
                    </a:lnTo>
                    <a:lnTo>
                      <a:pt x="2148604" y="0"/>
                    </a:lnTo>
                    <a:lnTo>
                      <a:pt x="2562092" y="413488"/>
                    </a:lnTo>
                    <a:lnTo>
                      <a:pt x="3485412" y="413488"/>
                    </a:lnTo>
                    <a:cubicBezTo>
                      <a:pt x="3486829" y="403388"/>
                      <a:pt x="3495454" y="395531"/>
                      <a:pt x="3505968" y="395531"/>
                    </a:cubicBezTo>
                    <a:cubicBezTo>
                      <a:pt x="3517487" y="395531"/>
                      <a:pt x="3526879" y="404864"/>
                      <a:pt x="3526879" y="416442"/>
                    </a:cubicBezTo>
                    <a:cubicBezTo>
                      <a:pt x="3526879" y="427961"/>
                      <a:pt x="3517546" y="437353"/>
                      <a:pt x="3505968" y="437353"/>
                    </a:cubicBezTo>
                    <a:cubicBezTo>
                      <a:pt x="3495454" y="437353"/>
                      <a:pt x="3486829" y="429555"/>
                      <a:pt x="3485412" y="419395"/>
                    </a:cubicBezTo>
                    <a:lnTo>
                      <a:pt x="2559670" y="419395"/>
                    </a:lnTo>
                    <a:lnTo>
                      <a:pt x="2146182"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25" name="Freeform: Shape 1524">
                <a:extLst>
                  <a:ext uri="{FF2B5EF4-FFF2-40B4-BE49-F238E27FC236}">
                    <a16:creationId xmlns:a16="http://schemas.microsoft.com/office/drawing/2014/main" id="{A10CDC7A-6FAD-8773-5774-8FF277B152B4}"/>
                  </a:ext>
                </a:extLst>
              </p:cNvPr>
              <p:cNvSpPr/>
              <p:nvPr/>
            </p:nvSpPr>
            <p:spPr>
              <a:xfrm>
                <a:off x="1762996" y="3880942"/>
                <a:ext cx="2640891" cy="1678172"/>
              </a:xfrm>
              <a:custGeom>
                <a:avLst/>
                <a:gdLst>
                  <a:gd name="connsiteX0" fmla="*/ 0 w 2640891"/>
                  <a:gd name="connsiteY0" fmla="*/ 670678 h 1678172"/>
                  <a:gd name="connsiteX1" fmla="*/ 20911 w 2640891"/>
                  <a:gd name="connsiteY1" fmla="*/ 691589 h 1678172"/>
                  <a:gd name="connsiteX2" fmla="*/ 41467 w 2640891"/>
                  <a:gd name="connsiteY2" fmla="*/ 673632 h 1678172"/>
                  <a:gd name="connsiteX3" fmla="*/ 1260136 w 2640891"/>
                  <a:gd name="connsiteY3" fmla="*/ 673632 h 1678172"/>
                  <a:gd name="connsiteX4" fmla="*/ 1857921 w 2640891"/>
                  <a:gd name="connsiteY4" fmla="*/ 1271418 h 1678172"/>
                  <a:gd name="connsiteX5" fmla="*/ 1789696 w 2640891"/>
                  <a:gd name="connsiteY5" fmla="*/ 1438585 h 1678172"/>
                  <a:gd name="connsiteX6" fmla="*/ 2029283 w 2640891"/>
                  <a:gd name="connsiteY6" fmla="*/ 1678172 h 1678172"/>
                  <a:gd name="connsiteX7" fmla="*/ 2268870 w 2640891"/>
                  <a:gd name="connsiteY7" fmla="*/ 1438585 h 1678172"/>
                  <a:gd name="connsiteX8" fmla="*/ 2032236 w 2640891"/>
                  <a:gd name="connsiteY8" fmla="*/ 1199116 h 1678172"/>
                  <a:gd name="connsiteX9" fmla="*/ 2032236 w 2640891"/>
                  <a:gd name="connsiteY9" fmla="*/ 23864 h 1678172"/>
                  <a:gd name="connsiteX10" fmla="*/ 2599424 w 2640891"/>
                  <a:gd name="connsiteY10" fmla="*/ 23864 h 1678172"/>
                  <a:gd name="connsiteX11" fmla="*/ 2619981 w 2640891"/>
                  <a:gd name="connsiteY11" fmla="*/ 41822 h 1678172"/>
                  <a:gd name="connsiteX12" fmla="*/ 2640891 w 2640891"/>
                  <a:gd name="connsiteY12" fmla="*/ 20911 h 1678172"/>
                  <a:gd name="connsiteX13" fmla="*/ 2619981 w 2640891"/>
                  <a:gd name="connsiteY13" fmla="*/ 0 h 1678172"/>
                  <a:gd name="connsiteX14" fmla="*/ 2599424 w 2640891"/>
                  <a:gd name="connsiteY14" fmla="*/ 17957 h 1678172"/>
                  <a:gd name="connsiteX15" fmla="*/ 2026329 w 2640891"/>
                  <a:gd name="connsiteY15" fmla="*/ 17957 h 1678172"/>
                  <a:gd name="connsiteX16" fmla="*/ 2026329 w 2640891"/>
                  <a:gd name="connsiteY16" fmla="*/ 1199116 h 1678172"/>
                  <a:gd name="connsiteX17" fmla="*/ 1862116 w 2640891"/>
                  <a:gd name="connsiteY17" fmla="*/ 1267283 h 1678172"/>
                  <a:gd name="connsiteX18" fmla="*/ 1262617 w 2640891"/>
                  <a:gd name="connsiteY18" fmla="*/ 667725 h 1678172"/>
                  <a:gd name="connsiteX19" fmla="*/ 41467 w 2640891"/>
                  <a:gd name="connsiteY19" fmla="*/ 667725 h 1678172"/>
                  <a:gd name="connsiteX20" fmla="*/ 20911 w 2640891"/>
                  <a:gd name="connsiteY20" fmla="*/ 649768 h 1678172"/>
                  <a:gd name="connsiteX21" fmla="*/ 0 w 2640891"/>
                  <a:gd name="connsiteY21" fmla="*/ 670678 h 1678172"/>
                  <a:gd name="connsiteX22" fmla="*/ 2026329 w 2640891"/>
                  <a:gd name="connsiteY22" fmla="*/ 1379456 h 1678172"/>
                  <a:gd name="connsiteX23" fmla="*/ 1989529 w 2640891"/>
                  <a:gd name="connsiteY23" fmla="*/ 1394696 h 1678172"/>
                  <a:gd name="connsiteX24" fmla="*/ 1866250 w 2640891"/>
                  <a:gd name="connsiteY24" fmla="*/ 1271418 h 1678172"/>
                  <a:gd name="connsiteX25" fmla="*/ 2026329 w 2640891"/>
                  <a:gd name="connsiteY25" fmla="*/ 1205023 h 1678172"/>
                  <a:gd name="connsiteX26" fmla="*/ 2026329 w 2640891"/>
                  <a:gd name="connsiteY26" fmla="*/ 1379456 h 1678172"/>
                  <a:gd name="connsiteX27" fmla="*/ 1862116 w 2640891"/>
                  <a:gd name="connsiteY27" fmla="*/ 1275612 h 1678172"/>
                  <a:gd name="connsiteX28" fmla="*/ 1985394 w 2640891"/>
                  <a:gd name="connsiteY28" fmla="*/ 1398890 h 1678172"/>
                  <a:gd name="connsiteX29" fmla="*/ 1970036 w 2640891"/>
                  <a:gd name="connsiteY29" fmla="*/ 1438644 h 1678172"/>
                  <a:gd name="connsiteX30" fmla="*/ 2029283 w 2640891"/>
                  <a:gd name="connsiteY30" fmla="*/ 1497891 h 1678172"/>
                  <a:gd name="connsiteX31" fmla="*/ 2088530 w 2640891"/>
                  <a:gd name="connsiteY31" fmla="*/ 1438644 h 1678172"/>
                  <a:gd name="connsiteX32" fmla="*/ 2032236 w 2640891"/>
                  <a:gd name="connsiteY32" fmla="*/ 1379515 h 1678172"/>
                  <a:gd name="connsiteX33" fmla="*/ 2032236 w 2640891"/>
                  <a:gd name="connsiteY33" fmla="*/ 1205023 h 1678172"/>
                  <a:gd name="connsiteX34" fmla="*/ 2262963 w 2640891"/>
                  <a:gd name="connsiteY34" fmla="*/ 1438585 h 1678172"/>
                  <a:gd name="connsiteX35" fmla="*/ 2029283 w 2640891"/>
                  <a:gd name="connsiteY35" fmla="*/ 1672265 h 1678172"/>
                  <a:gd name="connsiteX36" fmla="*/ 1795603 w 2640891"/>
                  <a:gd name="connsiteY36" fmla="*/ 1438585 h 1678172"/>
                  <a:gd name="connsiteX37" fmla="*/ 1862116 w 2640891"/>
                  <a:gd name="connsiteY37" fmla="*/ 1275612 h 16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640891" h="1678172">
                    <a:moveTo>
                      <a:pt x="0" y="670678"/>
                    </a:moveTo>
                    <a:cubicBezTo>
                      <a:pt x="0" y="682197"/>
                      <a:pt x="9333" y="691589"/>
                      <a:pt x="20911" y="691589"/>
                    </a:cubicBezTo>
                    <a:cubicBezTo>
                      <a:pt x="31425" y="691589"/>
                      <a:pt x="40049" y="683792"/>
                      <a:pt x="41467" y="673632"/>
                    </a:cubicBezTo>
                    <a:lnTo>
                      <a:pt x="1260136" y="673632"/>
                    </a:lnTo>
                    <a:lnTo>
                      <a:pt x="1857921" y="1271418"/>
                    </a:lnTo>
                    <a:cubicBezTo>
                      <a:pt x="1815746" y="1314598"/>
                      <a:pt x="1789696" y="1373608"/>
                      <a:pt x="1789696" y="1438585"/>
                    </a:cubicBezTo>
                    <a:cubicBezTo>
                      <a:pt x="1789696" y="1570665"/>
                      <a:pt x="1897144" y="1678172"/>
                      <a:pt x="2029283" y="1678172"/>
                    </a:cubicBezTo>
                    <a:cubicBezTo>
                      <a:pt x="2161363" y="1678172"/>
                      <a:pt x="2268870" y="1570724"/>
                      <a:pt x="2268870" y="1438585"/>
                    </a:cubicBezTo>
                    <a:cubicBezTo>
                      <a:pt x="2268870" y="1307450"/>
                      <a:pt x="2163017" y="1200711"/>
                      <a:pt x="2032236" y="1199116"/>
                    </a:cubicBezTo>
                    <a:lnTo>
                      <a:pt x="2032236" y="23864"/>
                    </a:lnTo>
                    <a:lnTo>
                      <a:pt x="2599424" y="23864"/>
                    </a:lnTo>
                    <a:cubicBezTo>
                      <a:pt x="2600842" y="33965"/>
                      <a:pt x="2609466" y="41822"/>
                      <a:pt x="2619981" y="41822"/>
                    </a:cubicBezTo>
                    <a:cubicBezTo>
                      <a:pt x="2631499" y="41822"/>
                      <a:pt x="2640891" y="32488"/>
                      <a:pt x="2640891" y="20911"/>
                    </a:cubicBezTo>
                    <a:cubicBezTo>
                      <a:pt x="2640891" y="9392"/>
                      <a:pt x="2631558" y="0"/>
                      <a:pt x="2619981" y="0"/>
                    </a:cubicBezTo>
                    <a:cubicBezTo>
                      <a:pt x="2609466" y="0"/>
                      <a:pt x="2600842" y="7797"/>
                      <a:pt x="2599424" y="17957"/>
                    </a:cubicBezTo>
                    <a:lnTo>
                      <a:pt x="2026329" y="17957"/>
                    </a:lnTo>
                    <a:lnTo>
                      <a:pt x="2026329" y="1199116"/>
                    </a:lnTo>
                    <a:cubicBezTo>
                      <a:pt x="1962534" y="1199884"/>
                      <a:pt x="1904646" y="1225757"/>
                      <a:pt x="1862116" y="1267283"/>
                    </a:cubicBezTo>
                    <a:lnTo>
                      <a:pt x="1262617" y="667725"/>
                    </a:lnTo>
                    <a:lnTo>
                      <a:pt x="41467" y="667725"/>
                    </a:lnTo>
                    <a:cubicBezTo>
                      <a:pt x="40049" y="657624"/>
                      <a:pt x="31425" y="649768"/>
                      <a:pt x="20911" y="649768"/>
                    </a:cubicBezTo>
                    <a:cubicBezTo>
                      <a:pt x="9333" y="649827"/>
                      <a:pt x="0" y="659159"/>
                      <a:pt x="0" y="670678"/>
                    </a:cubicBezTo>
                    <a:close/>
                    <a:moveTo>
                      <a:pt x="2026329" y="1379456"/>
                    </a:moveTo>
                    <a:cubicBezTo>
                      <a:pt x="2012212" y="1380165"/>
                      <a:pt x="1999394" y="1385777"/>
                      <a:pt x="1989529" y="1394696"/>
                    </a:cubicBezTo>
                    <a:lnTo>
                      <a:pt x="1866250" y="1271418"/>
                    </a:lnTo>
                    <a:cubicBezTo>
                      <a:pt x="1907717" y="1230955"/>
                      <a:pt x="1964129" y="1205791"/>
                      <a:pt x="2026329" y="1205023"/>
                    </a:cubicBezTo>
                    <a:lnTo>
                      <a:pt x="2026329" y="1379456"/>
                    </a:lnTo>
                    <a:close/>
                    <a:moveTo>
                      <a:pt x="1862116" y="1275612"/>
                    </a:moveTo>
                    <a:lnTo>
                      <a:pt x="1985394" y="1398890"/>
                    </a:lnTo>
                    <a:cubicBezTo>
                      <a:pt x="1975884" y="1409405"/>
                      <a:pt x="1970036" y="1423286"/>
                      <a:pt x="1970036" y="1438644"/>
                    </a:cubicBezTo>
                    <a:cubicBezTo>
                      <a:pt x="1970036" y="1471369"/>
                      <a:pt x="1996558" y="1497891"/>
                      <a:pt x="2029283" y="1497891"/>
                    </a:cubicBezTo>
                    <a:cubicBezTo>
                      <a:pt x="2062007" y="1497891"/>
                      <a:pt x="2088530" y="1471369"/>
                      <a:pt x="2088530" y="1438644"/>
                    </a:cubicBezTo>
                    <a:cubicBezTo>
                      <a:pt x="2088530" y="1406865"/>
                      <a:pt x="2063602" y="1381051"/>
                      <a:pt x="2032236" y="1379515"/>
                    </a:cubicBezTo>
                    <a:lnTo>
                      <a:pt x="2032236" y="1205023"/>
                    </a:lnTo>
                    <a:cubicBezTo>
                      <a:pt x="2159709" y="1206618"/>
                      <a:pt x="2262963" y="1310758"/>
                      <a:pt x="2262963" y="1438585"/>
                    </a:cubicBezTo>
                    <a:cubicBezTo>
                      <a:pt x="2262963" y="1567416"/>
                      <a:pt x="2158114" y="1672265"/>
                      <a:pt x="2029283" y="1672265"/>
                    </a:cubicBezTo>
                    <a:cubicBezTo>
                      <a:pt x="1900452" y="1672265"/>
                      <a:pt x="1795603" y="1567416"/>
                      <a:pt x="1795603" y="1438585"/>
                    </a:cubicBezTo>
                    <a:cubicBezTo>
                      <a:pt x="1795603" y="1375262"/>
                      <a:pt x="1821003" y="1317729"/>
                      <a:pt x="1862116" y="1275612"/>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26" name="Freeform: Shape 1525">
                <a:extLst>
                  <a:ext uri="{FF2B5EF4-FFF2-40B4-BE49-F238E27FC236}">
                    <a16:creationId xmlns:a16="http://schemas.microsoft.com/office/drawing/2014/main" id="{1A3D64FE-2BB6-40F0-02FA-A8C1002EB245}"/>
                  </a:ext>
                </a:extLst>
              </p:cNvPr>
              <p:cNvSpPr/>
              <p:nvPr/>
            </p:nvSpPr>
            <p:spPr>
              <a:xfrm>
                <a:off x="345321" y="4176350"/>
                <a:ext cx="2877111" cy="201073"/>
              </a:xfrm>
              <a:custGeom>
                <a:avLst/>
                <a:gdLst>
                  <a:gd name="connsiteX0" fmla="*/ 20911 w 2877111"/>
                  <a:gd name="connsiteY0" fmla="*/ 0 h 201073"/>
                  <a:gd name="connsiteX1" fmla="*/ 41467 w 2877111"/>
                  <a:gd name="connsiteY1" fmla="*/ 17957 h 201073"/>
                  <a:gd name="connsiteX2" fmla="*/ 849069 w 2877111"/>
                  <a:gd name="connsiteY2" fmla="*/ 17957 h 201073"/>
                  <a:gd name="connsiteX3" fmla="*/ 1026278 w 2877111"/>
                  <a:gd name="connsiteY3" fmla="*/ 195166 h 201073"/>
                  <a:gd name="connsiteX4" fmla="*/ 1438585 w 2877111"/>
                  <a:gd name="connsiteY4" fmla="*/ 195166 h 201073"/>
                  <a:gd name="connsiteX5" fmla="*/ 1850833 w 2877111"/>
                  <a:gd name="connsiteY5" fmla="*/ 195166 h 201073"/>
                  <a:gd name="connsiteX6" fmla="*/ 2028042 w 2877111"/>
                  <a:gd name="connsiteY6" fmla="*/ 17957 h 201073"/>
                  <a:gd name="connsiteX7" fmla="*/ 2835644 w 2877111"/>
                  <a:gd name="connsiteY7" fmla="*/ 17957 h 201073"/>
                  <a:gd name="connsiteX8" fmla="*/ 2856201 w 2877111"/>
                  <a:gd name="connsiteY8" fmla="*/ 0 h 201073"/>
                  <a:gd name="connsiteX9" fmla="*/ 2877111 w 2877111"/>
                  <a:gd name="connsiteY9" fmla="*/ 20911 h 201073"/>
                  <a:gd name="connsiteX10" fmla="*/ 2856201 w 2877111"/>
                  <a:gd name="connsiteY10" fmla="*/ 41821 h 201073"/>
                  <a:gd name="connsiteX11" fmla="*/ 2835644 w 2877111"/>
                  <a:gd name="connsiteY11" fmla="*/ 23864 h 201073"/>
                  <a:gd name="connsiteX12" fmla="*/ 2030523 w 2877111"/>
                  <a:gd name="connsiteY12" fmla="*/ 23864 h 201073"/>
                  <a:gd name="connsiteX13" fmla="*/ 1853314 w 2877111"/>
                  <a:gd name="connsiteY13" fmla="*/ 201073 h 201073"/>
                  <a:gd name="connsiteX14" fmla="*/ 1438585 w 2877111"/>
                  <a:gd name="connsiteY14" fmla="*/ 201073 h 201073"/>
                  <a:gd name="connsiteX15" fmla="*/ 1023856 w 2877111"/>
                  <a:gd name="connsiteY15" fmla="*/ 201073 h 201073"/>
                  <a:gd name="connsiteX16" fmla="*/ 846647 w 2877111"/>
                  <a:gd name="connsiteY16" fmla="*/ 23864 h 201073"/>
                  <a:gd name="connsiteX17" fmla="*/ 41467 w 2877111"/>
                  <a:gd name="connsiteY17" fmla="*/ 23864 h 201073"/>
                  <a:gd name="connsiteX18" fmla="*/ 20911 w 2877111"/>
                  <a:gd name="connsiteY18" fmla="*/ 41821 h 201073"/>
                  <a:gd name="connsiteX19" fmla="*/ 0 w 2877111"/>
                  <a:gd name="connsiteY19" fmla="*/ 20911 h 201073"/>
                  <a:gd name="connsiteX20" fmla="*/ 20911 w 2877111"/>
                  <a:gd name="connsiteY20" fmla="*/ 0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877111" h="201073">
                    <a:moveTo>
                      <a:pt x="20911" y="0"/>
                    </a:moveTo>
                    <a:cubicBezTo>
                      <a:pt x="31425" y="0"/>
                      <a:pt x="40049" y="7797"/>
                      <a:pt x="41467" y="17957"/>
                    </a:cubicBezTo>
                    <a:lnTo>
                      <a:pt x="849069" y="17957"/>
                    </a:lnTo>
                    <a:lnTo>
                      <a:pt x="1026278" y="195166"/>
                    </a:lnTo>
                    <a:lnTo>
                      <a:pt x="1438585" y="195166"/>
                    </a:lnTo>
                    <a:lnTo>
                      <a:pt x="1850833" y="195166"/>
                    </a:lnTo>
                    <a:lnTo>
                      <a:pt x="2028042" y="17957"/>
                    </a:lnTo>
                    <a:lnTo>
                      <a:pt x="2835644" y="17957"/>
                    </a:lnTo>
                    <a:cubicBezTo>
                      <a:pt x="2837062" y="7856"/>
                      <a:pt x="2845686" y="0"/>
                      <a:pt x="2856201" y="0"/>
                    </a:cubicBezTo>
                    <a:cubicBezTo>
                      <a:pt x="2867719" y="0"/>
                      <a:pt x="2877111" y="9333"/>
                      <a:pt x="2877111" y="20911"/>
                    </a:cubicBezTo>
                    <a:cubicBezTo>
                      <a:pt x="2877111" y="32429"/>
                      <a:pt x="2867778" y="41821"/>
                      <a:pt x="2856201" y="41821"/>
                    </a:cubicBezTo>
                    <a:cubicBezTo>
                      <a:pt x="2845686" y="41821"/>
                      <a:pt x="2837062" y="34024"/>
                      <a:pt x="2835644" y="23864"/>
                    </a:cubicBezTo>
                    <a:lnTo>
                      <a:pt x="2030523" y="23864"/>
                    </a:lnTo>
                    <a:lnTo>
                      <a:pt x="1853314" y="201073"/>
                    </a:lnTo>
                    <a:lnTo>
                      <a:pt x="1438585" y="201073"/>
                    </a:lnTo>
                    <a:lnTo>
                      <a:pt x="1023856" y="201073"/>
                    </a:lnTo>
                    <a:lnTo>
                      <a:pt x="846647" y="23864"/>
                    </a:lnTo>
                    <a:lnTo>
                      <a:pt x="41467" y="23864"/>
                    </a:lnTo>
                    <a:cubicBezTo>
                      <a:pt x="40049" y="33965"/>
                      <a:pt x="31425" y="41821"/>
                      <a:pt x="20911" y="41821"/>
                    </a:cubicBezTo>
                    <a:cubicBezTo>
                      <a:pt x="9392" y="41821"/>
                      <a:pt x="0" y="32488"/>
                      <a:pt x="0" y="20911"/>
                    </a:cubicBezTo>
                    <a:cubicBezTo>
                      <a:pt x="0" y="9333"/>
                      <a:pt x="9333" y="0"/>
                      <a:pt x="20911" y="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27" name="Freeform: Shape 1526">
                <a:extLst>
                  <a:ext uri="{FF2B5EF4-FFF2-40B4-BE49-F238E27FC236}">
                    <a16:creationId xmlns:a16="http://schemas.microsoft.com/office/drawing/2014/main" id="{FB678573-7373-4AFE-2424-2A1259DFDA09}"/>
                  </a:ext>
                </a:extLst>
              </p:cNvPr>
              <p:cNvSpPr/>
              <p:nvPr/>
            </p:nvSpPr>
            <p:spPr>
              <a:xfrm>
                <a:off x="8624" y="2522337"/>
                <a:ext cx="4749622" cy="1737182"/>
              </a:xfrm>
              <a:custGeom>
                <a:avLst/>
                <a:gdLst>
                  <a:gd name="connsiteX0" fmla="*/ 0 w 4749622"/>
                  <a:gd name="connsiteY0" fmla="*/ 552539 h 1737182"/>
                  <a:gd name="connsiteX1" fmla="*/ 20911 w 4749622"/>
                  <a:gd name="connsiteY1" fmla="*/ 573449 h 1737182"/>
                  <a:gd name="connsiteX2" fmla="*/ 41467 w 4749622"/>
                  <a:gd name="connsiteY2" fmla="*/ 555492 h 1737182"/>
                  <a:gd name="connsiteX3" fmla="*/ 1185767 w 4749622"/>
                  <a:gd name="connsiteY3" fmla="*/ 555492 h 1737182"/>
                  <a:gd name="connsiteX4" fmla="*/ 1362976 w 4749622"/>
                  <a:gd name="connsiteY4" fmla="*/ 378283 h 1737182"/>
                  <a:gd name="connsiteX5" fmla="*/ 1716863 w 4749622"/>
                  <a:gd name="connsiteY5" fmla="*/ 378283 h 1737182"/>
                  <a:gd name="connsiteX6" fmla="*/ 1772270 w 4749622"/>
                  <a:gd name="connsiteY6" fmla="*/ 433690 h 1737182"/>
                  <a:gd name="connsiteX7" fmla="*/ 1772270 w 4749622"/>
                  <a:gd name="connsiteY7" fmla="*/ 1258127 h 1737182"/>
                  <a:gd name="connsiteX8" fmla="*/ 1535637 w 4749622"/>
                  <a:gd name="connsiteY8" fmla="*/ 1497596 h 1737182"/>
                  <a:gd name="connsiteX9" fmla="*/ 1775224 w 4749622"/>
                  <a:gd name="connsiteY9" fmla="*/ 1737183 h 1737182"/>
                  <a:gd name="connsiteX10" fmla="*/ 2014811 w 4749622"/>
                  <a:gd name="connsiteY10" fmla="*/ 1497596 h 1737182"/>
                  <a:gd name="connsiteX11" fmla="*/ 1946585 w 4749622"/>
                  <a:gd name="connsiteY11" fmla="*/ 1330428 h 1737182"/>
                  <a:gd name="connsiteX12" fmla="*/ 2367162 w 4749622"/>
                  <a:gd name="connsiteY12" fmla="*/ 909852 h 1737182"/>
                  <a:gd name="connsiteX13" fmla="*/ 3664275 w 4749622"/>
                  <a:gd name="connsiteY13" fmla="*/ 909852 h 1737182"/>
                  <a:gd name="connsiteX14" fmla="*/ 3959624 w 4749622"/>
                  <a:gd name="connsiteY14" fmla="*/ 1205200 h 1737182"/>
                  <a:gd name="connsiteX15" fmla="*/ 4708156 w 4749622"/>
                  <a:gd name="connsiteY15" fmla="*/ 1205200 h 1737182"/>
                  <a:gd name="connsiteX16" fmla="*/ 4728712 w 4749622"/>
                  <a:gd name="connsiteY16" fmla="*/ 1223158 h 1737182"/>
                  <a:gd name="connsiteX17" fmla="*/ 4749623 w 4749622"/>
                  <a:gd name="connsiteY17" fmla="*/ 1202247 h 1737182"/>
                  <a:gd name="connsiteX18" fmla="*/ 4728712 w 4749622"/>
                  <a:gd name="connsiteY18" fmla="*/ 1181336 h 1737182"/>
                  <a:gd name="connsiteX19" fmla="*/ 4708156 w 4749622"/>
                  <a:gd name="connsiteY19" fmla="*/ 1199293 h 1737182"/>
                  <a:gd name="connsiteX20" fmla="*/ 3962105 w 4749622"/>
                  <a:gd name="connsiteY20" fmla="*/ 1199293 h 1737182"/>
                  <a:gd name="connsiteX21" fmla="*/ 3666756 w 4749622"/>
                  <a:gd name="connsiteY21" fmla="*/ 903945 h 1737182"/>
                  <a:gd name="connsiteX22" fmla="*/ 2364740 w 4749622"/>
                  <a:gd name="connsiteY22" fmla="*/ 903945 h 1737182"/>
                  <a:gd name="connsiteX23" fmla="*/ 1942450 w 4749622"/>
                  <a:gd name="connsiteY23" fmla="*/ 1326235 h 1737182"/>
                  <a:gd name="connsiteX24" fmla="*/ 1778236 w 4749622"/>
                  <a:gd name="connsiteY24" fmla="*/ 1258068 h 1737182"/>
                  <a:gd name="connsiteX25" fmla="*/ 1778236 w 4749622"/>
                  <a:gd name="connsiteY25" fmla="*/ 433690 h 1737182"/>
                  <a:gd name="connsiteX26" fmla="*/ 1833644 w 4749622"/>
                  <a:gd name="connsiteY26" fmla="*/ 378283 h 1737182"/>
                  <a:gd name="connsiteX27" fmla="*/ 2719159 w 4749622"/>
                  <a:gd name="connsiteY27" fmla="*/ 378283 h 1737182"/>
                  <a:gd name="connsiteX28" fmla="*/ 2955438 w 4749622"/>
                  <a:gd name="connsiteY28" fmla="*/ 614562 h 1737182"/>
                  <a:gd name="connsiteX29" fmla="*/ 4058389 w 4749622"/>
                  <a:gd name="connsiteY29" fmla="*/ 614562 h 1737182"/>
                  <a:gd name="connsiteX30" fmla="*/ 4078945 w 4749622"/>
                  <a:gd name="connsiteY30" fmla="*/ 632519 h 1737182"/>
                  <a:gd name="connsiteX31" fmla="*/ 4099856 w 4749622"/>
                  <a:gd name="connsiteY31" fmla="*/ 611608 h 1737182"/>
                  <a:gd name="connsiteX32" fmla="*/ 4078945 w 4749622"/>
                  <a:gd name="connsiteY32" fmla="*/ 590698 h 1737182"/>
                  <a:gd name="connsiteX33" fmla="*/ 4058389 w 4749622"/>
                  <a:gd name="connsiteY33" fmla="*/ 608655 h 1737182"/>
                  <a:gd name="connsiteX34" fmla="*/ 2957919 w 4749622"/>
                  <a:gd name="connsiteY34" fmla="*/ 608655 h 1737182"/>
                  <a:gd name="connsiteX35" fmla="*/ 2721640 w 4749622"/>
                  <a:gd name="connsiteY35" fmla="*/ 372376 h 1737182"/>
                  <a:gd name="connsiteX36" fmla="*/ 1833644 w 4749622"/>
                  <a:gd name="connsiteY36" fmla="*/ 372376 h 1737182"/>
                  <a:gd name="connsiteX37" fmla="*/ 1778236 w 4749622"/>
                  <a:gd name="connsiteY37" fmla="*/ 316968 h 1737182"/>
                  <a:gd name="connsiteX38" fmla="*/ 1778236 w 4749622"/>
                  <a:gd name="connsiteY38" fmla="*/ 17957 h 1737182"/>
                  <a:gd name="connsiteX39" fmla="*/ 909793 w 4749622"/>
                  <a:gd name="connsiteY39" fmla="*/ 17957 h 1737182"/>
                  <a:gd name="connsiteX40" fmla="*/ 889236 w 4749622"/>
                  <a:gd name="connsiteY40" fmla="*/ 0 h 1737182"/>
                  <a:gd name="connsiteX41" fmla="*/ 868326 w 4749622"/>
                  <a:gd name="connsiteY41" fmla="*/ 20911 h 1737182"/>
                  <a:gd name="connsiteX42" fmla="*/ 889236 w 4749622"/>
                  <a:gd name="connsiteY42" fmla="*/ 41821 h 1737182"/>
                  <a:gd name="connsiteX43" fmla="*/ 909793 w 4749622"/>
                  <a:gd name="connsiteY43" fmla="*/ 23864 h 1737182"/>
                  <a:gd name="connsiteX44" fmla="*/ 1772329 w 4749622"/>
                  <a:gd name="connsiteY44" fmla="*/ 23864 h 1737182"/>
                  <a:gd name="connsiteX45" fmla="*/ 1772329 w 4749622"/>
                  <a:gd name="connsiteY45" fmla="*/ 316968 h 1737182"/>
                  <a:gd name="connsiteX46" fmla="*/ 1716922 w 4749622"/>
                  <a:gd name="connsiteY46" fmla="*/ 372376 h 1737182"/>
                  <a:gd name="connsiteX47" fmla="*/ 1360613 w 4749622"/>
                  <a:gd name="connsiteY47" fmla="*/ 372376 h 1737182"/>
                  <a:gd name="connsiteX48" fmla="*/ 1183404 w 4749622"/>
                  <a:gd name="connsiteY48" fmla="*/ 549585 h 1737182"/>
                  <a:gd name="connsiteX49" fmla="*/ 41467 w 4749622"/>
                  <a:gd name="connsiteY49" fmla="*/ 549585 h 1737182"/>
                  <a:gd name="connsiteX50" fmla="*/ 20911 w 4749622"/>
                  <a:gd name="connsiteY50" fmla="*/ 531628 h 1737182"/>
                  <a:gd name="connsiteX51" fmla="*/ 0 w 4749622"/>
                  <a:gd name="connsiteY51" fmla="*/ 552539 h 1737182"/>
                  <a:gd name="connsiteX52" fmla="*/ 1938256 w 4749622"/>
                  <a:gd name="connsiteY52" fmla="*/ 1330488 h 1737182"/>
                  <a:gd name="connsiteX53" fmla="*/ 1814623 w 4749622"/>
                  <a:gd name="connsiteY53" fmla="*/ 1454120 h 1737182"/>
                  <a:gd name="connsiteX54" fmla="*/ 1778177 w 4749622"/>
                  <a:gd name="connsiteY54" fmla="*/ 1439058 h 1737182"/>
                  <a:gd name="connsiteX55" fmla="*/ 1778177 w 4749622"/>
                  <a:gd name="connsiteY55" fmla="*/ 1264093 h 1737182"/>
                  <a:gd name="connsiteX56" fmla="*/ 1938256 w 4749622"/>
                  <a:gd name="connsiteY56" fmla="*/ 1330488 h 1737182"/>
                  <a:gd name="connsiteX57" fmla="*/ 1772329 w 4749622"/>
                  <a:gd name="connsiteY57" fmla="*/ 1264093 h 1737182"/>
                  <a:gd name="connsiteX58" fmla="*/ 1772329 w 4749622"/>
                  <a:gd name="connsiteY58" fmla="*/ 1439058 h 1737182"/>
                  <a:gd name="connsiteX59" fmla="*/ 1716508 w 4749622"/>
                  <a:gd name="connsiteY59" fmla="*/ 1497714 h 1737182"/>
                  <a:gd name="connsiteX60" fmla="*/ 1775283 w 4749622"/>
                  <a:gd name="connsiteY60" fmla="*/ 1556489 h 1737182"/>
                  <a:gd name="connsiteX61" fmla="*/ 1834057 w 4749622"/>
                  <a:gd name="connsiteY61" fmla="*/ 1497714 h 1737182"/>
                  <a:gd name="connsiteX62" fmla="*/ 1818817 w 4749622"/>
                  <a:gd name="connsiteY62" fmla="*/ 1458315 h 1737182"/>
                  <a:gd name="connsiteX63" fmla="*/ 1942450 w 4749622"/>
                  <a:gd name="connsiteY63" fmla="*/ 1334682 h 1737182"/>
                  <a:gd name="connsiteX64" fmla="*/ 2008904 w 4749622"/>
                  <a:gd name="connsiteY64" fmla="*/ 1497714 h 1737182"/>
                  <a:gd name="connsiteX65" fmla="*/ 1775224 w 4749622"/>
                  <a:gd name="connsiteY65" fmla="*/ 1731394 h 1737182"/>
                  <a:gd name="connsiteX66" fmla="*/ 1541544 w 4749622"/>
                  <a:gd name="connsiteY66" fmla="*/ 1497714 h 1737182"/>
                  <a:gd name="connsiteX67" fmla="*/ 1772329 w 4749622"/>
                  <a:gd name="connsiteY67" fmla="*/ 1264093 h 173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4749622" h="1737182">
                    <a:moveTo>
                      <a:pt x="0" y="552539"/>
                    </a:moveTo>
                    <a:cubicBezTo>
                      <a:pt x="0" y="564057"/>
                      <a:pt x="9333" y="573449"/>
                      <a:pt x="20911" y="573449"/>
                    </a:cubicBezTo>
                    <a:cubicBezTo>
                      <a:pt x="31425" y="573449"/>
                      <a:pt x="40049" y="565652"/>
                      <a:pt x="41467" y="555492"/>
                    </a:cubicBezTo>
                    <a:lnTo>
                      <a:pt x="1185767" y="555492"/>
                    </a:lnTo>
                    <a:lnTo>
                      <a:pt x="1362976" y="378283"/>
                    </a:lnTo>
                    <a:lnTo>
                      <a:pt x="1716863" y="378283"/>
                    </a:lnTo>
                    <a:cubicBezTo>
                      <a:pt x="1718340" y="408231"/>
                      <a:pt x="1742322" y="432213"/>
                      <a:pt x="1772270" y="433690"/>
                    </a:cubicBezTo>
                    <a:lnTo>
                      <a:pt x="1772270" y="1258127"/>
                    </a:lnTo>
                    <a:cubicBezTo>
                      <a:pt x="1641549" y="1259722"/>
                      <a:pt x="1535637" y="1366520"/>
                      <a:pt x="1535637" y="1497596"/>
                    </a:cubicBezTo>
                    <a:cubicBezTo>
                      <a:pt x="1535637" y="1629676"/>
                      <a:pt x="1643085" y="1737183"/>
                      <a:pt x="1775224" y="1737183"/>
                    </a:cubicBezTo>
                    <a:cubicBezTo>
                      <a:pt x="1907304" y="1737183"/>
                      <a:pt x="2014811" y="1629735"/>
                      <a:pt x="2014811" y="1497596"/>
                    </a:cubicBezTo>
                    <a:cubicBezTo>
                      <a:pt x="2014811" y="1432619"/>
                      <a:pt x="1988761" y="1373608"/>
                      <a:pt x="1946585" y="1330428"/>
                    </a:cubicBezTo>
                    <a:lnTo>
                      <a:pt x="2367162" y="909852"/>
                    </a:lnTo>
                    <a:lnTo>
                      <a:pt x="3664275" y="909852"/>
                    </a:lnTo>
                    <a:lnTo>
                      <a:pt x="3959624" y="1205200"/>
                    </a:lnTo>
                    <a:lnTo>
                      <a:pt x="4708156" y="1205200"/>
                    </a:lnTo>
                    <a:cubicBezTo>
                      <a:pt x="4709574" y="1215301"/>
                      <a:pt x="4718198" y="1223158"/>
                      <a:pt x="4728712" y="1223158"/>
                    </a:cubicBezTo>
                    <a:cubicBezTo>
                      <a:pt x="4740231" y="1223158"/>
                      <a:pt x="4749623" y="1213825"/>
                      <a:pt x="4749623" y="1202247"/>
                    </a:cubicBezTo>
                    <a:cubicBezTo>
                      <a:pt x="4749623" y="1190729"/>
                      <a:pt x="4740290" y="1181336"/>
                      <a:pt x="4728712" y="1181336"/>
                    </a:cubicBezTo>
                    <a:cubicBezTo>
                      <a:pt x="4718198" y="1181336"/>
                      <a:pt x="4709574" y="1189134"/>
                      <a:pt x="4708156" y="1199293"/>
                    </a:cubicBezTo>
                    <a:lnTo>
                      <a:pt x="3962105" y="1199293"/>
                    </a:lnTo>
                    <a:lnTo>
                      <a:pt x="3666756" y="903945"/>
                    </a:lnTo>
                    <a:lnTo>
                      <a:pt x="2364740" y="903945"/>
                    </a:lnTo>
                    <a:lnTo>
                      <a:pt x="1942450" y="1326235"/>
                    </a:lnTo>
                    <a:cubicBezTo>
                      <a:pt x="1899920" y="1284708"/>
                      <a:pt x="1842032" y="1258895"/>
                      <a:pt x="1778236" y="1258068"/>
                    </a:cubicBezTo>
                    <a:lnTo>
                      <a:pt x="1778236" y="433690"/>
                    </a:lnTo>
                    <a:cubicBezTo>
                      <a:pt x="1808185" y="432213"/>
                      <a:pt x="1832167" y="408231"/>
                      <a:pt x="1833644" y="378283"/>
                    </a:cubicBezTo>
                    <a:lnTo>
                      <a:pt x="2719159" y="378283"/>
                    </a:lnTo>
                    <a:lnTo>
                      <a:pt x="2955438" y="614562"/>
                    </a:lnTo>
                    <a:lnTo>
                      <a:pt x="4058389" y="614562"/>
                    </a:lnTo>
                    <a:cubicBezTo>
                      <a:pt x="4059806" y="624663"/>
                      <a:pt x="4068430" y="632519"/>
                      <a:pt x="4078945" y="632519"/>
                    </a:cubicBezTo>
                    <a:cubicBezTo>
                      <a:pt x="4090463" y="632519"/>
                      <a:pt x="4099856" y="623186"/>
                      <a:pt x="4099856" y="611608"/>
                    </a:cubicBezTo>
                    <a:cubicBezTo>
                      <a:pt x="4099856" y="600031"/>
                      <a:pt x="4090523" y="590698"/>
                      <a:pt x="4078945" y="590698"/>
                    </a:cubicBezTo>
                    <a:cubicBezTo>
                      <a:pt x="4068430" y="590698"/>
                      <a:pt x="4059806" y="598495"/>
                      <a:pt x="4058389" y="608655"/>
                    </a:cubicBezTo>
                    <a:lnTo>
                      <a:pt x="2957919" y="608655"/>
                    </a:lnTo>
                    <a:lnTo>
                      <a:pt x="2721640" y="372376"/>
                    </a:lnTo>
                    <a:lnTo>
                      <a:pt x="1833644" y="372376"/>
                    </a:lnTo>
                    <a:cubicBezTo>
                      <a:pt x="1832167" y="342427"/>
                      <a:pt x="1808185" y="318445"/>
                      <a:pt x="1778236" y="316968"/>
                    </a:cubicBezTo>
                    <a:lnTo>
                      <a:pt x="1778236" y="17957"/>
                    </a:lnTo>
                    <a:lnTo>
                      <a:pt x="909793" y="17957"/>
                    </a:lnTo>
                    <a:cubicBezTo>
                      <a:pt x="908375" y="7856"/>
                      <a:pt x="899751" y="0"/>
                      <a:pt x="889236" y="0"/>
                    </a:cubicBezTo>
                    <a:cubicBezTo>
                      <a:pt x="877718" y="0"/>
                      <a:pt x="868326" y="9333"/>
                      <a:pt x="868326" y="20911"/>
                    </a:cubicBezTo>
                    <a:cubicBezTo>
                      <a:pt x="868326" y="32488"/>
                      <a:pt x="877659" y="41821"/>
                      <a:pt x="889236" y="41821"/>
                    </a:cubicBezTo>
                    <a:cubicBezTo>
                      <a:pt x="899751" y="41821"/>
                      <a:pt x="908375" y="34024"/>
                      <a:pt x="909793" y="23864"/>
                    </a:cubicBezTo>
                    <a:lnTo>
                      <a:pt x="1772329" y="23864"/>
                    </a:lnTo>
                    <a:lnTo>
                      <a:pt x="1772329" y="316968"/>
                    </a:lnTo>
                    <a:cubicBezTo>
                      <a:pt x="1742381" y="318445"/>
                      <a:pt x="1718399" y="342427"/>
                      <a:pt x="1716922" y="372376"/>
                    </a:cubicBezTo>
                    <a:lnTo>
                      <a:pt x="1360613" y="372376"/>
                    </a:lnTo>
                    <a:lnTo>
                      <a:pt x="1183404" y="549585"/>
                    </a:lnTo>
                    <a:lnTo>
                      <a:pt x="41467" y="549585"/>
                    </a:lnTo>
                    <a:cubicBezTo>
                      <a:pt x="40049" y="539484"/>
                      <a:pt x="31425" y="531628"/>
                      <a:pt x="20911" y="531628"/>
                    </a:cubicBezTo>
                    <a:cubicBezTo>
                      <a:pt x="9333" y="531687"/>
                      <a:pt x="0" y="541020"/>
                      <a:pt x="0" y="552539"/>
                    </a:cubicBezTo>
                    <a:close/>
                    <a:moveTo>
                      <a:pt x="1938256" y="1330488"/>
                    </a:moveTo>
                    <a:lnTo>
                      <a:pt x="1814623" y="1454120"/>
                    </a:lnTo>
                    <a:cubicBezTo>
                      <a:pt x="1804877" y="1445319"/>
                      <a:pt x="1792177" y="1439767"/>
                      <a:pt x="1778177" y="1439058"/>
                    </a:cubicBezTo>
                    <a:lnTo>
                      <a:pt x="1778177" y="1264093"/>
                    </a:lnTo>
                    <a:cubicBezTo>
                      <a:pt x="1840437" y="1264861"/>
                      <a:pt x="1896789" y="1290025"/>
                      <a:pt x="1938256" y="1330488"/>
                    </a:cubicBezTo>
                    <a:close/>
                    <a:moveTo>
                      <a:pt x="1772329" y="1264093"/>
                    </a:moveTo>
                    <a:lnTo>
                      <a:pt x="1772329" y="1439058"/>
                    </a:lnTo>
                    <a:cubicBezTo>
                      <a:pt x="1741259" y="1440594"/>
                      <a:pt x="1716508" y="1466230"/>
                      <a:pt x="1716508" y="1497714"/>
                    </a:cubicBezTo>
                    <a:cubicBezTo>
                      <a:pt x="1716508" y="1530202"/>
                      <a:pt x="1742794" y="1556489"/>
                      <a:pt x="1775283" y="1556489"/>
                    </a:cubicBezTo>
                    <a:cubicBezTo>
                      <a:pt x="1807771" y="1556489"/>
                      <a:pt x="1834057" y="1530202"/>
                      <a:pt x="1834057" y="1497714"/>
                    </a:cubicBezTo>
                    <a:cubicBezTo>
                      <a:pt x="1834057" y="1482533"/>
                      <a:pt x="1828268" y="1468770"/>
                      <a:pt x="1818817" y="1458315"/>
                    </a:cubicBezTo>
                    <a:lnTo>
                      <a:pt x="1942450" y="1334682"/>
                    </a:lnTo>
                    <a:cubicBezTo>
                      <a:pt x="1983563" y="1376798"/>
                      <a:pt x="2008904" y="1434332"/>
                      <a:pt x="2008904" y="1497714"/>
                    </a:cubicBezTo>
                    <a:cubicBezTo>
                      <a:pt x="2008904" y="1626545"/>
                      <a:pt x="1904055" y="1731394"/>
                      <a:pt x="1775224" y="1731394"/>
                    </a:cubicBezTo>
                    <a:cubicBezTo>
                      <a:pt x="1646393" y="1731394"/>
                      <a:pt x="1541544" y="1626545"/>
                      <a:pt x="1541544" y="1497714"/>
                    </a:cubicBezTo>
                    <a:cubicBezTo>
                      <a:pt x="1541603" y="1369828"/>
                      <a:pt x="1644857" y="1265688"/>
                      <a:pt x="1772329" y="12640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28" name="Freeform: Shape 1527">
                <a:extLst>
                  <a:ext uri="{FF2B5EF4-FFF2-40B4-BE49-F238E27FC236}">
                    <a16:creationId xmlns:a16="http://schemas.microsoft.com/office/drawing/2014/main" id="{3C613CC2-E5B3-775D-AF2C-3AAB259FD714}"/>
                  </a:ext>
                </a:extLst>
              </p:cNvPr>
              <p:cNvSpPr/>
              <p:nvPr/>
            </p:nvSpPr>
            <p:spPr>
              <a:xfrm>
                <a:off x="1113287" y="1831457"/>
                <a:ext cx="2936180" cy="201073"/>
              </a:xfrm>
              <a:custGeom>
                <a:avLst/>
                <a:gdLst>
                  <a:gd name="connsiteX0" fmla="*/ 2915270 w 2936180"/>
                  <a:gd name="connsiteY0" fmla="*/ 201073 h 201073"/>
                  <a:gd name="connsiteX1" fmla="*/ 2894714 w 2936180"/>
                  <a:gd name="connsiteY1" fmla="*/ 183116 h 201073"/>
                  <a:gd name="connsiteX2" fmla="*/ 1791704 w 2936180"/>
                  <a:gd name="connsiteY2" fmla="*/ 183116 h 201073"/>
                  <a:gd name="connsiteX3" fmla="*/ 1614495 w 2936180"/>
                  <a:gd name="connsiteY3" fmla="*/ 5907 h 201073"/>
                  <a:gd name="connsiteX4" fmla="*/ 671860 w 2936180"/>
                  <a:gd name="connsiteY4" fmla="*/ 5907 h 201073"/>
                  <a:gd name="connsiteX5" fmla="*/ 553720 w 2936180"/>
                  <a:gd name="connsiteY5" fmla="*/ 124047 h 201073"/>
                  <a:gd name="connsiteX6" fmla="*/ 41467 w 2936180"/>
                  <a:gd name="connsiteY6" fmla="*/ 124047 h 201073"/>
                  <a:gd name="connsiteX7" fmla="*/ 20911 w 2936180"/>
                  <a:gd name="connsiteY7" fmla="*/ 142004 h 201073"/>
                  <a:gd name="connsiteX8" fmla="*/ 0 w 2936180"/>
                  <a:gd name="connsiteY8" fmla="*/ 121093 h 201073"/>
                  <a:gd name="connsiteX9" fmla="*/ 20911 w 2936180"/>
                  <a:gd name="connsiteY9" fmla="*/ 100182 h 201073"/>
                  <a:gd name="connsiteX10" fmla="*/ 41467 w 2936180"/>
                  <a:gd name="connsiteY10" fmla="*/ 118140 h 201073"/>
                  <a:gd name="connsiteX11" fmla="*/ 551298 w 2936180"/>
                  <a:gd name="connsiteY11" fmla="*/ 118140 h 201073"/>
                  <a:gd name="connsiteX12" fmla="*/ 669438 w 2936180"/>
                  <a:gd name="connsiteY12" fmla="*/ 0 h 201073"/>
                  <a:gd name="connsiteX13" fmla="*/ 1616976 w 2936180"/>
                  <a:gd name="connsiteY13" fmla="*/ 0 h 201073"/>
                  <a:gd name="connsiteX14" fmla="*/ 1794185 w 2936180"/>
                  <a:gd name="connsiteY14" fmla="*/ 177209 h 201073"/>
                  <a:gd name="connsiteX15" fmla="*/ 2894714 w 2936180"/>
                  <a:gd name="connsiteY15" fmla="*/ 177209 h 201073"/>
                  <a:gd name="connsiteX16" fmla="*/ 2915270 w 2936180"/>
                  <a:gd name="connsiteY16" fmla="*/ 159252 h 201073"/>
                  <a:gd name="connsiteX17" fmla="*/ 2936181 w 2936180"/>
                  <a:gd name="connsiteY17" fmla="*/ 180163 h 201073"/>
                  <a:gd name="connsiteX18" fmla="*/ 2915270 w 2936180"/>
                  <a:gd name="connsiteY18" fmla="*/ 201073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36180" h="201073">
                    <a:moveTo>
                      <a:pt x="2915270" y="201073"/>
                    </a:moveTo>
                    <a:cubicBezTo>
                      <a:pt x="2904756" y="201073"/>
                      <a:pt x="2896132" y="193276"/>
                      <a:pt x="2894714" y="183116"/>
                    </a:cubicBezTo>
                    <a:lnTo>
                      <a:pt x="1791704" y="183116"/>
                    </a:lnTo>
                    <a:lnTo>
                      <a:pt x="1614495" y="5907"/>
                    </a:lnTo>
                    <a:lnTo>
                      <a:pt x="671860" y="5907"/>
                    </a:lnTo>
                    <a:lnTo>
                      <a:pt x="553720" y="124047"/>
                    </a:lnTo>
                    <a:lnTo>
                      <a:pt x="41467" y="124047"/>
                    </a:lnTo>
                    <a:cubicBezTo>
                      <a:pt x="40049" y="134147"/>
                      <a:pt x="31425" y="142004"/>
                      <a:pt x="20911" y="142004"/>
                    </a:cubicBezTo>
                    <a:cubicBezTo>
                      <a:pt x="9392" y="142004"/>
                      <a:pt x="0" y="132671"/>
                      <a:pt x="0" y="121093"/>
                    </a:cubicBezTo>
                    <a:cubicBezTo>
                      <a:pt x="0" y="109574"/>
                      <a:pt x="9333" y="100182"/>
                      <a:pt x="20911" y="100182"/>
                    </a:cubicBezTo>
                    <a:cubicBezTo>
                      <a:pt x="31425" y="100182"/>
                      <a:pt x="40049" y="107980"/>
                      <a:pt x="41467" y="118140"/>
                    </a:cubicBezTo>
                    <a:lnTo>
                      <a:pt x="551298" y="118140"/>
                    </a:lnTo>
                    <a:lnTo>
                      <a:pt x="669438" y="0"/>
                    </a:lnTo>
                    <a:lnTo>
                      <a:pt x="1616976" y="0"/>
                    </a:lnTo>
                    <a:lnTo>
                      <a:pt x="1794185" y="177209"/>
                    </a:lnTo>
                    <a:lnTo>
                      <a:pt x="2894714" y="177209"/>
                    </a:lnTo>
                    <a:cubicBezTo>
                      <a:pt x="2896132" y="167108"/>
                      <a:pt x="2904756" y="159252"/>
                      <a:pt x="2915270" y="159252"/>
                    </a:cubicBezTo>
                    <a:cubicBezTo>
                      <a:pt x="2926789" y="159252"/>
                      <a:pt x="2936181" y="168585"/>
                      <a:pt x="2936181" y="180163"/>
                    </a:cubicBezTo>
                    <a:cubicBezTo>
                      <a:pt x="2936181" y="191741"/>
                      <a:pt x="2926789" y="201073"/>
                      <a:pt x="2915270" y="20107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29" name="Freeform: Shape 1528">
                <a:extLst>
                  <a:ext uri="{FF2B5EF4-FFF2-40B4-BE49-F238E27FC236}">
                    <a16:creationId xmlns:a16="http://schemas.microsoft.com/office/drawing/2014/main" id="{E9005B6B-C62B-DA16-C606-7FFD48964F71}"/>
                  </a:ext>
                </a:extLst>
              </p:cNvPr>
              <p:cNvSpPr/>
              <p:nvPr/>
            </p:nvSpPr>
            <p:spPr>
              <a:xfrm>
                <a:off x="3939625" y="1922670"/>
                <a:ext cx="177764" cy="177840"/>
              </a:xfrm>
              <a:custGeom>
                <a:avLst/>
                <a:gdLst>
                  <a:gd name="connsiteX0" fmla="*/ 19348 w 177764"/>
                  <a:gd name="connsiteY0" fmla="*/ 144416 h 177840"/>
                  <a:gd name="connsiteX1" fmla="*/ 19348 w 177764"/>
                  <a:gd name="connsiteY1" fmla="*/ 175369 h 177840"/>
                  <a:gd name="connsiteX2" fmla="*/ 27736 w 177764"/>
                  <a:gd name="connsiteY2" fmla="*/ 166922 h 177840"/>
                  <a:gd name="connsiteX3" fmla="*/ 27736 w 177764"/>
                  <a:gd name="connsiteY3" fmla="*/ 153513 h 177840"/>
                  <a:gd name="connsiteX4" fmla="*/ 144340 w 177764"/>
                  <a:gd name="connsiteY4" fmla="*/ 158475 h 177840"/>
                  <a:gd name="connsiteX5" fmla="*/ 175293 w 177764"/>
                  <a:gd name="connsiteY5" fmla="*/ 158475 h 177840"/>
                  <a:gd name="connsiteX6" fmla="*/ 166846 w 177764"/>
                  <a:gd name="connsiteY6" fmla="*/ 150028 h 177840"/>
                  <a:gd name="connsiteX7" fmla="*/ 153437 w 177764"/>
                  <a:gd name="connsiteY7" fmla="*/ 150028 h 177840"/>
                  <a:gd name="connsiteX8" fmla="*/ 158399 w 177764"/>
                  <a:gd name="connsiteY8" fmla="*/ 33424 h 177840"/>
                  <a:gd name="connsiteX9" fmla="*/ 158399 w 177764"/>
                  <a:gd name="connsiteY9" fmla="*/ 2472 h 177840"/>
                  <a:gd name="connsiteX10" fmla="*/ 149952 w 177764"/>
                  <a:gd name="connsiteY10" fmla="*/ 10919 h 177840"/>
                  <a:gd name="connsiteX11" fmla="*/ 149952 w 177764"/>
                  <a:gd name="connsiteY11" fmla="*/ 24327 h 177840"/>
                  <a:gd name="connsiteX12" fmla="*/ 33348 w 177764"/>
                  <a:gd name="connsiteY12" fmla="*/ 19366 h 177840"/>
                  <a:gd name="connsiteX13" fmla="*/ 2395 w 177764"/>
                  <a:gd name="connsiteY13" fmla="*/ 19366 h 177840"/>
                  <a:gd name="connsiteX14" fmla="*/ 10843 w 177764"/>
                  <a:gd name="connsiteY14" fmla="*/ 27813 h 177840"/>
                  <a:gd name="connsiteX15" fmla="*/ 24251 w 177764"/>
                  <a:gd name="connsiteY15" fmla="*/ 27813 h 177840"/>
                  <a:gd name="connsiteX16" fmla="*/ 19348 w 177764"/>
                  <a:gd name="connsiteY16" fmla="*/ 144416 h 177840"/>
                  <a:gd name="connsiteX17" fmla="*/ 27796 w 177764"/>
                  <a:gd name="connsiteY17" fmla="*/ 30530 h 177840"/>
                  <a:gd name="connsiteX18" fmla="*/ 27796 w 177764"/>
                  <a:gd name="connsiteY18" fmla="*/ 44707 h 177840"/>
                  <a:gd name="connsiteX19" fmla="*/ 36242 w 177764"/>
                  <a:gd name="connsiteY19" fmla="*/ 53154 h 177840"/>
                  <a:gd name="connsiteX20" fmla="*/ 36242 w 177764"/>
                  <a:gd name="connsiteY20" fmla="*/ 22792 h 177840"/>
                  <a:gd name="connsiteX21" fmla="*/ 147412 w 177764"/>
                  <a:gd name="connsiteY21" fmla="*/ 27872 h 177840"/>
                  <a:gd name="connsiteX22" fmla="*/ 133235 w 177764"/>
                  <a:gd name="connsiteY22" fmla="*/ 27872 h 177840"/>
                  <a:gd name="connsiteX23" fmla="*/ 124788 w 177764"/>
                  <a:gd name="connsiteY23" fmla="*/ 36319 h 177840"/>
                  <a:gd name="connsiteX24" fmla="*/ 155150 w 177764"/>
                  <a:gd name="connsiteY24" fmla="*/ 36319 h 177840"/>
                  <a:gd name="connsiteX25" fmla="*/ 150070 w 177764"/>
                  <a:gd name="connsiteY25" fmla="*/ 147488 h 177840"/>
                  <a:gd name="connsiteX26" fmla="*/ 150070 w 177764"/>
                  <a:gd name="connsiteY26" fmla="*/ 133311 h 177840"/>
                  <a:gd name="connsiteX27" fmla="*/ 141623 w 177764"/>
                  <a:gd name="connsiteY27" fmla="*/ 124864 h 177840"/>
                  <a:gd name="connsiteX28" fmla="*/ 141623 w 177764"/>
                  <a:gd name="connsiteY28" fmla="*/ 155226 h 177840"/>
                  <a:gd name="connsiteX29" fmla="*/ 30453 w 177764"/>
                  <a:gd name="connsiteY29" fmla="*/ 150146 h 177840"/>
                  <a:gd name="connsiteX30" fmla="*/ 44630 w 177764"/>
                  <a:gd name="connsiteY30" fmla="*/ 150146 h 177840"/>
                  <a:gd name="connsiteX31" fmla="*/ 53077 w 177764"/>
                  <a:gd name="connsiteY31" fmla="*/ 141699 h 177840"/>
                  <a:gd name="connsiteX32" fmla="*/ 22715 w 177764"/>
                  <a:gd name="connsiteY32" fmla="*/ 141699 h 177840"/>
                  <a:gd name="connsiteX33" fmla="*/ 27796 w 177764"/>
                  <a:gd name="connsiteY33" fmla="*/ 30530 h 177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840">
                    <a:moveTo>
                      <a:pt x="19348" y="144416"/>
                    </a:moveTo>
                    <a:lnTo>
                      <a:pt x="19348" y="175369"/>
                    </a:lnTo>
                    <a:lnTo>
                      <a:pt x="27736" y="166922"/>
                    </a:lnTo>
                    <a:lnTo>
                      <a:pt x="27736" y="153513"/>
                    </a:lnTo>
                    <a:cubicBezTo>
                      <a:pt x="60107" y="184170"/>
                      <a:pt x="110080" y="185883"/>
                      <a:pt x="144340" y="158475"/>
                    </a:cubicBezTo>
                    <a:lnTo>
                      <a:pt x="175293" y="158475"/>
                    </a:lnTo>
                    <a:lnTo>
                      <a:pt x="166846" y="150028"/>
                    </a:lnTo>
                    <a:lnTo>
                      <a:pt x="153437" y="150028"/>
                    </a:lnTo>
                    <a:cubicBezTo>
                      <a:pt x="184094" y="117599"/>
                      <a:pt x="185807" y="67685"/>
                      <a:pt x="158399" y="33424"/>
                    </a:cubicBezTo>
                    <a:lnTo>
                      <a:pt x="158399" y="2472"/>
                    </a:lnTo>
                    <a:lnTo>
                      <a:pt x="149952" y="10919"/>
                    </a:lnTo>
                    <a:lnTo>
                      <a:pt x="149952" y="24327"/>
                    </a:lnTo>
                    <a:cubicBezTo>
                      <a:pt x="117581" y="-6330"/>
                      <a:pt x="67609" y="-8043"/>
                      <a:pt x="33348" y="19366"/>
                    </a:cubicBezTo>
                    <a:lnTo>
                      <a:pt x="2395" y="19366"/>
                    </a:lnTo>
                    <a:lnTo>
                      <a:pt x="10843" y="27813"/>
                    </a:lnTo>
                    <a:lnTo>
                      <a:pt x="24251" y="27813"/>
                    </a:lnTo>
                    <a:cubicBezTo>
                      <a:pt x="-6347" y="60242"/>
                      <a:pt x="-8001" y="110156"/>
                      <a:pt x="19348" y="144416"/>
                    </a:cubicBezTo>
                    <a:close/>
                    <a:moveTo>
                      <a:pt x="27796" y="30530"/>
                    </a:moveTo>
                    <a:lnTo>
                      <a:pt x="27796" y="44707"/>
                    </a:lnTo>
                    <a:lnTo>
                      <a:pt x="36242" y="53154"/>
                    </a:lnTo>
                    <a:lnTo>
                      <a:pt x="36242" y="22792"/>
                    </a:lnTo>
                    <a:cubicBezTo>
                      <a:pt x="68967" y="-3317"/>
                      <a:pt x="116636" y="-1604"/>
                      <a:pt x="147412" y="27872"/>
                    </a:cubicBezTo>
                    <a:lnTo>
                      <a:pt x="133235" y="27872"/>
                    </a:lnTo>
                    <a:lnTo>
                      <a:pt x="124788" y="36319"/>
                    </a:lnTo>
                    <a:lnTo>
                      <a:pt x="155150" y="36319"/>
                    </a:lnTo>
                    <a:cubicBezTo>
                      <a:pt x="181259" y="69043"/>
                      <a:pt x="179546" y="116713"/>
                      <a:pt x="150070" y="147488"/>
                    </a:cubicBezTo>
                    <a:lnTo>
                      <a:pt x="150070" y="133311"/>
                    </a:lnTo>
                    <a:lnTo>
                      <a:pt x="141623" y="124864"/>
                    </a:lnTo>
                    <a:lnTo>
                      <a:pt x="141623" y="155226"/>
                    </a:lnTo>
                    <a:cubicBezTo>
                      <a:pt x="108898" y="181335"/>
                      <a:pt x="61229" y="179622"/>
                      <a:pt x="30453" y="150146"/>
                    </a:cubicBezTo>
                    <a:lnTo>
                      <a:pt x="44630" y="150146"/>
                    </a:lnTo>
                    <a:lnTo>
                      <a:pt x="53077" y="141699"/>
                    </a:lnTo>
                    <a:lnTo>
                      <a:pt x="22715" y="141699"/>
                    </a:lnTo>
                    <a:cubicBezTo>
                      <a:pt x="-3334" y="108974"/>
                      <a:pt x="-1681" y="61305"/>
                      <a:pt x="27796" y="305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30" name="Freeform: Shape 1529">
                <a:extLst>
                  <a:ext uri="{FF2B5EF4-FFF2-40B4-BE49-F238E27FC236}">
                    <a16:creationId xmlns:a16="http://schemas.microsoft.com/office/drawing/2014/main" id="{AA4F151E-FFA0-4AE8-E3E0-558675443B81}"/>
                  </a:ext>
                </a:extLst>
              </p:cNvPr>
              <p:cNvSpPr/>
              <p:nvPr/>
            </p:nvSpPr>
            <p:spPr>
              <a:xfrm>
                <a:off x="3112330" y="4108370"/>
                <a:ext cx="177787" cy="177790"/>
              </a:xfrm>
              <a:custGeom>
                <a:avLst/>
                <a:gdLst>
                  <a:gd name="connsiteX0" fmla="*/ 19372 w 177787"/>
                  <a:gd name="connsiteY0" fmla="*/ 144357 h 177790"/>
                  <a:gd name="connsiteX1" fmla="*/ 19372 w 177787"/>
                  <a:gd name="connsiteY1" fmla="*/ 175310 h 177790"/>
                  <a:gd name="connsiteX2" fmla="*/ 27760 w 177787"/>
                  <a:gd name="connsiteY2" fmla="*/ 166863 h 177790"/>
                  <a:gd name="connsiteX3" fmla="*/ 27760 w 177787"/>
                  <a:gd name="connsiteY3" fmla="*/ 153454 h 177790"/>
                  <a:gd name="connsiteX4" fmla="*/ 144363 w 177787"/>
                  <a:gd name="connsiteY4" fmla="*/ 158475 h 177790"/>
                  <a:gd name="connsiteX5" fmla="*/ 175316 w 177787"/>
                  <a:gd name="connsiteY5" fmla="*/ 158475 h 177790"/>
                  <a:gd name="connsiteX6" fmla="*/ 166869 w 177787"/>
                  <a:gd name="connsiteY6" fmla="*/ 150028 h 177790"/>
                  <a:gd name="connsiteX7" fmla="*/ 153460 w 177787"/>
                  <a:gd name="connsiteY7" fmla="*/ 150028 h 177790"/>
                  <a:gd name="connsiteX8" fmla="*/ 158422 w 177787"/>
                  <a:gd name="connsiteY8" fmla="*/ 33424 h 177790"/>
                  <a:gd name="connsiteX9" fmla="*/ 158422 w 177787"/>
                  <a:gd name="connsiteY9" fmla="*/ 2472 h 177790"/>
                  <a:gd name="connsiteX10" fmla="*/ 149975 w 177787"/>
                  <a:gd name="connsiteY10" fmla="*/ 10918 h 177790"/>
                  <a:gd name="connsiteX11" fmla="*/ 149975 w 177787"/>
                  <a:gd name="connsiteY11" fmla="*/ 24327 h 177790"/>
                  <a:gd name="connsiteX12" fmla="*/ 33371 w 177787"/>
                  <a:gd name="connsiteY12" fmla="*/ 19365 h 177790"/>
                  <a:gd name="connsiteX13" fmla="*/ 2419 w 177787"/>
                  <a:gd name="connsiteY13" fmla="*/ 19365 h 177790"/>
                  <a:gd name="connsiteX14" fmla="*/ 10866 w 177787"/>
                  <a:gd name="connsiteY14" fmla="*/ 27812 h 177790"/>
                  <a:gd name="connsiteX15" fmla="*/ 24275 w 177787"/>
                  <a:gd name="connsiteY15" fmla="*/ 27812 h 177790"/>
                  <a:gd name="connsiteX16" fmla="*/ 19372 w 177787"/>
                  <a:gd name="connsiteY16" fmla="*/ 144357 h 177790"/>
                  <a:gd name="connsiteX17" fmla="*/ 27760 w 177787"/>
                  <a:gd name="connsiteY17" fmla="*/ 30411 h 177790"/>
                  <a:gd name="connsiteX18" fmla="*/ 27760 w 177787"/>
                  <a:gd name="connsiteY18" fmla="*/ 44588 h 177790"/>
                  <a:gd name="connsiteX19" fmla="*/ 36207 w 177787"/>
                  <a:gd name="connsiteY19" fmla="*/ 53035 h 177790"/>
                  <a:gd name="connsiteX20" fmla="*/ 36207 w 177787"/>
                  <a:gd name="connsiteY20" fmla="*/ 22673 h 177790"/>
                  <a:gd name="connsiteX21" fmla="*/ 147376 w 177787"/>
                  <a:gd name="connsiteY21" fmla="*/ 27754 h 177790"/>
                  <a:gd name="connsiteX22" fmla="*/ 133199 w 177787"/>
                  <a:gd name="connsiteY22" fmla="*/ 27754 h 177790"/>
                  <a:gd name="connsiteX23" fmla="*/ 124752 w 177787"/>
                  <a:gd name="connsiteY23" fmla="*/ 36201 h 177790"/>
                  <a:gd name="connsiteX24" fmla="*/ 155114 w 177787"/>
                  <a:gd name="connsiteY24" fmla="*/ 36201 h 177790"/>
                  <a:gd name="connsiteX25" fmla="*/ 150034 w 177787"/>
                  <a:gd name="connsiteY25" fmla="*/ 147370 h 177790"/>
                  <a:gd name="connsiteX26" fmla="*/ 150034 w 177787"/>
                  <a:gd name="connsiteY26" fmla="*/ 133193 h 177790"/>
                  <a:gd name="connsiteX27" fmla="*/ 141587 w 177787"/>
                  <a:gd name="connsiteY27" fmla="*/ 124746 h 177790"/>
                  <a:gd name="connsiteX28" fmla="*/ 141587 w 177787"/>
                  <a:gd name="connsiteY28" fmla="*/ 155108 h 177790"/>
                  <a:gd name="connsiteX29" fmla="*/ 30418 w 177787"/>
                  <a:gd name="connsiteY29" fmla="*/ 150028 h 177790"/>
                  <a:gd name="connsiteX30" fmla="*/ 44595 w 177787"/>
                  <a:gd name="connsiteY30" fmla="*/ 150028 h 177790"/>
                  <a:gd name="connsiteX31" fmla="*/ 53041 w 177787"/>
                  <a:gd name="connsiteY31" fmla="*/ 141581 h 177790"/>
                  <a:gd name="connsiteX32" fmla="*/ 22680 w 177787"/>
                  <a:gd name="connsiteY32" fmla="*/ 141581 h 177790"/>
                  <a:gd name="connsiteX33" fmla="*/ 27760 w 177787"/>
                  <a:gd name="connsiteY33" fmla="*/ 30411 h 177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87" h="177790">
                    <a:moveTo>
                      <a:pt x="19372" y="144357"/>
                    </a:moveTo>
                    <a:lnTo>
                      <a:pt x="19372" y="175310"/>
                    </a:lnTo>
                    <a:lnTo>
                      <a:pt x="27760" y="166863"/>
                    </a:lnTo>
                    <a:lnTo>
                      <a:pt x="27760" y="153454"/>
                    </a:lnTo>
                    <a:cubicBezTo>
                      <a:pt x="60130" y="184111"/>
                      <a:pt x="110103" y="185824"/>
                      <a:pt x="144363" y="158475"/>
                    </a:cubicBezTo>
                    <a:lnTo>
                      <a:pt x="175316" y="158475"/>
                    </a:lnTo>
                    <a:lnTo>
                      <a:pt x="166869" y="150028"/>
                    </a:lnTo>
                    <a:lnTo>
                      <a:pt x="153460" y="150028"/>
                    </a:lnTo>
                    <a:cubicBezTo>
                      <a:pt x="184117" y="117598"/>
                      <a:pt x="185830" y="67684"/>
                      <a:pt x="158422" y="33424"/>
                    </a:cubicBezTo>
                    <a:lnTo>
                      <a:pt x="158422" y="2472"/>
                    </a:lnTo>
                    <a:lnTo>
                      <a:pt x="149975" y="10918"/>
                    </a:lnTo>
                    <a:lnTo>
                      <a:pt x="149975" y="24327"/>
                    </a:lnTo>
                    <a:cubicBezTo>
                      <a:pt x="117605" y="-6330"/>
                      <a:pt x="67632" y="-8043"/>
                      <a:pt x="33371" y="19365"/>
                    </a:cubicBezTo>
                    <a:lnTo>
                      <a:pt x="2419" y="19365"/>
                    </a:lnTo>
                    <a:lnTo>
                      <a:pt x="10866" y="27812"/>
                    </a:lnTo>
                    <a:lnTo>
                      <a:pt x="24275" y="27812"/>
                    </a:lnTo>
                    <a:cubicBezTo>
                      <a:pt x="-6324" y="60124"/>
                      <a:pt x="-8036" y="110038"/>
                      <a:pt x="19372" y="144357"/>
                    </a:cubicBezTo>
                    <a:close/>
                    <a:moveTo>
                      <a:pt x="27760" y="30411"/>
                    </a:moveTo>
                    <a:lnTo>
                      <a:pt x="27760" y="44588"/>
                    </a:lnTo>
                    <a:lnTo>
                      <a:pt x="36207" y="53035"/>
                    </a:lnTo>
                    <a:lnTo>
                      <a:pt x="36207" y="22673"/>
                    </a:lnTo>
                    <a:cubicBezTo>
                      <a:pt x="68931" y="-3435"/>
                      <a:pt x="116601" y="-1723"/>
                      <a:pt x="147376" y="27754"/>
                    </a:cubicBezTo>
                    <a:lnTo>
                      <a:pt x="133199" y="27754"/>
                    </a:lnTo>
                    <a:lnTo>
                      <a:pt x="124752" y="36201"/>
                    </a:lnTo>
                    <a:lnTo>
                      <a:pt x="155114" y="36201"/>
                    </a:lnTo>
                    <a:cubicBezTo>
                      <a:pt x="181223" y="68925"/>
                      <a:pt x="179510" y="116594"/>
                      <a:pt x="150034" y="147370"/>
                    </a:cubicBezTo>
                    <a:lnTo>
                      <a:pt x="150034" y="133193"/>
                    </a:lnTo>
                    <a:lnTo>
                      <a:pt x="141587" y="124746"/>
                    </a:lnTo>
                    <a:lnTo>
                      <a:pt x="141587" y="155108"/>
                    </a:lnTo>
                    <a:cubicBezTo>
                      <a:pt x="108862" y="181158"/>
                      <a:pt x="61193" y="179504"/>
                      <a:pt x="30418" y="150028"/>
                    </a:cubicBezTo>
                    <a:lnTo>
                      <a:pt x="44595" y="150028"/>
                    </a:lnTo>
                    <a:lnTo>
                      <a:pt x="53041" y="141581"/>
                    </a:lnTo>
                    <a:lnTo>
                      <a:pt x="22680" y="141581"/>
                    </a:lnTo>
                    <a:cubicBezTo>
                      <a:pt x="-3370" y="108856"/>
                      <a:pt x="-1657" y="61187"/>
                      <a:pt x="27760" y="30411"/>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31" name="Freeform: Shape 1530">
                <a:extLst>
                  <a:ext uri="{FF2B5EF4-FFF2-40B4-BE49-F238E27FC236}">
                    <a16:creationId xmlns:a16="http://schemas.microsoft.com/office/drawing/2014/main" id="{0BE12044-4974-8C6E-7142-41E66EC36E61}"/>
                  </a:ext>
                </a:extLst>
              </p:cNvPr>
              <p:cNvSpPr/>
              <p:nvPr/>
            </p:nvSpPr>
            <p:spPr>
              <a:xfrm>
                <a:off x="808927" y="2454830"/>
                <a:ext cx="177764" cy="177731"/>
              </a:xfrm>
              <a:custGeom>
                <a:avLst/>
                <a:gdLst>
                  <a:gd name="connsiteX0" fmla="*/ 19348 w 177764"/>
                  <a:gd name="connsiteY0" fmla="*/ 144239 h 177731"/>
                  <a:gd name="connsiteX1" fmla="*/ 19348 w 177764"/>
                  <a:gd name="connsiteY1" fmla="*/ 175192 h 177731"/>
                  <a:gd name="connsiteX2" fmla="*/ 27736 w 177764"/>
                  <a:gd name="connsiteY2" fmla="*/ 166804 h 177731"/>
                  <a:gd name="connsiteX3" fmla="*/ 27736 w 177764"/>
                  <a:gd name="connsiteY3" fmla="*/ 153395 h 177731"/>
                  <a:gd name="connsiteX4" fmla="*/ 144340 w 177764"/>
                  <a:gd name="connsiteY4" fmla="*/ 158416 h 177731"/>
                  <a:gd name="connsiteX5" fmla="*/ 175293 w 177764"/>
                  <a:gd name="connsiteY5" fmla="*/ 158416 h 177731"/>
                  <a:gd name="connsiteX6" fmla="*/ 166846 w 177764"/>
                  <a:gd name="connsiteY6" fmla="*/ 150028 h 177731"/>
                  <a:gd name="connsiteX7" fmla="*/ 153437 w 177764"/>
                  <a:gd name="connsiteY7" fmla="*/ 150028 h 177731"/>
                  <a:gd name="connsiteX8" fmla="*/ 158399 w 177764"/>
                  <a:gd name="connsiteY8" fmla="*/ 33424 h 177731"/>
                  <a:gd name="connsiteX9" fmla="*/ 158399 w 177764"/>
                  <a:gd name="connsiteY9" fmla="*/ 2472 h 177731"/>
                  <a:gd name="connsiteX10" fmla="*/ 149952 w 177764"/>
                  <a:gd name="connsiteY10" fmla="*/ 10919 h 177731"/>
                  <a:gd name="connsiteX11" fmla="*/ 149952 w 177764"/>
                  <a:gd name="connsiteY11" fmla="*/ 24328 h 177731"/>
                  <a:gd name="connsiteX12" fmla="*/ 33348 w 177764"/>
                  <a:gd name="connsiteY12" fmla="*/ 19365 h 177731"/>
                  <a:gd name="connsiteX13" fmla="*/ 2395 w 177764"/>
                  <a:gd name="connsiteY13" fmla="*/ 19365 h 177731"/>
                  <a:gd name="connsiteX14" fmla="*/ 10842 w 177764"/>
                  <a:gd name="connsiteY14" fmla="*/ 27813 h 177731"/>
                  <a:gd name="connsiteX15" fmla="*/ 24251 w 177764"/>
                  <a:gd name="connsiteY15" fmla="*/ 27813 h 177731"/>
                  <a:gd name="connsiteX16" fmla="*/ 19348 w 177764"/>
                  <a:gd name="connsiteY16" fmla="*/ 144239 h 177731"/>
                  <a:gd name="connsiteX17" fmla="*/ 27795 w 177764"/>
                  <a:gd name="connsiteY17" fmla="*/ 30293 h 177731"/>
                  <a:gd name="connsiteX18" fmla="*/ 27795 w 177764"/>
                  <a:gd name="connsiteY18" fmla="*/ 44470 h 177731"/>
                  <a:gd name="connsiteX19" fmla="*/ 36242 w 177764"/>
                  <a:gd name="connsiteY19" fmla="*/ 52917 h 177731"/>
                  <a:gd name="connsiteX20" fmla="*/ 36242 w 177764"/>
                  <a:gd name="connsiteY20" fmla="*/ 22555 h 177731"/>
                  <a:gd name="connsiteX21" fmla="*/ 147412 w 177764"/>
                  <a:gd name="connsiteY21" fmla="*/ 27635 h 177731"/>
                  <a:gd name="connsiteX22" fmla="*/ 133235 w 177764"/>
                  <a:gd name="connsiteY22" fmla="*/ 27635 h 177731"/>
                  <a:gd name="connsiteX23" fmla="*/ 124788 w 177764"/>
                  <a:gd name="connsiteY23" fmla="*/ 36082 h 177731"/>
                  <a:gd name="connsiteX24" fmla="*/ 155150 w 177764"/>
                  <a:gd name="connsiteY24" fmla="*/ 36082 h 177731"/>
                  <a:gd name="connsiteX25" fmla="*/ 150070 w 177764"/>
                  <a:gd name="connsiteY25" fmla="*/ 147252 h 177731"/>
                  <a:gd name="connsiteX26" fmla="*/ 150070 w 177764"/>
                  <a:gd name="connsiteY26" fmla="*/ 133075 h 177731"/>
                  <a:gd name="connsiteX27" fmla="*/ 141623 w 177764"/>
                  <a:gd name="connsiteY27" fmla="*/ 124628 h 177731"/>
                  <a:gd name="connsiteX28" fmla="*/ 141623 w 177764"/>
                  <a:gd name="connsiteY28" fmla="*/ 154990 h 177731"/>
                  <a:gd name="connsiteX29" fmla="*/ 30454 w 177764"/>
                  <a:gd name="connsiteY29" fmla="*/ 149910 h 177731"/>
                  <a:gd name="connsiteX30" fmla="*/ 44630 w 177764"/>
                  <a:gd name="connsiteY30" fmla="*/ 149910 h 177731"/>
                  <a:gd name="connsiteX31" fmla="*/ 53077 w 177764"/>
                  <a:gd name="connsiteY31" fmla="*/ 141463 h 177731"/>
                  <a:gd name="connsiteX32" fmla="*/ 22715 w 177764"/>
                  <a:gd name="connsiteY32" fmla="*/ 141463 h 177731"/>
                  <a:gd name="connsiteX33" fmla="*/ 27795 w 177764"/>
                  <a:gd name="connsiteY33" fmla="*/ 30293 h 177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731">
                    <a:moveTo>
                      <a:pt x="19348" y="144239"/>
                    </a:moveTo>
                    <a:lnTo>
                      <a:pt x="19348" y="175192"/>
                    </a:lnTo>
                    <a:lnTo>
                      <a:pt x="27736" y="166804"/>
                    </a:lnTo>
                    <a:lnTo>
                      <a:pt x="27736" y="153395"/>
                    </a:lnTo>
                    <a:cubicBezTo>
                      <a:pt x="60107" y="184052"/>
                      <a:pt x="110080" y="185765"/>
                      <a:pt x="144340" y="158416"/>
                    </a:cubicBezTo>
                    <a:lnTo>
                      <a:pt x="175293" y="158416"/>
                    </a:lnTo>
                    <a:lnTo>
                      <a:pt x="166846" y="150028"/>
                    </a:lnTo>
                    <a:lnTo>
                      <a:pt x="153437" y="150028"/>
                    </a:lnTo>
                    <a:cubicBezTo>
                      <a:pt x="184094" y="117599"/>
                      <a:pt x="185807" y="67685"/>
                      <a:pt x="158399" y="33424"/>
                    </a:cubicBezTo>
                    <a:lnTo>
                      <a:pt x="158399" y="2472"/>
                    </a:lnTo>
                    <a:lnTo>
                      <a:pt x="149952" y="10919"/>
                    </a:lnTo>
                    <a:lnTo>
                      <a:pt x="149952" y="24328"/>
                    </a:lnTo>
                    <a:cubicBezTo>
                      <a:pt x="117582" y="-6330"/>
                      <a:pt x="67608" y="-8043"/>
                      <a:pt x="33348" y="19365"/>
                    </a:cubicBezTo>
                    <a:lnTo>
                      <a:pt x="2395" y="19365"/>
                    </a:lnTo>
                    <a:lnTo>
                      <a:pt x="10842" y="27813"/>
                    </a:lnTo>
                    <a:lnTo>
                      <a:pt x="24251" y="27813"/>
                    </a:lnTo>
                    <a:cubicBezTo>
                      <a:pt x="-6347" y="60006"/>
                      <a:pt x="-8001" y="109920"/>
                      <a:pt x="19348" y="144239"/>
                    </a:cubicBezTo>
                    <a:close/>
                    <a:moveTo>
                      <a:pt x="27795" y="30293"/>
                    </a:moveTo>
                    <a:lnTo>
                      <a:pt x="27795" y="44470"/>
                    </a:lnTo>
                    <a:lnTo>
                      <a:pt x="36242" y="52917"/>
                    </a:lnTo>
                    <a:lnTo>
                      <a:pt x="36242" y="22555"/>
                    </a:lnTo>
                    <a:cubicBezTo>
                      <a:pt x="68967" y="-3553"/>
                      <a:pt x="116636" y="-1841"/>
                      <a:pt x="147412" y="27635"/>
                    </a:cubicBezTo>
                    <a:lnTo>
                      <a:pt x="133235" y="27635"/>
                    </a:lnTo>
                    <a:lnTo>
                      <a:pt x="124788" y="36082"/>
                    </a:lnTo>
                    <a:lnTo>
                      <a:pt x="155150" y="36082"/>
                    </a:lnTo>
                    <a:cubicBezTo>
                      <a:pt x="181259" y="68807"/>
                      <a:pt x="179546" y="116476"/>
                      <a:pt x="150070" y="147252"/>
                    </a:cubicBezTo>
                    <a:lnTo>
                      <a:pt x="150070" y="133075"/>
                    </a:lnTo>
                    <a:lnTo>
                      <a:pt x="141623" y="124628"/>
                    </a:lnTo>
                    <a:lnTo>
                      <a:pt x="141623" y="154990"/>
                    </a:lnTo>
                    <a:cubicBezTo>
                      <a:pt x="108898" y="181040"/>
                      <a:pt x="61229" y="179386"/>
                      <a:pt x="30454" y="149910"/>
                    </a:cubicBezTo>
                    <a:lnTo>
                      <a:pt x="44630" y="149910"/>
                    </a:lnTo>
                    <a:lnTo>
                      <a:pt x="53077" y="141463"/>
                    </a:lnTo>
                    <a:lnTo>
                      <a:pt x="22715" y="141463"/>
                    </a:lnTo>
                    <a:cubicBezTo>
                      <a:pt x="-3334" y="108738"/>
                      <a:pt x="-1680" y="61069"/>
                      <a:pt x="27795" y="302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1532" name="Graphic 4773">
                <a:extLst>
                  <a:ext uri="{FF2B5EF4-FFF2-40B4-BE49-F238E27FC236}">
                    <a16:creationId xmlns:a16="http://schemas.microsoft.com/office/drawing/2014/main" id="{B634EADC-37B7-1B59-0C10-BAA8A4AA0CD9}"/>
                  </a:ext>
                </a:extLst>
              </p:cNvPr>
              <p:cNvGrpSpPr/>
              <p:nvPr/>
            </p:nvGrpSpPr>
            <p:grpSpPr>
              <a:xfrm>
                <a:off x="1739250" y="2188416"/>
                <a:ext cx="502742" cy="119025"/>
                <a:chOff x="1739250" y="2188416"/>
                <a:chExt cx="502742" cy="119025"/>
              </a:xfrm>
              <a:grpFill/>
            </p:grpSpPr>
            <p:sp>
              <p:nvSpPr>
                <p:cNvPr id="1653" name="Freeform: Shape 1652">
                  <a:extLst>
                    <a:ext uri="{FF2B5EF4-FFF2-40B4-BE49-F238E27FC236}">
                      <a16:creationId xmlns:a16="http://schemas.microsoft.com/office/drawing/2014/main" id="{668F0D3D-9F95-C714-49CF-DF56ED56FCE4}"/>
                    </a:ext>
                  </a:extLst>
                </p:cNvPr>
                <p:cNvSpPr/>
                <p:nvPr/>
              </p:nvSpPr>
              <p:spPr>
                <a:xfrm>
                  <a:off x="2096208" y="2188475"/>
                  <a:ext cx="145784" cy="118966"/>
                </a:xfrm>
                <a:custGeom>
                  <a:avLst/>
                  <a:gdLst>
                    <a:gd name="connsiteX0" fmla="*/ 0 w 145784"/>
                    <a:gd name="connsiteY0" fmla="*/ 35678 h 118966"/>
                    <a:gd name="connsiteX1" fmla="*/ 0 w 145784"/>
                    <a:gd name="connsiteY1" fmla="*/ 83289 h 118966"/>
                    <a:gd name="connsiteX2" fmla="*/ 35678 w 145784"/>
                    <a:gd name="connsiteY2" fmla="*/ 118967 h 118966"/>
                    <a:gd name="connsiteX3" fmla="*/ 83288 w 145784"/>
                    <a:gd name="connsiteY3" fmla="*/ 118967 h 118966"/>
                    <a:gd name="connsiteX4" fmla="*/ 118494 w 145784"/>
                    <a:gd name="connsiteY4" fmla="*/ 88959 h 118966"/>
                    <a:gd name="connsiteX5" fmla="*/ 145784 w 145784"/>
                    <a:gd name="connsiteY5" fmla="*/ 59483 h 118966"/>
                    <a:gd name="connsiteX6" fmla="*/ 118494 w 145784"/>
                    <a:gd name="connsiteY6" fmla="*/ 30008 h 118966"/>
                    <a:gd name="connsiteX7" fmla="*/ 83288 w 145784"/>
                    <a:gd name="connsiteY7" fmla="*/ 0 h 118966"/>
                    <a:gd name="connsiteX8" fmla="*/ 35678 w 145784"/>
                    <a:gd name="connsiteY8" fmla="*/ 0 h 118966"/>
                    <a:gd name="connsiteX9" fmla="*/ 0 w 145784"/>
                    <a:gd name="connsiteY9" fmla="*/ 35678 h 118966"/>
                    <a:gd name="connsiteX10" fmla="*/ 5966 w 145784"/>
                    <a:gd name="connsiteY10" fmla="*/ 35678 h 118966"/>
                    <a:gd name="connsiteX11" fmla="*/ 35678 w 145784"/>
                    <a:gd name="connsiteY11" fmla="*/ 5907 h 118966"/>
                    <a:gd name="connsiteX12" fmla="*/ 83288 w 145784"/>
                    <a:gd name="connsiteY12" fmla="*/ 5907 h 118966"/>
                    <a:gd name="connsiteX13" fmla="*/ 112469 w 145784"/>
                    <a:gd name="connsiteY13" fmla="*/ 30067 h 118966"/>
                    <a:gd name="connsiteX14" fmla="*/ 86242 w 145784"/>
                    <a:gd name="connsiteY14" fmla="*/ 59424 h 118966"/>
                    <a:gd name="connsiteX15" fmla="*/ 112469 w 145784"/>
                    <a:gd name="connsiteY15" fmla="*/ 88782 h 118966"/>
                    <a:gd name="connsiteX16" fmla="*/ 83288 w 145784"/>
                    <a:gd name="connsiteY16" fmla="*/ 112942 h 118966"/>
                    <a:gd name="connsiteX17" fmla="*/ 35678 w 145784"/>
                    <a:gd name="connsiteY17" fmla="*/ 112942 h 118966"/>
                    <a:gd name="connsiteX18" fmla="*/ 5966 w 145784"/>
                    <a:gd name="connsiteY18" fmla="*/ 83171 h 118966"/>
                    <a:gd name="connsiteX19" fmla="*/ 5966 w 145784"/>
                    <a:gd name="connsiteY19" fmla="*/ 3567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0" y="35678"/>
                      </a:moveTo>
                      <a:lnTo>
                        <a:pt x="0" y="83289"/>
                      </a:lnTo>
                      <a:cubicBezTo>
                        <a:pt x="0" y="103018"/>
                        <a:pt x="16008" y="118967"/>
                        <a:pt x="35678" y="118967"/>
                      </a:cubicBezTo>
                      <a:lnTo>
                        <a:pt x="83288" y="118967"/>
                      </a:lnTo>
                      <a:cubicBezTo>
                        <a:pt x="101068" y="118967"/>
                        <a:pt x="115777" y="105971"/>
                        <a:pt x="118494" y="88959"/>
                      </a:cubicBezTo>
                      <a:cubicBezTo>
                        <a:pt x="133734" y="87660"/>
                        <a:pt x="145784" y="75019"/>
                        <a:pt x="145784" y="59483"/>
                      </a:cubicBezTo>
                      <a:cubicBezTo>
                        <a:pt x="145784" y="43948"/>
                        <a:pt x="133734" y="31248"/>
                        <a:pt x="118494" y="30008"/>
                      </a:cubicBezTo>
                      <a:cubicBezTo>
                        <a:pt x="115777" y="12996"/>
                        <a:pt x="101068" y="0"/>
                        <a:pt x="83288" y="0"/>
                      </a:cubicBezTo>
                      <a:lnTo>
                        <a:pt x="35678" y="0"/>
                      </a:lnTo>
                      <a:cubicBezTo>
                        <a:pt x="16008" y="-59"/>
                        <a:pt x="0" y="15949"/>
                        <a:pt x="0" y="35678"/>
                      </a:cubicBezTo>
                      <a:close/>
                      <a:moveTo>
                        <a:pt x="5966" y="35678"/>
                      </a:moveTo>
                      <a:cubicBezTo>
                        <a:pt x="5966" y="19257"/>
                        <a:pt x="19316" y="5907"/>
                        <a:pt x="35678" y="5907"/>
                      </a:cubicBezTo>
                      <a:lnTo>
                        <a:pt x="83288" y="5907"/>
                      </a:lnTo>
                      <a:cubicBezTo>
                        <a:pt x="97761" y="5907"/>
                        <a:pt x="109870" y="16303"/>
                        <a:pt x="112469" y="30067"/>
                      </a:cubicBezTo>
                      <a:cubicBezTo>
                        <a:pt x="97761" y="31839"/>
                        <a:pt x="86242" y="44244"/>
                        <a:pt x="86242" y="59424"/>
                      </a:cubicBezTo>
                      <a:cubicBezTo>
                        <a:pt x="86242" y="74664"/>
                        <a:pt x="97701" y="87010"/>
                        <a:pt x="112469" y="88782"/>
                      </a:cubicBezTo>
                      <a:cubicBezTo>
                        <a:pt x="109870" y="102545"/>
                        <a:pt x="97761" y="112942"/>
                        <a:pt x="83288" y="112942"/>
                      </a:cubicBezTo>
                      <a:lnTo>
                        <a:pt x="35678" y="112942"/>
                      </a:lnTo>
                      <a:cubicBezTo>
                        <a:pt x="19257" y="112942"/>
                        <a:pt x="5966" y="99592"/>
                        <a:pt x="5966" y="83171"/>
                      </a:cubicBezTo>
                      <a:lnTo>
                        <a:pt x="5966" y="35678"/>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54" name="Freeform: Shape 1653">
                  <a:extLst>
                    <a:ext uri="{FF2B5EF4-FFF2-40B4-BE49-F238E27FC236}">
                      <a16:creationId xmlns:a16="http://schemas.microsoft.com/office/drawing/2014/main" id="{9F15E18D-A3FD-3A18-32FE-34907478D7A1}"/>
                    </a:ext>
                  </a:extLst>
                </p:cNvPr>
                <p:cNvSpPr/>
                <p:nvPr/>
              </p:nvSpPr>
              <p:spPr>
                <a:xfrm>
                  <a:off x="1739250" y="2188416"/>
                  <a:ext cx="145784" cy="118966"/>
                </a:xfrm>
                <a:custGeom>
                  <a:avLst/>
                  <a:gdLst>
                    <a:gd name="connsiteX0" fmla="*/ 145784 w 145784"/>
                    <a:gd name="connsiteY0" fmla="*/ 83288 h 118966"/>
                    <a:gd name="connsiteX1" fmla="*/ 145784 w 145784"/>
                    <a:gd name="connsiteY1" fmla="*/ 35678 h 118966"/>
                    <a:gd name="connsiteX2" fmla="*/ 110106 w 145784"/>
                    <a:gd name="connsiteY2" fmla="*/ 0 h 118966"/>
                    <a:gd name="connsiteX3" fmla="*/ 62496 w 145784"/>
                    <a:gd name="connsiteY3" fmla="*/ 0 h 118966"/>
                    <a:gd name="connsiteX4" fmla="*/ 27290 w 145784"/>
                    <a:gd name="connsiteY4" fmla="*/ 30007 h 118966"/>
                    <a:gd name="connsiteX5" fmla="*/ 0 w 145784"/>
                    <a:gd name="connsiteY5" fmla="*/ 59483 h 118966"/>
                    <a:gd name="connsiteX6" fmla="*/ 27290 w 145784"/>
                    <a:gd name="connsiteY6" fmla="*/ 88959 h 118966"/>
                    <a:gd name="connsiteX7" fmla="*/ 62496 w 145784"/>
                    <a:gd name="connsiteY7" fmla="*/ 118966 h 118966"/>
                    <a:gd name="connsiteX8" fmla="*/ 110106 w 145784"/>
                    <a:gd name="connsiteY8" fmla="*/ 118966 h 118966"/>
                    <a:gd name="connsiteX9" fmla="*/ 145784 w 145784"/>
                    <a:gd name="connsiteY9" fmla="*/ 83288 h 118966"/>
                    <a:gd name="connsiteX10" fmla="*/ 139877 w 145784"/>
                    <a:gd name="connsiteY10" fmla="*/ 83288 h 118966"/>
                    <a:gd name="connsiteX11" fmla="*/ 110106 w 145784"/>
                    <a:gd name="connsiteY11" fmla="*/ 113059 h 118966"/>
                    <a:gd name="connsiteX12" fmla="*/ 62496 w 145784"/>
                    <a:gd name="connsiteY12" fmla="*/ 113059 h 118966"/>
                    <a:gd name="connsiteX13" fmla="*/ 33315 w 145784"/>
                    <a:gd name="connsiteY13" fmla="*/ 88900 h 118966"/>
                    <a:gd name="connsiteX14" fmla="*/ 59542 w 145784"/>
                    <a:gd name="connsiteY14" fmla="*/ 59542 h 118966"/>
                    <a:gd name="connsiteX15" fmla="*/ 33315 w 145784"/>
                    <a:gd name="connsiteY15" fmla="*/ 30185 h 118966"/>
                    <a:gd name="connsiteX16" fmla="*/ 62496 w 145784"/>
                    <a:gd name="connsiteY16" fmla="*/ 6025 h 118966"/>
                    <a:gd name="connsiteX17" fmla="*/ 110106 w 145784"/>
                    <a:gd name="connsiteY17" fmla="*/ 6025 h 118966"/>
                    <a:gd name="connsiteX18" fmla="*/ 139877 w 145784"/>
                    <a:gd name="connsiteY18" fmla="*/ 35796 h 118966"/>
                    <a:gd name="connsiteX19" fmla="*/ 139877 w 145784"/>
                    <a:gd name="connsiteY19" fmla="*/ 8328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145784" y="83288"/>
                      </a:moveTo>
                      <a:lnTo>
                        <a:pt x="145784" y="35678"/>
                      </a:lnTo>
                      <a:cubicBezTo>
                        <a:pt x="145784" y="15949"/>
                        <a:pt x="129776" y="0"/>
                        <a:pt x="110106" y="0"/>
                      </a:cubicBezTo>
                      <a:lnTo>
                        <a:pt x="62496" y="0"/>
                      </a:lnTo>
                      <a:cubicBezTo>
                        <a:pt x="44716" y="0"/>
                        <a:pt x="30007" y="12995"/>
                        <a:pt x="27290" y="30007"/>
                      </a:cubicBezTo>
                      <a:cubicBezTo>
                        <a:pt x="12050" y="31307"/>
                        <a:pt x="0" y="43889"/>
                        <a:pt x="0" y="59483"/>
                      </a:cubicBezTo>
                      <a:cubicBezTo>
                        <a:pt x="0" y="75078"/>
                        <a:pt x="12050" y="87718"/>
                        <a:pt x="27290" y="88959"/>
                      </a:cubicBezTo>
                      <a:cubicBezTo>
                        <a:pt x="30007" y="105971"/>
                        <a:pt x="44716" y="118966"/>
                        <a:pt x="62496" y="118966"/>
                      </a:cubicBezTo>
                      <a:lnTo>
                        <a:pt x="110106" y="118966"/>
                      </a:lnTo>
                      <a:cubicBezTo>
                        <a:pt x="129835" y="118966"/>
                        <a:pt x="145784" y="103018"/>
                        <a:pt x="145784" y="83288"/>
                      </a:cubicBezTo>
                      <a:close/>
                      <a:moveTo>
                        <a:pt x="139877" y="83288"/>
                      </a:moveTo>
                      <a:cubicBezTo>
                        <a:pt x="139877" y="99710"/>
                        <a:pt x="126527" y="113059"/>
                        <a:pt x="110106" y="113059"/>
                      </a:cubicBezTo>
                      <a:lnTo>
                        <a:pt x="62496" y="113059"/>
                      </a:lnTo>
                      <a:cubicBezTo>
                        <a:pt x="48024" y="113059"/>
                        <a:pt x="35914" y="102663"/>
                        <a:pt x="33315" y="88900"/>
                      </a:cubicBezTo>
                      <a:cubicBezTo>
                        <a:pt x="48083" y="87128"/>
                        <a:pt x="59542" y="74723"/>
                        <a:pt x="59542" y="59542"/>
                      </a:cubicBezTo>
                      <a:cubicBezTo>
                        <a:pt x="59542" y="44361"/>
                        <a:pt x="48083" y="31957"/>
                        <a:pt x="33315" y="30185"/>
                      </a:cubicBezTo>
                      <a:cubicBezTo>
                        <a:pt x="35914" y="16421"/>
                        <a:pt x="48024" y="6025"/>
                        <a:pt x="62496" y="6025"/>
                      </a:cubicBezTo>
                      <a:lnTo>
                        <a:pt x="110106" y="6025"/>
                      </a:lnTo>
                      <a:cubicBezTo>
                        <a:pt x="126527" y="6025"/>
                        <a:pt x="139877" y="19375"/>
                        <a:pt x="139877" y="35796"/>
                      </a:cubicBezTo>
                      <a:lnTo>
                        <a:pt x="139877" y="83288"/>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55" name="Freeform: Shape 1654">
                  <a:extLst>
                    <a:ext uri="{FF2B5EF4-FFF2-40B4-BE49-F238E27FC236}">
                      <a16:creationId xmlns:a16="http://schemas.microsoft.com/office/drawing/2014/main" id="{4B739200-EEEB-6057-BC0D-0A7931C3EA49}"/>
                    </a:ext>
                  </a:extLst>
                </p:cNvPr>
                <p:cNvSpPr/>
                <p:nvPr/>
              </p:nvSpPr>
              <p:spPr>
                <a:xfrm>
                  <a:off x="1900510" y="2188475"/>
                  <a:ext cx="176559" cy="118907"/>
                </a:xfrm>
                <a:custGeom>
                  <a:avLst/>
                  <a:gdLst>
                    <a:gd name="connsiteX0" fmla="*/ 28354 w 176559"/>
                    <a:gd name="connsiteY0" fmla="*/ 89018 h 118907"/>
                    <a:gd name="connsiteX1" fmla="*/ 63559 w 176559"/>
                    <a:gd name="connsiteY1" fmla="*/ 118907 h 118907"/>
                    <a:gd name="connsiteX2" fmla="*/ 111170 w 176559"/>
                    <a:gd name="connsiteY2" fmla="*/ 118907 h 118907"/>
                    <a:gd name="connsiteX3" fmla="*/ 146316 w 176559"/>
                    <a:gd name="connsiteY3" fmla="*/ 89136 h 118907"/>
                    <a:gd name="connsiteX4" fmla="*/ 146848 w 176559"/>
                    <a:gd name="connsiteY4" fmla="*/ 89195 h 118907"/>
                    <a:gd name="connsiteX5" fmla="*/ 176560 w 176559"/>
                    <a:gd name="connsiteY5" fmla="*/ 59483 h 118907"/>
                    <a:gd name="connsiteX6" fmla="*/ 146848 w 176559"/>
                    <a:gd name="connsiteY6" fmla="*/ 29712 h 118907"/>
                    <a:gd name="connsiteX7" fmla="*/ 146316 w 176559"/>
                    <a:gd name="connsiteY7" fmla="*/ 29771 h 118907"/>
                    <a:gd name="connsiteX8" fmla="*/ 111170 w 176559"/>
                    <a:gd name="connsiteY8" fmla="*/ 0 h 118907"/>
                    <a:gd name="connsiteX9" fmla="*/ 63559 w 176559"/>
                    <a:gd name="connsiteY9" fmla="*/ 0 h 118907"/>
                    <a:gd name="connsiteX10" fmla="*/ 28354 w 176559"/>
                    <a:gd name="connsiteY10" fmla="*/ 29889 h 118907"/>
                    <a:gd name="connsiteX11" fmla="*/ 0 w 176559"/>
                    <a:gd name="connsiteY11" fmla="*/ 59483 h 118907"/>
                    <a:gd name="connsiteX12" fmla="*/ 28354 w 176559"/>
                    <a:gd name="connsiteY12" fmla="*/ 89018 h 118907"/>
                    <a:gd name="connsiteX13" fmla="*/ 34320 w 176559"/>
                    <a:gd name="connsiteY13" fmla="*/ 88723 h 118907"/>
                    <a:gd name="connsiteX14" fmla="*/ 59424 w 176559"/>
                    <a:gd name="connsiteY14" fmla="*/ 59424 h 118907"/>
                    <a:gd name="connsiteX15" fmla="*/ 34320 w 176559"/>
                    <a:gd name="connsiteY15" fmla="*/ 30126 h 118907"/>
                    <a:gd name="connsiteX16" fmla="*/ 63500 w 176559"/>
                    <a:gd name="connsiteY16" fmla="*/ 5848 h 118907"/>
                    <a:gd name="connsiteX17" fmla="*/ 111110 w 176559"/>
                    <a:gd name="connsiteY17" fmla="*/ 5848 h 118907"/>
                    <a:gd name="connsiteX18" fmla="*/ 140350 w 176559"/>
                    <a:gd name="connsiteY18" fmla="*/ 30421 h 118907"/>
                    <a:gd name="connsiteX19" fmla="*/ 117077 w 176559"/>
                    <a:gd name="connsiteY19" fmla="*/ 59424 h 118907"/>
                    <a:gd name="connsiteX20" fmla="*/ 140350 w 176559"/>
                    <a:gd name="connsiteY20" fmla="*/ 88427 h 118907"/>
                    <a:gd name="connsiteX21" fmla="*/ 111110 w 176559"/>
                    <a:gd name="connsiteY21" fmla="*/ 113001 h 118907"/>
                    <a:gd name="connsiteX22" fmla="*/ 63500 w 176559"/>
                    <a:gd name="connsiteY22" fmla="*/ 113001 h 118907"/>
                    <a:gd name="connsiteX23" fmla="*/ 34320 w 176559"/>
                    <a:gd name="connsiteY23" fmla="*/ 88723 h 118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559" h="118907">
                      <a:moveTo>
                        <a:pt x="28354" y="89018"/>
                      </a:moveTo>
                      <a:cubicBezTo>
                        <a:pt x="31130" y="105971"/>
                        <a:pt x="45779" y="118907"/>
                        <a:pt x="63559" y="118907"/>
                      </a:cubicBezTo>
                      <a:lnTo>
                        <a:pt x="111170" y="118907"/>
                      </a:lnTo>
                      <a:cubicBezTo>
                        <a:pt x="128890" y="118907"/>
                        <a:pt x="143540" y="106030"/>
                        <a:pt x="146316" y="89136"/>
                      </a:cubicBezTo>
                      <a:cubicBezTo>
                        <a:pt x="146493" y="89136"/>
                        <a:pt x="146671" y="89195"/>
                        <a:pt x="146848" y="89195"/>
                      </a:cubicBezTo>
                      <a:cubicBezTo>
                        <a:pt x="163269" y="89195"/>
                        <a:pt x="176560" y="75905"/>
                        <a:pt x="176560" y="59483"/>
                      </a:cubicBezTo>
                      <a:cubicBezTo>
                        <a:pt x="176560" y="43062"/>
                        <a:pt x="163269" y="29712"/>
                        <a:pt x="146848" y="29712"/>
                      </a:cubicBezTo>
                      <a:cubicBezTo>
                        <a:pt x="146671" y="29712"/>
                        <a:pt x="146493" y="29771"/>
                        <a:pt x="146316" y="29771"/>
                      </a:cubicBezTo>
                      <a:cubicBezTo>
                        <a:pt x="143481" y="12877"/>
                        <a:pt x="128831" y="0"/>
                        <a:pt x="111170" y="0"/>
                      </a:cubicBezTo>
                      <a:lnTo>
                        <a:pt x="63559" y="0"/>
                      </a:lnTo>
                      <a:cubicBezTo>
                        <a:pt x="45838" y="0"/>
                        <a:pt x="31189" y="12936"/>
                        <a:pt x="28354" y="29889"/>
                      </a:cubicBezTo>
                      <a:cubicBezTo>
                        <a:pt x="12582" y="30598"/>
                        <a:pt x="0" y="43534"/>
                        <a:pt x="0" y="59483"/>
                      </a:cubicBezTo>
                      <a:cubicBezTo>
                        <a:pt x="-59" y="75432"/>
                        <a:pt x="12582" y="88309"/>
                        <a:pt x="28354" y="89018"/>
                      </a:cubicBezTo>
                      <a:close/>
                      <a:moveTo>
                        <a:pt x="34320" y="88723"/>
                      </a:moveTo>
                      <a:cubicBezTo>
                        <a:pt x="48556" y="86478"/>
                        <a:pt x="59424" y="74310"/>
                        <a:pt x="59424" y="59424"/>
                      </a:cubicBezTo>
                      <a:cubicBezTo>
                        <a:pt x="59424" y="44598"/>
                        <a:pt x="48497" y="32370"/>
                        <a:pt x="34320" y="30126"/>
                      </a:cubicBezTo>
                      <a:cubicBezTo>
                        <a:pt x="36919" y="16362"/>
                        <a:pt x="48969" y="5848"/>
                        <a:pt x="63500" y="5848"/>
                      </a:cubicBezTo>
                      <a:lnTo>
                        <a:pt x="111110" y="5848"/>
                      </a:lnTo>
                      <a:cubicBezTo>
                        <a:pt x="125760" y="5848"/>
                        <a:pt x="137869" y="16481"/>
                        <a:pt x="140350" y="30421"/>
                      </a:cubicBezTo>
                      <a:cubicBezTo>
                        <a:pt x="127059" y="33375"/>
                        <a:pt x="117077" y="45189"/>
                        <a:pt x="117077" y="59424"/>
                      </a:cubicBezTo>
                      <a:cubicBezTo>
                        <a:pt x="117077" y="73601"/>
                        <a:pt x="127059" y="85474"/>
                        <a:pt x="140350" y="88427"/>
                      </a:cubicBezTo>
                      <a:cubicBezTo>
                        <a:pt x="137869" y="102368"/>
                        <a:pt x="125760" y="113001"/>
                        <a:pt x="111110" y="113001"/>
                      </a:cubicBezTo>
                      <a:lnTo>
                        <a:pt x="63500" y="113001"/>
                      </a:lnTo>
                      <a:cubicBezTo>
                        <a:pt x="48969" y="113001"/>
                        <a:pt x="36919" y="102486"/>
                        <a:pt x="34320" y="8872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533" name="Graphic 4773">
                <a:extLst>
                  <a:ext uri="{FF2B5EF4-FFF2-40B4-BE49-F238E27FC236}">
                    <a16:creationId xmlns:a16="http://schemas.microsoft.com/office/drawing/2014/main" id="{AC6FA714-F5D0-6CEB-1EE5-C0C37FC9C286}"/>
                  </a:ext>
                </a:extLst>
              </p:cNvPr>
              <p:cNvGrpSpPr/>
              <p:nvPr/>
            </p:nvGrpSpPr>
            <p:grpSpPr>
              <a:xfrm>
                <a:off x="2558193" y="4022355"/>
                <a:ext cx="400670" cy="114063"/>
                <a:chOff x="2558193" y="4022355"/>
                <a:chExt cx="400670" cy="114063"/>
              </a:xfrm>
              <a:grpFill/>
            </p:grpSpPr>
            <p:grpSp>
              <p:nvGrpSpPr>
                <p:cNvPr id="1643" name="Graphic 4773">
                  <a:extLst>
                    <a:ext uri="{FF2B5EF4-FFF2-40B4-BE49-F238E27FC236}">
                      <a16:creationId xmlns:a16="http://schemas.microsoft.com/office/drawing/2014/main" id="{83AD7B32-2E84-5EF9-9D63-91593C73E638}"/>
                    </a:ext>
                  </a:extLst>
                </p:cNvPr>
                <p:cNvGrpSpPr/>
                <p:nvPr/>
              </p:nvGrpSpPr>
              <p:grpSpPr>
                <a:xfrm>
                  <a:off x="2558193" y="4022355"/>
                  <a:ext cx="114004" cy="114004"/>
                  <a:chOff x="2558193" y="4022355"/>
                  <a:chExt cx="114004" cy="114004"/>
                </a:xfrm>
                <a:grpFill/>
              </p:grpSpPr>
              <p:sp>
                <p:nvSpPr>
                  <p:cNvPr id="1651" name="Freeform: Shape 1650">
                    <a:extLst>
                      <a:ext uri="{FF2B5EF4-FFF2-40B4-BE49-F238E27FC236}">
                        <a16:creationId xmlns:a16="http://schemas.microsoft.com/office/drawing/2014/main" id="{7EA22F17-C317-F851-6646-B92D151A4DE4}"/>
                      </a:ext>
                    </a:extLst>
                  </p:cNvPr>
                  <p:cNvSpPr/>
                  <p:nvPr/>
                </p:nvSpPr>
                <p:spPr>
                  <a:xfrm>
                    <a:off x="2558193" y="4022355"/>
                    <a:ext cx="114004" cy="114004"/>
                  </a:xfrm>
                  <a:custGeom>
                    <a:avLst/>
                    <a:gdLst>
                      <a:gd name="connsiteX0" fmla="*/ 34201 w 114004"/>
                      <a:gd name="connsiteY0" fmla="*/ 114005 h 114004"/>
                      <a:gd name="connsiteX1" fmla="*/ 79803 w 114004"/>
                      <a:gd name="connsiteY1" fmla="*/ 114005 h 114004"/>
                      <a:gd name="connsiteX2" fmla="*/ 114005 w 114004"/>
                      <a:gd name="connsiteY2" fmla="*/ 79803 h 114004"/>
                      <a:gd name="connsiteX3" fmla="*/ 114005 w 114004"/>
                      <a:gd name="connsiteY3" fmla="*/ 34201 h 114004"/>
                      <a:gd name="connsiteX4" fmla="*/ 79803 w 114004"/>
                      <a:gd name="connsiteY4" fmla="*/ 0 h 114004"/>
                      <a:gd name="connsiteX5" fmla="*/ 34201 w 114004"/>
                      <a:gd name="connsiteY5" fmla="*/ 0 h 114004"/>
                      <a:gd name="connsiteX6" fmla="*/ 0 w 114004"/>
                      <a:gd name="connsiteY6" fmla="*/ 34201 h 114004"/>
                      <a:gd name="connsiteX7" fmla="*/ 0 w 114004"/>
                      <a:gd name="connsiteY7" fmla="*/ 79803 h 114004"/>
                      <a:gd name="connsiteX8" fmla="*/ 34201 w 114004"/>
                      <a:gd name="connsiteY8" fmla="*/ 114005 h 114004"/>
                      <a:gd name="connsiteX9" fmla="*/ 34201 w 114004"/>
                      <a:gd name="connsiteY9" fmla="*/ 108334 h 114004"/>
                      <a:gd name="connsiteX10" fmla="*/ 5730 w 114004"/>
                      <a:gd name="connsiteY10" fmla="*/ 79862 h 114004"/>
                      <a:gd name="connsiteX11" fmla="*/ 5730 w 114004"/>
                      <a:gd name="connsiteY11" fmla="*/ 34260 h 114004"/>
                      <a:gd name="connsiteX12" fmla="*/ 34201 w 114004"/>
                      <a:gd name="connsiteY12" fmla="*/ 5789 h 114004"/>
                      <a:gd name="connsiteX13" fmla="*/ 79803 w 114004"/>
                      <a:gd name="connsiteY13" fmla="*/ 5789 h 114004"/>
                      <a:gd name="connsiteX14" fmla="*/ 108275 w 114004"/>
                      <a:gd name="connsiteY14" fmla="*/ 34260 h 114004"/>
                      <a:gd name="connsiteX15" fmla="*/ 108275 w 114004"/>
                      <a:gd name="connsiteY15" fmla="*/ 79862 h 114004"/>
                      <a:gd name="connsiteX16" fmla="*/ 79803 w 114004"/>
                      <a:gd name="connsiteY16" fmla="*/ 108334 h 114004"/>
                      <a:gd name="connsiteX17" fmla="*/ 34201 w 114004"/>
                      <a:gd name="connsiteY17" fmla="*/ 108334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34201" y="114005"/>
                        </a:moveTo>
                        <a:lnTo>
                          <a:pt x="79803" y="114005"/>
                        </a:lnTo>
                        <a:cubicBezTo>
                          <a:pt x="98706" y="114005"/>
                          <a:pt x="114005" y="98705"/>
                          <a:pt x="114005" y="79803"/>
                        </a:cubicBezTo>
                        <a:lnTo>
                          <a:pt x="114005" y="34201"/>
                        </a:lnTo>
                        <a:cubicBezTo>
                          <a:pt x="114005" y="15299"/>
                          <a:pt x="98706" y="0"/>
                          <a:pt x="79803" y="0"/>
                        </a:cubicBezTo>
                        <a:lnTo>
                          <a:pt x="34201" y="0"/>
                        </a:lnTo>
                        <a:cubicBezTo>
                          <a:pt x="15299" y="0"/>
                          <a:pt x="0" y="15299"/>
                          <a:pt x="0" y="34201"/>
                        </a:cubicBezTo>
                        <a:lnTo>
                          <a:pt x="0" y="79803"/>
                        </a:lnTo>
                        <a:cubicBezTo>
                          <a:pt x="0" y="98705"/>
                          <a:pt x="15358" y="114005"/>
                          <a:pt x="34201" y="114005"/>
                        </a:cubicBezTo>
                        <a:close/>
                        <a:moveTo>
                          <a:pt x="34201" y="108334"/>
                        </a:moveTo>
                        <a:cubicBezTo>
                          <a:pt x="18489" y="108334"/>
                          <a:pt x="5730" y="95575"/>
                          <a:pt x="5730" y="79862"/>
                        </a:cubicBezTo>
                        <a:lnTo>
                          <a:pt x="5730" y="34260"/>
                        </a:lnTo>
                        <a:cubicBezTo>
                          <a:pt x="5730" y="18548"/>
                          <a:pt x="18489" y="5789"/>
                          <a:pt x="34201" y="5789"/>
                        </a:cubicBezTo>
                        <a:lnTo>
                          <a:pt x="79803" y="5789"/>
                        </a:lnTo>
                        <a:cubicBezTo>
                          <a:pt x="95516" y="5789"/>
                          <a:pt x="108275" y="18548"/>
                          <a:pt x="108275" y="34260"/>
                        </a:cubicBezTo>
                        <a:lnTo>
                          <a:pt x="108275" y="79862"/>
                        </a:lnTo>
                        <a:cubicBezTo>
                          <a:pt x="108275" y="95575"/>
                          <a:pt x="95516" y="108334"/>
                          <a:pt x="79803" y="108334"/>
                        </a:cubicBezTo>
                        <a:lnTo>
                          <a:pt x="34201" y="10833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52" name="Freeform: Shape 1651">
                    <a:extLst>
                      <a:ext uri="{FF2B5EF4-FFF2-40B4-BE49-F238E27FC236}">
                        <a16:creationId xmlns:a16="http://schemas.microsoft.com/office/drawing/2014/main" id="{3EA5C9E3-3172-D1C8-72EF-489D0DE8B727}"/>
                      </a:ext>
                    </a:extLst>
                  </p:cNvPr>
                  <p:cNvSpPr/>
                  <p:nvPr/>
                </p:nvSpPr>
                <p:spPr>
                  <a:xfrm>
                    <a:off x="2593812" y="4054725"/>
                    <a:ext cx="42766" cy="49323"/>
                  </a:xfrm>
                  <a:custGeom>
                    <a:avLst/>
                    <a:gdLst>
                      <a:gd name="connsiteX0" fmla="*/ 42767 w 42766"/>
                      <a:gd name="connsiteY0" fmla="*/ 0 h 49323"/>
                      <a:gd name="connsiteX1" fmla="*/ 42767 w 42766"/>
                      <a:gd name="connsiteY1" fmla="*/ 49323 h 49323"/>
                      <a:gd name="connsiteX2" fmla="*/ 0 w 42766"/>
                      <a:gd name="connsiteY2" fmla="*/ 24691 h 49323"/>
                    </a:gdLst>
                    <a:ahLst/>
                    <a:cxnLst>
                      <a:cxn ang="0">
                        <a:pos x="connsiteX0" y="connsiteY0"/>
                      </a:cxn>
                      <a:cxn ang="0">
                        <a:pos x="connsiteX1" y="connsiteY1"/>
                      </a:cxn>
                      <a:cxn ang="0">
                        <a:pos x="connsiteX2" y="connsiteY2"/>
                      </a:cxn>
                    </a:cxnLst>
                    <a:rect l="l" t="t" r="r" b="b"/>
                    <a:pathLst>
                      <a:path w="42766" h="49323">
                        <a:moveTo>
                          <a:pt x="42767" y="0"/>
                        </a:moveTo>
                        <a:lnTo>
                          <a:pt x="42767" y="49323"/>
                        </a:lnTo>
                        <a:lnTo>
                          <a:pt x="0" y="2469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644" name="Graphic 4773">
                  <a:extLst>
                    <a:ext uri="{FF2B5EF4-FFF2-40B4-BE49-F238E27FC236}">
                      <a16:creationId xmlns:a16="http://schemas.microsoft.com/office/drawing/2014/main" id="{126CA4D9-957B-900B-4AFE-38AA7D905BAF}"/>
                    </a:ext>
                  </a:extLst>
                </p:cNvPr>
                <p:cNvGrpSpPr/>
                <p:nvPr/>
              </p:nvGrpSpPr>
              <p:grpSpPr>
                <a:xfrm>
                  <a:off x="2844858" y="4022414"/>
                  <a:ext cx="114004" cy="114004"/>
                  <a:chOff x="2844858" y="4022414"/>
                  <a:chExt cx="114004" cy="114004"/>
                </a:xfrm>
                <a:grpFill/>
              </p:grpSpPr>
              <p:sp>
                <p:nvSpPr>
                  <p:cNvPr id="1649" name="Freeform: Shape 1648">
                    <a:extLst>
                      <a:ext uri="{FF2B5EF4-FFF2-40B4-BE49-F238E27FC236}">
                        <a16:creationId xmlns:a16="http://schemas.microsoft.com/office/drawing/2014/main" id="{4AD1B1BF-7F02-9566-ADE0-F4236139C5E0}"/>
                      </a:ext>
                    </a:extLst>
                  </p:cNvPr>
                  <p:cNvSpPr/>
                  <p:nvPr/>
                </p:nvSpPr>
                <p:spPr>
                  <a:xfrm>
                    <a:off x="2844858" y="4022414"/>
                    <a:ext cx="114004" cy="114004"/>
                  </a:xfrm>
                  <a:custGeom>
                    <a:avLst/>
                    <a:gdLst>
                      <a:gd name="connsiteX0" fmla="*/ 79803 w 114004"/>
                      <a:gd name="connsiteY0" fmla="*/ 0 h 114004"/>
                      <a:gd name="connsiteX1" fmla="*/ 34201 w 114004"/>
                      <a:gd name="connsiteY1" fmla="*/ 0 h 114004"/>
                      <a:gd name="connsiteX2" fmla="*/ 0 w 114004"/>
                      <a:gd name="connsiteY2" fmla="*/ 34201 h 114004"/>
                      <a:gd name="connsiteX3" fmla="*/ 0 w 114004"/>
                      <a:gd name="connsiteY3" fmla="*/ 79803 h 114004"/>
                      <a:gd name="connsiteX4" fmla="*/ 34201 w 114004"/>
                      <a:gd name="connsiteY4" fmla="*/ 114005 h 114004"/>
                      <a:gd name="connsiteX5" fmla="*/ 79803 w 114004"/>
                      <a:gd name="connsiteY5" fmla="*/ 114005 h 114004"/>
                      <a:gd name="connsiteX6" fmla="*/ 114005 w 114004"/>
                      <a:gd name="connsiteY6" fmla="*/ 79803 h 114004"/>
                      <a:gd name="connsiteX7" fmla="*/ 114005 w 114004"/>
                      <a:gd name="connsiteY7" fmla="*/ 34201 h 114004"/>
                      <a:gd name="connsiteX8" fmla="*/ 79803 w 114004"/>
                      <a:gd name="connsiteY8" fmla="*/ 0 h 114004"/>
                      <a:gd name="connsiteX9" fmla="*/ 79803 w 114004"/>
                      <a:gd name="connsiteY9" fmla="*/ 5670 h 114004"/>
                      <a:gd name="connsiteX10" fmla="*/ 108275 w 114004"/>
                      <a:gd name="connsiteY10" fmla="*/ 34142 h 114004"/>
                      <a:gd name="connsiteX11" fmla="*/ 108275 w 114004"/>
                      <a:gd name="connsiteY11" fmla="*/ 79744 h 114004"/>
                      <a:gd name="connsiteX12" fmla="*/ 79803 w 114004"/>
                      <a:gd name="connsiteY12" fmla="*/ 108216 h 114004"/>
                      <a:gd name="connsiteX13" fmla="*/ 34201 w 114004"/>
                      <a:gd name="connsiteY13" fmla="*/ 108216 h 114004"/>
                      <a:gd name="connsiteX14" fmla="*/ 5730 w 114004"/>
                      <a:gd name="connsiteY14" fmla="*/ 79744 h 114004"/>
                      <a:gd name="connsiteX15" fmla="*/ 5730 w 114004"/>
                      <a:gd name="connsiteY15" fmla="*/ 34142 h 114004"/>
                      <a:gd name="connsiteX16" fmla="*/ 34201 w 114004"/>
                      <a:gd name="connsiteY16" fmla="*/ 5670 h 114004"/>
                      <a:gd name="connsiteX17" fmla="*/ 79803 w 114004"/>
                      <a:gd name="connsiteY17" fmla="*/ 5670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79803" y="0"/>
                        </a:moveTo>
                        <a:lnTo>
                          <a:pt x="34201" y="0"/>
                        </a:lnTo>
                        <a:cubicBezTo>
                          <a:pt x="15299" y="0"/>
                          <a:pt x="0" y="15299"/>
                          <a:pt x="0" y="34201"/>
                        </a:cubicBez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close/>
                        <a:moveTo>
                          <a:pt x="79803" y="5670"/>
                        </a:moveTo>
                        <a:cubicBezTo>
                          <a:pt x="95516" y="5670"/>
                          <a:pt x="108275" y="18489"/>
                          <a:pt x="108275" y="34142"/>
                        </a:cubicBezTo>
                        <a:lnTo>
                          <a:pt x="108275" y="79744"/>
                        </a:lnTo>
                        <a:cubicBezTo>
                          <a:pt x="108275" y="95457"/>
                          <a:pt x="95516" y="108216"/>
                          <a:pt x="79803" y="108216"/>
                        </a:cubicBezTo>
                        <a:lnTo>
                          <a:pt x="34201" y="108216"/>
                        </a:lnTo>
                        <a:cubicBezTo>
                          <a:pt x="18489" y="108216"/>
                          <a:pt x="5730" y="95457"/>
                          <a:pt x="5730" y="79744"/>
                        </a:cubicBezTo>
                        <a:lnTo>
                          <a:pt x="5730" y="34142"/>
                        </a:lnTo>
                        <a:cubicBezTo>
                          <a:pt x="5730" y="18430"/>
                          <a:pt x="18489" y="5670"/>
                          <a:pt x="34201" y="5670"/>
                        </a:cubicBezTo>
                        <a:lnTo>
                          <a:pt x="79803" y="56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50" name="Freeform: Shape 1649">
                    <a:extLst>
                      <a:ext uri="{FF2B5EF4-FFF2-40B4-BE49-F238E27FC236}">
                        <a16:creationId xmlns:a16="http://schemas.microsoft.com/office/drawing/2014/main" id="{FA7A0173-A101-F239-85F9-B9C713AA6BB1}"/>
                      </a:ext>
                    </a:extLst>
                  </p:cNvPr>
                  <p:cNvSpPr/>
                  <p:nvPr/>
                </p:nvSpPr>
                <p:spPr>
                  <a:xfrm>
                    <a:off x="2880537" y="4054725"/>
                    <a:ext cx="42707" cy="49323"/>
                  </a:xfrm>
                  <a:custGeom>
                    <a:avLst/>
                    <a:gdLst>
                      <a:gd name="connsiteX0" fmla="*/ 0 w 42707"/>
                      <a:gd name="connsiteY0" fmla="*/ 49323 h 49323"/>
                      <a:gd name="connsiteX1" fmla="*/ 0 w 42707"/>
                      <a:gd name="connsiteY1" fmla="*/ 0 h 49323"/>
                      <a:gd name="connsiteX2" fmla="*/ 42708 w 42707"/>
                      <a:gd name="connsiteY2" fmla="*/ 24691 h 49323"/>
                    </a:gdLst>
                    <a:ahLst/>
                    <a:cxnLst>
                      <a:cxn ang="0">
                        <a:pos x="connsiteX0" y="connsiteY0"/>
                      </a:cxn>
                      <a:cxn ang="0">
                        <a:pos x="connsiteX1" y="connsiteY1"/>
                      </a:cxn>
                      <a:cxn ang="0">
                        <a:pos x="connsiteX2" y="connsiteY2"/>
                      </a:cxn>
                    </a:cxnLst>
                    <a:rect l="l" t="t" r="r" b="b"/>
                    <a:pathLst>
                      <a:path w="42707" h="49323">
                        <a:moveTo>
                          <a:pt x="0" y="49323"/>
                        </a:moveTo>
                        <a:lnTo>
                          <a:pt x="0" y="0"/>
                        </a:lnTo>
                        <a:lnTo>
                          <a:pt x="42708" y="2469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645" name="Graphic 4773">
                  <a:extLst>
                    <a:ext uri="{FF2B5EF4-FFF2-40B4-BE49-F238E27FC236}">
                      <a16:creationId xmlns:a16="http://schemas.microsoft.com/office/drawing/2014/main" id="{1FD0279B-AE4E-1A8D-70D7-11870BD09454}"/>
                    </a:ext>
                  </a:extLst>
                </p:cNvPr>
                <p:cNvGrpSpPr/>
                <p:nvPr/>
              </p:nvGrpSpPr>
              <p:grpSpPr>
                <a:xfrm>
                  <a:off x="2702441" y="4022414"/>
                  <a:ext cx="114004" cy="114004"/>
                  <a:chOff x="2702441" y="4022414"/>
                  <a:chExt cx="114004" cy="114004"/>
                </a:xfrm>
                <a:grpFill/>
              </p:grpSpPr>
              <p:sp>
                <p:nvSpPr>
                  <p:cNvPr id="1646" name="Freeform: Shape 1645">
                    <a:extLst>
                      <a:ext uri="{FF2B5EF4-FFF2-40B4-BE49-F238E27FC236}">
                        <a16:creationId xmlns:a16="http://schemas.microsoft.com/office/drawing/2014/main" id="{895C12FC-DECC-5511-82B1-92D86BDD5CCF}"/>
                      </a:ext>
                    </a:extLst>
                  </p:cNvPr>
                  <p:cNvSpPr/>
                  <p:nvPr/>
                </p:nvSpPr>
                <p:spPr>
                  <a:xfrm>
                    <a:off x="2702441" y="4022414"/>
                    <a:ext cx="114004" cy="114004"/>
                  </a:xfrm>
                  <a:custGeom>
                    <a:avLst/>
                    <a:gdLst>
                      <a:gd name="connsiteX0" fmla="*/ 0 w 114004"/>
                      <a:gd name="connsiteY0" fmla="*/ 34201 h 114004"/>
                      <a:gd name="connsiteX1" fmla="*/ 0 w 114004"/>
                      <a:gd name="connsiteY1" fmla="*/ 79803 h 114004"/>
                      <a:gd name="connsiteX2" fmla="*/ 34201 w 114004"/>
                      <a:gd name="connsiteY2" fmla="*/ 114005 h 114004"/>
                      <a:gd name="connsiteX3" fmla="*/ 79803 w 114004"/>
                      <a:gd name="connsiteY3" fmla="*/ 114005 h 114004"/>
                      <a:gd name="connsiteX4" fmla="*/ 114005 w 114004"/>
                      <a:gd name="connsiteY4" fmla="*/ 79803 h 114004"/>
                      <a:gd name="connsiteX5" fmla="*/ 114005 w 114004"/>
                      <a:gd name="connsiteY5" fmla="*/ 34201 h 114004"/>
                      <a:gd name="connsiteX6" fmla="*/ 79803 w 114004"/>
                      <a:gd name="connsiteY6" fmla="*/ 0 h 114004"/>
                      <a:gd name="connsiteX7" fmla="*/ 34201 w 114004"/>
                      <a:gd name="connsiteY7" fmla="*/ 0 h 114004"/>
                      <a:gd name="connsiteX8" fmla="*/ 0 w 114004"/>
                      <a:gd name="connsiteY8" fmla="*/ 34201 h 114004"/>
                      <a:gd name="connsiteX9" fmla="*/ 5730 w 114004"/>
                      <a:gd name="connsiteY9" fmla="*/ 34201 h 114004"/>
                      <a:gd name="connsiteX10" fmla="*/ 34201 w 114004"/>
                      <a:gd name="connsiteY10" fmla="*/ 5730 h 114004"/>
                      <a:gd name="connsiteX11" fmla="*/ 79803 w 114004"/>
                      <a:gd name="connsiteY11" fmla="*/ 5730 h 114004"/>
                      <a:gd name="connsiteX12" fmla="*/ 108275 w 114004"/>
                      <a:gd name="connsiteY12" fmla="*/ 34201 h 114004"/>
                      <a:gd name="connsiteX13" fmla="*/ 108275 w 114004"/>
                      <a:gd name="connsiteY13" fmla="*/ 79803 h 114004"/>
                      <a:gd name="connsiteX14" fmla="*/ 79803 w 114004"/>
                      <a:gd name="connsiteY14" fmla="*/ 108275 h 114004"/>
                      <a:gd name="connsiteX15" fmla="*/ 34201 w 114004"/>
                      <a:gd name="connsiteY15" fmla="*/ 108275 h 114004"/>
                      <a:gd name="connsiteX16" fmla="*/ 5730 w 114004"/>
                      <a:gd name="connsiteY16" fmla="*/ 79803 h 114004"/>
                      <a:gd name="connsiteX17" fmla="*/ 5730 w 114004"/>
                      <a:gd name="connsiteY17" fmla="*/ 34201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0" y="34201"/>
                        </a:move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lnTo>
                          <a:pt x="34201" y="0"/>
                        </a:lnTo>
                        <a:cubicBezTo>
                          <a:pt x="15358" y="0"/>
                          <a:pt x="0" y="15299"/>
                          <a:pt x="0" y="34201"/>
                        </a:cubicBezTo>
                        <a:close/>
                        <a:moveTo>
                          <a:pt x="5730" y="34201"/>
                        </a:moveTo>
                        <a:cubicBezTo>
                          <a:pt x="5730" y="18489"/>
                          <a:pt x="18489" y="5730"/>
                          <a:pt x="34201" y="5730"/>
                        </a:cubicBezTo>
                        <a:lnTo>
                          <a:pt x="79803" y="5730"/>
                        </a:lnTo>
                        <a:cubicBezTo>
                          <a:pt x="95516" y="5730"/>
                          <a:pt x="108275" y="18489"/>
                          <a:pt x="108275" y="34201"/>
                        </a:cubicBezTo>
                        <a:lnTo>
                          <a:pt x="108275" y="79803"/>
                        </a:lnTo>
                        <a:cubicBezTo>
                          <a:pt x="108275" y="95516"/>
                          <a:pt x="95516" y="108275"/>
                          <a:pt x="79803" y="108275"/>
                        </a:cubicBezTo>
                        <a:lnTo>
                          <a:pt x="34201" y="108275"/>
                        </a:lnTo>
                        <a:cubicBezTo>
                          <a:pt x="18489" y="108275"/>
                          <a:pt x="5730" y="95516"/>
                          <a:pt x="5730" y="79803"/>
                        </a:cubicBezTo>
                        <a:lnTo>
                          <a:pt x="5730" y="3420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47" name="Freeform: Shape 1646">
                    <a:extLst>
                      <a:ext uri="{FF2B5EF4-FFF2-40B4-BE49-F238E27FC236}">
                        <a16:creationId xmlns:a16="http://schemas.microsoft.com/office/drawing/2014/main" id="{E6BAB6B5-87FC-B88A-C5BD-74FE6DC959F4}"/>
                      </a:ext>
                    </a:extLst>
                  </p:cNvPr>
                  <p:cNvSpPr/>
                  <p:nvPr/>
                </p:nvSpPr>
                <p:spPr>
                  <a:xfrm>
                    <a:off x="2765114"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48" name="Freeform: Shape 1647">
                    <a:extLst>
                      <a:ext uri="{FF2B5EF4-FFF2-40B4-BE49-F238E27FC236}">
                        <a16:creationId xmlns:a16="http://schemas.microsoft.com/office/drawing/2014/main" id="{A650603D-FE22-2C2C-1523-4498027CB5A6}"/>
                      </a:ext>
                    </a:extLst>
                  </p:cNvPr>
                  <p:cNvSpPr/>
                  <p:nvPr/>
                </p:nvSpPr>
                <p:spPr>
                  <a:xfrm>
                    <a:off x="2738533"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1534" name="Graphic 4773">
                <a:extLst>
                  <a:ext uri="{FF2B5EF4-FFF2-40B4-BE49-F238E27FC236}">
                    <a16:creationId xmlns:a16="http://schemas.microsoft.com/office/drawing/2014/main" id="{7922C9D4-38DE-57C5-09BC-BE81EAA39B62}"/>
                  </a:ext>
                </a:extLst>
              </p:cNvPr>
              <p:cNvGrpSpPr/>
              <p:nvPr/>
            </p:nvGrpSpPr>
            <p:grpSpPr>
              <a:xfrm>
                <a:off x="4176882" y="1893185"/>
                <a:ext cx="116840" cy="236869"/>
                <a:chOff x="4176882" y="1893185"/>
                <a:chExt cx="116840" cy="236869"/>
              </a:xfrm>
              <a:grpFill/>
            </p:grpSpPr>
            <p:sp>
              <p:nvSpPr>
                <p:cNvPr id="1641" name="Freeform: Shape 1640">
                  <a:extLst>
                    <a:ext uri="{FF2B5EF4-FFF2-40B4-BE49-F238E27FC236}">
                      <a16:creationId xmlns:a16="http://schemas.microsoft.com/office/drawing/2014/main" id="{5E22C7CF-4185-9C8B-46FD-5B16FBE3DC57}"/>
                    </a:ext>
                  </a:extLst>
                </p:cNvPr>
                <p:cNvSpPr/>
                <p:nvPr/>
              </p:nvSpPr>
              <p:spPr>
                <a:xfrm>
                  <a:off x="4176941" y="2013274"/>
                  <a:ext cx="116781" cy="116781"/>
                </a:xfrm>
                <a:custGeom>
                  <a:avLst/>
                  <a:gdLst>
                    <a:gd name="connsiteX0" fmla="*/ 116781 w 116781"/>
                    <a:gd name="connsiteY0" fmla="*/ 97524 h 116781"/>
                    <a:gd name="connsiteX1" fmla="*/ 39813 w 116781"/>
                    <a:gd name="connsiteY1" fmla="*/ 20556 h 116781"/>
                    <a:gd name="connsiteX2" fmla="*/ 102782 w 116781"/>
                    <a:gd name="connsiteY2" fmla="*/ 20556 h 116781"/>
                    <a:gd name="connsiteX3" fmla="*/ 82225 w 116781"/>
                    <a:gd name="connsiteY3" fmla="*/ 0 h 116781"/>
                    <a:gd name="connsiteX4" fmla="*/ 0 w 116781"/>
                    <a:gd name="connsiteY4" fmla="*/ 0 h 116781"/>
                    <a:gd name="connsiteX5" fmla="*/ 0 w 116781"/>
                    <a:gd name="connsiteY5" fmla="*/ 82225 h 116781"/>
                    <a:gd name="connsiteX6" fmla="*/ 20556 w 116781"/>
                    <a:gd name="connsiteY6" fmla="*/ 102782 h 116781"/>
                    <a:gd name="connsiteX7" fmla="*/ 20556 w 116781"/>
                    <a:gd name="connsiteY7" fmla="*/ 39813 h 116781"/>
                    <a:gd name="connsiteX8" fmla="*/ 97524 w 116781"/>
                    <a:gd name="connsiteY8" fmla="*/ 116781 h 116781"/>
                    <a:gd name="connsiteX9" fmla="*/ 116781 w 116781"/>
                    <a:gd name="connsiteY9" fmla="*/ 97524 h 116781"/>
                    <a:gd name="connsiteX10" fmla="*/ 37746 w 116781"/>
                    <a:gd name="connsiteY10" fmla="*/ 22624 h 116781"/>
                    <a:gd name="connsiteX11" fmla="*/ 112646 w 116781"/>
                    <a:gd name="connsiteY11" fmla="*/ 97524 h 116781"/>
                    <a:gd name="connsiteX12" fmla="*/ 97465 w 116781"/>
                    <a:gd name="connsiteY12" fmla="*/ 112705 h 116781"/>
                    <a:gd name="connsiteX13" fmla="*/ 22565 w 116781"/>
                    <a:gd name="connsiteY13" fmla="*/ 37805 h 116781"/>
                    <a:gd name="connsiteX14" fmla="*/ 17603 w 116781"/>
                    <a:gd name="connsiteY14" fmla="*/ 32843 h 116781"/>
                    <a:gd name="connsiteX15" fmla="*/ 17603 w 116781"/>
                    <a:gd name="connsiteY15" fmla="*/ 39872 h 116781"/>
                    <a:gd name="connsiteX16" fmla="*/ 17603 w 116781"/>
                    <a:gd name="connsiteY16" fmla="*/ 95870 h 116781"/>
                    <a:gd name="connsiteX17" fmla="*/ 2835 w 116781"/>
                    <a:gd name="connsiteY17" fmla="*/ 81103 h 116781"/>
                    <a:gd name="connsiteX18" fmla="*/ 2835 w 116781"/>
                    <a:gd name="connsiteY18" fmla="*/ 2953 h 116781"/>
                    <a:gd name="connsiteX19" fmla="*/ 80985 w 116781"/>
                    <a:gd name="connsiteY19" fmla="*/ 2953 h 116781"/>
                    <a:gd name="connsiteX20" fmla="*/ 95752 w 116781"/>
                    <a:gd name="connsiteY20" fmla="*/ 17721 h 116781"/>
                    <a:gd name="connsiteX21" fmla="*/ 39813 w 116781"/>
                    <a:gd name="connsiteY21" fmla="*/ 17721 h 116781"/>
                    <a:gd name="connsiteX22" fmla="*/ 32784 w 116781"/>
                    <a:gd name="connsiteY22" fmla="*/ 17721 h 116781"/>
                    <a:gd name="connsiteX23" fmla="*/ 37746 w 116781"/>
                    <a:gd name="connsiteY23" fmla="*/ 2262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1">
                      <a:moveTo>
                        <a:pt x="116781" y="97524"/>
                      </a:moveTo>
                      <a:lnTo>
                        <a:pt x="39813" y="20556"/>
                      </a:lnTo>
                      <a:lnTo>
                        <a:pt x="102782" y="20556"/>
                      </a:lnTo>
                      <a:lnTo>
                        <a:pt x="82225" y="0"/>
                      </a:lnTo>
                      <a:lnTo>
                        <a:pt x="0" y="0"/>
                      </a:lnTo>
                      <a:lnTo>
                        <a:pt x="0" y="82225"/>
                      </a:lnTo>
                      <a:lnTo>
                        <a:pt x="20556" y="102782"/>
                      </a:lnTo>
                      <a:lnTo>
                        <a:pt x="20556" y="39813"/>
                      </a:lnTo>
                      <a:lnTo>
                        <a:pt x="97524" y="116781"/>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42" name="Freeform: Shape 1641">
                  <a:extLst>
                    <a:ext uri="{FF2B5EF4-FFF2-40B4-BE49-F238E27FC236}">
                      <a16:creationId xmlns:a16="http://schemas.microsoft.com/office/drawing/2014/main" id="{CF7A2D2C-1388-E8AB-941D-E1A6222DF4E4}"/>
                    </a:ext>
                  </a:extLst>
                </p:cNvPr>
                <p:cNvSpPr/>
                <p:nvPr/>
              </p:nvSpPr>
              <p:spPr>
                <a:xfrm>
                  <a:off x="4176882" y="1893185"/>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7 w 116781"/>
                    <a:gd name="connsiteY5" fmla="*/ 76968 h 116780"/>
                    <a:gd name="connsiteX6" fmla="*/ 20557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7 h 116780"/>
                    <a:gd name="connsiteX11" fmla="*/ 2894 w 116781"/>
                    <a:gd name="connsiteY11" fmla="*/ 113887 h 116780"/>
                    <a:gd name="connsiteX12" fmla="*/ 2894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76 h 116780"/>
                    <a:gd name="connsiteX18" fmla="*/ 112705 w 116781"/>
                    <a:gd name="connsiteY18" fmla="*/ 19257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7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7" y="76968"/>
                      </a:lnTo>
                      <a:lnTo>
                        <a:pt x="20557" y="14000"/>
                      </a:lnTo>
                      <a:lnTo>
                        <a:pt x="0" y="34556"/>
                      </a:lnTo>
                      <a:lnTo>
                        <a:pt x="0" y="116781"/>
                      </a:lnTo>
                      <a:lnTo>
                        <a:pt x="82225" y="116781"/>
                      </a:lnTo>
                      <a:close/>
                      <a:moveTo>
                        <a:pt x="81044" y="113887"/>
                      </a:moveTo>
                      <a:lnTo>
                        <a:pt x="2894" y="113887"/>
                      </a:lnTo>
                      <a:lnTo>
                        <a:pt x="2894" y="35737"/>
                      </a:lnTo>
                      <a:lnTo>
                        <a:pt x="17662" y="20970"/>
                      </a:lnTo>
                      <a:lnTo>
                        <a:pt x="17662" y="76909"/>
                      </a:lnTo>
                      <a:lnTo>
                        <a:pt x="17662" y="83938"/>
                      </a:lnTo>
                      <a:lnTo>
                        <a:pt x="22624" y="78976"/>
                      </a:lnTo>
                      <a:lnTo>
                        <a:pt x="97524" y="4076"/>
                      </a:lnTo>
                      <a:lnTo>
                        <a:pt x="112705" y="19257"/>
                      </a:lnTo>
                      <a:lnTo>
                        <a:pt x="37805" y="94157"/>
                      </a:lnTo>
                      <a:lnTo>
                        <a:pt x="32843" y="99119"/>
                      </a:lnTo>
                      <a:lnTo>
                        <a:pt x="39872" y="99119"/>
                      </a:lnTo>
                      <a:lnTo>
                        <a:pt x="95811" y="99119"/>
                      </a:lnTo>
                      <a:lnTo>
                        <a:pt x="81044" y="11388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535" name="Graphic 4773">
                <a:extLst>
                  <a:ext uri="{FF2B5EF4-FFF2-40B4-BE49-F238E27FC236}">
                    <a16:creationId xmlns:a16="http://schemas.microsoft.com/office/drawing/2014/main" id="{E9DA5633-7C11-5C2C-1078-93342ADD43A9}"/>
                  </a:ext>
                </a:extLst>
              </p:cNvPr>
              <p:cNvGrpSpPr/>
              <p:nvPr/>
            </p:nvGrpSpPr>
            <p:grpSpPr>
              <a:xfrm>
                <a:off x="632696" y="2425108"/>
                <a:ext cx="116780" cy="236869"/>
                <a:chOff x="632696" y="2425108"/>
                <a:chExt cx="116780" cy="236869"/>
              </a:xfrm>
              <a:grpFill/>
            </p:grpSpPr>
            <p:sp>
              <p:nvSpPr>
                <p:cNvPr id="1639" name="Freeform: Shape 1638">
                  <a:extLst>
                    <a:ext uri="{FF2B5EF4-FFF2-40B4-BE49-F238E27FC236}">
                      <a16:creationId xmlns:a16="http://schemas.microsoft.com/office/drawing/2014/main" id="{C2B433EF-0008-0984-CD75-76C1649F3E0D}"/>
                    </a:ext>
                  </a:extLst>
                </p:cNvPr>
                <p:cNvSpPr/>
                <p:nvPr/>
              </p:nvSpPr>
              <p:spPr>
                <a:xfrm>
                  <a:off x="632696" y="2425108"/>
                  <a:ext cx="116780" cy="116781"/>
                </a:xfrm>
                <a:custGeom>
                  <a:avLst/>
                  <a:gdLst>
                    <a:gd name="connsiteX0" fmla="*/ 0 w 116780"/>
                    <a:gd name="connsiteY0" fmla="*/ 19257 h 116781"/>
                    <a:gd name="connsiteX1" fmla="*/ 76968 w 116780"/>
                    <a:gd name="connsiteY1" fmla="*/ 96225 h 116781"/>
                    <a:gd name="connsiteX2" fmla="*/ 14000 w 116780"/>
                    <a:gd name="connsiteY2" fmla="*/ 96225 h 116781"/>
                    <a:gd name="connsiteX3" fmla="*/ 34556 w 116780"/>
                    <a:gd name="connsiteY3" fmla="*/ 116781 h 116781"/>
                    <a:gd name="connsiteX4" fmla="*/ 116781 w 116780"/>
                    <a:gd name="connsiteY4" fmla="*/ 116781 h 116781"/>
                    <a:gd name="connsiteX5" fmla="*/ 116781 w 116780"/>
                    <a:gd name="connsiteY5" fmla="*/ 34556 h 116781"/>
                    <a:gd name="connsiteX6" fmla="*/ 96225 w 116780"/>
                    <a:gd name="connsiteY6" fmla="*/ 14000 h 116781"/>
                    <a:gd name="connsiteX7" fmla="*/ 96225 w 116780"/>
                    <a:gd name="connsiteY7" fmla="*/ 76968 h 116781"/>
                    <a:gd name="connsiteX8" fmla="*/ 19257 w 116780"/>
                    <a:gd name="connsiteY8" fmla="*/ 0 h 116781"/>
                    <a:gd name="connsiteX9" fmla="*/ 0 w 116780"/>
                    <a:gd name="connsiteY9" fmla="*/ 19257 h 116781"/>
                    <a:gd name="connsiteX10" fmla="*/ 79035 w 116780"/>
                    <a:gd name="connsiteY10" fmla="*/ 94216 h 116781"/>
                    <a:gd name="connsiteX11" fmla="*/ 4135 w 116780"/>
                    <a:gd name="connsiteY11" fmla="*/ 19316 h 116781"/>
                    <a:gd name="connsiteX12" fmla="*/ 19316 w 116780"/>
                    <a:gd name="connsiteY12" fmla="*/ 4135 h 116781"/>
                    <a:gd name="connsiteX13" fmla="*/ 94216 w 116780"/>
                    <a:gd name="connsiteY13" fmla="*/ 79035 h 116781"/>
                    <a:gd name="connsiteX14" fmla="*/ 99178 w 116780"/>
                    <a:gd name="connsiteY14" fmla="*/ 83997 h 116781"/>
                    <a:gd name="connsiteX15" fmla="*/ 99178 w 116780"/>
                    <a:gd name="connsiteY15" fmla="*/ 76968 h 116781"/>
                    <a:gd name="connsiteX16" fmla="*/ 99178 w 116780"/>
                    <a:gd name="connsiteY16" fmla="*/ 20970 h 116781"/>
                    <a:gd name="connsiteX17" fmla="*/ 113946 w 116780"/>
                    <a:gd name="connsiteY17" fmla="*/ 35737 h 116781"/>
                    <a:gd name="connsiteX18" fmla="*/ 113946 w 116780"/>
                    <a:gd name="connsiteY18" fmla="*/ 113887 h 116781"/>
                    <a:gd name="connsiteX19" fmla="*/ 35796 w 116780"/>
                    <a:gd name="connsiteY19" fmla="*/ 113887 h 116781"/>
                    <a:gd name="connsiteX20" fmla="*/ 21029 w 116780"/>
                    <a:gd name="connsiteY20" fmla="*/ 99119 h 116781"/>
                    <a:gd name="connsiteX21" fmla="*/ 76968 w 116780"/>
                    <a:gd name="connsiteY21" fmla="*/ 99119 h 116781"/>
                    <a:gd name="connsiteX22" fmla="*/ 83997 w 116780"/>
                    <a:gd name="connsiteY22" fmla="*/ 99119 h 116781"/>
                    <a:gd name="connsiteX23" fmla="*/ 79035 w 116780"/>
                    <a:gd name="connsiteY23" fmla="*/ 94216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0" y="19257"/>
                      </a:moveTo>
                      <a:lnTo>
                        <a:pt x="76968" y="96225"/>
                      </a:lnTo>
                      <a:lnTo>
                        <a:pt x="14000" y="96225"/>
                      </a:lnTo>
                      <a:lnTo>
                        <a:pt x="34556" y="116781"/>
                      </a:lnTo>
                      <a:lnTo>
                        <a:pt x="116781" y="116781"/>
                      </a:lnTo>
                      <a:lnTo>
                        <a:pt x="116781" y="34556"/>
                      </a:lnTo>
                      <a:lnTo>
                        <a:pt x="96225" y="14000"/>
                      </a:lnTo>
                      <a:lnTo>
                        <a:pt x="96225" y="76968"/>
                      </a:lnTo>
                      <a:lnTo>
                        <a:pt x="19257" y="0"/>
                      </a:lnTo>
                      <a:lnTo>
                        <a:pt x="0" y="19257"/>
                      </a:lnTo>
                      <a:close/>
                      <a:moveTo>
                        <a:pt x="79035" y="94216"/>
                      </a:moveTo>
                      <a:lnTo>
                        <a:pt x="4135" y="19316"/>
                      </a:lnTo>
                      <a:lnTo>
                        <a:pt x="19316" y="4135"/>
                      </a:lnTo>
                      <a:lnTo>
                        <a:pt x="94216" y="79035"/>
                      </a:lnTo>
                      <a:lnTo>
                        <a:pt x="99178" y="83997"/>
                      </a:lnTo>
                      <a:lnTo>
                        <a:pt x="99178" y="76968"/>
                      </a:lnTo>
                      <a:lnTo>
                        <a:pt x="99178" y="20970"/>
                      </a:lnTo>
                      <a:lnTo>
                        <a:pt x="113946" y="35737"/>
                      </a:lnTo>
                      <a:lnTo>
                        <a:pt x="113946" y="113887"/>
                      </a:lnTo>
                      <a:lnTo>
                        <a:pt x="35796" y="113887"/>
                      </a:lnTo>
                      <a:lnTo>
                        <a:pt x="21029" y="99119"/>
                      </a:lnTo>
                      <a:lnTo>
                        <a:pt x="76968" y="99119"/>
                      </a:lnTo>
                      <a:lnTo>
                        <a:pt x="83997" y="99119"/>
                      </a:lnTo>
                      <a:lnTo>
                        <a:pt x="79035" y="9421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40" name="Freeform: Shape 1639">
                  <a:extLst>
                    <a:ext uri="{FF2B5EF4-FFF2-40B4-BE49-F238E27FC236}">
                      <a16:creationId xmlns:a16="http://schemas.microsoft.com/office/drawing/2014/main" id="{E5F3F4CD-E3CB-A57C-6794-BDBC92C385A7}"/>
                    </a:ext>
                  </a:extLst>
                </p:cNvPr>
                <p:cNvSpPr/>
                <p:nvPr/>
              </p:nvSpPr>
              <p:spPr>
                <a:xfrm>
                  <a:off x="632696" y="2545197"/>
                  <a:ext cx="116780" cy="116780"/>
                </a:xfrm>
                <a:custGeom>
                  <a:avLst/>
                  <a:gdLst>
                    <a:gd name="connsiteX0" fmla="*/ 34556 w 116780"/>
                    <a:gd name="connsiteY0" fmla="*/ 0 h 116780"/>
                    <a:gd name="connsiteX1" fmla="*/ 14000 w 116780"/>
                    <a:gd name="connsiteY1" fmla="*/ 20556 h 116780"/>
                    <a:gd name="connsiteX2" fmla="*/ 76968 w 116780"/>
                    <a:gd name="connsiteY2" fmla="*/ 20556 h 116780"/>
                    <a:gd name="connsiteX3" fmla="*/ 0 w 116780"/>
                    <a:gd name="connsiteY3" fmla="*/ 97524 h 116780"/>
                    <a:gd name="connsiteX4" fmla="*/ 19257 w 116780"/>
                    <a:gd name="connsiteY4" fmla="*/ 116781 h 116780"/>
                    <a:gd name="connsiteX5" fmla="*/ 96225 w 116780"/>
                    <a:gd name="connsiteY5" fmla="*/ 39813 h 116780"/>
                    <a:gd name="connsiteX6" fmla="*/ 96225 w 116780"/>
                    <a:gd name="connsiteY6" fmla="*/ 102781 h 116780"/>
                    <a:gd name="connsiteX7" fmla="*/ 116781 w 116780"/>
                    <a:gd name="connsiteY7" fmla="*/ 82225 h 116780"/>
                    <a:gd name="connsiteX8" fmla="*/ 116781 w 116780"/>
                    <a:gd name="connsiteY8" fmla="*/ 0 h 116780"/>
                    <a:gd name="connsiteX9" fmla="*/ 34556 w 116780"/>
                    <a:gd name="connsiteY9" fmla="*/ 0 h 116780"/>
                    <a:gd name="connsiteX10" fmla="*/ 35796 w 116780"/>
                    <a:gd name="connsiteY10" fmla="*/ 2894 h 116780"/>
                    <a:gd name="connsiteX11" fmla="*/ 113946 w 116780"/>
                    <a:gd name="connsiteY11" fmla="*/ 2894 h 116780"/>
                    <a:gd name="connsiteX12" fmla="*/ 113946 w 116780"/>
                    <a:gd name="connsiteY12" fmla="*/ 81044 h 116780"/>
                    <a:gd name="connsiteX13" fmla="*/ 99178 w 116780"/>
                    <a:gd name="connsiteY13" fmla="*/ 95811 h 116780"/>
                    <a:gd name="connsiteX14" fmla="*/ 99178 w 116780"/>
                    <a:gd name="connsiteY14" fmla="*/ 39872 h 116780"/>
                    <a:gd name="connsiteX15" fmla="*/ 99178 w 116780"/>
                    <a:gd name="connsiteY15" fmla="*/ 32843 h 116780"/>
                    <a:gd name="connsiteX16" fmla="*/ 94216 w 116780"/>
                    <a:gd name="connsiteY16" fmla="*/ 37805 h 116780"/>
                    <a:gd name="connsiteX17" fmla="*/ 19316 w 116780"/>
                    <a:gd name="connsiteY17" fmla="*/ 112705 h 116780"/>
                    <a:gd name="connsiteX18" fmla="*/ 4135 w 116780"/>
                    <a:gd name="connsiteY18" fmla="*/ 97524 h 116780"/>
                    <a:gd name="connsiteX19" fmla="*/ 79035 w 116780"/>
                    <a:gd name="connsiteY19" fmla="*/ 22624 h 116780"/>
                    <a:gd name="connsiteX20" fmla="*/ 83997 w 116780"/>
                    <a:gd name="connsiteY20" fmla="*/ 17662 h 116780"/>
                    <a:gd name="connsiteX21" fmla="*/ 76968 w 116780"/>
                    <a:gd name="connsiteY21" fmla="*/ 17662 h 116780"/>
                    <a:gd name="connsiteX22" fmla="*/ 21029 w 116780"/>
                    <a:gd name="connsiteY22" fmla="*/ 17662 h 116780"/>
                    <a:gd name="connsiteX23" fmla="*/ 35796 w 116780"/>
                    <a:gd name="connsiteY23" fmla="*/ 2894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0">
                      <a:moveTo>
                        <a:pt x="34556" y="0"/>
                      </a:moveTo>
                      <a:lnTo>
                        <a:pt x="14000" y="20556"/>
                      </a:lnTo>
                      <a:lnTo>
                        <a:pt x="76968" y="20556"/>
                      </a:lnTo>
                      <a:lnTo>
                        <a:pt x="0" y="97524"/>
                      </a:lnTo>
                      <a:lnTo>
                        <a:pt x="19257" y="116781"/>
                      </a:lnTo>
                      <a:lnTo>
                        <a:pt x="96225" y="39813"/>
                      </a:lnTo>
                      <a:lnTo>
                        <a:pt x="96225" y="102781"/>
                      </a:lnTo>
                      <a:lnTo>
                        <a:pt x="116781" y="82225"/>
                      </a:lnTo>
                      <a:lnTo>
                        <a:pt x="116781" y="0"/>
                      </a:lnTo>
                      <a:lnTo>
                        <a:pt x="34556" y="0"/>
                      </a:lnTo>
                      <a:close/>
                      <a:moveTo>
                        <a:pt x="35796" y="2894"/>
                      </a:moveTo>
                      <a:lnTo>
                        <a:pt x="113946" y="2894"/>
                      </a:lnTo>
                      <a:lnTo>
                        <a:pt x="113946" y="81044"/>
                      </a:lnTo>
                      <a:lnTo>
                        <a:pt x="99178" y="95811"/>
                      </a:lnTo>
                      <a:lnTo>
                        <a:pt x="99178" y="39872"/>
                      </a:lnTo>
                      <a:lnTo>
                        <a:pt x="99178" y="32843"/>
                      </a:lnTo>
                      <a:lnTo>
                        <a:pt x="94216" y="37805"/>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536" name="Graphic 4773">
                <a:extLst>
                  <a:ext uri="{FF2B5EF4-FFF2-40B4-BE49-F238E27FC236}">
                    <a16:creationId xmlns:a16="http://schemas.microsoft.com/office/drawing/2014/main" id="{CF45CE58-6D8E-2458-F301-A11B92CEBEF6}"/>
                  </a:ext>
                </a:extLst>
              </p:cNvPr>
              <p:cNvGrpSpPr/>
              <p:nvPr/>
            </p:nvGrpSpPr>
            <p:grpSpPr>
              <a:xfrm>
                <a:off x="1371068" y="3902502"/>
                <a:ext cx="116780" cy="236929"/>
                <a:chOff x="1371068" y="3902502"/>
                <a:chExt cx="116780" cy="236929"/>
              </a:xfrm>
              <a:grpFill/>
            </p:grpSpPr>
            <p:sp>
              <p:nvSpPr>
                <p:cNvPr id="1637" name="Freeform: Shape 1636">
                  <a:extLst>
                    <a:ext uri="{FF2B5EF4-FFF2-40B4-BE49-F238E27FC236}">
                      <a16:creationId xmlns:a16="http://schemas.microsoft.com/office/drawing/2014/main" id="{34FC539E-2F5D-5F8B-F058-BC13919B28C9}"/>
                    </a:ext>
                  </a:extLst>
                </p:cNvPr>
                <p:cNvSpPr/>
                <p:nvPr/>
              </p:nvSpPr>
              <p:spPr>
                <a:xfrm>
                  <a:off x="1371068" y="3902502"/>
                  <a:ext cx="116780" cy="116840"/>
                </a:xfrm>
                <a:custGeom>
                  <a:avLst/>
                  <a:gdLst>
                    <a:gd name="connsiteX0" fmla="*/ 0 w 116780"/>
                    <a:gd name="connsiteY0" fmla="*/ 19316 h 116840"/>
                    <a:gd name="connsiteX1" fmla="*/ 76968 w 116780"/>
                    <a:gd name="connsiteY1" fmla="*/ 96284 h 116840"/>
                    <a:gd name="connsiteX2" fmla="*/ 14000 w 116780"/>
                    <a:gd name="connsiteY2" fmla="*/ 96284 h 116840"/>
                    <a:gd name="connsiteX3" fmla="*/ 34556 w 116780"/>
                    <a:gd name="connsiteY3" fmla="*/ 116840 h 116840"/>
                    <a:gd name="connsiteX4" fmla="*/ 116781 w 116780"/>
                    <a:gd name="connsiteY4" fmla="*/ 116840 h 116840"/>
                    <a:gd name="connsiteX5" fmla="*/ 116781 w 116780"/>
                    <a:gd name="connsiteY5" fmla="*/ 34556 h 116840"/>
                    <a:gd name="connsiteX6" fmla="*/ 96225 w 116780"/>
                    <a:gd name="connsiteY6" fmla="*/ 14000 h 116840"/>
                    <a:gd name="connsiteX7" fmla="*/ 96225 w 116780"/>
                    <a:gd name="connsiteY7" fmla="*/ 76968 h 116840"/>
                    <a:gd name="connsiteX8" fmla="*/ 19257 w 116780"/>
                    <a:gd name="connsiteY8" fmla="*/ 0 h 116840"/>
                    <a:gd name="connsiteX9" fmla="*/ 0 w 116780"/>
                    <a:gd name="connsiteY9" fmla="*/ 19316 h 116840"/>
                    <a:gd name="connsiteX10" fmla="*/ 79035 w 116780"/>
                    <a:gd name="connsiteY10" fmla="*/ 94216 h 116840"/>
                    <a:gd name="connsiteX11" fmla="*/ 4135 w 116780"/>
                    <a:gd name="connsiteY11" fmla="*/ 19316 h 116840"/>
                    <a:gd name="connsiteX12" fmla="*/ 19316 w 116780"/>
                    <a:gd name="connsiteY12" fmla="*/ 4135 h 116840"/>
                    <a:gd name="connsiteX13" fmla="*/ 94216 w 116780"/>
                    <a:gd name="connsiteY13" fmla="*/ 79035 h 116840"/>
                    <a:gd name="connsiteX14" fmla="*/ 99178 w 116780"/>
                    <a:gd name="connsiteY14" fmla="*/ 83997 h 116840"/>
                    <a:gd name="connsiteX15" fmla="*/ 99178 w 116780"/>
                    <a:gd name="connsiteY15" fmla="*/ 76968 h 116840"/>
                    <a:gd name="connsiteX16" fmla="*/ 99178 w 116780"/>
                    <a:gd name="connsiteY16" fmla="*/ 21029 h 116840"/>
                    <a:gd name="connsiteX17" fmla="*/ 113946 w 116780"/>
                    <a:gd name="connsiteY17" fmla="*/ 35796 h 116840"/>
                    <a:gd name="connsiteX18" fmla="*/ 113946 w 116780"/>
                    <a:gd name="connsiteY18" fmla="*/ 113946 h 116840"/>
                    <a:gd name="connsiteX19" fmla="*/ 35796 w 116780"/>
                    <a:gd name="connsiteY19" fmla="*/ 113946 h 116840"/>
                    <a:gd name="connsiteX20" fmla="*/ 21029 w 116780"/>
                    <a:gd name="connsiteY20" fmla="*/ 99178 h 116840"/>
                    <a:gd name="connsiteX21" fmla="*/ 76968 w 116780"/>
                    <a:gd name="connsiteY21" fmla="*/ 99178 h 116840"/>
                    <a:gd name="connsiteX22" fmla="*/ 83997 w 116780"/>
                    <a:gd name="connsiteY22" fmla="*/ 99178 h 116840"/>
                    <a:gd name="connsiteX23" fmla="*/ 79035 w 116780"/>
                    <a:gd name="connsiteY23" fmla="*/ 94216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840">
                      <a:moveTo>
                        <a:pt x="0" y="19316"/>
                      </a:moveTo>
                      <a:lnTo>
                        <a:pt x="76968" y="96284"/>
                      </a:lnTo>
                      <a:lnTo>
                        <a:pt x="14000" y="96284"/>
                      </a:lnTo>
                      <a:lnTo>
                        <a:pt x="34556" y="116840"/>
                      </a:lnTo>
                      <a:lnTo>
                        <a:pt x="116781" y="116840"/>
                      </a:lnTo>
                      <a:lnTo>
                        <a:pt x="116781" y="34556"/>
                      </a:lnTo>
                      <a:lnTo>
                        <a:pt x="96225" y="14000"/>
                      </a:lnTo>
                      <a:lnTo>
                        <a:pt x="96225" y="76968"/>
                      </a:lnTo>
                      <a:lnTo>
                        <a:pt x="19257" y="0"/>
                      </a:lnTo>
                      <a:lnTo>
                        <a:pt x="0" y="19316"/>
                      </a:lnTo>
                      <a:close/>
                      <a:moveTo>
                        <a:pt x="79035" y="94216"/>
                      </a:moveTo>
                      <a:lnTo>
                        <a:pt x="4135" y="19316"/>
                      </a:lnTo>
                      <a:lnTo>
                        <a:pt x="19316" y="4135"/>
                      </a:lnTo>
                      <a:lnTo>
                        <a:pt x="94216" y="79035"/>
                      </a:lnTo>
                      <a:lnTo>
                        <a:pt x="99178" y="83997"/>
                      </a:lnTo>
                      <a:lnTo>
                        <a:pt x="99178" y="76968"/>
                      </a:lnTo>
                      <a:lnTo>
                        <a:pt x="99178" y="21029"/>
                      </a:lnTo>
                      <a:lnTo>
                        <a:pt x="113946" y="35796"/>
                      </a:lnTo>
                      <a:lnTo>
                        <a:pt x="113946" y="113946"/>
                      </a:lnTo>
                      <a:lnTo>
                        <a:pt x="35796" y="113946"/>
                      </a:lnTo>
                      <a:lnTo>
                        <a:pt x="21029" y="99178"/>
                      </a:lnTo>
                      <a:lnTo>
                        <a:pt x="76968" y="99178"/>
                      </a:lnTo>
                      <a:lnTo>
                        <a:pt x="83997" y="99178"/>
                      </a:lnTo>
                      <a:lnTo>
                        <a:pt x="79035" y="9421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38" name="Freeform: Shape 1637">
                  <a:extLst>
                    <a:ext uri="{FF2B5EF4-FFF2-40B4-BE49-F238E27FC236}">
                      <a16:creationId xmlns:a16="http://schemas.microsoft.com/office/drawing/2014/main" id="{233073BA-076A-9B05-DF9E-EFAE6C51E6EB}"/>
                    </a:ext>
                  </a:extLst>
                </p:cNvPr>
                <p:cNvSpPr/>
                <p:nvPr/>
              </p:nvSpPr>
              <p:spPr>
                <a:xfrm>
                  <a:off x="1371068" y="4022650"/>
                  <a:ext cx="116780" cy="116781"/>
                </a:xfrm>
                <a:custGeom>
                  <a:avLst/>
                  <a:gdLst>
                    <a:gd name="connsiteX0" fmla="*/ 34556 w 116780"/>
                    <a:gd name="connsiteY0" fmla="*/ 0 h 116781"/>
                    <a:gd name="connsiteX1" fmla="*/ 14000 w 116780"/>
                    <a:gd name="connsiteY1" fmla="*/ 20556 h 116781"/>
                    <a:gd name="connsiteX2" fmla="*/ 76968 w 116780"/>
                    <a:gd name="connsiteY2" fmla="*/ 20556 h 116781"/>
                    <a:gd name="connsiteX3" fmla="*/ 0 w 116780"/>
                    <a:gd name="connsiteY3" fmla="*/ 97524 h 116781"/>
                    <a:gd name="connsiteX4" fmla="*/ 19257 w 116780"/>
                    <a:gd name="connsiteY4" fmla="*/ 116781 h 116781"/>
                    <a:gd name="connsiteX5" fmla="*/ 96225 w 116780"/>
                    <a:gd name="connsiteY5" fmla="*/ 39813 h 116781"/>
                    <a:gd name="connsiteX6" fmla="*/ 96225 w 116780"/>
                    <a:gd name="connsiteY6" fmla="*/ 102782 h 116781"/>
                    <a:gd name="connsiteX7" fmla="*/ 116781 w 116780"/>
                    <a:gd name="connsiteY7" fmla="*/ 82225 h 116781"/>
                    <a:gd name="connsiteX8" fmla="*/ 116781 w 116780"/>
                    <a:gd name="connsiteY8" fmla="*/ 0 h 116781"/>
                    <a:gd name="connsiteX9" fmla="*/ 34556 w 116780"/>
                    <a:gd name="connsiteY9" fmla="*/ 0 h 116781"/>
                    <a:gd name="connsiteX10" fmla="*/ 35796 w 116780"/>
                    <a:gd name="connsiteY10" fmla="*/ 2894 h 116781"/>
                    <a:gd name="connsiteX11" fmla="*/ 113946 w 116780"/>
                    <a:gd name="connsiteY11" fmla="*/ 2894 h 116781"/>
                    <a:gd name="connsiteX12" fmla="*/ 113946 w 116780"/>
                    <a:gd name="connsiteY12" fmla="*/ 80985 h 116781"/>
                    <a:gd name="connsiteX13" fmla="*/ 99178 w 116780"/>
                    <a:gd name="connsiteY13" fmla="*/ 95752 h 116781"/>
                    <a:gd name="connsiteX14" fmla="*/ 99178 w 116780"/>
                    <a:gd name="connsiteY14" fmla="*/ 39813 h 116781"/>
                    <a:gd name="connsiteX15" fmla="*/ 99178 w 116780"/>
                    <a:gd name="connsiteY15" fmla="*/ 32784 h 116781"/>
                    <a:gd name="connsiteX16" fmla="*/ 94216 w 116780"/>
                    <a:gd name="connsiteY16" fmla="*/ 37746 h 116781"/>
                    <a:gd name="connsiteX17" fmla="*/ 19316 w 116780"/>
                    <a:gd name="connsiteY17" fmla="*/ 112705 h 116781"/>
                    <a:gd name="connsiteX18" fmla="*/ 4135 w 116780"/>
                    <a:gd name="connsiteY18" fmla="*/ 97524 h 116781"/>
                    <a:gd name="connsiteX19" fmla="*/ 79035 w 116780"/>
                    <a:gd name="connsiteY19" fmla="*/ 22624 h 116781"/>
                    <a:gd name="connsiteX20" fmla="*/ 83997 w 116780"/>
                    <a:gd name="connsiteY20" fmla="*/ 17662 h 116781"/>
                    <a:gd name="connsiteX21" fmla="*/ 76968 w 116780"/>
                    <a:gd name="connsiteY21" fmla="*/ 17662 h 116781"/>
                    <a:gd name="connsiteX22" fmla="*/ 21029 w 116780"/>
                    <a:gd name="connsiteY22" fmla="*/ 17662 h 116781"/>
                    <a:gd name="connsiteX23" fmla="*/ 35796 w 116780"/>
                    <a:gd name="connsiteY23" fmla="*/ 289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34556" y="0"/>
                      </a:moveTo>
                      <a:lnTo>
                        <a:pt x="14000" y="20556"/>
                      </a:lnTo>
                      <a:lnTo>
                        <a:pt x="76968" y="20556"/>
                      </a:lnTo>
                      <a:lnTo>
                        <a:pt x="0" y="97524"/>
                      </a:lnTo>
                      <a:lnTo>
                        <a:pt x="19257" y="116781"/>
                      </a:lnTo>
                      <a:lnTo>
                        <a:pt x="96225" y="39813"/>
                      </a:lnTo>
                      <a:lnTo>
                        <a:pt x="96225" y="102782"/>
                      </a:lnTo>
                      <a:lnTo>
                        <a:pt x="116781" y="82225"/>
                      </a:lnTo>
                      <a:lnTo>
                        <a:pt x="116781" y="0"/>
                      </a:lnTo>
                      <a:lnTo>
                        <a:pt x="34556" y="0"/>
                      </a:lnTo>
                      <a:close/>
                      <a:moveTo>
                        <a:pt x="35796" y="2894"/>
                      </a:moveTo>
                      <a:lnTo>
                        <a:pt x="113946" y="2894"/>
                      </a:lnTo>
                      <a:lnTo>
                        <a:pt x="113946" y="80985"/>
                      </a:lnTo>
                      <a:lnTo>
                        <a:pt x="99178" y="95752"/>
                      </a:lnTo>
                      <a:lnTo>
                        <a:pt x="99178" y="39813"/>
                      </a:lnTo>
                      <a:lnTo>
                        <a:pt x="99178" y="32784"/>
                      </a:lnTo>
                      <a:lnTo>
                        <a:pt x="94216" y="37746"/>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537" name="Graphic 4773">
                <a:extLst>
                  <a:ext uri="{FF2B5EF4-FFF2-40B4-BE49-F238E27FC236}">
                    <a16:creationId xmlns:a16="http://schemas.microsoft.com/office/drawing/2014/main" id="{C9E4E371-A909-56CF-ACE1-EBFE91FF42A9}"/>
                  </a:ext>
                </a:extLst>
              </p:cNvPr>
              <p:cNvGrpSpPr/>
              <p:nvPr/>
            </p:nvGrpSpPr>
            <p:grpSpPr>
              <a:xfrm>
                <a:off x="2079905" y="3900907"/>
                <a:ext cx="116840" cy="236928"/>
                <a:chOff x="2079905" y="3900907"/>
                <a:chExt cx="116840" cy="236928"/>
              </a:xfrm>
              <a:grpFill/>
            </p:grpSpPr>
            <p:sp>
              <p:nvSpPr>
                <p:cNvPr id="1635" name="Freeform: Shape 1634">
                  <a:extLst>
                    <a:ext uri="{FF2B5EF4-FFF2-40B4-BE49-F238E27FC236}">
                      <a16:creationId xmlns:a16="http://schemas.microsoft.com/office/drawing/2014/main" id="{E4D8F717-E8B0-1EFC-3CBE-81B31EBEC7DC}"/>
                    </a:ext>
                  </a:extLst>
                </p:cNvPr>
                <p:cNvSpPr/>
                <p:nvPr/>
              </p:nvSpPr>
              <p:spPr>
                <a:xfrm>
                  <a:off x="2079964" y="4020996"/>
                  <a:ext cx="116781" cy="116840"/>
                </a:xfrm>
                <a:custGeom>
                  <a:avLst/>
                  <a:gdLst>
                    <a:gd name="connsiteX0" fmla="*/ 116781 w 116781"/>
                    <a:gd name="connsiteY0" fmla="*/ 97524 h 116840"/>
                    <a:gd name="connsiteX1" fmla="*/ 39813 w 116781"/>
                    <a:gd name="connsiteY1" fmla="*/ 20557 h 116840"/>
                    <a:gd name="connsiteX2" fmla="*/ 102781 w 116781"/>
                    <a:gd name="connsiteY2" fmla="*/ 20557 h 116840"/>
                    <a:gd name="connsiteX3" fmla="*/ 82225 w 116781"/>
                    <a:gd name="connsiteY3" fmla="*/ 0 h 116840"/>
                    <a:gd name="connsiteX4" fmla="*/ 0 w 116781"/>
                    <a:gd name="connsiteY4" fmla="*/ 0 h 116840"/>
                    <a:gd name="connsiteX5" fmla="*/ 0 w 116781"/>
                    <a:gd name="connsiteY5" fmla="*/ 82225 h 116840"/>
                    <a:gd name="connsiteX6" fmla="*/ 20556 w 116781"/>
                    <a:gd name="connsiteY6" fmla="*/ 102782 h 116840"/>
                    <a:gd name="connsiteX7" fmla="*/ 20556 w 116781"/>
                    <a:gd name="connsiteY7" fmla="*/ 39813 h 116840"/>
                    <a:gd name="connsiteX8" fmla="*/ 97465 w 116781"/>
                    <a:gd name="connsiteY8" fmla="*/ 116840 h 116840"/>
                    <a:gd name="connsiteX9" fmla="*/ 116781 w 116781"/>
                    <a:gd name="connsiteY9" fmla="*/ 97524 h 116840"/>
                    <a:gd name="connsiteX10" fmla="*/ 37746 w 116781"/>
                    <a:gd name="connsiteY10" fmla="*/ 22624 h 116840"/>
                    <a:gd name="connsiteX11" fmla="*/ 112646 w 116781"/>
                    <a:gd name="connsiteY11" fmla="*/ 97524 h 116840"/>
                    <a:gd name="connsiteX12" fmla="*/ 97465 w 116781"/>
                    <a:gd name="connsiteY12" fmla="*/ 112705 h 116840"/>
                    <a:gd name="connsiteX13" fmla="*/ 22565 w 116781"/>
                    <a:gd name="connsiteY13" fmla="*/ 37805 h 116840"/>
                    <a:gd name="connsiteX14" fmla="*/ 17603 w 116781"/>
                    <a:gd name="connsiteY14" fmla="*/ 32843 h 116840"/>
                    <a:gd name="connsiteX15" fmla="*/ 17603 w 116781"/>
                    <a:gd name="connsiteY15" fmla="*/ 39872 h 116840"/>
                    <a:gd name="connsiteX16" fmla="*/ 17603 w 116781"/>
                    <a:gd name="connsiteY16" fmla="*/ 95870 h 116840"/>
                    <a:gd name="connsiteX17" fmla="*/ 2835 w 116781"/>
                    <a:gd name="connsiteY17" fmla="*/ 81103 h 116840"/>
                    <a:gd name="connsiteX18" fmla="*/ 2835 w 116781"/>
                    <a:gd name="connsiteY18" fmla="*/ 2953 h 116840"/>
                    <a:gd name="connsiteX19" fmla="*/ 80985 w 116781"/>
                    <a:gd name="connsiteY19" fmla="*/ 2953 h 116840"/>
                    <a:gd name="connsiteX20" fmla="*/ 95752 w 116781"/>
                    <a:gd name="connsiteY20" fmla="*/ 17721 h 116840"/>
                    <a:gd name="connsiteX21" fmla="*/ 39813 w 116781"/>
                    <a:gd name="connsiteY21" fmla="*/ 17721 h 116840"/>
                    <a:gd name="connsiteX22" fmla="*/ 32784 w 116781"/>
                    <a:gd name="connsiteY22" fmla="*/ 17721 h 116840"/>
                    <a:gd name="connsiteX23" fmla="*/ 37746 w 116781"/>
                    <a:gd name="connsiteY23" fmla="*/ 22624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840">
                      <a:moveTo>
                        <a:pt x="116781" y="97524"/>
                      </a:moveTo>
                      <a:lnTo>
                        <a:pt x="39813" y="20557"/>
                      </a:lnTo>
                      <a:lnTo>
                        <a:pt x="102781" y="20557"/>
                      </a:lnTo>
                      <a:lnTo>
                        <a:pt x="82225" y="0"/>
                      </a:lnTo>
                      <a:lnTo>
                        <a:pt x="0" y="0"/>
                      </a:lnTo>
                      <a:lnTo>
                        <a:pt x="0" y="82225"/>
                      </a:lnTo>
                      <a:lnTo>
                        <a:pt x="20556" y="102782"/>
                      </a:lnTo>
                      <a:lnTo>
                        <a:pt x="20556" y="39813"/>
                      </a:lnTo>
                      <a:lnTo>
                        <a:pt x="97465" y="116840"/>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36" name="Freeform: Shape 1635">
                  <a:extLst>
                    <a:ext uri="{FF2B5EF4-FFF2-40B4-BE49-F238E27FC236}">
                      <a16:creationId xmlns:a16="http://schemas.microsoft.com/office/drawing/2014/main" id="{42D0F750-1604-2CAD-4C16-EC3A1ADE3015}"/>
                    </a:ext>
                  </a:extLst>
                </p:cNvPr>
                <p:cNvSpPr/>
                <p:nvPr/>
              </p:nvSpPr>
              <p:spPr>
                <a:xfrm>
                  <a:off x="2079905" y="3900907"/>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6 w 116781"/>
                    <a:gd name="connsiteY5" fmla="*/ 76968 h 116780"/>
                    <a:gd name="connsiteX6" fmla="*/ 20556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6 h 116780"/>
                    <a:gd name="connsiteX11" fmla="*/ 2895 w 116781"/>
                    <a:gd name="connsiteY11" fmla="*/ 113886 h 116780"/>
                    <a:gd name="connsiteX12" fmla="*/ 2895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17 h 116780"/>
                    <a:gd name="connsiteX18" fmla="*/ 112705 w 116781"/>
                    <a:gd name="connsiteY18" fmla="*/ 19198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6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6" y="76968"/>
                      </a:lnTo>
                      <a:lnTo>
                        <a:pt x="20556" y="14000"/>
                      </a:lnTo>
                      <a:lnTo>
                        <a:pt x="0" y="34556"/>
                      </a:lnTo>
                      <a:lnTo>
                        <a:pt x="0" y="116781"/>
                      </a:lnTo>
                      <a:lnTo>
                        <a:pt x="82225" y="116781"/>
                      </a:lnTo>
                      <a:close/>
                      <a:moveTo>
                        <a:pt x="81044" y="113886"/>
                      </a:moveTo>
                      <a:lnTo>
                        <a:pt x="2895" y="113886"/>
                      </a:lnTo>
                      <a:lnTo>
                        <a:pt x="2895" y="35737"/>
                      </a:lnTo>
                      <a:lnTo>
                        <a:pt x="17662" y="20970"/>
                      </a:lnTo>
                      <a:lnTo>
                        <a:pt x="17662" y="76909"/>
                      </a:lnTo>
                      <a:lnTo>
                        <a:pt x="17662" y="83938"/>
                      </a:lnTo>
                      <a:lnTo>
                        <a:pt x="22624" y="78976"/>
                      </a:lnTo>
                      <a:lnTo>
                        <a:pt x="97524" y="4017"/>
                      </a:lnTo>
                      <a:lnTo>
                        <a:pt x="112705" y="19198"/>
                      </a:lnTo>
                      <a:lnTo>
                        <a:pt x="37805" y="94157"/>
                      </a:lnTo>
                      <a:lnTo>
                        <a:pt x="32843" y="99119"/>
                      </a:lnTo>
                      <a:lnTo>
                        <a:pt x="39872" y="99119"/>
                      </a:lnTo>
                      <a:lnTo>
                        <a:pt x="95811" y="99119"/>
                      </a:lnTo>
                      <a:lnTo>
                        <a:pt x="81044" y="11388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538" name="Graphic 4773">
                <a:extLst>
                  <a:ext uri="{FF2B5EF4-FFF2-40B4-BE49-F238E27FC236}">
                    <a16:creationId xmlns:a16="http://schemas.microsoft.com/office/drawing/2014/main" id="{F4151134-A46A-98FF-81E9-0B79AE5831DC}"/>
                  </a:ext>
                </a:extLst>
              </p:cNvPr>
              <p:cNvGrpSpPr/>
              <p:nvPr/>
            </p:nvGrpSpPr>
            <p:grpSpPr>
              <a:xfrm>
                <a:off x="1932349" y="1658589"/>
                <a:ext cx="648231" cy="115451"/>
                <a:chOff x="1932349" y="1658589"/>
                <a:chExt cx="648231" cy="115451"/>
              </a:xfrm>
              <a:grpFill/>
            </p:grpSpPr>
            <p:sp>
              <p:nvSpPr>
                <p:cNvPr id="1619" name="Freeform: Shape 1618">
                  <a:extLst>
                    <a:ext uri="{FF2B5EF4-FFF2-40B4-BE49-F238E27FC236}">
                      <a16:creationId xmlns:a16="http://schemas.microsoft.com/office/drawing/2014/main" id="{5DBF4E1E-BD2D-00B8-F31C-7D9FB9FAAC64}"/>
                    </a:ext>
                  </a:extLst>
                </p:cNvPr>
                <p:cNvSpPr/>
                <p:nvPr/>
              </p:nvSpPr>
              <p:spPr>
                <a:xfrm>
                  <a:off x="2171286" y="170398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70" y="22210"/>
                        <a:pt x="2540" y="17839"/>
                        <a:pt x="2540" y="12405"/>
                      </a:cubicBezTo>
                      <a:cubicBezTo>
                        <a:pt x="2540" y="6970"/>
                        <a:pt x="6911" y="2599"/>
                        <a:pt x="12346" y="2599"/>
                      </a:cubicBezTo>
                      <a:lnTo>
                        <a:pt x="12346" y="2599"/>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20" name="Freeform: Shape 1619">
                  <a:extLst>
                    <a:ext uri="{FF2B5EF4-FFF2-40B4-BE49-F238E27FC236}">
                      <a16:creationId xmlns:a16="http://schemas.microsoft.com/office/drawing/2014/main" id="{7023A6CD-B57E-54E5-99CC-2D0D6B490314}"/>
                    </a:ext>
                  </a:extLst>
                </p:cNvPr>
                <p:cNvSpPr/>
                <p:nvPr/>
              </p:nvSpPr>
              <p:spPr>
                <a:xfrm>
                  <a:off x="222255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21" name="Freeform: Shape 1620">
                  <a:extLst>
                    <a:ext uri="{FF2B5EF4-FFF2-40B4-BE49-F238E27FC236}">
                      <a16:creationId xmlns:a16="http://schemas.microsoft.com/office/drawing/2014/main" id="{3C72E3F5-CCE7-2117-3019-2787EC51C311}"/>
                    </a:ext>
                  </a:extLst>
                </p:cNvPr>
                <p:cNvSpPr/>
                <p:nvPr/>
              </p:nvSpPr>
              <p:spPr>
                <a:xfrm>
                  <a:off x="2248254"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22" name="Freeform: Shape 1621">
                  <a:extLst>
                    <a:ext uri="{FF2B5EF4-FFF2-40B4-BE49-F238E27FC236}">
                      <a16:creationId xmlns:a16="http://schemas.microsoft.com/office/drawing/2014/main" id="{E2FCB04D-86DE-03EB-2658-942D9E5AEA7A}"/>
                    </a:ext>
                  </a:extLst>
                </p:cNvPr>
                <p:cNvSpPr/>
                <p:nvPr/>
              </p:nvSpPr>
              <p:spPr>
                <a:xfrm>
                  <a:off x="2299467"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750"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23" name="Freeform: Shape 1622">
                  <a:extLst>
                    <a:ext uri="{FF2B5EF4-FFF2-40B4-BE49-F238E27FC236}">
                      <a16:creationId xmlns:a16="http://schemas.microsoft.com/office/drawing/2014/main" id="{2B2129E1-D947-56F9-AF75-E67FC227503F}"/>
                    </a:ext>
                  </a:extLst>
                </p:cNvPr>
                <p:cNvSpPr/>
                <p:nvPr/>
              </p:nvSpPr>
              <p:spPr>
                <a:xfrm>
                  <a:off x="235079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24" name="Freeform: Shape 1623">
                  <a:extLst>
                    <a:ext uri="{FF2B5EF4-FFF2-40B4-BE49-F238E27FC236}">
                      <a16:creationId xmlns:a16="http://schemas.microsoft.com/office/drawing/2014/main" id="{322E709D-3E9B-7843-ECBE-3E31B97BEA64}"/>
                    </a:ext>
                  </a:extLst>
                </p:cNvPr>
                <p:cNvSpPr/>
                <p:nvPr/>
              </p:nvSpPr>
              <p:spPr>
                <a:xfrm>
                  <a:off x="2376435"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80"/>
                        <a:pt x="17780" y="22151"/>
                        <a:pt x="12346" y="22151"/>
                      </a:cubicBezTo>
                      <a:cubicBezTo>
                        <a:pt x="6970" y="22151"/>
                        <a:pt x="2540" y="17721"/>
                        <a:pt x="2540" y="12346"/>
                      </a:cubicBezTo>
                      <a:cubicBezTo>
                        <a:pt x="2540" y="6970"/>
                        <a:pt x="6911"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25" name="Freeform: Shape 1624">
                  <a:extLst>
                    <a:ext uri="{FF2B5EF4-FFF2-40B4-BE49-F238E27FC236}">
                      <a16:creationId xmlns:a16="http://schemas.microsoft.com/office/drawing/2014/main" id="{BAF530A6-2DA9-B890-C6F1-D1AF988CB346}"/>
                    </a:ext>
                  </a:extLst>
                </p:cNvPr>
                <p:cNvSpPr/>
                <p:nvPr/>
              </p:nvSpPr>
              <p:spPr>
                <a:xfrm>
                  <a:off x="2402072"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26" name="Freeform: Shape 1625">
                  <a:extLst>
                    <a:ext uri="{FF2B5EF4-FFF2-40B4-BE49-F238E27FC236}">
                      <a16:creationId xmlns:a16="http://schemas.microsoft.com/office/drawing/2014/main" id="{834F96F9-64B0-4182-2F11-DF4BBC3D2E4B}"/>
                    </a:ext>
                  </a:extLst>
                </p:cNvPr>
                <p:cNvSpPr/>
                <p:nvPr/>
              </p:nvSpPr>
              <p:spPr>
                <a:xfrm>
                  <a:off x="2453344"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21"/>
                        <a:pt x="2540" y="12346"/>
                      </a:cubicBezTo>
                      <a:cubicBezTo>
                        <a:pt x="2540" y="6970"/>
                        <a:pt x="6911" y="2540"/>
                        <a:pt x="12346" y="2540"/>
                      </a:cubicBezTo>
                      <a:lnTo>
                        <a:pt x="12346" y="2540"/>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49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27" name="Freeform: Shape 1626">
                  <a:extLst>
                    <a:ext uri="{FF2B5EF4-FFF2-40B4-BE49-F238E27FC236}">
                      <a16:creationId xmlns:a16="http://schemas.microsoft.com/office/drawing/2014/main" id="{902AA396-A243-6D53-29B4-1D7B73F72EB1}"/>
                    </a:ext>
                  </a:extLst>
                </p:cNvPr>
                <p:cNvSpPr/>
                <p:nvPr/>
              </p:nvSpPr>
              <p:spPr>
                <a:xfrm>
                  <a:off x="2504617"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28" name="Freeform: Shape 1627">
                  <a:extLst>
                    <a:ext uri="{FF2B5EF4-FFF2-40B4-BE49-F238E27FC236}">
                      <a16:creationId xmlns:a16="http://schemas.microsoft.com/office/drawing/2014/main" id="{891897CB-BB69-CDFE-37AC-43013AE410E8}"/>
                    </a:ext>
                  </a:extLst>
                </p:cNvPr>
                <p:cNvSpPr/>
                <p:nvPr/>
              </p:nvSpPr>
              <p:spPr>
                <a:xfrm>
                  <a:off x="2530253"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29" name="Freeform: Shape 1628">
                  <a:extLst>
                    <a:ext uri="{FF2B5EF4-FFF2-40B4-BE49-F238E27FC236}">
                      <a16:creationId xmlns:a16="http://schemas.microsoft.com/office/drawing/2014/main" id="{79CEAD5F-8988-105D-14E9-089CDB35057F}"/>
                    </a:ext>
                  </a:extLst>
                </p:cNvPr>
                <p:cNvSpPr/>
                <p:nvPr/>
              </p:nvSpPr>
              <p:spPr>
                <a:xfrm>
                  <a:off x="2555889"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70"/>
                        <a:pt x="22151" y="12346"/>
                      </a:cubicBezTo>
                      <a:cubicBezTo>
                        <a:pt x="22151" y="17780"/>
                        <a:pt x="17780" y="22151"/>
                        <a:pt x="12346" y="22151"/>
                      </a:cubicBezTo>
                      <a:cubicBezTo>
                        <a:pt x="6911" y="22151"/>
                        <a:pt x="2540" y="17721"/>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49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30" name="Freeform: Shape 1629">
                  <a:extLst>
                    <a:ext uri="{FF2B5EF4-FFF2-40B4-BE49-F238E27FC236}">
                      <a16:creationId xmlns:a16="http://schemas.microsoft.com/office/drawing/2014/main" id="{BE747F7B-3576-2E61-D381-A8FFC863C6BD}"/>
                    </a:ext>
                  </a:extLst>
                </p:cNvPr>
                <p:cNvSpPr/>
                <p:nvPr/>
              </p:nvSpPr>
              <p:spPr>
                <a:xfrm>
                  <a:off x="2137498" y="1658767"/>
                  <a:ext cx="66719" cy="115274"/>
                </a:xfrm>
                <a:custGeom>
                  <a:avLst/>
                  <a:gdLst>
                    <a:gd name="connsiteX0" fmla="*/ 60310 w 66719"/>
                    <a:gd name="connsiteY0" fmla="*/ 115275 h 115274"/>
                    <a:gd name="connsiteX1" fmla="*/ 64859 w 66719"/>
                    <a:gd name="connsiteY1" fmla="*/ 113384 h 115274"/>
                    <a:gd name="connsiteX2" fmla="*/ 64859 w 66719"/>
                    <a:gd name="connsiteY2" fmla="*/ 104347 h 115274"/>
                    <a:gd name="connsiteX3" fmla="*/ 18134 w 66719"/>
                    <a:gd name="connsiteY3" fmla="*/ 57623 h 115274"/>
                    <a:gd name="connsiteX4" fmla="*/ 64859 w 66719"/>
                    <a:gd name="connsiteY4" fmla="*/ 10898 h 115274"/>
                    <a:gd name="connsiteX5" fmla="*/ 64859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9" y="113384"/>
                      </a:cubicBezTo>
                      <a:cubicBezTo>
                        <a:pt x="67340" y="110903"/>
                        <a:pt x="67340" y="106828"/>
                        <a:pt x="64859" y="104347"/>
                      </a:cubicBezTo>
                      <a:lnTo>
                        <a:pt x="18134" y="57623"/>
                      </a:lnTo>
                      <a:lnTo>
                        <a:pt x="64859" y="10898"/>
                      </a:lnTo>
                      <a:cubicBezTo>
                        <a:pt x="67340" y="8417"/>
                        <a:pt x="67340" y="4342"/>
                        <a:pt x="64859" y="1861"/>
                      </a:cubicBezTo>
                      <a:cubicBezTo>
                        <a:pt x="62378" y="-620"/>
                        <a:pt x="58302" y="-620"/>
                        <a:pt x="55821" y="1861"/>
                      </a:cubicBezTo>
                      <a:lnTo>
                        <a:pt x="0" y="57682"/>
                      </a:lnTo>
                      <a:lnTo>
                        <a:pt x="55821" y="113503"/>
                      </a:lnTo>
                      <a:cubicBezTo>
                        <a:pt x="57002" y="114684"/>
                        <a:pt x="58656" y="115275"/>
                        <a:pt x="60310" y="115275"/>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31" name="Freeform: Shape 1630">
                  <a:extLst>
                    <a:ext uri="{FF2B5EF4-FFF2-40B4-BE49-F238E27FC236}">
                      <a16:creationId xmlns:a16="http://schemas.microsoft.com/office/drawing/2014/main" id="{4462DCFE-7FDC-3DED-5ABC-25A321F91D88}"/>
                    </a:ext>
                  </a:extLst>
                </p:cNvPr>
                <p:cNvSpPr/>
                <p:nvPr/>
              </p:nvSpPr>
              <p:spPr>
                <a:xfrm>
                  <a:off x="2086107" y="1658708"/>
                  <a:ext cx="66778" cy="115333"/>
                </a:xfrm>
                <a:custGeom>
                  <a:avLst/>
                  <a:gdLst>
                    <a:gd name="connsiteX0" fmla="*/ 60369 w 66778"/>
                    <a:gd name="connsiteY0" fmla="*/ 115334 h 115333"/>
                    <a:gd name="connsiteX1" fmla="*/ 64918 w 66778"/>
                    <a:gd name="connsiteY1" fmla="*/ 113443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3"/>
                      </a:cubicBezTo>
                      <a:cubicBezTo>
                        <a:pt x="67399" y="110963"/>
                        <a:pt x="67399" y="106887"/>
                        <a:pt x="64918" y="104347"/>
                      </a:cubicBezTo>
                      <a:lnTo>
                        <a:pt x="18134" y="57623"/>
                      </a:lnTo>
                      <a:lnTo>
                        <a:pt x="64918" y="10898"/>
                      </a:lnTo>
                      <a:cubicBezTo>
                        <a:pt x="67399" y="8417"/>
                        <a:pt x="67399" y="4342"/>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32" name="Freeform: Shape 1631">
                  <a:extLst>
                    <a:ext uri="{FF2B5EF4-FFF2-40B4-BE49-F238E27FC236}">
                      <a16:creationId xmlns:a16="http://schemas.microsoft.com/office/drawing/2014/main" id="{7484DC5A-48BF-320F-4850-52E097E08D44}"/>
                    </a:ext>
                  </a:extLst>
                </p:cNvPr>
                <p:cNvSpPr/>
                <p:nvPr/>
              </p:nvSpPr>
              <p:spPr>
                <a:xfrm>
                  <a:off x="2034894" y="165858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7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33" name="Freeform: Shape 1632">
                  <a:extLst>
                    <a:ext uri="{FF2B5EF4-FFF2-40B4-BE49-F238E27FC236}">
                      <a16:creationId xmlns:a16="http://schemas.microsoft.com/office/drawing/2014/main" id="{29A5FC54-3B49-8A70-7118-595DDFFCD43E}"/>
                    </a:ext>
                  </a:extLst>
                </p:cNvPr>
                <p:cNvSpPr/>
                <p:nvPr/>
              </p:nvSpPr>
              <p:spPr>
                <a:xfrm>
                  <a:off x="1983621" y="165858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618" y="114684"/>
                        <a:pt x="64859" y="113444"/>
                      </a:cubicBezTo>
                      <a:cubicBezTo>
                        <a:pt x="67340" y="110963"/>
                        <a:pt x="67340" y="106887"/>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34" name="Freeform: Shape 1633">
                  <a:extLst>
                    <a:ext uri="{FF2B5EF4-FFF2-40B4-BE49-F238E27FC236}">
                      <a16:creationId xmlns:a16="http://schemas.microsoft.com/office/drawing/2014/main" id="{7B5EF327-0CBD-C94C-D396-EFBD258A5263}"/>
                    </a:ext>
                  </a:extLst>
                </p:cNvPr>
                <p:cNvSpPr/>
                <p:nvPr/>
              </p:nvSpPr>
              <p:spPr>
                <a:xfrm>
                  <a:off x="1932349" y="1658648"/>
                  <a:ext cx="66719" cy="115274"/>
                </a:xfrm>
                <a:custGeom>
                  <a:avLst/>
                  <a:gdLst>
                    <a:gd name="connsiteX0" fmla="*/ 60310 w 66719"/>
                    <a:gd name="connsiteY0" fmla="*/ 115275 h 115274"/>
                    <a:gd name="connsiteX1" fmla="*/ 64858 w 66719"/>
                    <a:gd name="connsiteY1" fmla="*/ 113384 h 115274"/>
                    <a:gd name="connsiteX2" fmla="*/ 64858 w 66719"/>
                    <a:gd name="connsiteY2" fmla="*/ 104347 h 115274"/>
                    <a:gd name="connsiteX3" fmla="*/ 18134 w 66719"/>
                    <a:gd name="connsiteY3" fmla="*/ 57623 h 115274"/>
                    <a:gd name="connsiteX4" fmla="*/ 64858 w 66719"/>
                    <a:gd name="connsiteY4" fmla="*/ 10898 h 115274"/>
                    <a:gd name="connsiteX5" fmla="*/ 64858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8" y="113384"/>
                      </a:cubicBezTo>
                      <a:cubicBezTo>
                        <a:pt x="67340" y="110904"/>
                        <a:pt x="67340" y="106828"/>
                        <a:pt x="64858" y="104347"/>
                      </a:cubicBezTo>
                      <a:lnTo>
                        <a:pt x="18134" y="57623"/>
                      </a:lnTo>
                      <a:lnTo>
                        <a:pt x="64858" y="10898"/>
                      </a:lnTo>
                      <a:cubicBezTo>
                        <a:pt x="67340" y="8417"/>
                        <a:pt x="67340" y="4342"/>
                        <a:pt x="64858" y="1861"/>
                      </a:cubicBezTo>
                      <a:cubicBezTo>
                        <a:pt x="62378" y="-620"/>
                        <a:pt x="58302" y="-620"/>
                        <a:pt x="55821" y="1861"/>
                      </a:cubicBezTo>
                      <a:lnTo>
                        <a:pt x="0" y="57682"/>
                      </a:lnTo>
                      <a:lnTo>
                        <a:pt x="55821" y="113503"/>
                      </a:lnTo>
                      <a:cubicBezTo>
                        <a:pt x="57002" y="114625"/>
                        <a:pt x="58656" y="115275"/>
                        <a:pt x="60310" y="115275"/>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539" name="Graphic 4773">
                <a:extLst>
                  <a:ext uri="{FF2B5EF4-FFF2-40B4-BE49-F238E27FC236}">
                    <a16:creationId xmlns:a16="http://schemas.microsoft.com/office/drawing/2014/main" id="{8853F81D-9210-CBDF-12A0-D3091A2CD728}"/>
                  </a:ext>
                </a:extLst>
              </p:cNvPr>
              <p:cNvGrpSpPr/>
              <p:nvPr/>
            </p:nvGrpSpPr>
            <p:grpSpPr>
              <a:xfrm>
                <a:off x="455605" y="4257600"/>
                <a:ext cx="648231" cy="115511"/>
                <a:chOff x="455605" y="4257600"/>
                <a:chExt cx="648231" cy="115511"/>
              </a:xfrm>
              <a:grpFill/>
            </p:grpSpPr>
            <p:sp>
              <p:nvSpPr>
                <p:cNvPr id="1603" name="Freeform: Shape 1602">
                  <a:extLst>
                    <a:ext uri="{FF2B5EF4-FFF2-40B4-BE49-F238E27FC236}">
                      <a16:creationId xmlns:a16="http://schemas.microsoft.com/office/drawing/2014/main" id="{EF7F4117-25E2-6A54-1E45-C52C2137CA18}"/>
                    </a:ext>
                  </a:extLst>
                </p:cNvPr>
                <p:cNvSpPr/>
                <p:nvPr/>
              </p:nvSpPr>
              <p:spPr>
                <a:xfrm>
                  <a:off x="694542" y="4303054"/>
                  <a:ext cx="24691" cy="24750"/>
                </a:xfrm>
                <a:custGeom>
                  <a:avLst/>
                  <a:gdLst>
                    <a:gd name="connsiteX0" fmla="*/ 12346 w 24691"/>
                    <a:gd name="connsiteY0" fmla="*/ 2599 h 24750"/>
                    <a:gd name="connsiteX1" fmla="*/ 22151 w 24691"/>
                    <a:gd name="connsiteY1" fmla="*/ 12405 h 24750"/>
                    <a:gd name="connsiteX2" fmla="*/ 12346 w 24691"/>
                    <a:gd name="connsiteY2" fmla="*/ 22210 h 24750"/>
                    <a:gd name="connsiteX3" fmla="*/ 2540 w 24691"/>
                    <a:gd name="connsiteY3" fmla="*/ 12405 h 24750"/>
                    <a:gd name="connsiteX4" fmla="*/ 12346 w 24691"/>
                    <a:gd name="connsiteY4" fmla="*/ 2599 h 24750"/>
                    <a:gd name="connsiteX5" fmla="*/ 12346 w 24691"/>
                    <a:gd name="connsiteY5" fmla="*/ 2599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99"/>
                      </a:moveTo>
                      <a:cubicBezTo>
                        <a:pt x="17780" y="2599"/>
                        <a:pt x="22151" y="6971"/>
                        <a:pt x="22151" y="12405"/>
                      </a:cubicBezTo>
                      <a:cubicBezTo>
                        <a:pt x="22151" y="17839"/>
                        <a:pt x="17780" y="22210"/>
                        <a:pt x="12346" y="22210"/>
                      </a:cubicBezTo>
                      <a:cubicBezTo>
                        <a:pt x="6911" y="22210"/>
                        <a:pt x="2540" y="17839"/>
                        <a:pt x="2540" y="12405"/>
                      </a:cubicBezTo>
                      <a:cubicBezTo>
                        <a:pt x="2540" y="6971"/>
                        <a:pt x="6911" y="2599"/>
                        <a:pt x="12346" y="2599"/>
                      </a:cubicBezTo>
                      <a:lnTo>
                        <a:pt x="12346" y="2599"/>
                      </a:lnTo>
                      <a:close/>
                      <a:moveTo>
                        <a:pt x="12346" y="0"/>
                      </a:moveTo>
                      <a:cubicBezTo>
                        <a:pt x="5493" y="0"/>
                        <a:pt x="0" y="5553"/>
                        <a:pt x="0" y="12346"/>
                      </a:cubicBezTo>
                      <a:cubicBezTo>
                        <a:pt x="0" y="19198"/>
                        <a:pt x="5553" y="24750"/>
                        <a:pt x="12346" y="24750"/>
                      </a:cubicBezTo>
                      <a:cubicBezTo>
                        <a:pt x="19198" y="24750"/>
                        <a:pt x="24691" y="19198"/>
                        <a:pt x="24691" y="12346"/>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04" name="Freeform: Shape 1603">
                  <a:extLst>
                    <a:ext uri="{FF2B5EF4-FFF2-40B4-BE49-F238E27FC236}">
                      <a16:creationId xmlns:a16="http://schemas.microsoft.com/office/drawing/2014/main" id="{25415085-3154-93D9-5FCF-64840BE069FE}"/>
                    </a:ext>
                  </a:extLst>
                </p:cNvPr>
                <p:cNvSpPr/>
                <p:nvPr/>
              </p:nvSpPr>
              <p:spPr>
                <a:xfrm>
                  <a:off x="745814"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98"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05" name="Freeform: Shape 1604">
                  <a:extLst>
                    <a:ext uri="{FF2B5EF4-FFF2-40B4-BE49-F238E27FC236}">
                      <a16:creationId xmlns:a16="http://schemas.microsoft.com/office/drawing/2014/main" id="{13D035D4-DD22-67DA-A448-A705F2B89F2C}"/>
                    </a:ext>
                  </a:extLst>
                </p:cNvPr>
                <p:cNvSpPr/>
                <p:nvPr/>
              </p:nvSpPr>
              <p:spPr>
                <a:xfrm>
                  <a:off x="771510"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06" name="Freeform: Shape 1605">
                  <a:extLst>
                    <a:ext uri="{FF2B5EF4-FFF2-40B4-BE49-F238E27FC236}">
                      <a16:creationId xmlns:a16="http://schemas.microsoft.com/office/drawing/2014/main" id="{624E413F-529D-C1D3-BA83-3FD56C2FA87B}"/>
                    </a:ext>
                  </a:extLst>
                </p:cNvPr>
                <p:cNvSpPr/>
                <p:nvPr/>
              </p:nvSpPr>
              <p:spPr>
                <a:xfrm>
                  <a:off x="822723" y="4303054"/>
                  <a:ext cx="24691" cy="24750"/>
                </a:xfrm>
                <a:custGeom>
                  <a:avLst/>
                  <a:gdLst>
                    <a:gd name="connsiteX0" fmla="*/ 12346 w 24691"/>
                    <a:gd name="connsiteY0" fmla="*/ 2540 h 24750"/>
                    <a:gd name="connsiteX1" fmla="*/ 22151 w 24691"/>
                    <a:gd name="connsiteY1" fmla="*/ 12346 h 24750"/>
                    <a:gd name="connsiteX2" fmla="*/ 12346 w 24691"/>
                    <a:gd name="connsiteY2" fmla="*/ 22151 h 24750"/>
                    <a:gd name="connsiteX3" fmla="*/ 2540 w 24691"/>
                    <a:gd name="connsiteY3" fmla="*/ 12346 h 24750"/>
                    <a:gd name="connsiteX4" fmla="*/ 12346 w 24691"/>
                    <a:gd name="connsiteY4" fmla="*/ 2540 h 24750"/>
                    <a:gd name="connsiteX5" fmla="*/ 12346 w 24691"/>
                    <a:gd name="connsiteY5" fmla="*/ 2540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1"/>
                        <a:pt x="6970" y="2540"/>
                        <a:pt x="12346" y="2540"/>
                      </a:cubicBezTo>
                      <a:lnTo>
                        <a:pt x="12346" y="2540"/>
                      </a:lnTo>
                      <a:close/>
                      <a:moveTo>
                        <a:pt x="12346" y="0"/>
                      </a:moveTo>
                      <a:cubicBezTo>
                        <a:pt x="5494" y="0"/>
                        <a:pt x="0" y="5553"/>
                        <a:pt x="0" y="12346"/>
                      </a:cubicBezTo>
                      <a:cubicBezTo>
                        <a:pt x="0" y="19198"/>
                        <a:pt x="5553" y="24750"/>
                        <a:pt x="12346" y="24750"/>
                      </a:cubicBezTo>
                      <a:cubicBezTo>
                        <a:pt x="19198" y="24750"/>
                        <a:pt x="24691" y="19198"/>
                        <a:pt x="24691" y="12346"/>
                      </a:cubicBezTo>
                      <a:cubicBezTo>
                        <a:pt x="24750"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07" name="Freeform: Shape 1606">
                  <a:extLst>
                    <a:ext uri="{FF2B5EF4-FFF2-40B4-BE49-F238E27FC236}">
                      <a16:creationId xmlns:a16="http://schemas.microsoft.com/office/drawing/2014/main" id="{05D9017C-5A53-E89E-1D19-E78A767498AA}"/>
                    </a:ext>
                  </a:extLst>
                </p:cNvPr>
                <p:cNvSpPr/>
                <p:nvPr/>
              </p:nvSpPr>
              <p:spPr>
                <a:xfrm>
                  <a:off x="874055"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08" name="Freeform: Shape 1607">
                  <a:extLst>
                    <a:ext uri="{FF2B5EF4-FFF2-40B4-BE49-F238E27FC236}">
                      <a16:creationId xmlns:a16="http://schemas.microsoft.com/office/drawing/2014/main" id="{2F9F55BA-DED0-2E25-1757-0D59D8E51F48}"/>
                    </a:ext>
                  </a:extLst>
                </p:cNvPr>
                <p:cNvSpPr/>
                <p:nvPr/>
              </p:nvSpPr>
              <p:spPr>
                <a:xfrm>
                  <a:off x="899691"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21"/>
                        <a:pt x="17780" y="22151"/>
                        <a:pt x="12346" y="22151"/>
                      </a:cubicBezTo>
                      <a:cubicBezTo>
                        <a:pt x="6970" y="22151"/>
                        <a:pt x="2540" y="17721"/>
                        <a:pt x="2540" y="12346"/>
                      </a:cubicBezTo>
                      <a:cubicBezTo>
                        <a:pt x="2540" y="6971"/>
                        <a:pt x="6911" y="2540"/>
                        <a:pt x="12346" y="2540"/>
                      </a:cubicBezTo>
                      <a:lnTo>
                        <a:pt x="12346" y="2540"/>
                      </a:lnTo>
                      <a:close/>
                      <a:moveTo>
                        <a:pt x="12346" y="0"/>
                      </a:moveTo>
                      <a:cubicBezTo>
                        <a:pt x="5494"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09" name="Freeform: Shape 1608">
                  <a:extLst>
                    <a:ext uri="{FF2B5EF4-FFF2-40B4-BE49-F238E27FC236}">
                      <a16:creationId xmlns:a16="http://schemas.microsoft.com/office/drawing/2014/main" id="{B5336132-F44F-048B-A45F-5555E51522B9}"/>
                    </a:ext>
                  </a:extLst>
                </p:cNvPr>
                <p:cNvSpPr/>
                <p:nvPr/>
              </p:nvSpPr>
              <p:spPr>
                <a:xfrm>
                  <a:off x="925327"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4" y="24750"/>
                        <a:pt x="0" y="19198"/>
                        <a:pt x="0" y="12346"/>
                      </a:cubicBezTo>
                      <a:cubicBezTo>
                        <a:pt x="0" y="5494"/>
                        <a:pt x="5553" y="0"/>
                        <a:pt x="12346" y="0"/>
                      </a:cubicBezTo>
                      <a:cubicBezTo>
                        <a:pt x="19139"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10" name="Freeform: Shape 1609">
                  <a:extLst>
                    <a:ext uri="{FF2B5EF4-FFF2-40B4-BE49-F238E27FC236}">
                      <a16:creationId xmlns:a16="http://schemas.microsoft.com/office/drawing/2014/main" id="{2B524519-8935-161C-26AD-E18DA0E89769}"/>
                    </a:ext>
                  </a:extLst>
                </p:cNvPr>
                <p:cNvSpPr/>
                <p:nvPr/>
              </p:nvSpPr>
              <p:spPr>
                <a:xfrm>
                  <a:off x="976600"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80"/>
                        <a:pt x="2540" y="12346"/>
                      </a:cubicBezTo>
                      <a:cubicBezTo>
                        <a:pt x="2540" y="6971"/>
                        <a:pt x="6911" y="2540"/>
                        <a:pt x="12346" y="2540"/>
                      </a:cubicBezTo>
                      <a:lnTo>
                        <a:pt x="12346" y="2540"/>
                      </a:lnTo>
                      <a:close/>
                      <a:moveTo>
                        <a:pt x="12346" y="0"/>
                      </a:moveTo>
                      <a:cubicBezTo>
                        <a:pt x="5493"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11" name="Freeform: Shape 1610">
                  <a:extLst>
                    <a:ext uri="{FF2B5EF4-FFF2-40B4-BE49-F238E27FC236}">
                      <a16:creationId xmlns:a16="http://schemas.microsoft.com/office/drawing/2014/main" id="{EC08AA90-A2DC-1FA7-6412-2ACA9A4B95F6}"/>
                    </a:ext>
                  </a:extLst>
                </p:cNvPr>
                <p:cNvSpPr/>
                <p:nvPr/>
              </p:nvSpPr>
              <p:spPr>
                <a:xfrm>
                  <a:off x="1027872"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553"/>
                        <a:pt x="5553" y="0"/>
                        <a:pt x="12346" y="0"/>
                      </a:cubicBezTo>
                      <a:cubicBezTo>
                        <a:pt x="19198"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12" name="Freeform: Shape 1611">
                  <a:extLst>
                    <a:ext uri="{FF2B5EF4-FFF2-40B4-BE49-F238E27FC236}">
                      <a16:creationId xmlns:a16="http://schemas.microsoft.com/office/drawing/2014/main" id="{80E91DEF-4453-8255-FFE6-E39DACD057DC}"/>
                    </a:ext>
                  </a:extLst>
                </p:cNvPr>
                <p:cNvSpPr/>
                <p:nvPr/>
              </p:nvSpPr>
              <p:spPr>
                <a:xfrm>
                  <a:off x="1053509"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3" y="24750"/>
                        <a:pt x="0" y="19198"/>
                        <a:pt x="0" y="12346"/>
                      </a:cubicBezTo>
                      <a:cubicBezTo>
                        <a:pt x="0" y="5494"/>
                        <a:pt x="5552" y="0"/>
                        <a:pt x="12346" y="0"/>
                      </a:cubicBezTo>
                      <a:cubicBezTo>
                        <a:pt x="19198"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13" name="Freeform: Shape 1612">
                  <a:extLst>
                    <a:ext uri="{FF2B5EF4-FFF2-40B4-BE49-F238E27FC236}">
                      <a16:creationId xmlns:a16="http://schemas.microsoft.com/office/drawing/2014/main" id="{BCF0AFC1-FA65-8423-91D8-8C2B02F11B50}"/>
                    </a:ext>
                  </a:extLst>
                </p:cNvPr>
                <p:cNvSpPr/>
                <p:nvPr/>
              </p:nvSpPr>
              <p:spPr>
                <a:xfrm>
                  <a:off x="1079145" y="430299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5 h 24691"/>
                    <a:gd name="connsiteX8" fmla="*/ 12346 w 24691"/>
                    <a:gd name="connsiteY8" fmla="*/ 24691 h 24691"/>
                    <a:gd name="connsiteX9" fmla="*/ 24691 w 24691"/>
                    <a:gd name="connsiteY9" fmla="*/ 12345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11" y="22210"/>
                        <a:pt x="2540" y="17839"/>
                        <a:pt x="2540" y="12405"/>
                      </a:cubicBezTo>
                      <a:cubicBezTo>
                        <a:pt x="2540" y="6970"/>
                        <a:pt x="6970" y="2599"/>
                        <a:pt x="12346" y="2599"/>
                      </a:cubicBezTo>
                      <a:lnTo>
                        <a:pt x="12346" y="2599"/>
                      </a:lnTo>
                      <a:close/>
                      <a:moveTo>
                        <a:pt x="12346" y="0"/>
                      </a:moveTo>
                      <a:cubicBezTo>
                        <a:pt x="5493" y="0"/>
                        <a:pt x="0" y="5553"/>
                        <a:pt x="0" y="12345"/>
                      </a:cubicBezTo>
                      <a:cubicBezTo>
                        <a:pt x="0" y="19198"/>
                        <a:pt x="5553" y="24691"/>
                        <a:pt x="12346" y="24691"/>
                      </a:cubicBezTo>
                      <a:cubicBezTo>
                        <a:pt x="19198" y="24691"/>
                        <a:pt x="24691" y="19139"/>
                        <a:pt x="24691" y="12345"/>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14" name="Freeform: Shape 1613">
                  <a:extLst>
                    <a:ext uri="{FF2B5EF4-FFF2-40B4-BE49-F238E27FC236}">
                      <a16:creationId xmlns:a16="http://schemas.microsoft.com/office/drawing/2014/main" id="{A267FD75-9CD3-13DA-D8F9-56213F7ED6A7}"/>
                    </a:ext>
                  </a:extLst>
                </p:cNvPr>
                <p:cNvSpPr/>
                <p:nvPr/>
              </p:nvSpPr>
              <p:spPr>
                <a:xfrm>
                  <a:off x="660754" y="4257777"/>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7"/>
                      </a:lnTo>
                      <a:cubicBezTo>
                        <a:pt x="67340" y="8476"/>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15" name="Freeform: Shape 1614">
                  <a:extLst>
                    <a:ext uri="{FF2B5EF4-FFF2-40B4-BE49-F238E27FC236}">
                      <a16:creationId xmlns:a16="http://schemas.microsoft.com/office/drawing/2014/main" id="{E852701B-A686-668E-4ED1-AE6A5260EE23}"/>
                    </a:ext>
                  </a:extLst>
                </p:cNvPr>
                <p:cNvSpPr/>
                <p:nvPr/>
              </p:nvSpPr>
              <p:spPr>
                <a:xfrm>
                  <a:off x="609363" y="4257777"/>
                  <a:ext cx="66778" cy="115333"/>
                </a:xfrm>
                <a:custGeom>
                  <a:avLst/>
                  <a:gdLst>
                    <a:gd name="connsiteX0" fmla="*/ 60369 w 66778"/>
                    <a:gd name="connsiteY0" fmla="*/ 115334 h 115333"/>
                    <a:gd name="connsiteX1" fmla="*/ 64918 w 66778"/>
                    <a:gd name="connsiteY1" fmla="*/ 113444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4"/>
                      </a:cubicBezTo>
                      <a:cubicBezTo>
                        <a:pt x="67399" y="110963"/>
                        <a:pt x="67399" y="106887"/>
                        <a:pt x="64918" y="104347"/>
                      </a:cubicBezTo>
                      <a:lnTo>
                        <a:pt x="18134" y="57623"/>
                      </a:lnTo>
                      <a:lnTo>
                        <a:pt x="64918" y="10898"/>
                      </a:lnTo>
                      <a:cubicBezTo>
                        <a:pt x="67399" y="8417"/>
                        <a:pt x="67399" y="4341"/>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16" name="Freeform: Shape 1615">
                  <a:extLst>
                    <a:ext uri="{FF2B5EF4-FFF2-40B4-BE49-F238E27FC236}">
                      <a16:creationId xmlns:a16="http://schemas.microsoft.com/office/drawing/2014/main" id="{49886D0B-4EEC-C9DC-9E76-07E9823684CB}"/>
                    </a:ext>
                  </a:extLst>
                </p:cNvPr>
                <p:cNvSpPr/>
                <p:nvPr/>
              </p:nvSpPr>
              <p:spPr>
                <a:xfrm>
                  <a:off x="558150" y="425765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17" name="Freeform: Shape 1616">
                  <a:extLst>
                    <a:ext uri="{FF2B5EF4-FFF2-40B4-BE49-F238E27FC236}">
                      <a16:creationId xmlns:a16="http://schemas.microsoft.com/office/drawing/2014/main" id="{AACA2AD6-EBC2-6290-C485-33558124403C}"/>
                    </a:ext>
                  </a:extLst>
                </p:cNvPr>
                <p:cNvSpPr/>
                <p:nvPr/>
              </p:nvSpPr>
              <p:spPr>
                <a:xfrm>
                  <a:off x="506877" y="4257600"/>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7"/>
                        <a:pt x="67340" y="4401"/>
                        <a:pt x="64859" y="1861"/>
                      </a:cubicBezTo>
                      <a:cubicBezTo>
                        <a:pt x="62378" y="-620"/>
                        <a:pt x="58302" y="-620"/>
                        <a:pt x="55821" y="1861"/>
                      </a:cubicBezTo>
                      <a:lnTo>
                        <a:pt x="0" y="57682"/>
                      </a:lnTo>
                      <a:lnTo>
                        <a:pt x="55821" y="113503"/>
                      </a:lnTo>
                      <a:cubicBezTo>
                        <a:pt x="57002" y="114802"/>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18" name="Freeform: Shape 1617">
                  <a:extLst>
                    <a:ext uri="{FF2B5EF4-FFF2-40B4-BE49-F238E27FC236}">
                      <a16:creationId xmlns:a16="http://schemas.microsoft.com/office/drawing/2014/main" id="{0F9A1336-EF7F-6FBE-F608-546AD2534C6E}"/>
                    </a:ext>
                  </a:extLst>
                </p:cNvPr>
                <p:cNvSpPr/>
                <p:nvPr/>
              </p:nvSpPr>
              <p:spPr>
                <a:xfrm>
                  <a:off x="455605" y="425765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8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02" y="114684"/>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540" name="Graphic 4773">
                <a:extLst>
                  <a:ext uri="{FF2B5EF4-FFF2-40B4-BE49-F238E27FC236}">
                    <a16:creationId xmlns:a16="http://schemas.microsoft.com/office/drawing/2014/main" id="{C78ECE12-0527-9952-7942-EEFC722F8528}"/>
                  </a:ext>
                </a:extLst>
              </p:cNvPr>
              <p:cNvGrpSpPr/>
              <p:nvPr/>
            </p:nvGrpSpPr>
            <p:grpSpPr>
              <a:xfrm>
                <a:off x="3234542" y="2956736"/>
                <a:ext cx="583845" cy="119557"/>
                <a:chOff x="3234542" y="2956736"/>
                <a:chExt cx="583845" cy="119557"/>
              </a:xfrm>
              <a:grpFill/>
            </p:grpSpPr>
            <p:grpSp>
              <p:nvGrpSpPr>
                <p:cNvPr id="1592" name="Graphic 4773">
                  <a:extLst>
                    <a:ext uri="{FF2B5EF4-FFF2-40B4-BE49-F238E27FC236}">
                      <a16:creationId xmlns:a16="http://schemas.microsoft.com/office/drawing/2014/main" id="{8F66DA8B-D1D9-7571-E9E6-F117203D553F}"/>
                    </a:ext>
                  </a:extLst>
                </p:cNvPr>
                <p:cNvGrpSpPr/>
                <p:nvPr/>
              </p:nvGrpSpPr>
              <p:grpSpPr>
                <a:xfrm>
                  <a:off x="3234542" y="2956736"/>
                  <a:ext cx="119557" cy="119557"/>
                  <a:chOff x="3234542" y="2956736"/>
                  <a:chExt cx="119557" cy="119557"/>
                </a:xfrm>
                <a:grpFill/>
              </p:grpSpPr>
              <p:sp>
                <p:nvSpPr>
                  <p:cNvPr id="1601" name="Freeform: Shape 1600">
                    <a:extLst>
                      <a:ext uri="{FF2B5EF4-FFF2-40B4-BE49-F238E27FC236}">
                        <a16:creationId xmlns:a16="http://schemas.microsoft.com/office/drawing/2014/main" id="{3FA7DB86-CD52-5AE8-D8F9-D5EBFA4E3670}"/>
                      </a:ext>
                    </a:extLst>
                  </p:cNvPr>
                  <p:cNvSpPr/>
                  <p:nvPr/>
                </p:nvSpPr>
                <p:spPr>
                  <a:xfrm>
                    <a:off x="3273941" y="2978474"/>
                    <a:ext cx="40698" cy="76199"/>
                  </a:xfrm>
                  <a:custGeom>
                    <a:avLst/>
                    <a:gdLst>
                      <a:gd name="connsiteX0" fmla="*/ 38868 w 40698"/>
                      <a:gd name="connsiteY0" fmla="*/ 76200 h 76199"/>
                      <a:gd name="connsiteX1" fmla="*/ 40167 w 40698"/>
                      <a:gd name="connsiteY1" fmla="*/ 75668 h 76199"/>
                      <a:gd name="connsiteX2" fmla="*/ 40167 w 40698"/>
                      <a:gd name="connsiteY2" fmla="*/ 73128 h 76199"/>
                      <a:gd name="connsiteX3" fmla="*/ 5139 w 40698"/>
                      <a:gd name="connsiteY3" fmla="*/ 38100 h 76199"/>
                      <a:gd name="connsiteX4" fmla="*/ 40167 w 40698"/>
                      <a:gd name="connsiteY4" fmla="*/ 3072 h 76199"/>
                      <a:gd name="connsiteX5" fmla="*/ 40167 w 40698"/>
                      <a:gd name="connsiteY5" fmla="*/ 532 h 76199"/>
                      <a:gd name="connsiteX6" fmla="*/ 37627 w 40698"/>
                      <a:gd name="connsiteY6" fmla="*/ 532 h 76199"/>
                      <a:gd name="connsiteX7" fmla="*/ 0 w 40698"/>
                      <a:gd name="connsiteY7" fmla="*/ 38159 h 76199"/>
                      <a:gd name="connsiteX8" fmla="*/ 37627 w 40698"/>
                      <a:gd name="connsiteY8" fmla="*/ 75786 h 76199"/>
                      <a:gd name="connsiteX9" fmla="*/ 38868 w 40698"/>
                      <a:gd name="connsiteY9" fmla="*/ 76200 h 76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8" h="76199">
                        <a:moveTo>
                          <a:pt x="38868" y="76200"/>
                        </a:moveTo>
                        <a:cubicBezTo>
                          <a:pt x="39340" y="76200"/>
                          <a:pt x="39813" y="76023"/>
                          <a:pt x="40167" y="75668"/>
                        </a:cubicBezTo>
                        <a:cubicBezTo>
                          <a:pt x="40876" y="74960"/>
                          <a:pt x="40876" y="73837"/>
                          <a:pt x="40167" y="73128"/>
                        </a:cubicBezTo>
                        <a:lnTo>
                          <a:pt x="5139" y="38100"/>
                        </a:lnTo>
                        <a:lnTo>
                          <a:pt x="40167" y="3072"/>
                        </a:lnTo>
                        <a:cubicBezTo>
                          <a:pt x="40876" y="2363"/>
                          <a:pt x="40876" y="1240"/>
                          <a:pt x="40167" y="532"/>
                        </a:cubicBezTo>
                        <a:cubicBezTo>
                          <a:pt x="39459" y="-177"/>
                          <a:pt x="38336" y="-177"/>
                          <a:pt x="37627" y="532"/>
                        </a:cubicBezTo>
                        <a:lnTo>
                          <a:pt x="0" y="38159"/>
                        </a:lnTo>
                        <a:lnTo>
                          <a:pt x="37627" y="75786"/>
                        </a:lnTo>
                        <a:cubicBezTo>
                          <a:pt x="37982" y="76023"/>
                          <a:pt x="38454" y="76200"/>
                          <a:pt x="38868" y="7620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02" name="Freeform: Shape 1601">
                    <a:extLst>
                      <a:ext uri="{FF2B5EF4-FFF2-40B4-BE49-F238E27FC236}">
                        <a16:creationId xmlns:a16="http://schemas.microsoft.com/office/drawing/2014/main" id="{047B2251-A4C5-6A3C-D267-61EEFFA1F63E}"/>
                      </a:ext>
                    </a:extLst>
                  </p:cNvPr>
                  <p:cNvSpPr/>
                  <p:nvPr/>
                </p:nvSpPr>
                <p:spPr>
                  <a:xfrm>
                    <a:off x="3234542" y="2956736"/>
                    <a:ext cx="119557" cy="119557"/>
                  </a:xfrm>
                  <a:custGeom>
                    <a:avLst/>
                    <a:gdLst>
                      <a:gd name="connsiteX0" fmla="*/ 59779 w 119557"/>
                      <a:gd name="connsiteY0" fmla="*/ 6025 h 119557"/>
                      <a:gd name="connsiteX1" fmla="*/ 113532 w 119557"/>
                      <a:gd name="connsiteY1" fmla="*/ 59779 h 119557"/>
                      <a:gd name="connsiteX2" fmla="*/ 59779 w 119557"/>
                      <a:gd name="connsiteY2" fmla="*/ 113532 h 119557"/>
                      <a:gd name="connsiteX3" fmla="*/ 6025 w 119557"/>
                      <a:gd name="connsiteY3" fmla="*/ 59779 h 119557"/>
                      <a:gd name="connsiteX4" fmla="*/ 59779 w 119557"/>
                      <a:gd name="connsiteY4" fmla="*/ 6025 h 119557"/>
                      <a:gd name="connsiteX5" fmla="*/ 59779 w 119557"/>
                      <a:gd name="connsiteY5" fmla="*/ 6025 h 119557"/>
                      <a:gd name="connsiteX6" fmla="*/ 59779 w 119557"/>
                      <a:gd name="connsiteY6" fmla="*/ 0 h 119557"/>
                      <a:gd name="connsiteX7" fmla="*/ 0 w 119557"/>
                      <a:gd name="connsiteY7" fmla="*/ 59779 h 119557"/>
                      <a:gd name="connsiteX8" fmla="*/ 59779 w 119557"/>
                      <a:gd name="connsiteY8" fmla="*/ 119557 h 119557"/>
                      <a:gd name="connsiteX9" fmla="*/ 119557 w 119557"/>
                      <a:gd name="connsiteY9" fmla="*/ 59779 h 119557"/>
                      <a:gd name="connsiteX10" fmla="*/ 59779 w 119557"/>
                      <a:gd name="connsiteY10" fmla="*/ 0 h 119557"/>
                      <a:gd name="connsiteX11" fmla="*/ 59779 w 119557"/>
                      <a:gd name="connsiteY11" fmla="*/ 0 h 119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9557" h="119557">
                        <a:moveTo>
                          <a:pt x="59779" y="6025"/>
                        </a:moveTo>
                        <a:cubicBezTo>
                          <a:pt x="89431" y="6025"/>
                          <a:pt x="113532" y="30126"/>
                          <a:pt x="113532" y="59779"/>
                        </a:cubicBezTo>
                        <a:cubicBezTo>
                          <a:pt x="113532" y="89432"/>
                          <a:pt x="89431" y="113532"/>
                          <a:pt x="59779" y="113532"/>
                        </a:cubicBezTo>
                        <a:cubicBezTo>
                          <a:pt x="30125" y="113532"/>
                          <a:pt x="6025" y="89432"/>
                          <a:pt x="6025" y="59779"/>
                        </a:cubicBezTo>
                        <a:cubicBezTo>
                          <a:pt x="6025" y="30126"/>
                          <a:pt x="30125" y="6025"/>
                          <a:pt x="59779" y="6025"/>
                        </a:cubicBezTo>
                        <a:lnTo>
                          <a:pt x="59779" y="6025"/>
                        </a:lnTo>
                        <a:close/>
                        <a:moveTo>
                          <a:pt x="59779" y="0"/>
                        </a:moveTo>
                        <a:cubicBezTo>
                          <a:pt x="26758" y="0"/>
                          <a:pt x="0" y="26759"/>
                          <a:pt x="0" y="59779"/>
                        </a:cubicBezTo>
                        <a:cubicBezTo>
                          <a:pt x="0" y="92799"/>
                          <a:pt x="26758" y="119557"/>
                          <a:pt x="59779" y="119557"/>
                        </a:cubicBezTo>
                        <a:cubicBezTo>
                          <a:pt x="92798" y="119557"/>
                          <a:pt x="119557" y="92799"/>
                          <a:pt x="119557" y="59779"/>
                        </a:cubicBezTo>
                        <a:cubicBezTo>
                          <a:pt x="119498" y="26759"/>
                          <a:pt x="92740" y="0"/>
                          <a:pt x="59779" y="0"/>
                        </a:cubicBezTo>
                        <a:lnTo>
                          <a:pt x="59779"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1593" name="Freeform: Shape 1592">
                  <a:extLst>
                    <a:ext uri="{FF2B5EF4-FFF2-40B4-BE49-F238E27FC236}">
                      <a16:creationId xmlns:a16="http://schemas.microsoft.com/office/drawing/2014/main" id="{B49594A0-C674-234E-BC0F-E7074DFC2233}"/>
                    </a:ext>
                  </a:extLst>
                </p:cNvPr>
                <p:cNvSpPr/>
                <p:nvPr/>
              </p:nvSpPr>
              <p:spPr>
                <a:xfrm>
                  <a:off x="3376250"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94" name="Freeform: Shape 1593">
                  <a:extLst>
                    <a:ext uri="{FF2B5EF4-FFF2-40B4-BE49-F238E27FC236}">
                      <a16:creationId xmlns:a16="http://schemas.microsoft.com/office/drawing/2014/main" id="{4F6D0B8D-2CB0-1B1B-CE0A-E18789060354}"/>
                    </a:ext>
                  </a:extLst>
                </p:cNvPr>
                <p:cNvSpPr/>
                <p:nvPr/>
              </p:nvSpPr>
              <p:spPr>
                <a:xfrm>
                  <a:off x="345729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51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95" name="Freeform: Shape 1594">
                  <a:extLst>
                    <a:ext uri="{FF2B5EF4-FFF2-40B4-BE49-F238E27FC236}">
                      <a16:creationId xmlns:a16="http://schemas.microsoft.com/office/drawing/2014/main" id="{C1955F92-2EA8-FCC9-B833-0DE58361B1D2}"/>
                    </a:ext>
                  </a:extLst>
                </p:cNvPr>
                <p:cNvSpPr/>
                <p:nvPr/>
              </p:nvSpPr>
              <p:spPr>
                <a:xfrm>
                  <a:off x="3497816"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514"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649"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96" name="Freeform: Shape 1595">
                  <a:extLst>
                    <a:ext uri="{FF2B5EF4-FFF2-40B4-BE49-F238E27FC236}">
                      <a16:creationId xmlns:a16="http://schemas.microsoft.com/office/drawing/2014/main" id="{B4EFE1E1-3261-CCC6-5EE3-C757254A6F88}"/>
                    </a:ext>
                  </a:extLst>
                </p:cNvPr>
                <p:cNvSpPr/>
                <p:nvPr/>
              </p:nvSpPr>
              <p:spPr>
                <a:xfrm>
                  <a:off x="353833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97" name="Freeform: Shape 1596">
                  <a:extLst>
                    <a:ext uri="{FF2B5EF4-FFF2-40B4-BE49-F238E27FC236}">
                      <a16:creationId xmlns:a16="http://schemas.microsoft.com/office/drawing/2014/main" id="{766A34F4-9216-574B-984B-A8EBE601BF2C}"/>
                    </a:ext>
                  </a:extLst>
                </p:cNvPr>
                <p:cNvSpPr/>
                <p:nvPr/>
              </p:nvSpPr>
              <p:spPr>
                <a:xfrm>
                  <a:off x="3619381"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649"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98" name="Freeform: Shape 1597">
                  <a:extLst>
                    <a:ext uri="{FF2B5EF4-FFF2-40B4-BE49-F238E27FC236}">
                      <a16:creationId xmlns:a16="http://schemas.microsoft.com/office/drawing/2014/main" id="{2E9DABD3-4507-3BE9-0D90-F3CD80712931}"/>
                    </a:ext>
                  </a:extLst>
                </p:cNvPr>
                <p:cNvSpPr/>
                <p:nvPr/>
              </p:nvSpPr>
              <p:spPr>
                <a:xfrm>
                  <a:off x="3659962"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99" name="Freeform: Shape 1598">
                  <a:extLst>
                    <a:ext uri="{FF2B5EF4-FFF2-40B4-BE49-F238E27FC236}">
                      <a16:creationId xmlns:a16="http://schemas.microsoft.com/office/drawing/2014/main" id="{B98AAD1C-9708-F9A0-EE65-D9C5F1379114}"/>
                    </a:ext>
                  </a:extLst>
                </p:cNvPr>
                <p:cNvSpPr/>
                <p:nvPr/>
              </p:nvSpPr>
              <p:spPr>
                <a:xfrm>
                  <a:off x="370048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00" name="Freeform: Shape 1599">
                  <a:extLst>
                    <a:ext uri="{FF2B5EF4-FFF2-40B4-BE49-F238E27FC236}">
                      <a16:creationId xmlns:a16="http://schemas.microsoft.com/office/drawing/2014/main" id="{EEFE3759-3513-BF06-4372-BC6676A64020}"/>
                    </a:ext>
                  </a:extLst>
                </p:cNvPr>
                <p:cNvSpPr/>
                <p:nvPr/>
              </p:nvSpPr>
              <p:spPr>
                <a:xfrm>
                  <a:off x="378152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541" name="Graphic 4773">
                <a:extLst>
                  <a:ext uri="{FF2B5EF4-FFF2-40B4-BE49-F238E27FC236}">
                    <a16:creationId xmlns:a16="http://schemas.microsoft.com/office/drawing/2014/main" id="{3F376C33-C5CC-2F7D-B79C-4A4F7DF6A3C1}"/>
                  </a:ext>
                </a:extLst>
              </p:cNvPr>
              <p:cNvGrpSpPr/>
              <p:nvPr/>
            </p:nvGrpSpPr>
            <p:grpSpPr>
              <a:xfrm>
                <a:off x="2640418" y="2129759"/>
                <a:ext cx="886046" cy="59069"/>
                <a:chOff x="2640418" y="2129759"/>
                <a:chExt cx="886046" cy="59069"/>
              </a:xfrm>
              <a:grpFill/>
            </p:grpSpPr>
            <p:sp>
              <p:nvSpPr>
                <p:cNvPr id="1584" name="Freeform: Shape 1583">
                  <a:extLst>
                    <a:ext uri="{FF2B5EF4-FFF2-40B4-BE49-F238E27FC236}">
                      <a16:creationId xmlns:a16="http://schemas.microsoft.com/office/drawing/2014/main" id="{95EB5BB4-D645-F4CD-2C32-E2854B8C393F}"/>
                    </a:ext>
                  </a:extLst>
                </p:cNvPr>
                <p:cNvSpPr/>
                <p:nvPr/>
              </p:nvSpPr>
              <p:spPr>
                <a:xfrm>
                  <a:off x="3467395"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85" name="Freeform: Shape 1584">
                  <a:extLst>
                    <a:ext uri="{FF2B5EF4-FFF2-40B4-BE49-F238E27FC236}">
                      <a16:creationId xmlns:a16="http://schemas.microsoft.com/office/drawing/2014/main" id="{5041BBA7-5870-9B74-97E5-DCE67888B156}"/>
                    </a:ext>
                  </a:extLst>
                </p:cNvPr>
                <p:cNvSpPr/>
                <p:nvPr/>
              </p:nvSpPr>
              <p:spPr>
                <a:xfrm>
                  <a:off x="3349255"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86" name="Freeform: Shape 1585">
                  <a:extLst>
                    <a:ext uri="{FF2B5EF4-FFF2-40B4-BE49-F238E27FC236}">
                      <a16:creationId xmlns:a16="http://schemas.microsoft.com/office/drawing/2014/main" id="{A04BC86C-B671-BC1B-D1E5-0F1F71517EB0}"/>
                    </a:ext>
                  </a:extLst>
                </p:cNvPr>
                <p:cNvSpPr/>
                <p:nvPr/>
              </p:nvSpPr>
              <p:spPr>
                <a:xfrm>
                  <a:off x="3231116"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87" name="Freeform: Shape 1586">
                  <a:extLst>
                    <a:ext uri="{FF2B5EF4-FFF2-40B4-BE49-F238E27FC236}">
                      <a16:creationId xmlns:a16="http://schemas.microsoft.com/office/drawing/2014/main" id="{2D4012B3-2043-1308-E214-4A386994319C}"/>
                    </a:ext>
                  </a:extLst>
                </p:cNvPr>
                <p:cNvSpPr/>
                <p:nvPr/>
              </p:nvSpPr>
              <p:spPr>
                <a:xfrm>
                  <a:off x="3112976"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88" name="Freeform: Shape 1587">
                  <a:extLst>
                    <a:ext uri="{FF2B5EF4-FFF2-40B4-BE49-F238E27FC236}">
                      <a16:creationId xmlns:a16="http://schemas.microsoft.com/office/drawing/2014/main" id="{49C8049D-0C1D-D19A-49A6-D4DB940BD8A0}"/>
                    </a:ext>
                  </a:extLst>
                </p:cNvPr>
                <p:cNvSpPr/>
                <p:nvPr/>
              </p:nvSpPr>
              <p:spPr>
                <a:xfrm>
                  <a:off x="2994837"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89" name="Freeform: Shape 1588">
                  <a:extLst>
                    <a:ext uri="{FF2B5EF4-FFF2-40B4-BE49-F238E27FC236}">
                      <a16:creationId xmlns:a16="http://schemas.microsoft.com/office/drawing/2014/main" id="{AC010386-CDC4-4736-0C6D-0D3461E29134}"/>
                    </a:ext>
                  </a:extLst>
                </p:cNvPr>
                <p:cNvSpPr/>
                <p:nvPr/>
              </p:nvSpPr>
              <p:spPr>
                <a:xfrm>
                  <a:off x="2876697"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90" name="Freeform: Shape 1589">
                  <a:extLst>
                    <a:ext uri="{FF2B5EF4-FFF2-40B4-BE49-F238E27FC236}">
                      <a16:creationId xmlns:a16="http://schemas.microsoft.com/office/drawing/2014/main" id="{21A6822B-A0DD-B77F-4E35-C5D41F73CB22}"/>
                    </a:ext>
                  </a:extLst>
                </p:cNvPr>
                <p:cNvSpPr/>
                <p:nvPr/>
              </p:nvSpPr>
              <p:spPr>
                <a:xfrm>
                  <a:off x="2758558"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91" name="Freeform: Shape 1590">
                  <a:extLst>
                    <a:ext uri="{FF2B5EF4-FFF2-40B4-BE49-F238E27FC236}">
                      <a16:creationId xmlns:a16="http://schemas.microsoft.com/office/drawing/2014/main" id="{EFCDA4CA-D071-3E97-E0D4-F208B6DDCF09}"/>
                    </a:ext>
                  </a:extLst>
                </p:cNvPr>
                <p:cNvSpPr/>
                <p:nvPr/>
              </p:nvSpPr>
              <p:spPr>
                <a:xfrm>
                  <a:off x="2640418"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542" name="Graphic 4773">
                <a:extLst>
                  <a:ext uri="{FF2B5EF4-FFF2-40B4-BE49-F238E27FC236}">
                    <a16:creationId xmlns:a16="http://schemas.microsoft.com/office/drawing/2014/main" id="{B3E2E0FF-C703-DAD9-554B-F4A798E08161}"/>
                  </a:ext>
                </a:extLst>
              </p:cNvPr>
              <p:cNvGrpSpPr/>
              <p:nvPr/>
            </p:nvGrpSpPr>
            <p:grpSpPr>
              <a:xfrm>
                <a:off x="1990651" y="4610690"/>
                <a:ext cx="886046" cy="59069"/>
                <a:chOff x="1990651" y="4610690"/>
                <a:chExt cx="886046" cy="59069"/>
              </a:xfrm>
              <a:grpFill/>
            </p:grpSpPr>
            <p:sp>
              <p:nvSpPr>
                <p:cNvPr id="1576" name="Freeform: Shape 1575">
                  <a:extLst>
                    <a:ext uri="{FF2B5EF4-FFF2-40B4-BE49-F238E27FC236}">
                      <a16:creationId xmlns:a16="http://schemas.microsoft.com/office/drawing/2014/main" id="{96104B61-F6E7-FCCE-0FE0-CB3E23D07B4F}"/>
                    </a:ext>
                  </a:extLst>
                </p:cNvPr>
                <p:cNvSpPr/>
                <p:nvPr/>
              </p:nvSpPr>
              <p:spPr>
                <a:xfrm>
                  <a:off x="2817627"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77" name="Freeform: Shape 1576">
                  <a:extLst>
                    <a:ext uri="{FF2B5EF4-FFF2-40B4-BE49-F238E27FC236}">
                      <a16:creationId xmlns:a16="http://schemas.microsoft.com/office/drawing/2014/main" id="{41DDF798-C6BE-BFD0-5905-6A3BCCFDAFC2}"/>
                    </a:ext>
                  </a:extLst>
                </p:cNvPr>
                <p:cNvSpPr/>
                <p:nvPr/>
              </p:nvSpPr>
              <p:spPr>
                <a:xfrm>
                  <a:off x="2699488"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78" name="Freeform: Shape 1577">
                  <a:extLst>
                    <a:ext uri="{FF2B5EF4-FFF2-40B4-BE49-F238E27FC236}">
                      <a16:creationId xmlns:a16="http://schemas.microsoft.com/office/drawing/2014/main" id="{7478FED7-8522-AC85-689C-86A0E7032945}"/>
                    </a:ext>
                  </a:extLst>
                </p:cNvPr>
                <p:cNvSpPr/>
                <p:nvPr/>
              </p:nvSpPr>
              <p:spPr>
                <a:xfrm>
                  <a:off x="2581348"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79" name="Freeform: Shape 1578">
                  <a:extLst>
                    <a:ext uri="{FF2B5EF4-FFF2-40B4-BE49-F238E27FC236}">
                      <a16:creationId xmlns:a16="http://schemas.microsoft.com/office/drawing/2014/main" id="{65D837E3-76DB-88B2-92F8-EBC1E0D1338F}"/>
                    </a:ext>
                  </a:extLst>
                </p:cNvPr>
                <p:cNvSpPr/>
                <p:nvPr/>
              </p:nvSpPr>
              <p:spPr>
                <a:xfrm>
                  <a:off x="246320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80" name="Freeform: Shape 1579">
                  <a:extLst>
                    <a:ext uri="{FF2B5EF4-FFF2-40B4-BE49-F238E27FC236}">
                      <a16:creationId xmlns:a16="http://schemas.microsoft.com/office/drawing/2014/main" id="{D12F4A22-95E6-599E-6439-4CBB0D254686}"/>
                    </a:ext>
                  </a:extLst>
                </p:cNvPr>
                <p:cNvSpPr/>
                <p:nvPr/>
              </p:nvSpPr>
              <p:spPr>
                <a:xfrm>
                  <a:off x="234506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81" name="Freeform: Shape 1580">
                  <a:extLst>
                    <a:ext uri="{FF2B5EF4-FFF2-40B4-BE49-F238E27FC236}">
                      <a16:creationId xmlns:a16="http://schemas.microsoft.com/office/drawing/2014/main" id="{A57B0A73-FBA9-0EBB-8804-F24BDEF5A3CC}"/>
                    </a:ext>
                  </a:extLst>
                </p:cNvPr>
                <p:cNvSpPr/>
                <p:nvPr/>
              </p:nvSpPr>
              <p:spPr>
                <a:xfrm>
                  <a:off x="2226930"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82" name="Freeform: Shape 1581">
                  <a:extLst>
                    <a:ext uri="{FF2B5EF4-FFF2-40B4-BE49-F238E27FC236}">
                      <a16:creationId xmlns:a16="http://schemas.microsoft.com/office/drawing/2014/main" id="{9C9A9AC5-8D44-6260-CB1F-ABAAC413262A}"/>
                    </a:ext>
                  </a:extLst>
                </p:cNvPr>
                <p:cNvSpPr/>
                <p:nvPr/>
              </p:nvSpPr>
              <p:spPr>
                <a:xfrm>
                  <a:off x="2108790"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83" name="Freeform: Shape 1582">
                  <a:extLst>
                    <a:ext uri="{FF2B5EF4-FFF2-40B4-BE49-F238E27FC236}">
                      <a16:creationId xmlns:a16="http://schemas.microsoft.com/office/drawing/2014/main" id="{4DCB1840-996F-C428-CF61-2409922DB50D}"/>
                    </a:ext>
                  </a:extLst>
                </p:cNvPr>
                <p:cNvSpPr/>
                <p:nvPr/>
              </p:nvSpPr>
              <p:spPr>
                <a:xfrm>
                  <a:off x="1990651"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1543" name="Freeform: Shape 1542">
                <a:extLst>
                  <a:ext uri="{FF2B5EF4-FFF2-40B4-BE49-F238E27FC236}">
                    <a16:creationId xmlns:a16="http://schemas.microsoft.com/office/drawing/2014/main" id="{0ACE9F24-87AF-A389-B870-65E2B1398270}"/>
                  </a:ext>
                </a:extLst>
              </p:cNvPr>
              <p:cNvSpPr/>
              <p:nvPr/>
            </p:nvSpPr>
            <p:spPr>
              <a:xfrm rot="-2700000">
                <a:off x="3497758" y="3223441"/>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44" name="Freeform: Shape 1543">
                <a:extLst>
                  <a:ext uri="{FF2B5EF4-FFF2-40B4-BE49-F238E27FC236}">
                    <a16:creationId xmlns:a16="http://schemas.microsoft.com/office/drawing/2014/main" id="{330A9B76-D8D2-B075-7935-FCF7D1AFA0EC}"/>
                  </a:ext>
                </a:extLst>
              </p:cNvPr>
              <p:cNvSpPr/>
              <p:nvPr/>
            </p:nvSpPr>
            <p:spPr>
              <a:xfrm>
                <a:off x="3350142"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45" name="Freeform: Shape 1544">
                <a:extLst>
                  <a:ext uri="{FF2B5EF4-FFF2-40B4-BE49-F238E27FC236}">
                    <a16:creationId xmlns:a16="http://schemas.microsoft.com/office/drawing/2014/main" id="{965D5D48-84EF-8049-E70D-257CEA32DF72}"/>
                  </a:ext>
                </a:extLst>
              </p:cNvPr>
              <p:cNvSpPr/>
              <p:nvPr/>
            </p:nvSpPr>
            <p:spPr>
              <a:xfrm>
                <a:off x="3202467"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46" name="Freeform: Shape 1545">
                <a:extLst>
                  <a:ext uri="{FF2B5EF4-FFF2-40B4-BE49-F238E27FC236}">
                    <a16:creationId xmlns:a16="http://schemas.microsoft.com/office/drawing/2014/main" id="{4FDAFC4F-9391-9326-BE31-9D03E678FC3B}"/>
                  </a:ext>
                </a:extLst>
              </p:cNvPr>
              <p:cNvSpPr/>
              <p:nvPr/>
            </p:nvSpPr>
            <p:spPr>
              <a:xfrm rot="-2700000">
                <a:off x="3054737" y="3223438"/>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47" name="Freeform: Shape 1546">
                <a:extLst>
                  <a:ext uri="{FF2B5EF4-FFF2-40B4-BE49-F238E27FC236}">
                    <a16:creationId xmlns:a16="http://schemas.microsoft.com/office/drawing/2014/main" id="{EEDA2230-D4C9-F62A-47AC-B96DBC90F88E}"/>
                  </a:ext>
                </a:extLst>
              </p:cNvPr>
              <p:cNvSpPr/>
              <p:nvPr/>
            </p:nvSpPr>
            <p:spPr>
              <a:xfrm rot="-2700000">
                <a:off x="2907066" y="3223435"/>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48" name="Freeform: Shape 1547">
                <a:extLst>
                  <a:ext uri="{FF2B5EF4-FFF2-40B4-BE49-F238E27FC236}">
                    <a16:creationId xmlns:a16="http://schemas.microsoft.com/office/drawing/2014/main" id="{4C099A3F-9BBD-6216-ED36-20F2FB4CF229}"/>
                  </a:ext>
                </a:extLst>
              </p:cNvPr>
              <p:cNvSpPr/>
              <p:nvPr/>
            </p:nvSpPr>
            <p:spPr>
              <a:xfrm>
                <a:off x="2759444"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49" name="Freeform: Shape 1548">
                <a:extLst>
                  <a:ext uri="{FF2B5EF4-FFF2-40B4-BE49-F238E27FC236}">
                    <a16:creationId xmlns:a16="http://schemas.microsoft.com/office/drawing/2014/main" id="{5911A393-7452-4F3D-C769-84F0FDE77039}"/>
                  </a:ext>
                </a:extLst>
              </p:cNvPr>
              <p:cNvSpPr/>
              <p:nvPr/>
            </p:nvSpPr>
            <p:spPr>
              <a:xfrm>
                <a:off x="2611769"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50" name="Freeform: Shape 1549">
                <a:extLst>
                  <a:ext uri="{FF2B5EF4-FFF2-40B4-BE49-F238E27FC236}">
                    <a16:creationId xmlns:a16="http://schemas.microsoft.com/office/drawing/2014/main" id="{9F0D7BBA-A95B-0667-67FA-512F614B1342}"/>
                  </a:ext>
                </a:extLst>
              </p:cNvPr>
              <p:cNvSpPr/>
              <p:nvPr/>
            </p:nvSpPr>
            <p:spPr>
              <a:xfrm rot="-2700000">
                <a:off x="2464040" y="3223432"/>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51" name="Freeform: Shape 1550">
                <a:extLst>
                  <a:ext uri="{FF2B5EF4-FFF2-40B4-BE49-F238E27FC236}">
                    <a16:creationId xmlns:a16="http://schemas.microsoft.com/office/drawing/2014/main" id="{FA2CDD60-FEC4-7540-876E-AFBFED2A2DD1}"/>
                  </a:ext>
                </a:extLst>
              </p:cNvPr>
              <p:cNvSpPr/>
              <p:nvPr/>
            </p:nvSpPr>
            <p:spPr>
              <a:xfrm>
                <a:off x="1038446" y="3340749"/>
                <a:ext cx="191326" cy="177091"/>
              </a:xfrm>
              <a:custGeom>
                <a:avLst/>
                <a:gdLst>
                  <a:gd name="connsiteX0" fmla="*/ 88546 w 191326"/>
                  <a:gd name="connsiteY0" fmla="*/ 0 h 177091"/>
                  <a:gd name="connsiteX1" fmla="*/ 113887 w 191326"/>
                  <a:gd name="connsiteY1" fmla="*/ 25341 h 177091"/>
                  <a:gd name="connsiteX2" fmla="*/ 71474 w 191326"/>
                  <a:gd name="connsiteY2" fmla="*/ 67694 h 177091"/>
                  <a:gd name="connsiteX3" fmla="*/ 191327 w 191326"/>
                  <a:gd name="connsiteY3" fmla="*/ 67694 h 177091"/>
                  <a:gd name="connsiteX4" fmla="*/ 191327 w 191326"/>
                  <a:gd name="connsiteY4" fmla="*/ 106916 h 177091"/>
                  <a:gd name="connsiteX5" fmla="*/ 68934 w 191326"/>
                  <a:gd name="connsiteY5" fmla="*/ 106916 h 177091"/>
                  <a:gd name="connsiteX6" fmla="*/ 113887 w 191326"/>
                  <a:gd name="connsiteY6" fmla="*/ 151809 h 177091"/>
                  <a:gd name="connsiteX7" fmla="*/ 88546 w 191326"/>
                  <a:gd name="connsiteY7" fmla="*/ 177091 h 177091"/>
                  <a:gd name="connsiteX8" fmla="*/ 0 w 191326"/>
                  <a:gd name="connsiteY8" fmla="*/ 88546 h 177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326" h="177091">
                    <a:moveTo>
                      <a:pt x="88546" y="0"/>
                    </a:moveTo>
                    <a:lnTo>
                      <a:pt x="113887" y="25341"/>
                    </a:lnTo>
                    <a:lnTo>
                      <a:pt x="71474" y="67694"/>
                    </a:lnTo>
                    <a:lnTo>
                      <a:pt x="191327" y="67694"/>
                    </a:lnTo>
                    <a:lnTo>
                      <a:pt x="191327" y="106916"/>
                    </a:lnTo>
                    <a:lnTo>
                      <a:pt x="68934" y="106916"/>
                    </a:lnTo>
                    <a:lnTo>
                      <a:pt x="113887" y="151809"/>
                    </a:lnTo>
                    <a:lnTo>
                      <a:pt x="88546" y="177091"/>
                    </a:lnTo>
                    <a:lnTo>
                      <a:pt x="0" y="88546"/>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52" name="Freeform: Shape 1551">
                <a:extLst>
                  <a:ext uri="{FF2B5EF4-FFF2-40B4-BE49-F238E27FC236}">
                    <a16:creationId xmlns:a16="http://schemas.microsoft.com/office/drawing/2014/main" id="{B45100F6-32DD-3DB8-7C85-F8432AE090B0}"/>
                  </a:ext>
                </a:extLst>
              </p:cNvPr>
              <p:cNvSpPr/>
              <p:nvPr/>
            </p:nvSpPr>
            <p:spPr>
              <a:xfrm>
                <a:off x="5004626" y="1576512"/>
                <a:ext cx="174374" cy="161437"/>
              </a:xfrm>
              <a:custGeom>
                <a:avLst/>
                <a:gdLst>
                  <a:gd name="connsiteX0" fmla="*/ 80690 w 174374"/>
                  <a:gd name="connsiteY0" fmla="*/ 0 h 161437"/>
                  <a:gd name="connsiteX1" fmla="*/ 103727 w 174374"/>
                  <a:gd name="connsiteY1" fmla="*/ 23037 h 161437"/>
                  <a:gd name="connsiteX2" fmla="*/ 65154 w 174374"/>
                  <a:gd name="connsiteY2" fmla="*/ 61669 h 161437"/>
                  <a:gd name="connsiteX3" fmla="*/ 174374 w 174374"/>
                  <a:gd name="connsiteY3" fmla="*/ 61669 h 161437"/>
                  <a:gd name="connsiteX4" fmla="*/ 174374 w 174374"/>
                  <a:gd name="connsiteY4" fmla="*/ 97406 h 161437"/>
                  <a:gd name="connsiteX5" fmla="*/ 62850 w 174374"/>
                  <a:gd name="connsiteY5" fmla="*/ 97406 h 161437"/>
                  <a:gd name="connsiteX6" fmla="*/ 103727 w 174374"/>
                  <a:gd name="connsiteY6" fmla="*/ 138341 h 161437"/>
                  <a:gd name="connsiteX7" fmla="*/ 80690 w 174374"/>
                  <a:gd name="connsiteY7" fmla="*/ 161438 h 161437"/>
                  <a:gd name="connsiteX8" fmla="*/ 0 w 174374"/>
                  <a:gd name="connsiteY8" fmla="*/ 80689 h 16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4374" h="161437">
                    <a:moveTo>
                      <a:pt x="80690" y="0"/>
                    </a:moveTo>
                    <a:lnTo>
                      <a:pt x="103727" y="23037"/>
                    </a:lnTo>
                    <a:lnTo>
                      <a:pt x="65154" y="61669"/>
                    </a:lnTo>
                    <a:lnTo>
                      <a:pt x="174374" y="61669"/>
                    </a:lnTo>
                    <a:lnTo>
                      <a:pt x="174374" y="97406"/>
                    </a:lnTo>
                    <a:lnTo>
                      <a:pt x="62850" y="97406"/>
                    </a:lnTo>
                    <a:lnTo>
                      <a:pt x="103727" y="138341"/>
                    </a:lnTo>
                    <a:lnTo>
                      <a:pt x="80690" y="161438"/>
                    </a:lnTo>
                    <a:lnTo>
                      <a:pt x="0" y="8068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1553" name="Graphic 4773">
                <a:extLst>
                  <a:ext uri="{FF2B5EF4-FFF2-40B4-BE49-F238E27FC236}">
                    <a16:creationId xmlns:a16="http://schemas.microsoft.com/office/drawing/2014/main" id="{115A5B7D-58EC-635F-FEAB-9000A7F6D8C5}"/>
                  </a:ext>
                </a:extLst>
              </p:cNvPr>
              <p:cNvGrpSpPr/>
              <p:nvPr/>
            </p:nvGrpSpPr>
            <p:grpSpPr>
              <a:xfrm>
                <a:off x="457259" y="2897903"/>
                <a:ext cx="526784" cy="117726"/>
                <a:chOff x="457259" y="2897903"/>
                <a:chExt cx="526784" cy="117726"/>
              </a:xfrm>
              <a:grpFill/>
            </p:grpSpPr>
            <p:sp>
              <p:nvSpPr>
                <p:cNvPr id="1554" name="Freeform: Shape 1553">
                  <a:extLst>
                    <a:ext uri="{FF2B5EF4-FFF2-40B4-BE49-F238E27FC236}">
                      <a16:creationId xmlns:a16="http://schemas.microsoft.com/office/drawing/2014/main" id="{C2EE98D7-83D2-22B3-D2EC-FA31A4CF5481}"/>
                    </a:ext>
                  </a:extLst>
                </p:cNvPr>
                <p:cNvSpPr/>
                <p:nvPr/>
              </p:nvSpPr>
              <p:spPr>
                <a:xfrm>
                  <a:off x="882147" y="2924248"/>
                  <a:ext cx="8269" cy="9214"/>
                </a:xfrm>
                <a:custGeom>
                  <a:avLst/>
                  <a:gdLst>
                    <a:gd name="connsiteX0" fmla="*/ 0 w 8269"/>
                    <a:gd name="connsiteY0" fmla="*/ 3131 h 9214"/>
                    <a:gd name="connsiteX1" fmla="*/ 5316 w 8269"/>
                    <a:gd name="connsiteY1" fmla="*/ 0 h 9214"/>
                    <a:gd name="connsiteX2" fmla="*/ 8270 w 8269"/>
                    <a:gd name="connsiteY2" fmla="*/ 5139 h 9214"/>
                    <a:gd name="connsiteX3" fmla="*/ 5907 w 8269"/>
                    <a:gd name="connsiteY3" fmla="*/ 6498 h 9214"/>
                    <a:gd name="connsiteX4" fmla="*/ 5907 w 8269"/>
                    <a:gd name="connsiteY4" fmla="*/ 9215 h 9214"/>
                    <a:gd name="connsiteX5" fmla="*/ 0 w 8269"/>
                    <a:gd name="connsiteY5" fmla="*/ 9215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0" y="3131"/>
                      </a:moveTo>
                      <a:lnTo>
                        <a:pt x="5316" y="0"/>
                      </a:lnTo>
                      <a:lnTo>
                        <a:pt x="8270" y="5139"/>
                      </a:lnTo>
                      <a:lnTo>
                        <a:pt x="5907" y="6498"/>
                      </a:lnTo>
                      <a:lnTo>
                        <a:pt x="5907" y="9215"/>
                      </a:lnTo>
                      <a:lnTo>
                        <a:pt x="0" y="9215"/>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55" name="Freeform: Shape 1554">
                  <a:extLst>
                    <a:ext uri="{FF2B5EF4-FFF2-40B4-BE49-F238E27FC236}">
                      <a16:creationId xmlns:a16="http://schemas.microsoft.com/office/drawing/2014/main" id="{427C5023-3863-F276-6A96-BA03D7D83B31}"/>
                    </a:ext>
                  </a:extLst>
                </p:cNvPr>
                <p:cNvSpPr/>
                <p:nvPr/>
              </p:nvSpPr>
              <p:spPr>
                <a:xfrm rot="-1800341">
                  <a:off x="896354" y="2917003"/>
                  <a:ext cx="9333" cy="5907"/>
                </a:xfrm>
                <a:custGeom>
                  <a:avLst/>
                  <a:gdLst>
                    <a:gd name="connsiteX0" fmla="*/ 0 w 9333"/>
                    <a:gd name="connsiteY0" fmla="*/ 0 h 5907"/>
                    <a:gd name="connsiteX1" fmla="*/ 9333 w 9333"/>
                    <a:gd name="connsiteY1" fmla="*/ 0 h 5907"/>
                    <a:gd name="connsiteX2" fmla="*/ 9333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3" y="0"/>
                      </a:lnTo>
                      <a:lnTo>
                        <a:pt x="9333"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56" name="Freeform: Shape 1555">
                  <a:extLst>
                    <a:ext uri="{FF2B5EF4-FFF2-40B4-BE49-F238E27FC236}">
                      <a16:creationId xmlns:a16="http://schemas.microsoft.com/office/drawing/2014/main" id="{CAB2E632-065E-2F24-EE91-DB775823CAF9}"/>
                    </a:ext>
                  </a:extLst>
                </p:cNvPr>
                <p:cNvSpPr/>
                <p:nvPr/>
              </p:nvSpPr>
              <p:spPr>
                <a:xfrm>
                  <a:off x="911682" y="2905641"/>
                  <a:ext cx="10986" cy="9805"/>
                </a:xfrm>
                <a:custGeom>
                  <a:avLst/>
                  <a:gdLst>
                    <a:gd name="connsiteX0" fmla="*/ 8033 w 10986"/>
                    <a:gd name="connsiteY0" fmla="*/ 0 h 9805"/>
                    <a:gd name="connsiteX1" fmla="*/ 10987 w 10986"/>
                    <a:gd name="connsiteY1" fmla="*/ 5139 h 9805"/>
                    <a:gd name="connsiteX2" fmla="*/ 2953 w 10986"/>
                    <a:gd name="connsiteY2" fmla="*/ 9806 h 9805"/>
                    <a:gd name="connsiteX3" fmla="*/ 0 w 10986"/>
                    <a:gd name="connsiteY3" fmla="*/ 4667 h 9805"/>
                  </a:gdLst>
                  <a:ahLst/>
                  <a:cxnLst>
                    <a:cxn ang="0">
                      <a:pos x="connsiteX0" y="connsiteY0"/>
                    </a:cxn>
                    <a:cxn ang="0">
                      <a:pos x="connsiteX1" y="connsiteY1"/>
                    </a:cxn>
                    <a:cxn ang="0">
                      <a:pos x="connsiteX2" y="connsiteY2"/>
                    </a:cxn>
                    <a:cxn ang="0">
                      <a:pos x="connsiteX3" y="connsiteY3"/>
                    </a:cxn>
                  </a:cxnLst>
                  <a:rect l="l" t="t" r="r" b="b"/>
                  <a:pathLst>
                    <a:path w="10986" h="9805">
                      <a:moveTo>
                        <a:pt x="8033" y="0"/>
                      </a:moveTo>
                      <a:lnTo>
                        <a:pt x="10987" y="5139"/>
                      </a:lnTo>
                      <a:lnTo>
                        <a:pt x="2953" y="9806"/>
                      </a:lnTo>
                      <a:lnTo>
                        <a:pt x="0" y="466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57" name="Freeform: Shape 1556">
                  <a:extLst>
                    <a:ext uri="{FF2B5EF4-FFF2-40B4-BE49-F238E27FC236}">
                      <a16:creationId xmlns:a16="http://schemas.microsoft.com/office/drawing/2014/main" id="{56ED4C17-6ECB-A63F-9D93-EAAB43F0C0EC}"/>
                    </a:ext>
                  </a:extLst>
                </p:cNvPr>
                <p:cNvSpPr/>
                <p:nvPr/>
              </p:nvSpPr>
              <p:spPr>
                <a:xfrm>
                  <a:off x="927808" y="2897903"/>
                  <a:ext cx="10632" cy="8210"/>
                </a:xfrm>
                <a:custGeom>
                  <a:avLst/>
                  <a:gdLst>
                    <a:gd name="connsiteX0" fmla="*/ 5257 w 10632"/>
                    <a:gd name="connsiteY0" fmla="*/ 0 h 8210"/>
                    <a:gd name="connsiteX1" fmla="*/ 10632 w 10632"/>
                    <a:gd name="connsiteY1" fmla="*/ 3072 h 8210"/>
                    <a:gd name="connsiteX2" fmla="*/ 7679 w 10632"/>
                    <a:gd name="connsiteY2" fmla="*/ 8211 h 8210"/>
                    <a:gd name="connsiteX3" fmla="*/ 5257 w 10632"/>
                    <a:gd name="connsiteY3" fmla="*/ 6852 h 8210"/>
                    <a:gd name="connsiteX4" fmla="*/ 2953 w 10632"/>
                    <a:gd name="connsiteY4" fmla="*/ 8211 h 8210"/>
                    <a:gd name="connsiteX5" fmla="*/ 0 w 10632"/>
                    <a:gd name="connsiteY5" fmla="*/ 3072 h 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10">
                      <a:moveTo>
                        <a:pt x="5257" y="0"/>
                      </a:moveTo>
                      <a:lnTo>
                        <a:pt x="10632" y="3072"/>
                      </a:lnTo>
                      <a:lnTo>
                        <a:pt x="7679" y="8211"/>
                      </a:lnTo>
                      <a:lnTo>
                        <a:pt x="5257" y="6852"/>
                      </a:lnTo>
                      <a:lnTo>
                        <a:pt x="2953" y="8211"/>
                      </a:lnTo>
                      <a:lnTo>
                        <a:pt x="0" y="3072"/>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58" name="Freeform: Shape 1557">
                  <a:extLst>
                    <a:ext uri="{FF2B5EF4-FFF2-40B4-BE49-F238E27FC236}">
                      <a16:creationId xmlns:a16="http://schemas.microsoft.com/office/drawing/2014/main" id="{61B1AC81-5362-8A1F-1E56-A8F6C809646C}"/>
                    </a:ext>
                  </a:extLst>
                </p:cNvPr>
                <p:cNvSpPr/>
                <p:nvPr/>
              </p:nvSpPr>
              <p:spPr>
                <a:xfrm>
                  <a:off x="959647" y="2914915"/>
                  <a:ext cx="11046" cy="9805"/>
                </a:xfrm>
                <a:custGeom>
                  <a:avLst/>
                  <a:gdLst>
                    <a:gd name="connsiteX0" fmla="*/ 2953 w 11046"/>
                    <a:gd name="connsiteY0" fmla="*/ 0 h 9805"/>
                    <a:gd name="connsiteX1" fmla="*/ 11046 w 11046"/>
                    <a:gd name="connsiteY1" fmla="*/ 4726 h 9805"/>
                    <a:gd name="connsiteX2" fmla="*/ 8033 w 11046"/>
                    <a:gd name="connsiteY2" fmla="*/ 9806 h 9805"/>
                    <a:gd name="connsiteX3" fmla="*/ 0 w 11046"/>
                    <a:gd name="connsiteY3" fmla="*/ 5139 h 9805"/>
                  </a:gdLst>
                  <a:ahLst/>
                  <a:cxnLst>
                    <a:cxn ang="0">
                      <a:pos x="connsiteX0" y="connsiteY0"/>
                    </a:cxn>
                    <a:cxn ang="0">
                      <a:pos x="connsiteX1" y="connsiteY1"/>
                    </a:cxn>
                    <a:cxn ang="0">
                      <a:pos x="connsiteX2" y="connsiteY2"/>
                    </a:cxn>
                    <a:cxn ang="0">
                      <a:pos x="connsiteX3" y="connsiteY3"/>
                    </a:cxn>
                  </a:cxnLst>
                  <a:rect l="l" t="t" r="r" b="b"/>
                  <a:pathLst>
                    <a:path w="11046" h="9805">
                      <a:moveTo>
                        <a:pt x="2953" y="0"/>
                      </a:moveTo>
                      <a:lnTo>
                        <a:pt x="11046" y="4726"/>
                      </a:lnTo>
                      <a:lnTo>
                        <a:pt x="8033" y="9806"/>
                      </a:lnTo>
                      <a:lnTo>
                        <a:pt x="0" y="513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59" name="Freeform: Shape 1558">
                  <a:extLst>
                    <a:ext uri="{FF2B5EF4-FFF2-40B4-BE49-F238E27FC236}">
                      <a16:creationId xmlns:a16="http://schemas.microsoft.com/office/drawing/2014/main" id="{E36BDA04-7456-8246-60B0-F28BF27872B0}"/>
                    </a:ext>
                  </a:extLst>
                </p:cNvPr>
                <p:cNvSpPr/>
                <p:nvPr/>
              </p:nvSpPr>
              <p:spPr>
                <a:xfrm rot="-3600896">
                  <a:off x="946174" y="2906009"/>
                  <a:ext cx="5907" cy="9274"/>
                </a:xfrm>
                <a:custGeom>
                  <a:avLst/>
                  <a:gdLst>
                    <a:gd name="connsiteX0" fmla="*/ 0 w 5907"/>
                    <a:gd name="connsiteY0" fmla="*/ 0 h 9274"/>
                    <a:gd name="connsiteX1" fmla="*/ 5907 w 5907"/>
                    <a:gd name="connsiteY1" fmla="*/ 0 h 9274"/>
                    <a:gd name="connsiteX2" fmla="*/ 5907 w 5907"/>
                    <a:gd name="connsiteY2" fmla="*/ 9275 h 9274"/>
                    <a:gd name="connsiteX3" fmla="*/ 0 w 5907"/>
                    <a:gd name="connsiteY3" fmla="*/ 9275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5"/>
                      </a:lnTo>
                      <a:lnTo>
                        <a:pt x="0" y="9275"/>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60" name="Freeform: Shape 1559">
                  <a:extLst>
                    <a:ext uri="{FF2B5EF4-FFF2-40B4-BE49-F238E27FC236}">
                      <a16:creationId xmlns:a16="http://schemas.microsoft.com/office/drawing/2014/main" id="{737D6740-877E-88B0-9570-90C1F6FB9DBD}"/>
                    </a:ext>
                  </a:extLst>
                </p:cNvPr>
                <p:cNvSpPr/>
                <p:nvPr/>
              </p:nvSpPr>
              <p:spPr>
                <a:xfrm>
                  <a:off x="975773" y="2924248"/>
                  <a:ext cx="8269" cy="9214"/>
                </a:xfrm>
                <a:custGeom>
                  <a:avLst/>
                  <a:gdLst>
                    <a:gd name="connsiteX0" fmla="*/ 2953 w 8269"/>
                    <a:gd name="connsiteY0" fmla="*/ 0 h 9214"/>
                    <a:gd name="connsiteX1" fmla="*/ 8270 w 8269"/>
                    <a:gd name="connsiteY1" fmla="*/ 3131 h 9214"/>
                    <a:gd name="connsiteX2" fmla="*/ 8270 w 8269"/>
                    <a:gd name="connsiteY2" fmla="*/ 9215 h 9214"/>
                    <a:gd name="connsiteX3" fmla="*/ 2304 w 8269"/>
                    <a:gd name="connsiteY3" fmla="*/ 9215 h 9214"/>
                    <a:gd name="connsiteX4" fmla="*/ 2304 w 8269"/>
                    <a:gd name="connsiteY4" fmla="*/ 6498 h 9214"/>
                    <a:gd name="connsiteX5" fmla="*/ 0 w 8269"/>
                    <a:gd name="connsiteY5" fmla="*/ 5139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2953" y="0"/>
                      </a:moveTo>
                      <a:lnTo>
                        <a:pt x="8270" y="3131"/>
                      </a:lnTo>
                      <a:lnTo>
                        <a:pt x="8270" y="9215"/>
                      </a:lnTo>
                      <a:lnTo>
                        <a:pt x="2304" y="9215"/>
                      </a:lnTo>
                      <a:lnTo>
                        <a:pt x="2304" y="6498"/>
                      </a:lnTo>
                      <a:lnTo>
                        <a:pt x="0" y="5139"/>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61" name="Freeform: Shape 1560">
                  <a:extLst>
                    <a:ext uri="{FF2B5EF4-FFF2-40B4-BE49-F238E27FC236}">
                      <a16:creationId xmlns:a16="http://schemas.microsoft.com/office/drawing/2014/main" id="{89A1E617-5F8B-98D0-ED6B-1ADC266FD1E7}"/>
                    </a:ext>
                  </a:extLst>
                </p:cNvPr>
                <p:cNvSpPr/>
                <p:nvPr/>
              </p:nvSpPr>
              <p:spPr>
                <a:xfrm>
                  <a:off x="978077" y="2961403"/>
                  <a:ext cx="5966" cy="9273"/>
                </a:xfrm>
                <a:custGeom>
                  <a:avLst/>
                  <a:gdLst>
                    <a:gd name="connsiteX0" fmla="*/ 0 w 5966"/>
                    <a:gd name="connsiteY0" fmla="*/ 0 h 9273"/>
                    <a:gd name="connsiteX1" fmla="*/ 5966 w 5966"/>
                    <a:gd name="connsiteY1" fmla="*/ 0 h 9273"/>
                    <a:gd name="connsiteX2" fmla="*/ 5966 w 5966"/>
                    <a:gd name="connsiteY2" fmla="*/ 9274 h 9273"/>
                    <a:gd name="connsiteX3" fmla="*/ 0 w 5966"/>
                    <a:gd name="connsiteY3" fmla="*/ 9274 h 9273"/>
                  </a:gdLst>
                  <a:ahLst/>
                  <a:cxnLst>
                    <a:cxn ang="0">
                      <a:pos x="connsiteX0" y="connsiteY0"/>
                    </a:cxn>
                    <a:cxn ang="0">
                      <a:pos x="connsiteX1" y="connsiteY1"/>
                    </a:cxn>
                    <a:cxn ang="0">
                      <a:pos x="connsiteX2" y="connsiteY2"/>
                    </a:cxn>
                    <a:cxn ang="0">
                      <a:pos x="connsiteX3" y="connsiteY3"/>
                    </a:cxn>
                  </a:cxnLst>
                  <a:rect l="l" t="t" r="r" b="b"/>
                  <a:pathLst>
                    <a:path w="5966" h="9273">
                      <a:moveTo>
                        <a:pt x="0" y="0"/>
                      </a:moveTo>
                      <a:lnTo>
                        <a:pt x="5966" y="0"/>
                      </a:lnTo>
                      <a:lnTo>
                        <a:pt x="5966"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62" name="Freeform: Shape 1561">
                  <a:extLst>
                    <a:ext uri="{FF2B5EF4-FFF2-40B4-BE49-F238E27FC236}">
                      <a16:creationId xmlns:a16="http://schemas.microsoft.com/office/drawing/2014/main" id="{4DF7523A-C16C-04E0-BE0A-92A7834C15DD}"/>
                    </a:ext>
                  </a:extLst>
                </p:cNvPr>
                <p:cNvSpPr/>
                <p:nvPr/>
              </p:nvSpPr>
              <p:spPr>
                <a:xfrm>
                  <a:off x="978077" y="2942796"/>
                  <a:ext cx="5966" cy="9333"/>
                </a:xfrm>
                <a:custGeom>
                  <a:avLst/>
                  <a:gdLst>
                    <a:gd name="connsiteX0" fmla="*/ 0 w 5966"/>
                    <a:gd name="connsiteY0" fmla="*/ 0 h 9333"/>
                    <a:gd name="connsiteX1" fmla="*/ 5966 w 5966"/>
                    <a:gd name="connsiteY1" fmla="*/ 0 h 9333"/>
                    <a:gd name="connsiteX2" fmla="*/ 5966 w 5966"/>
                    <a:gd name="connsiteY2" fmla="*/ 9333 h 9333"/>
                    <a:gd name="connsiteX3" fmla="*/ 0 w 5966"/>
                    <a:gd name="connsiteY3" fmla="*/ 9333 h 9333"/>
                  </a:gdLst>
                  <a:ahLst/>
                  <a:cxnLst>
                    <a:cxn ang="0">
                      <a:pos x="connsiteX0" y="connsiteY0"/>
                    </a:cxn>
                    <a:cxn ang="0">
                      <a:pos x="connsiteX1" y="connsiteY1"/>
                    </a:cxn>
                    <a:cxn ang="0">
                      <a:pos x="connsiteX2" y="connsiteY2"/>
                    </a:cxn>
                    <a:cxn ang="0">
                      <a:pos x="connsiteX3" y="connsiteY3"/>
                    </a:cxn>
                  </a:cxnLst>
                  <a:rect l="l" t="t" r="r" b="b"/>
                  <a:pathLst>
                    <a:path w="5966" h="9333">
                      <a:moveTo>
                        <a:pt x="0" y="0"/>
                      </a:moveTo>
                      <a:lnTo>
                        <a:pt x="5966" y="0"/>
                      </a:lnTo>
                      <a:lnTo>
                        <a:pt x="5966" y="9333"/>
                      </a:lnTo>
                      <a:lnTo>
                        <a:pt x="0" y="933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63" name="Freeform: Shape 1562">
                  <a:extLst>
                    <a:ext uri="{FF2B5EF4-FFF2-40B4-BE49-F238E27FC236}">
                      <a16:creationId xmlns:a16="http://schemas.microsoft.com/office/drawing/2014/main" id="{B962B95D-3579-F89D-5D30-D4EE28DB1CF8}"/>
                    </a:ext>
                  </a:extLst>
                </p:cNvPr>
                <p:cNvSpPr/>
                <p:nvPr/>
              </p:nvSpPr>
              <p:spPr>
                <a:xfrm>
                  <a:off x="975773" y="2980010"/>
                  <a:ext cx="8269" cy="9214"/>
                </a:xfrm>
                <a:custGeom>
                  <a:avLst/>
                  <a:gdLst>
                    <a:gd name="connsiteX0" fmla="*/ 8270 w 8269"/>
                    <a:gd name="connsiteY0" fmla="*/ 6143 h 9214"/>
                    <a:gd name="connsiteX1" fmla="*/ 2953 w 8269"/>
                    <a:gd name="connsiteY1" fmla="*/ 9215 h 9214"/>
                    <a:gd name="connsiteX2" fmla="*/ 0 w 8269"/>
                    <a:gd name="connsiteY2" fmla="*/ 4135 h 9214"/>
                    <a:gd name="connsiteX3" fmla="*/ 2304 w 8269"/>
                    <a:gd name="connsiteY3" fmla="*/ 2776 h 9214"/>
                    <a:gd name="connsiteX4" fmla="*/ 2304 w 8269"/>
                    <a:gd name="connsiteY4" fmla="*/ 0 h 9214"/>
                    <a:gd name="connsiteX5" fmla="*/ 8270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8270" y="6143"/>
                      </a:moveTo>
                      <a:lnTo>
                        <a:pt x="2953" y="9215"/>
                      </a:lnTo>
                      <a:lnTo>
                        <a:pt x="0" y="4135"/>
                      </a:lnTo>
                      <a:lnTo>
                        <a:pt x="2304" y="2776"/>
                      </a:lnTo>
                      <a:lnTo>
                        <a:pt x="2304" y="0"/>
                      </a:lnTo>
                      <a:lnTo>
                        <a:pt x="827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64" name="Freeform: Shape 1563">
                  <a:extLst>
                    <a:ext uri="{FF2B5EF4-FFF2-40B4-BE49-F238E27FC236}">
                      <a16:creationId xmlns:a16="http://schemas.microsoft.com/office/drawing/2014/main" id="{73C84A9E-1AB1-703D-4E26-33D9FAC0DD09}"/>
                    </a:ext>
                  </a:extLst>
                </p:cNvPr>
                <p:cNvSpPr/>
                <p:nvPr/>
              </p:nvSpPr>
              <p:spPr>
                <a:xfrm rot="-1801109">
                  <a:off x="960619" y="2990764"/>
                  <a:ext cx="9274" cy="5907"/>
                </a:xfrm>
                <a:custGeom>
                  <a:avLst/>
                  <a:gdLst>
                    <a:gd name="connsiteX0" fmla="*/ 0 w 9274"/>
                    <a:gd name="connsiteY0" fmla="*/ 0 h 5907"/>
                    <a:gd name="connsiteX1" fmla="*/ 9274 w 9274"/>
                    <a:gd name="connsiteY1" fmla="*/ 0 h 5907"/>
                    <a:gd name="connsiteX2" fmla="*/ 9274 w 9274"/>
                    <a:gd name="connsiteY2" fmla="*/ 5907 h 5907"/>
                    <a:gd name="connsiteX3" fmla="*/ 0 w 9274"/>
                    <a:gd name="connsiteY3" fmla="*/ 5907 h 5907"/>
                  </a:gdLst>
                  <a:ahLst/>
                  <a:cxnLst>
                    <a:cxn ang="0">
                      <a:pos x="connsiteX0" y="connsiteY0"/>
                    </a:cxn>
                    <a:cxn ang="0">
                      <a:pos x="connsiteX1" y="connsiteY1"/>
                    </a:cxn>
                    <a:cxn ang="0">
                      <a:pos x="connsiteX2" y="connsiteY2"/>
                    </a:cxn>
                    <a:cxn ang="0">
                      <a:pos x="connsiteX3" y="connsiteY3"/>
                    </a:cxn>
                  </a:cxnLst>
                  <a:rect l="l" t="t" r="r" b="b"/>
                  <a:pathLst>
                    <a:path w="9274" h="5907">
                      <a:moveTo>
                        <a:pt x="0" y="0"/>
                      </a:moveTo>
                      <a:lnTo>
                        <a:pt x="9274" y="0"/>
                      </a:lnTo>
                      <a:lnTo>
                        <a:pt x="9274"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65" name="Freeform: Shape 1564">
                  <a:extLst>
                    <a:ext uri="{FF2B5EF4-FFF2-40B4-BE49-F238E27FC236}">
                      <a16:creationId xmlns:a16="http://schemas.microsoft.com/office/drawing/2014/main" id="{746CA4A0-80D1-44BD-D2FD-F9B55254BF29}"/>
                    </a:ext>
                  </a:extLst>
                </p:cNvPr>
                <p:cNvSpPr/>
                <p:nvPr/>
              </p:nvSpPr>
              <p:spPr>
                <a:xfrm rot="-1806651">
                  <a:off x="944560" y="3000057"/>
                  <a:ext cx="9333" cy="5907"/>
                </a:xfrm>
                <a:custGeom>
                  <a:avLst/>
                  <a:gdLst>
                    <a:gd name="connsiteX0" fmla="*/ 0 w 9333"/>
                    <a:gd name="connsiteY0" fmla="*/ 0 h 5907"/>
                    <a:gd name="connsiteX1" fmla="*/ 9334 w 9333"/>
                    <a:gd name="connsiteY1" fmla="*/ 0 h 5907"/>
                    <a:gd name="connsiteX2" fmla="*/ 9334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4" y="0"/>
                      </a:lnTo>
                      <a:lnTo>
                        <a:pt x="9334"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66" name="Freeform: Shape 1565">
                  <a:extLst>
                    <a:ext uri="{FF2B5EF4-FFF2-40B4-BE49-F238E27FC236}">
                      <a16:creationId xmlns:a16="http://schemas.microsoft.com/office/drawing/2014/main" id="{B2D8EA9C-087C-21CC-8270-E02B3332947B}"/>
                    </a:ext>
                  </a:extLst>
                </p:cNvPr>
                <p:cNvSpPr/>
                <p:nvPr/>
              </p:nvSpPr>
              <p:spPr>
                <a:xfrm>
                  <a:off x="927808" y="3007359"/>
                  <a:ext cx="10632" cy="8269"/>
                </a:xfrm>
                <a:custGeom>
                  <a:avLst/>
                  <a:gdLst>
                    <a:gd name="connsiteX0" fmla="*/ 5257 w 10632"/>
                    <a:gd name="connsiteY0" fmla="*/ 1418 h 8269"/>
                    <a:gd name="connsiteX1" fmla="*/ 7679 w 10632"/>
                    <a:gd name="connsiteY1" fmla="*/ 0 h 8269"/>
                    <a:gd name="connsiteX2" fmla="*/ 10632 w 10632"/>
                    <a:gd name="connsiteY2" fmla="*/ 5139 h 8269"/>
                    <a:gd name="connsiteX3" fmla="*/ 5257 w 10632"/>
                    <a:gd name="connsiteY3" fmla="*/ 8270 h 8269"/>
                    <a:gd name="connsiteX4" fmla="*/ 0 w 10632"/>
                    <a:gd name="connsiteY4" fmla="*/ 5139 h 8269"/>
                    <a:gd name="connsiteX5" fmla="*/ 2953 w 10632"/>
                    <a:gd name="connsiteY5" fmla="*/ 0 h 8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69">
                      <a:moveTo>
                        <a:pt x="5257" y="1418"/>
                      </a:moveTo>
                      <a:lnTo>
                        <a:pt x="7679" y="0"/>
                      </a:lnTo>
                      <a:lnTo>
                        <a:pt x="10632" y="5139"/>
                      </a:lnTo>
                      <a:lnTo>
                        <a:pt x="5257" y="8270"/>
                      </a:lnTo>
                      <a:lnTo>
                        <a:pt x="0" y="5139"/>
                      </a:lnTo>
                      <a:lnTo>
                        <a:pt x="2953"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67" name="Freeform: Shape 1566">
                  <a:extLst>
                    <a:ext uri="{FF2B5EF4-FFF2-40B4-BE49-F238E27FC236}">
                      <a16:creationId xmlns:a16="http://schemas.microsoft.com/office/drawing/2014/main" id="{110796BD-9385-EDC9-0FB9-7D822252C161}"/>
                    </a:ext>
                  </a:extLst>
                </p:cNvPr>
                <p:cNvSpPr/>
                <p:nvPr/>
              </p:nvSpPr>
              <p:spPr>
                <a:xfrm rot="-3604434">
                  <a:off x="898141" y="2989017"/>
                  <a:ext cx="5966" cy="9274"/>
                </a:xfrm>
                <a:custGeom>
                  <a:avLst/>
                  <a:gdLst>
                    <a:gd name="connsiteX0" fmla="*/ 0 w 5966"/>
                    <a:gd name="connsiteY0" fmla="*/ 0 h 9274"/>
                    <a:gd name="connsiteX1" fmla="*/ 5966 w 5966"/>
                    <a:gd name="connsiteY1" fmla="*/ 0 h 9274"/>
                    <a:gd name="connsiteX2" fmla="*/ 5966 w 5966"/>
                    <a:gd name="connsiteY2" fmla="*/ 9274 h 9274"/>
                    <a:gd name="connsiteX3" fmla="*/ 0 w 5966"/>
                    <a:gd name="connsiteY3" fmla="*/ 9274 h 9274"/>
                  </a:gdLst>
                  <a:ahLst/>
                  <a:cxnLst>
                    <a:cxn ang="0">
                      <a:pos x="connsiteX0" y="connsiteY0"/>
                    </a:cxn>
                    <a:cxn ang="0">
                      <a:pos x="connsiteX1" y="connsiteY1"/>
                    </a:cxn>
                    <a:cxn ang="0">
                      <a:pos x="connsiteX2" y="connsiteY2"/>
                    </a:cxn>
                    <a:cxn ang="0">
                      <a:pos x="connsiteX3" y="connsiteY3"/>
                    </a:cxn>
                  </a:cxnLst>
                  <a:rect l="l" t="t" r="r" b="b"/>
                  <a:pathLst>
                    <a:path w="5966" h="9274">
                      <a:moveTo>
                        <a:pt x="0" y="0"/>
                      </a:moveTo>
                      <a:lnTo>
                        <a:pt x="5966" y="0"/>
                      </a:lnTo>
                      <a:lnTo>
                        <a:pt x="5966"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68" name="Freeform: Shape 1567">
                  <a:extLst>
                    <a:ext uri="{FF2B5EF4-FFF2-40B4-BE49-F238E27FC236}">
                      <a16:creationId xmlns:a16="http://schemas.microsoft.com/office/drawing/2014/main" id="{26C31E85-95BB-E872-520B-14124E84C83C}"/>
                    </a:ext>
                  </a:extLst>
                </p:cNvPr>
                <p:cNvSpPr/>
                <p:nvPr/>
              </p:nvSpPr>
              <p:spPr>
                <a:xfrm rot="-3587633">
                  <a:off x="914188" y="2998227"/>
                  <a:ext cx="5906" cy="9332"/>
                </a:xfrm>
                <a:custGeom>
                  <a:avLst/>
                  <a:gdLst>
                    <a:gd name="connsiteX0" fmla="*/ 0 w 5906"/>
                    <a:gd name="connsiteY0" fmla="*/ 0 h 9332"/>
                    <a:gd name="connsiteX1" fmla="*/ 5907 w 5906"/>
                    <a:gd name="connsiteY1" fmla="*/ 0 h 9332"/>
                    <a:gd name="connsiteX2" fmla="*/ 5907 w 5906"/>
                    <a:gd name="connsiteY2" fmla="*/ 9333 h 9332"/>
                    <a:gd name="connsiteX3" fmla="*/ 0 w 5906"/>
                    <a:gd name="connsiteY3" fmla="*/ 9333 h 9332"/>
                  </a:gdLst>
                  <a:ahLst/>
                  <a:cxnLst>
                    <a:cxn ang="0">
                      <a:pos x="connsiteX0" y="connsiteY0"/>
                    </a:cxn>
                    <a:cxn ang="0">
                      <a:pos x="connsiteX1" y="connsiteY1"/>
                    </a:cxn>
                    <a:cxn ang="0">
                      <a:pos x="connsiteX2" y="connsiteY2"/>
                    </a:cxn>
                    <a:cxn ang="0">
                      <a:pos x="connsiteX3" y="connsiteY3"/>
                    </a:cxn>
                  </a:cxnLst>
                  <a:rect l="l" t="t" r="r" b="b"/>
                  <a:pathLst>
                    <a:path w="5906" h="9332">
                      <a:moveTo>
                        <a:pt x="0" y="0"/>
                      </a:moveTo>
                      <a:lnTo>
                        <a:pt x="5907" y="0"/>
                      </a:lnTo>
                      <a:lnTo>
                        <a:pt x="5907" y="9333"/>
                      </a:lnTo>
                      <a:lnTo>
                        <a:pt x="0" y="933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69" name="Freeform: Shape 1568">
                  <a:extLst>
                    <a:ext uri="{FF2B5EF4-FFF2-40B4-BE49-F238E27FC236}">
                      <a16:creationId xmlns:a16="http://schemas.microsoft.com/office/drawing/2014/main" id="{446A1E8E-31FC-C979-2B87-71925F270F32}"/>
                    </a:ext>
                  </a:extLst>
                </p:cNvPr>
                <p:cNvSpPr/>
                <p:nvPr/>
              </p:nvSpPr>
              <p:spPr>
                <a:xfrm>
                  <a:off x="882147" y="2980010"/>
                  <a:ext cx="8269" cy="9214"/>
                </a:xfrm>
                <a:custGeom>
                  <a:avLst/>
                  <a:gdLst>
                    <a:gd name="connsiteX0" fmla="*/ 5907 w 8269"/>
                    <a:gd name="connsiteY0" fmla="*/ 2776 h 9214"/>
                    <a:gd name="connsiteX1" fmla="*/ 8270 w 8269"/>
                    <a:gd name="connsiteY1" fmla="*/ 4135 h 9214"/>
                    <a:gd name="connsiteX2" fmla="*/ 5316 w 8269"/>
                    <a:gd name="connsiteY2" fmla="*/ 9215 h 9214"/>
                    <a:gd name="connsiteX3" fmla="*/ 0 w 8269"/>
                    <a:gd name="connsiteY3" fmla="*/ 6143 h 9214"/>
                    <a:gd name="connsiteX4" fmla="*/ 0 w 8269"/>
                    <a:gd name="connsiteY4" fmla="*/ 0 h 9214"/>
                    <a:gd name="connsiteX5" fmla="*/ 5907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5907" y="2776"/>
                      </a:moveTo>
                      <a:lnTo>
                        <a:pt x="8270" y="4135"/>
                      </a:lnTo>
                      <a:lnTo>
                        <a:pt x="5316" y="9215"/>
                      </a:lnTo>
                      <a:lnTo>
                        <a:pt x="0" y="6143"/>
                      </a:lnTo>
                      <a:lnTo>
                        <a:pt x="0" y="0"/>
                      </a:lnTo>
                      <a:lnTo>
                        <a:pt x="5907"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70" name="Freeform: Shape 1569">
                  <a:extLst>
                    <a:ext uri="{FF2B5EF4-FFF2-40B4-BE49-F238E27FC236}">
                      <a16:creationId xmlns:a16="http://schemas.microsoft.com/office/drawing/2014/main" id="{6B9B99C6-B44D-C081-8B0B-901D8B644862}"/>
                    </a:ext>
                  </a:extLst>
                </p:cNvPr>
                <p:cNvSpPr/>
                <p:nvPr/>
              </p:nvSpPr>
              <p:spPr>
                <a:xfrm rot="-23376">
                  <a:off x="882168" y="2961460"/>
                  <a:ext cx="5907" cy="9274"/>
                </a:xfrm>
                <a:custGeom>
                  <a:avLst/>
                  <a:gdLst>
                    <a:gd name="connsiteX0" fmla="*/ 0 w 5907"/>
                    <a:gd name="connsiteY0" fmla="*/ 0 h 9274"/>
                    <a:gd name="connsiteX1" fmla="*/ 5907 w 5907"/>
                    <a:gd name="connsiteY1" fmla="*/ 0 h 9274"/>
                    <a:gd name="connsiteX2" fmla="*/ 5907 w 5907"/>
                    <a:gd name="connsiteY2" fmla="*/ 9274 h 9274"/>
                    <a:gd name="connsiteX3" fmla="*/ 0 w 5907"/>
                    <a:gd name="connsiteY3" fmla="*/ 9274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71" name="Freeform: Shape 1570">
                  <a:extLst>
                    <a:ext uri="{FF2B5EF4-FFF2-40B4-BE49-F238E27FC236}">
                      <a16:creationId xmlns:a16="http://schemas.microsoft.com/office/drawing/2014/main" id="{52C78DE9-ECC3-CD44-ADEB-B16E7427A004}"/>
                    </a:ext>
                  </a:extLst>
                </p:cNvPr>
                <p:cNvSpPr/>
                <p:nvPr/>
              </p:nvSpPr>
              <p:spPr>
                <a:xfrm rot="-5391765">
                  <a:off x="880458" y="2944505"/>
                  <a:ext cx="9333" cy="5906"/>
                </a:xfrm>
                <a:custGeom>
                  <a:avLst/>
                  <a:gdLst>
                    <a:gd name="connsiteX0" fmla="*/ 0 w 9333"/>
                    <a:gd name="connsiteY0" fmla="*/ 0 h 5906"/>
                    <a:gd name="connsiteX1" fmla="*/ 9333 w 9333"/>
                    <a:gd name="connsiteY1" fmla="*/ 0 h 5906"/>
                    <a:gd name="connsiteX2" fmla="*/ 9333 w 9333"/>
                    <a:gd name="connsiteY2" fmla="*/ 5907 h 5906"/>
                    <a:gd name="connsiteX3" fmla="*/ 0 w 9333"/>
                    <a:gd name="connsiteY3" fmla="*/ 5907 h 5906"/>
                  </a:gdLst>
                  <a:ahLst/>
                  <a:cxnLst>
                    <a:cxn ang="0">
                      <a:pos x="connsiteX0" y="connsiteY0"/>
                    </a:cxn>
                    <a:cxn ang="0">
                      <a:pos x="connsiteX1" y="connsiteY1"/>
                    </a:cxn>
                    <a:cxn ang="0">
                      <a:pos x="connsiteX2" y="connsiteY2"/>
                    </a:cxn>
                    <a:cxn ang="0">
                      <a:pos x="connsiteX3" y="connsiteY3"/>
                    </a:cxn>
                  </a:cxnLst>
                  <a:rect l="l" t="t" r="r" b="b"/>
                  <a:pathLst>
                    <a:path w="9333" h="5906">
                      <a:moveTo>
                        <a:pt x="0" y="0"/>
                      </a:moveTo>
                      <a:lnTo>
                        <a:pt x="9333" y="0"/>
                      </a:lnTo>
                      <a:lnTo>
                        <a:pt x="9333"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72" name="Freeform: Shape 1571">
                  <a:extLst>
                    <a:ext uri="{FF2B5EF4-FFF2-40B4-BE49-F238E27FC236}">
                      <a16:creationId xmlns:a16="http://schemas.microsoft.com/office/drawing/2014/main" id="{8DAE6EE7-7FF0-950B-0FB6-9CCD4DFF962F}"/>
                    </a:ext>
                  </a:extLst>
                </p:cNvPr>
                <p:cNvSpPr/>
                <p:nvPr/>
              </p:nvSpPr>
              <p:spPr>
                <a:xfrm>
                  <a:off x="564234" y="2900915"/>
                  <a:ext cx="96047" cy="110873"/>
                </a:xfrm>
                <a:custGeom>
                  <a:avLst/>
                  <a:gdLst>
                    <a:gd name="connsiteX0" fmla="*/ 96047 w 96047"/>
                    <a:gd name="connsiteY0" fmla="*/ 83111 h 110873"/>
                    <a:gd name="connsiteX1" fmla="*/ 48024 w 96047"/>
                    <a:gd name="connsiteY1" fmla="*/ 110874 h 110873"/>
                    <a:gd name="connsiteX2" fmla="*/ 0 w 96047"/>
                    <a:gd name="connsiteY2" fmla="*/ 83111 h 110873"/>
                    <a:gd name="connsiteX3" fmla="*/ 0 w 96047"/>
                    <a:gd name="connsiteY3" fmla="*/ 27763 h 110873"/>
                    <a:gd name="connsiteX4" fmla="*/ 48024 w 96047"/>
                    <a:gd name="connsiteY4" fmla="*/ 0 h 110873"/>
                    <a:gd name="connsiteX5" fmla="*/ 96047 w 96047"/>
                    <a:gd name="connsiteY5" fmla="*/ 27763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47" h="110873">
                      <a:moveTo>
                        <a:pt x="96047" y="83111"/>
                      </a:moveTo>
                      <a:lnTo>
                        <a:pt x="48024" y="110874"/>
                      </a:lnTo>
                      <a:lnTo>
                        <a:pt x="0" y="83111"/>
                      </a:lnTo>
                      <a:lnTo>
                        <a:pt x="0" y="27763"/>
                      </a:lnTo>
                      <a:lnTo>
                        <a:pt x="48024" y="0"/>
                      </a:lnTo>
                      <a:lnTo>
                        <a:pt x="96047" y="27763"/>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73" name="Freeform: Shape 1572">
                  <a:extLst>
                    <a:ext uri="{FF2B5EF4-FFF2-40B4-BE49-F238E27FC236}">
                      <a16:creationId xmlns:a16="http://schemas.microsoft.com/office/drawing/2014/main" id="{B5AF1FE2-89ED-8771-ED7E-CB6FE0D727D8}"/>
                    </a:ext>
                  </a:extLst>
                </p:cNvPr>
                <p:cNvSpPr/>
                <p:nvPr/>
              </p:nvSpPr>
              <p:spPr>
                <a:xfrm>
                  <a:off x="669437" y="2901329"/>
                  <a:ext cx="95988" cy="110873"/>
                </a:xfrm>
                <a:custGeom>
                  <a:avLst/>
                  <a:gdLst>
                    <a:gd name="connsiteX0" fmla="*/ 47965 w 95988"/>
                    <a:gd name="connsiteY0" fmla="*/ 0 h 110873"/>
                    <a:gd name="connsiteX1" fmla="*/ 0 w 95988"/>
                    <a:gd name="connsiteY1" fmla="*/ 27763 h 110873"/>
                    <a:gd name="connsiteX2" fmla="*/ 0 w 95988"/>
                    <a:gd name="connsiteY2" fmla="*/ 83170 h 110873"/>
                    <a:gd name="connsiteX3" fmla="*/ 47965 w 95988"/>
                    <a:gd name="connsiteY3" fmla="*/ 110874 h 110873"/>
                    <a:gd name="connsiteX4" fmla="*/ 95988 w 95988"/>
                    <a:gd name="connsiteY4" fmla="*/ 83170 h 110873"/>
                    <a:gd name="connsiteX5" fmla="*/ 95988 w 95988"/>
                    <a:gd name="connsiteY5" fmla="*/ 27763 h 110873"/>
                    <a:gd name="connsiteX6" fmla="*/ 47965 w 95988"/>
                    <a:gd name="connsiteY6" fmla="*/ 0 h 110873"/>
                    <a:gd name="connsiteX7" fmla="*/ 70707 w 95988"/>
                    <a:gd name="connsiteY7" fmla="*/ 46074 h 110873"/>
                    <a:gd name="connsiteX8" fmla="*/ 60842 w 95988"/>
                    <a:gd name="connsiteY8" fmla="*/ 40404 h 110873"/>
                    <a:gd name="connsiteX9" fmla="*/ 60842 w 95988"/>
                    <a:gd name="connsiteY9" fmla="*/ 29003 h 110873"/>
                    <a:gd name="connsiteX10" fmla="*/ 70707 w 95988"/>
                    <a:gd name="connsiteY10" fmla="*/ 23332 h 110873"/>
                    <a:gd name="connsiteX11" fmla="*/ 80571 w 95988"/>
                    <a:gd name="connsiteY11" fmla="*/ 29003 h 110873"/>
                    <a:gd name="connsiteX12" fmla="*/ 80571 w 95988"/>
                    <a:gd name="connsiteY12" fmla="*/ 40404 h 110873"/>
                    <a:gd name="connsiteX13" fmla="*/ 70707 w 95988"/>
                    <a:gd name="connsiteY13" fmla="*/ 46074 h 110873"/>
                    <a:gd name="connsiteX14" fmla="*/ 47965 w 95988"/>
                    <a:gd name="connsiteY14" fmla="*/ 77086 h 110873"/>
                    <a:gd name="connsiteX15" fmla="*/ 57829 w 95988"/>
                    <a:gd name="connsiteY15" fmla="*/ 71415 h 110873"/>
                    <a:gd name="connsiteX16" fmla="*/ 67694 w 95988"/>
                    <a:gd name="connsiteY16" fmla="*/ 77086 h 110873"/>
                    <a:gd name="connsiteX17" fmla="*/ 67694 w 95988"/>
                    <a:gd name="connsiteY17" fmla="*/ 88427 h 110873"/>
                    <a:gd name="connsiteX18" fmla="*/ 57829 w 95988"/>
                    <a:gd name="connsiteY18" fmla="*/ 94098 h 110873"/>
                    <a:gd name="connsiteX19" fmla="*/ 47965 w 95988"/>
                    <a:gd name="connsiteY19" fmla="*/ 88427 h 110873"/>
                    <a:gd name="connsiteX20" fmla="*/ 47965 w 95988"/>
                    <a:gd name="connsiteY20" fmla="*/ 77086 h 110873"/>
                    <a:gd name="connsiteX21" fmla="*/ 35206 w 95988"/>
                    <a:gd name="connsiteY21" fmla="*/ 61137 h 110873"/>
                    <a:gd name="connsiteX22" fmla="*/ 25341 w 95988"/>
                    <a:gd name="connsiteY22" fmla="*/ 66808 h 110873"/>
                    <a:gd name="connsiteX23" fmla="*/ 15476 w 95988"/>
                    <a:gd name="connsiteY23" fmla="*/ 61137 h 110873"/>
                    <a:gd name="connsiteX24" fmla="*/ 15476 w 95988"/>
                    <a:gd name="connsiteY24" fmla="*/ 49737 h 110873"/>
                    <a:gd name="connsiteX25" fmla="*/ 25341 w 95988"/>
                    <a:gd name="connsiteY25" fmla="*/ 44066 h 110873"/>
                    <a:gd name="connsiteX26" fmla="*/ 35206 w 95988"/>
                    <a:gd name="connsiteY26" fmla="*/ 49737 h 110873"/>
                    <a:gd name="connsiteX27" fmla="*/ 35206 w 95988"/>
                    <a:gd name="connsiteY27" fmla="*/ 61137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5988" h="110873">
                      <a:moveTo>
                        <a:pt x="47965" y="0"/>
                      </a:moveTo>
                      <a:lnTo>
                        <a:pt x="0" y="27763"/>
                      </a:lnTo>
                      <a:lnTo>
                        <a:pt x="0" y="83170"/>
                      </a:lnTo>
                      <a:lnTo>
                        <a:pt x="47965" y="110874"/>
                      </a:lnTo>
                      <a:lnTo>
                        <a:pt x="95988" y="83170"/>
                      </a:lnTo>
                      <a:lnTo>
                        <a:pt x="95988" y="27763"/>
                      </a:lnTo>
                      <a:lnTo>
                        <a:pt x="47965" y="0"/>
                      </a:lnTo>
                      <a:close/>
                      <a:moveTo>
                        <a:pt x="70707" y="46074"/>
                      </a:moveTo>
                      <a:lnTo>
                        <a:pt x="60842" y="40404"/>
                      </a:lnTo>
                      <a:lnTo>
                        <a:pt x="60842" y="29003"/>
                      </a:lnTo>
                      <a:lnTo>
                        <a:pt x="70707" y="23332"/>
                      </a:lnTo>
                      <a:lnTo>
                        <a:pt x="80571" y="29003"/>
                      </a:lnTo>
                      <a:lnTo>
                        <a:pt x="80571" y="40404"/>
                      </a:lnTo>
                      <a:lnTo>
                        <a:pt x="70707" y="46074"/>
                      </a:lnTo>
                      <a:close/>
                      <a:moveTo>
                        <a:pt x="47965" y="77086"/>
                      </a:moveTo>
                      <a:lnTo>
                        <a:pt x="57829" y="71415"/>
                      </a:lnTo>
                      <a:lnTo>
                        <a:pt x="67694" y="77086"/>
                      </a:lnTo>
                      <a:lnTo>
                        <a:pt x="67694" y="88427"/>
                      </a:lnTo>
                      <a:lnTo>
                        <a:pt x="57829" y="94098"/>
                      </a:lnTo>
                      <a:lnTo>
                        <a:pt x="47965" y="88427"/>
                      </a:lnTo>
                      <a:lnTo>
                        <a:pt x="47965" y="77086"/>
                      </a:lnTo>
                      <a:close/>
                      <a:moveTo>
                        <a:pt x="35206" y="61137"/>
                      </a:moveTo>
                      <a:lnTo>
                        <a:pt x="25341" y="66808"/>
                      </a:lnTo>
                      <a:lnTo>
                        <a:pt x="15476" y="61137"/>
                      </a:lnTo>
                      <a:lnTo>
                        <a:pt x="15476" y="49737"/>
                      </a:lnTo>
                      <a:lnTo>
                        <a:pt x="25341" y="44066"/>
                      </a:lnTo>
                      <a:lnTo>
                        <a:pt x="35206" y="49737"/>
                      </a:lnTo>
                      <a:lnTo>
                        <a:pt x="35206" y="6113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74" name="Freeform: Shape 1573">
                  <a:extLst>
                    <a:ext uri="{FF2B5EF4-FFF2-40B4-BE49-F238E27FC236}">
                      <a16:creationId xmlns:a16="http://schemas.microsoft.com/office/drawing/2014/main" id="{B45DABBA-9C7B-A77A-B272-F82E5BEE409D}"/>
                    </a:ext>
                  </a:extLst>
                </p:cNvPr>
                <p:cNvSpPr/>
                <p:nvPr/>
              </p:nvSpPr>
              <p:spPr>
                <a:xfrm>
                  <a:off x="775172" y="2900974"/>
                  <a:ext cx="95988" cy="110874"/>
                </a:xfrm>
                <a:custGeom>
                  <a:avLst/>
                  <a:gdLst>
                    <a:gd name="connsiteX0" fmla="*/ 95988 w 95988"/>
                    <a:gd name="connsiteY0" fmla="*/ 27704 h 110874"/>
                    <a:gd name="connsiteX1" fmla="*/ 47965 w 95988"/>
                    <a:gd name="connsiteY1" fmla="*/ 0 h 110874"/>
                    <a:gd name="connsiteX2" fmla="*/ 0 w 95988"/>
                    <a:gd name="connsiteY2" fmla="*/ 27704 h 110874"/>
                    <a:gd name="connsiteX3" fmla="*/ 0 w 95988"/>
                    <a:gd name="connsiteY3" fmla="*/ 83111 h 110874"/>
                    <a:gd name="connsiteX4" fmla="*/ 47965 w 95988"/>
                    <a:gd name="connsiteY4" fmla="*/ 110874 h 110874"/>
                    <a:gd name="connsiteX5" fmla="*/ 95988 w 95988"/>
                    <a:gd name="connsiteY5" fmla="*/ 83111 h 110874"/>
                    <a:gd name="connsiteX6" fmla="*/ 95988 w 95988"/>
                    <a:gd name="connsiteY6" fmla="*/ 27704 h 110874"/>
                    <a:gd name="connsiteX7" fmla="*/ 65390 w 95988"/>
                    <a:gd name="connsiteY7" fmla="*/ 45307 h 110874"/>
                    <a:gd name="connsiteX8" fmla="*/ 65390 w 95988"/>
                    <a:gd name="connsiteY8" fmla="*/ 65449 h 110874"/>
                    <a:gd name="connsiteX9" fmla="*/ 48024 w 95988"/>
                    <a:gd name="connsiteY9" fmla="*/ 75491 h 110874"/>
                    <a:gd name="connsiteX10" fmla="*/ 30598 w 95988"/>
                    <a:gd name="connsiteY10" fmla="*/ 65449 h 110874"/>
                    <a:gd name="connsiteX11" fmla="*/ 30598 w 95988"/>
                    <a:gd name="connsiteY11" fmla="*/ 45307 h 110874"/>
                    <a:gd name="connsiteX12" fmla="*/ 48024 w 95988"/>
                    <a:gd name="connsiteY12" fmla="*/ 35265 h 110874"/>
                    <a:gd name="connsiteX13" fmla="*/ 65390 w 95988"/>
                    <a:gd name="connsiteY13" fmla="*/ 45307 h 11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88" h="110874">
                      <a:moveTo>
                        <a:pt x="95988" y="27704"/>
                      </a:moveTo>
                      <a:lnTo>
                        <a:pt x="47965" y="0"/>
                      </a:lnTo>
                      <a:lnTo>
                        <a:pt x="0" y="27704"/>
                      </a:lnTo>
                      <a:lnTo>
                        <a:pt x="0" y="83111"/>
                      </a:lnTo>
                      <a:lnTo>
                        <a:pt x="47965" y="110874"/>
                      </a:lnTo>
                      <a:lnTo>
                        <a:pt x="95988" y="83111"/>
                      </a:lnTo>
                      <a:lnTo>
                        <a:pt x="95988" y="27704"/>
                      </a:lnTo>
                      <a:close/>
                      <a:moveTo>
                        <a:pt x="65390" y="45307"/>
                      </a:moveTo>
                      <a:lnTo>
                        <a:pt x="65390" y="65449"/>
                      </a:lnTo>
                      <a:lnTo>
                        <a:pt x="48024" y="75491"/>
                      </a:lnTo>
                      <a:lnTo>
                        <a:pt x="30598" y="65449"/>
                      </a:lnTo>
                      <a:lnTo>
                        <a:pt x="30598" y="45307"/>
                      </a:lnTo>
                      <a:lnTo>
                        <a:pt x="48024" y="35265"/>
                      </a:lnTo>
                      <a:lnTo>
                        <a:pt x="65390" y="45307"/>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75" name="Freeform: Shape 1574">
                  <a:extLst>
                    <a:ext uri="{FF2B5EF4-FFF2-40B4-BE49-F238E27FC236}">
                      <a16:creationId xmlns:a16="http://schemas.microsoft.com/office/drawing/2014/main" id="{38029E4B-588A-F62F-8247-C31BE884CFA0}"/>
                    </a:ext>
                  </a:extLst>
                </p:cNvPr>
                <p:cNvSpPr/>
                <p:nvPr/>
              </p:nvSpPr>
              <p:spPr>
                <a:xfrm>
                  <a:off x="457259" y="2900974"/>
                  <a:ext cx="95929" cy="110814"/>
                </a:xfrm>
                <a:custGeom>
                  <a:avLst/>
                  <a:gdLst>
                    <a:gd name="connsiteX0" fmla="*/ 47965 w 95929"/>
                    <a:gd name="connsiteY0" fmla="*/ 110815 h 110814"/>
                    <a:gd name="connsiteX1" fmla="*/ 95929 w 95929"/>
                    <a:gd name="connsiteY1" fmla="*/ 83052 h 110814"/>
                    <a:gd name="connsiteX2" fmla="*/ 95929 w 95929"/>
                    <a:gd name="connsiteY2" fmla="*/ 27704 h 110814"/>
                    <a:gd name="connsiteX3" fmla="*/ 47965 w 95929"/>
                    <a:gd name="connsiteY3" fmla="*/ 0 h 110814"/>
                    <a:gd name="connsiteX4" fmla="*/ 0 w 95929"/>
                    <a:gd name="connsiteY4" fmla="*/ 27704 h 110814"/>
                    <a:gd name="connsiteX5" fmla="*/ 0 w 95929"/>
                    <a:gd name="connsiteY5" fmla="*/ 83052 h 110814"/>
                    <a:gd name="connsiteX6" fmla="*/ 47965 w 95929"/>
                    <a:gd name="connsiteY6" fmla="*/ 110815 h 110814"/>
                    <a:gd name="connsiteX7" fmla="*/ 61373 w 95929"/>
                    <a:gd name="connsiteY7" fmla="*/ 78681 h 110814"/>
                    <a:gd name="connsiteX8" fmla="*/ 34497 w 95929"/>
                    <a:gd name="connsiteY8" fmla="*/ 78681 h 110814"/>
                    <a:gd name="connsiteX9" fmla="*/ 21029 w 95929"/>
                    <a:gd name="connsiteY9" fmla="*/ 55349 h 110814"/>
                    <a:gd name="connsiteX10" fmla="*/ 34497 w 95929"/>
                    <a:gd name="connsiteY10" fmla="*/ 32016 h 110814"/>
                    <a:gd name="connsiteX11" fmla="*/ 61373 w 95929"/>
                    <a:gd name="connsiteY11" fmla="*/ 32016 h 110814"/>
                    <a:gd name="connsiteX12" fmla="*/ 74841 w 95929"/>
                    <a:gd name="connsiteY12" fmla="*/ 55349 h 110814"/>
                    <a:gd name="connsiteX13" fmla="*/ 61373 w 95929"/>
                    <a:gd name="connsiteY13" fmla="*/ 78681 h 110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29" h="110814">
                      <a:moveTo>
                        <a:pt x="47965" y="110815"/>
                      </a:moveTo>
                      <a:lnTo>
                        <a:pt x="95929" y="83052"/>
                      </a:lnTo>
                      <a:lnTo>
                        <a:pt x="95929" y="27704"/>
                      </a:lnTo>
                      <a:lnTo>
                        <a:pt x="47965" y="0"/>
                      </a:lnTo>
                      <a:lnTo>
                        <a:pt x="0" y="27704"/>
                      </a:lnTo>
                      <a:lnTo>
                        <a:pt x="0" y="83052"/>
                      </a:lnTo>
                      <a:lnTo>
                        <a:pt x="47965" y="110815"/>
                      </a:lnTo>
                      <a:close/>
                      <a:moveTo>
                        <a:pt x="61373" y="78681"/>
                      </a:moveTo>
                      <a:lnTo>
                        <a:pt x="34497" y="78681"/>
                      </a:lnTo>
                      <a:lnTo>
                        <a:pt x="21029" y="55349"/>
                      </a:lnTo>
                      <a:lnTo>
                        <a:pt x="34497" y="32016"/>
                      </a:lnTo>
                      <a:lnTo>
                        <a:pt x="61373" y="32016"/>
                      </a:lnTo>
                      <a:lnTo>
                        <a:pt x="74841" y="55349"/>
                      </a:lnTo>
                      <a:lnTo>
                        <a:pt x="61373" y="78681"/>
                      </a:ln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1521" name="Graphic 4773">
              <a:extLst>
                <a:ext uri="{FF2B5EF4-FFF2-40B4-BE49-F238E27FC236}">
                  <a16:creationId xmlns:a16="http://schemas.microsoft.com/office/drawing/2014/main" id="{590337A9-CEDD-06CE-C28A-0D35D6C98B5D}"/>
                </a:ext>
              </a:extLst>
            </p:cNvPr>
            <p:cNvGrpSpPr/>
            <p:nvPr/>
          </p:nvGrpSpPr>
          <p:grpSpPr>
            <a:xfrm>
              <a:off x="3924418" y="4634731"/>
              <a:ext cx="680365" cy="187664"/>
              <a:chOff x="3924418" y="4634731"/>
              <a:chExt cx="680365" cy="187664"/>
            </a:xfrm>
            <a:grpFill/>
          </p:grpSpPr>
          <p:sp>
            <p:nvSpPr>
              <p:cNvPr id="1522" name="Freeform: Shape 1521">
                <a:extLst>
                  <a:ext uri="{FF2B5EF4-FFF2-40B4-BE49-F238E27FC236}">
                    <a16:creationId xmlns:a16="http://schemas.microsoft.com/office/drawing/2014/main" id="{58E5E5DF-8AD5-7EBB-8C7E-0829E27D6A1C}"/>
                  </a:ext>
                </a:extLst>
              </p:cNvPr>
              <p:cNvSpPr/>
              <p:nvPr/>
            </p:nvSpPr>
            <p:spPr>
              <a:xfrm>
                <a:off x="3924418" y="4634731"/>
                <a:ext cx="680365" cy="187664"/>
              </a:xfrm>
              <a:custGeom>
                <a:avLst/>
                <a:gdLst>
                  <a:gd name="connsiteX0" fmla="*/ 89491 w 680365"/>
                  <a:gd name="connsiteY0" fmla="*/ 122452 h 187664"/>
                  <a:gd name="connsiteX1" fmla="*/ 497545 w 680365"/>
                  <a:gd name="connsiteY1" fmla="*/ 122452 h 187664"/>
                  <a:gd name="connsiteX2" fmla="*/ 586445 w 680365"/>
                  <a:gd name="connsiteY2" fmla="*/ 187665 h 187664"/>
                  <a:gd name="connsiteX3" fmla="*/ 680366 w 680365"/>
                  <a:gd name="connsiteY3" fmla="*/ 93862 h 187664"/>
                  <a:gd name="connsiteX4" fmla="*/ 586445 w 680365"/>
                  <a:gd name="connsiteY4" fmla="*/ 0 h 187664"/>
                  <a:gd name="connsiteX5" fmla="*/ 497308 w 680365"/>
                  <a:gd name="connsiteY5" fmla="*/ 66099 h 187664"/>
                  <a:gd name="connsiteX6" fmla="*/ 89491 w 680365"/>
                  <a:gd name="connsiteY6" fmla="*/ 66099 h 187664"/>
                  <a:gd name="connsiteX7" fmla="*/ 89491 w 680365"/>
                  <a:gd name="connsiteY7" fmla="*/ 71711 h 187664"/>
                  <a:gd name="connsiteX8" fmla="*/ 495536 w 680365"/>
                  <a:gd name="connsiteY8" fmla="*/ 71711 h 187664"/>
                  <a:gd name="connsiteX9" fmla="*/ 492878 w 680365"/>
                  <a:gd name="connsiteY9" fmla="*/ 91085 h 187664"/>
                  <a:gd name="connsiteX10" fmla="*/ 0 w 680365"/>
                  <a:gd name="connsiteY10" fmla="*/ 91085 h 187664"/>
                  <a:gd name="connsiteX11" fmla="*/ 0 w 680365"/>
                  <a:gd name="connsiteY11" fmla="*/ 96638 h 187664"/>
                  <a:gd name="connsiteX12" fmla="*/ 492878 w 680365"/>
                  <a:gd name="connsiteY12" fmla="*/ 96638 h 187664"/>
                  <a:gd name="connsiteX13" fmla="*/ 495773 w 680365"/>
                  <a:gd name="connsiteY13" fmla="*/ 116899 h 187664"/>
                  <a:gd name="connsiteX14" fmla="*/ 89432 w 680365"/>
                  <a:gd name="connsiteY14" fmla="*/ 116840 h 187664"/>
                  <a:gd name="connsiteX15" fmla="*/ 89432 w 680365"/>
                  <a:gd name="connsiteY15" fmla="*/ 122452 h 187664"/>
                  <a:gd name="connsiteX16" fmla="*/ 586504 w 680365"/>
                  <a:gd name="connsiteY16" fmla="*/ 19729 h 187664"/>
                  <a:gd name="connsiteX17" fmla="*/ 660577 w 680365"/>
                  <a:gd name="connsiteY17" fmla="*/ 93803 h 187664"/>
                  <a:gd name="connsiteX18" fmla="*/ 586445 w 680365"/>
                  <a:gd name="connsiteY18" fmla="*/ 167876 h 187664"/>
                  <a:gd name="connsiteX19" fmla="*/ 512371 w 680365"/>
                  <a:gd name="connsiteY19" fmla="*/ 93803 h 187664"/>
                  <a:gd name="connsiteX20" fmla="*/ 586504 w 680365"/>
                  <a:gd name="connsiteY20" fmla="*/ 19729 h 187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80365" h="187664">
                    <a:moveTo>
                      <a:pt x="89491" y="122452"/>
                    </a:moveTo>
                    <a:lnTo>
                      <a:pt x="497545" y="122452"/>
                    </a:lnTo>
                    <a:cubicBezTo>
                      <a:pt x="509713" y="160197"/>
                      <a:pt x="544682" y="187665"/>
                      <a:pt x="586445" y="187665"/>
                    </a:cubicBezTo>
                    <a:cubicBezTo>
                      <a:pt x="638308" y="187665"/>
                      <a:pt x="680366" y="145666"/>
                      <a:pt x="680366" y="93862"/>
                    </a:cubicBezTo>
                    <a:cubicBezTo>
                      <a:pt x="680366" y="41999"/>
                      <a:pt x="638367" y="0"/>
                      <a:pt x="586445" y="0"/>
                    </a:cubicBezTo>
                    <a:cubicBezTo>
                      <a:pt x="544387" y="0"/>
                      <a:pt x="509181" y="27940"/>
                      <a:pt x="497308" y="66099"/>
                    </a:cubicBezTo>
                    <a:lnTo>
                      <a:pt x="89491" y="66099"/>
                    </a:lnTo>
                    <a:lnTo>
                      <a:pt x="89491" y="71711"/>
                    </a:lnTo>
                    <a:lnTo>
                      <a:pt x="495536" y="71711"/>
                    </a:lnTo>
                    <a:cubicBezTo>
                      <a:pt x="494060" y="77972"/>
                      <a:pt x="493114" y="84411"/>
                      <a:pt x="492878" y="91085"/>
                    </a:cubicBezTo>
                    <a:lnTo>
                      <a:pt x="0" y="91085"/>
                    </a:lnTo>
                    <a:lnTo>
                      <a:pt x="0" y="96638"/>
                    </a:lnTo>
                    <a:lnTo>
                      <a:pt x="492878" y="96638"/>
                    </a:lnTo>
                    <a:cubicBezTo>
                      <a:pt x="493056" y="103608"/>
                      <a:pt x="494119" y="110401"/>
                      <a:pt x="495773" y="116899"/>
                    </a:cubicBezTo>
                    <a:lnTo>
                      <a:pt x="89432" y="116840"/>
                    </a:lnTo>
                    <a:lnTo>
                      <a:pt x="89432" y="122452"/>
                    </a:lnTo>
                    <a:close/>
                    <a:moveTo>
                      <a:pt x="586504" y="19729"/>
                    </a:moveTo>
                    <a:cubicBezTo>
                      <a:pt x="627439" y="19729"/>
                      <a:pt x="660636" y="52927"/>
                      <a:pt x="660577" y="93803"/>
                    </a:cubicBezTo>
                    <a:cubicBezTo>
                      <a:pt x="660577" y="134738"/>
                      <a:pt x="627439" y="167876"/>
                      <a:pt x="586445" y="167876"/>
                    </a:cubicBezTo>
                    <a:cubicBezTo>
                      <a:pt x="545509" y="167876"/>
                      <a:pt x="512371" y="134679"/>
                      <a:pt x="512371" y="93803"/>
                    </a:cubicBezTo>
                    <a:cubicBezTo>
                      <a:pt x="512430" y="52868"/>
                      <a:pt x="545568" y="19729"/>
                      <a:pt x="586504" y="19729"/>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523" name="Freeform: Shape 1522">
                <a:extLst>
                  <a:ext uri="{FF2B5EF4-FFF2-40B4-BE49-F238E27FC236}">
                    <a16:creationId xmlns:a16="http://schemas.microsoft.com/office/drawing/2014/main" id="{967847E4-13DB-2E30-647F-AA2980142F28}"/>
                  </a:ext>
                </a:extLst>
              </p:cNvPr>
              <p:cNvSpPr/>
              <p:nvPr/>
            </p:nvSpPr>
            <p:spPr>
              <a:xfrm>
                <a:off x="4453269" y="4670941"/>
                <a:ext cx="115186" cy="115186"/>
              </a:xfrm>
              <a:custGeom>
                <a:avLst/>
                <a:gdLst>
                  <a:gd name="connsiteX0" fmla="*/ 57593 w 115186"/>
                  <a:gd name="connsiteY0" fmla="*/ 115186 h 115186"/>
                  <a:gd name="connsiteX1" fmla="*/ 115186 w 115186"/>
                  <a:gd name="connsiteY1" fmla="*/ 57593 h 115186"/>
                  <a:gd name="connsiteX2" fmla="*/ 57593 w 115186"/>
                  <a:gd name="connsiteY2" fmla="*/ 0 h 115186"/>
                  <a:gd name="connsiteX3" fmla="*/ 0 w 115186"/>
                  <a:gd name="connsiteY3" fmla="*/ 57593 h 115186"/>
                  <a:gd name="connsiteX4" fmla="*/ 57593 w 115186"/>
                  <a:gd name="connsiteY4" fmla="*/ 115186 h 115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86" h="115186">
                    <a:moveTo>
                      <a:pt x="57593" y="115186"/>
                    </a:moveTo>
                    <a:cubicBezTo>
                      <a:pt x="89490" y="115186"/>
                      <a:pt x="115186" y="89432"/>
                      <a:pt x="115186" y="57593"/>
                    </a:cubicBezTo>
                    <a:cubicBezTo>
                      <a:pt x="115186" y="25813"/>
                      <a:pt x="89490" y="0"/>
                      <a:pt x="57593" y="0"/>
                    </a:cubicBezTo>
                    <a:cubicBezTo>
                      <a:pt x="25813" y="0"/>
                      <a:pt x="0" y="25813"/>
                      <a:pt x="0" y="57593"/>
                    </a:cubicBezTo>
                    <a:cubicBezTo>
                      <a:pt x="59" y="89432"/>
                      <a:pt x="25813" y="115186"/>
                      <a:pt x="57593" y="11518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1656" name="Group 1655">
            <a:extLst>
              <a:ext uri="{FF2B5EF4-FFF2-40B4-BE49-F238E27FC236}">
                <a16:creationId xmlns:a16="http://schemas.microsoft.com/office/drawing/2014/main" id="{1656A79A-CA31-ED2F-3063-AFA780045EA7}"/>
              </a:ext>
            </a:extLst>
          </p:cNvPr>
          <p:cNvGrpSpPr/>
          <p:nvPr userDrawn="1"/>
        </p:nvGrpSpPr>
        <p:grpSpPr>
          <a:xfrm>
            <a:off x="802059" y="18002927"/>
            <a:ext cx="10232284" cy="1784004"/>
            <a:chOff x="824337" y="7216576"/>
            <a:chExt cx="10232284" cy="3636623"/>
          </a:xfrm>
        </p:grpSpPr>
        <p:grpSp>
          <p:nvGrpSpPr>
            <p:cNvPr id="1657" name="Graphic 4773">
              <a:extLst>
                <a:ext uri="{FF2B5EF4-FFF2-40B4-BE49-F238E27FC236}">
                  <a16:creationId xmlns:a16="http://schemas.microsoft.com/office/drawing/2014/main" id="{FBF7E36B-47EB-70F2-093C-4CB778A21D52}"/>
                </a:ext>
              </a:extLst>
            </p:cNvPr>
            <p:cNvGrpSpPr/>
            <p:nvPr userDrawn="1"/>
          </p:nvGrpSpPr>
          <p:grpSpPr>
            <a:xfrm>
              <a:off x="824337" y="7216576"/>
              <a:ext cx="4296304" cy="3636623"/>
              <a:chOff x="8624" y="1576512"/>
              <a:chExt cx="5170376" cy="3982601"/>
            </a:xfrm>
            <a:solidFill>
              <a:schemeClr val="bg1">
                <a:lumMod val="95000"/>
                <a:alpha val="76000"/>
              </a:schemeClr>
            </a:solidFill>
          </p:grpSpPr>
          <p:grpSp>
            <p:nvGrpSpPr>
              <p:cNvPr id="1795" name="Graphic 4773">
                <a:extLst>
                  <a:ext uri="{FF2B5EF4-FFF2-40B4-BE49-F238E27FC236}">
                    <a16:creationId xmlns:a16="http://schemas.microsoft.com/office/drawing/2014/main" id="{2E444528-A5D0-B12D-7676-960461BF26E3}"/>
                  </a:ext>
                </a:extLst>
              </p:cNvPr>
              <p:cNvGrpSpPr/>
              <p:nvPr/>
            </p:nvGrpSpPr>
            <p:grpSpPr>
              <a:xfrm>
                <a:off x="8624" y="1576512"/>
                <a:ext cx="5170376" cy="3982601"/>
                <a:chOff x="8624" y="1576512"/>
                <a:chExt cx="5170376" cy="3982601"/>
              </a:xfrm>
              <a:grpFill/>
            </p:grpSpPr>
            <p:sp>
              <p:nvSpPr>
                <p:cNvPr id="1799" name="Freeform: Shape 1798">
                  <a:extLst>
                    <a:ext uri="{FF2B5EF4-FFF2-40B4-BE49-F238E27FC236}">
                      <a16:creationId xmlns:a16="http://schemas.microsoft.com/office/drawing/2014/main" id="{DEA9F42D-4716-E759-44FA-9B145FB25F79}"/>
                    </a:ext>
                  </a:extLst>
                </p:cNvPr>
                <p:cNvSpPr/>
                <p:nvPr/>
              </p:nvSpPr>
              <p:spPr>
                <a:xfrm>
                  <a:off x="1467647" y="2244945"/>
                  <a:ext cx="3526878" cy="437352"/>
                </a:xfrm>
                <a:custGeom>
                  <a:avLst/>
                  <a:gdLst>
                    <a:gd name="connsiteX0" fmla="*/ 2146182 w 3526878"/>
                    <a:gd name="connsiteY0" fmla="*/ 5907 h 437352"/>
                    <a:gd name="connsiteX1" fmla="*/ 1085407 w 3526878"/>
                    <a:gd name="connsiteY1" fmla="*/ 5907 h 437352"/>
                    <a:gd name="connsiteX2" fmla="*/ 967267 w 3526878"/>
                    <a:gd name="connsiteY2" fmla="*/ 124047 h 437352"/>
                    <a:gd name="connsiteX3" fmla="*/ 41467 w 3526878"/>
                    <a:gd name="connsiteY3" fmla="*/ 124047 h 437352"/>
                    <a:gd name="connsiteX4" fmla="*/ 20911 w 3526878"/>
                    <a:gd name="connsiteY4" fmla="*/ 142004 h 437352"/>
                    <a:gd name="connsiteX5" fmla="*/ 0 w 3526878"/>
                    <a:gd name="connsiteY5" fmla="*/ 121093 h 437352"/>
                    <a:gd name="connsiteX6" fmla="*/ 20911 w 3526878"/>
                    <a:gd name="connsiteY6" fmla="*/ 100182 h 437352"/>
                    <a:gd name="connsiteX7" fmla="*/ 41467 w 3526878"/>
                    <a:gd name="connsiteY7" fmla="*/ 118140 h 437352"/>
                    <a:gd name="connsiteX8" fmla="*/ 964787 w 3526878"/>
                    <a:gd name="connsiteY8" fmla="*/ 118140 h 437352"/>
                    <a:gd name="connsiteX9" fmla="*/ 1082926 w 3526878"/>
                    <a:gd name="connsiteY9" fmla="*/ 0 h 437352"/>
                    <a:gd name="connsiteX10" fmla="*/ 2148604 w 3526878"/>
                    <a:gd name="connsiteY10" fmla="*/ 0 h 437352"/>
                    <a:gd name="connsiteX11" fmla="*/ 2562092 w 3526878"/>
                    <a:gd name="connsiteY11" fmla="*/ 413488 h 437352"/>
                    <a:gd name="connsiteX12" fmla="*/ 3485412 w 3526878"/>
                    <a:gd name="connsiteY12" fmla="*/ 413488 h 437352"/>
                    <a:gd name="connsiteX13" fmla="*/ 3505968 w 3526878"/>
                    <a:gd name="connsiteY13" fmla="*/ 395531 h 437352"/>
                    <a:gd name="connsiteX14" fmla="*/ 3526879 w 3526878"/>
                    <a:gd name="connsiteY14" fmla="*/ 416442 h 437352"/>
                    <a:gd name="connsiteX15" fmla="*/ 3505968 w 3526878"/>
                    <a:gd name="connsiteY15" fmla="*/ 437353 h 437352"/>
                    <a:gd name="connsiteX16" fmla="*/ 3485412 w 3526878"/>
                    <a:gd name="connsiteY16" fmla="*/ 419395 h 437352"/>
                    <a:gd name="connsiteX17" fmla="*/ 2559670 w 3526878"/>
                    <a:gd name="connsiteY17" fmla="*/ 419395 h 437352"/>
                    <a:gd name="connsiteX18" fmla="*/ 2146182 w 3526878"/>
                    <a:gd name="connsiteY18" fmla="*/ 5907 h 437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526878" h="437352">
                      <a:moveTo>
                        <a:pt x="2146182" y="5907"/>
                      </a:moveTo>
                      <a:lnTo>
                        <a:pt x="1085407" y="5907"/>
                      </a:lnTo>
                      <a:lnTo>
                        <a:pt x="967267" y="124047"/>
                      </a:lnTo>
                      <a:lnTo>
                        <a:pt x="41467" y="124047"/>
                      </a:lnTo>
                      <a:cubicBezTo>
                        <a:pt x="40049" y="134148"/>
                        <a:pt x="31425" y="142004"/>
                        <a:pt x="20911" y="142004"/>
                      </a:cubicBezTo>
                      <a:cubicBezTo>
                        <a:pt x="9392" y="142004"/>
                        <a:pt x="0" y="132671"/>
                        <a:pt x="0" y="121093"/>
                      </a:cubicBezTo>
                      <a:cubicBezTo>
                        <a:pt x="0" y="109515"/>
                        <a:pt x="9333" y="100182"/>
                        <a:pt x="20911" y="100182"/>
                      </a:cubicBezTo>
                      <a:cubicBezTo>
                        <a:pt x="31425" y="100182"/>
                        <a:pt x="40049" y="107980"/>
                        <a:pt x="41467" y="118140"/>
                      </a:cubicBezTo>
                      <a:lnTo>
                        <a:pt x="964787" y="118140"/>
                      </a:lnTo>
                      <a:lnTo>
                        <a:pt x="1082926" y="0"/>
                      </a:lnTo>
                      <a:lnTo>
                        <a:pt x="2148604" y="0"/>
                      </a:lnTo>
                      <a:lnTo>
                        <a:pt x="2562092" y="413488"/>
                      </a:lnTo>
                      <a:lnTo>
                        <a:pt x="3485412" y="413488"/>
                      </a:lnTo>
                      <a:cubicBezTo>
                        <a:pt x="3486829" y="403388"/>
                        <a:pt x="3495454" y="395531"/>
                        <a:pt x="3505968" y="395531"/>
                      </a:cubicBezTo>
                      <a:cubicBezTo>
                        <a:pt x="3517487" y="395531"/>
                        <a:pt x="3526879" y="404864"/>
                        <a:pt x="3526879" y="416442"/>
                      </a:cubicBezTo>
                      <a:cubicBezTo>
                        <a:pt x="3526879" y="427961"/>
                        <a:pt x="3517546" y="437353"/>
                        <a:pt x="3505968" y="437353"/>
                      </a:cubicBezTo>
                      <a:cubicBezTo>
                        <a:pt x="3495454" y="437353"/>
                        <a:pt x="3486829" y="429555"/>
                        <a:pt x="3485412" y="419395"/>
                      </a:cubicBezTo>
                      <a:lnTo>
                        <a:pt x="2559670" y="419395"/>
                      </a:lnTo>
                      <a:lnTo>
                        <a:pt x="2146182"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00" name="Freeform: Shape 1799">
                  <a:extLst>
                    <a:ext uri="{FF2B5EF4-FFF2-40B4-BE49-F238E27FC236}">
                      <a16:creationId xmlns:a16="http://schemas.microsoft.com/office/drawing/2014/main" id="{19A7744D-482D-7BB8-1852-6956E9725212}"/>
                    </a:ext>
                  </a:extLst>
                </p:cNvPr>
                <p:cNvSpPr/>
                <p:nvPr/>
              </p:nvSpPr>
              <p:spPr>
                <a:xfrm>
                  <a:off x="1762996" y="3880942"/>
                  <a:ext cx="2640891" cy="1678172"/>
                </a:xfrm>
                <a:custGeom>
                  <a:avLst/>
                  <a:gdLst>
                    <a:gd name="connsiteX0" fmla="*/ 0 w 2640891"/>
                    <a:gd name="connsiteY0" fmla="*/ 670678 h 1678172"/>
                    <a:gd name="connsiteX1" fmla="*/ 20911 w 2640891"/>
                    <a:gd name="connsiteY1" fmla="*/ 691589 h 1678172"/>
                    <a:gd name="connsiteX2" fmla="*/ 41467 w 2640891"/>
                    <a:gd name="connsiteY2" fmla="*/ 673632 h 1678172"/>
                    <a:gd name="connsiteX3" fmla="*/ 1260136 w 2640891"/>
                    <a:gd name="connsiteY3" fmla="*/ 673632 h 1678172"/>
                    <a:gd name="connsiteX4" fmla="*/ 1857921 w 2640891"/>
                    <a:gd name="connsiteY4" fmla="*/ 1271418 h 1678172"/>
                    <a:gd name="connsiteX5" fmla="*/ 1789696 w 2640891"/>
                    <a:gd name="connsiteY5" fmla="*/ 1438585 h 1678172"/>
                    <a:gd name="connsiteX6" fmla="*/ 2029283 w 2640891"/>
                    <a:gd name="connsiteY6" fmla="*/ 1678172 h 1678172"/>
                    <a:gd name="connsiteX7" fmla="*/ 2268870 w 2640891"/>
                    <a:gd name="connsiteY7" fmla="*/ 1438585 h 1678172"/>
                    <a:gd name="connsiteX8" fmla="*/ 2032236 w 2640891"/>
                    <a:gd name="connsiteY8" fmla="*/ 1199116 h 1678172"/>
                    <a:gd name="connsiteX9" fmla="*/ 2032236 w 2640891"/>
                    <a:gd name="connsiteY9" fmla="*/ 23864 h 1678172"/>
                    <a:gd name="connsiteX10" fmla="*/ 2599424 w 2640891"/>
                    <a:gd name="connsiteY10" fmla="*/ 23864 h 1678172"/>
                    <a:gd name="connsiteX11" fmla="*/ 2619981 w 2640891"/>
                    <a:gd name="connsiteY11" fmla="*/ 41822 h 1678172"/>
                    <a:gd name="connsiteX12" fmla="*/ 2640891 w 2640891"/>
                    <a:gd name="connsiteY12" fmla="*/ 20911 h 1678172"/>
                    <a:gd name="connsiteX13" fmla="*/ 2619981 w 2640891"/>
                    <a:gd name="connsiteY13" fmla="*/ 0 h 1678172"/>
                    <a:gd name="connsiteX14" fmla="*/ 2599424 w 2640891"/>
                    <a:gd name="connsiteY14" fmla="*/ 17957 h 1678172"/>
                    <a:gd name="connsiteX15" fmla="*/ 2026329 w 2640891"/>
                    <a:gd name="connsiteY15" fmla="*/ 17957 h 1678172"/>
                    <a:gd name="connsiteX16" fmla="*/ 2026329 w 2640891"/>
                    <a:gd name="connsiteY16" fmla="*/ 1199116 h 1678172"/>
                    <a:gd name="connsiteX17" fmla="*/ 1862116 w 2640891"/>
                    <a:gd name="connsiteY17" fmla="*/ 1267283 h 1678172"/>
                    <a:gd name="connsiteX18" fmla="*/ 1262617 w 2640891"/>
                    <a:gd name="connsiteY18" fmla="*/ 667725 h 1678172"/>
                    <a:gd name="connsiteX19" fmla="*/ 41467 w 2640891"/>
                    <a:gd name="connsiteY19" fmla="*/ 667725 h 1678172"/>
                    <a:gd name="connsiteX20" fmla="*/ 20911 w 2640891"/>
                    <a:gd name="connsiteY20" fmla="*/ 649768 h 1678172"/>
                    <a:gd name="connsiteX21" fmla="*/ 0 w 2640891"/>
                    <a:gd name="connsiteY21" fmla="*/ 670678 h 1678172"/>
                    <a:gd name="connsiteX22" fmla="*/ 2026329 w 2640891"/>
                    <a:gd name="connsiteY22" fmla="*/ 1379456 h 1678172"/>
                    <a:gd name="connsiteX23" fmla="*/ 1989529 w 2640891"/>
                    <a:gd name="connsiteY23" fmla="*/ 1394696 h 1678172"/>
                    <a:gd name="connsiteX24" fmla="*/ 1866250 w 2640891"/>
                    <a:gd name="connsiteY24" fmla="*/ 1271418 h 1678172"/>
                    <a:gd name="connsiteX25" fmla="*/ 2026329 w 2640891"/>
                    <a:gd name="connsiteY25" fmla="*/ 1205023 h 1678172"/>
                    <a:gd name="connsiteX26" fmla="*/ 2026329 w 2640891"/>
                    <a:gd name="connsiteY26" fmla="*/ 1379456 h 1678172"/>
                    <a:gd name="connsiteX27" fmla="*/ 1862116 w 2640891"/>
                    <a:gd name="connsiteY27" fmla="*/ 1275612 h 1678172"/>
                    <a:gd name="connsiteX28" fmla="*/ 1985394 w 2640891"/>
                    <a:gd name="connsiteY28" fmla="*/ 1398890 h 1678172"/>
                    <a:gd name="connsiteX29" fmla="*/ 1970036 w 2640891"/>
                    <a:gd name="connsiteY29" fmla="*/ 1438644 h 1678172"/>
                    <a:gd name="connsiteX30" fmla="*/ 2029283 w 2640891"/>
                    <a:gd name="connsiteY30" fmla="*/ 1497891 h 1678172"/>
                    <a:gd name="connsiteX31" fmla="*/ 2088530 w 2640891"/>
                    <a:gd name="connsiteY31" fmla="*/ 1438644 h 1678172"/>
                    <a:gd name="connsiteX32" fmla="*/ 2032236 w 2640891"/>
                    <a:gd name="connsiteY32" fmla="*/ 1379515 h 1678172"/>
                    <a:gd name="connsiteX33" fmla="*/ 2032236 w 2640891"/>
                    <a:gd name="connsiteY33" fmla="*/ 1205023 h 1678172"/>
                    <a:gd name="connsiteX34" fmla="*/ 2262963 w 2640891"/>
                    <a:gd name="connsiteY34" fmla="*/ 1438585 h 1678172"/>
                    <a:gd name="connsiteX35" fmla="*/ 2029283 w 2640891"/>
                    <a:gd name="connsiteY35" fmla="*/ 1672265 h 1678172"/>
                    <a:gd name="connsiteX36" fmla="*/ 1795603 w 2640891"/>
                    <a:gd name="connsiteY36" fmla="*/ 1438585 h 1678172"/>
                    <a:gd name="connsiteX37" fmla="*/ 1862116 w 2640891"/>
                    <a:gd name="connsiteY37" fmla="*/ 1275612 h 16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640891" h="1678172">
                      <a:moveTo>
                        <a:pt x="0" y="670678"/>
                      </a:moveTo>
                      <a:cubicBezTo>
                        <a:pt x="0" y="682197"/>
                        <a:pt x="9333" y="691589"/>
                        <a:pt x="20911" y="691589"/>
                      </a:cubicBezTo>
                      <a:cubicBezTo>
                        <a:pt x="31425" y="691589"/>
                        <a:pt x="40049" y="683792"/>
                        <a:pt x="41467" y="673632"/>
                      </a:cubicBezTo>
                      <a:lnTo>
                        <a:pt x="1260136" y="673632"/>
                      </a:lnTo>
                      <a:lnTo>
                        <a:pt x="1857921" y="1271418"/>
                      </a:lnTo>
                      <a:cubicBezTo>
                        <a:pt x="1815746" y="1314598"/>
                        <a:pt x="1789696" y="1373608"/>
                        <a:pt x="1789696" y="1438585"/>
                      </a:cubicBezTo>
                      <a:cubicBezTo>
                        <a:pt x="1789696" y="1570665"/>
                        <a:pt x="1897144" y="1678172"/>
                        <a:pt x="2029283" y="1678172"/>
                      </a:cubicBezTo>
                      <a:cubicBezTo>
                        <a:pt x="2161363" y="1678172"/>
                        <a:pt x="2268870" y="1570724"/>
                        <a:pt x="2268870" y="1438585"/>
                      </a:cubicBezTo>
                      <a:cubicBezTo>
                        <a:pt x="2268870" y="1307450"/>
                        <a:pt x="2163017" y="1200711"/>
                        <a:pt x="2032236" y="1199116"/>
                      </a:cubicBezTo>
                      <a:lnTo>
                        <a:pt x="2032236" y="23864"/>
                      </a:lnTo>
                      <a:lnTo>
                        <a:pt x="2599424" y="23864"/>
                      </a:lnTo>
                      <a:cubicBezTo>
                        <a:pt x="2600842" y="33965"/>
                        <a:pt x="2609466" y="41822"/>
                        <a:pt x="2619981" y="41822"/>
                      </a:cubicBezTo>
                      <a:cubicBezTo>
                        <a:pt x="2631499" y="41822"/>
                        <a:pt x="2640891" y="32488"/>
                        <a:pt x="2640891" y="20911"/>
                      </a:cubicBezTo>
                      <a:cubicBezTo>
                        <a:pt x="2640891" y="9392"/>
                        <a:pt x="2631558" y="0"/>
                        <a:pt x="2619981" y="0"/>
                      </a:cubicBezTo>
                      <a:cubicBezTo>
                        <a:pt x="2609466" y="0"/>
                        <a:pt x="2600842" y="7797"/>
                        <a:pt x="2599424" y="17957"/>
                      </a:cubicBezTo>
                      <a:lnTo>
                        <a:pt x="2026329" y="17957"/>
                      </a:lnTo>
                      <a:lnTo>
                        <a:pt x="2026329" y="1199116"/>
                      </a:lnTo>
                      <a:cubicBezTo>
                        <a:pt x="1962534" y="1199884"/>
                        <a:pt x="1904646" y="1225757"/>
                        <a:pt x="1862116" y="1267283"/>
                      </a:cubicBezTo>
                      <a:lnTo>
                        <a:pt x="1262617" y="667725"/>
                      </a:lnTo>
                      <a:lnTo>
                        <a:pt x="41467" y="667725"/>
                      </a:lnTo>
                      <a:cubicBezTo>
                        <a:pt x="40049" y="657624"/>
                        <a:pt x="31425" y="649768"/>
                        <a:pt x="20911" y="649768"/>
                      </a:cubicBezTo>
                      <a:cubicBezTo>
                        <a:pt x="9333" y="649827"/>
                        <a:pt x="0" y="659159"/>
                        <a:pt x="0" y="670678"/>
                      </a:cubicBezTo>
                      <a:close/>
                      <a:moveTo>
                        <a:pt x="2026329" y="1379456"/>
                      </a:moveTo>
                      <a:cubicBezTo>
                        <a:pt x="2012212" y="1380165"/>
                        <a:pt x="1999394" y="1385777"/>
                        <a:pt x="1989529" y="1394696"/>
                      </a:cubicBezTo>
                      <a:lnTo>
                        <a:pt x="1866250" y="1271418"/>
                      </a:lnTo>
                      <a:cubicBezTo>
                        <a:pt x="1907717" y="1230955"/>
                        <a:pt x="1964129" y="1205791"/>
                        <a:pt x="2026329" y="1205023"/>
                      </a:cubicBezTo>
                      <a:lnTo>
                        <a:pt x="2026329" y="1379456"/>
                      </a:lnTo>
                      <a:close/>
                      <a:moveTo>
                        <a:pt x="1862116" y="1275612"/>
                      </a:moveTo>
                      <a:lnTo>
                        <a:pt x="1985394" y="1398890"/>
                      </a:lnTo>
                      <a:cubicBezTo>
                        <a:pt x="1975884" y="1409405"/>
                        <a:pt x="1970036" y="1423286"/>
                        <a:pt x="1970036" y="1438644"/>
                      </a:cubicBezTo>
                      <a:cubicBezTo>
                        <a:pt x="1970036" y="1471369"/>
                        <a:pt x="1996558" y="1497891"/>
                        <a:pt x="2029283" y="1497891"/>
                      </a:cubicBezTo>
                      <a:cubicBezTo>
                        <a:pt x="2062007" y="1497891"/>
                        <a:pt x="2088530" y="1471369"/>
                        <a:pt x="2088530" y="1438644"/>
                      </a:cubicBezTo>
                      <a:cubicBezTo>
                        <a:pt x="2088530" y="1406865"/>
                        <a:pt x="2063602" y="1381051"/>
                        <a:pt x="2032236" y="1379515"/>
                      </a:cubicBezTo>
                      <a:lnTo>
                        <a:pt x="2032236" y="1205023"/>
                      </a:lnTo>
                      <a:cubicBezTo>
                        <a:pt x="2159709" y="1206618"/>
                        <a:pt x="2262963" y="1310758"/>
                        <a:pt x="2262963" y="1438585"/>
                      </a:cubicBezTo>
                      <a:cubicBezTo>
                        <a:pt x="2262963" y="1567416"/>
                        <a:pt x="2158114" y="1672265"/>
                        <a:pt x="2029283" y="1672265"/>
                      </a:cubicBezTo>
                      <a:cubicBezTo>
                        <a:pt x="1900452" y="1672265"/>
                        <a:pt x="1795603" y="1567416"/>
                        <a:pt x="1795603" y="1438585"/>
                      </a:cubicBezTo>
                      <a:cubicBezTo>
                        <a:pt x="1795603" y="1375262"/>
                        <a:pt x="1821003" y="1317729"/>
                        <a:pt x="1862116" y="1275612"/>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01" name="Freeform: Shape 1800">
                  <a:extLst>
                    <a:ext uri="{FF2B5EF4-FFF2-40B4-BE49-F238E27FC236}">
                      <a16:creationId xmlns:a16="http://schemas.microsoft.com/office/drawing/2014/main" id="{1B42A439-D549-4B12-AA53-F4D987BA272B}"/>
                    </a:ext>
                  </a:extLst>
                </p:cNvPr>
                <p:cNvSpPr/>
                <p:nvPr/>
              </p:nvSpPr>
              <p:spPr>
                <a:xfrm>
                  <a:off x="345321" y="4176350"/>
                  <a:ext cx="2877111" cy="201073"/>
                </a:xfrm>
                <a:custGeom>
                  <a:avLst/>
                  <a:gdLst>
                    <a:gd name="connsiteX0" fmla="*/ 20911 w 2877111"/>
                    <a:gd name="connsiteY0" fmla="*/ 0 h 201073"/>
                    <a:gd name="connsiteX1" fmla="*/ 41467 w 2877111"/>
                    <a:gd name="connsiteY1" fmla="*/ 17957 h 201073"/>
                    <a:gd name="connsiteX2" fmla="*/ 849069 w 2877111"/>
                    <a:gd name="connsiteY2" fmla="*/ 17957 h 201073"/>
                    <a:gd name="connsiteX3" fmla="*/ 1026278 w 2877111"/>
                    <a:gd name="connsiteY3" fmla="*/ 195166 h 201073"/>
                    <a:gd name="connsiteX4" fmla="*/ 1438585 w 2877111"/>
                    <a:gd name="connsiteY4" fmla="*/ 195166 h 201073"/>
                    <a:gd name="connsiteX5" fmla="*/ 1850833 w 2877111"/>
                    <a:gd name="connsiteY5" fmla="*/ 195166 h 201073"/>
                    <a:gd name="connsiteX6" fmla="*/ 2028042 w 2877111"/>
                    <a:gd name="connsiteY6" fmla="*/ 17957 h 201073"/>
                    <a:gd name="connsiteX7" fmla="*/ 2835644 w 2877111"/>
                    <a:gd name="connsiteY7" fmla="*/ 17957 h 201073"/>
                    <a:gd name="connsiteX8" fmla="*/ 2856201 w 2877111"/>
                    <a:gd name="connsiteY8" fmla="*/ 0 h 201073"/>
                    <a:gd name="connsiteX9" fmla="*/ 2877111 w 2877111"/>
                    <a:gd name="connsiteY9" fmla="*/ 20911 h 201073"/>
                    <a:gd name="connsiteX10" fmla="*/ 2856201 w 2877111"/>
                    <a:gd name="connsiteY10" fmla="*/ 41821 h 201073"/>
                    <a:gd name="connsiteX11" fmla="*/ 2835644 w 2877111"/>
                    <a:gd name="connsiteY11" fmla="*/ 23864 h 201073"/>
                    <a:gd name="connsiteX12" fmla="*/ 2030523 w 2877111"/>
                    <a:gd name="connsiteY12" fmla="*/ 23864 h 201073"/>
                    <a:gd name="connsiteX13" fmla="*/ 1853314 w 2877111"/>
                    <a:gd name="connsiteY13" fmla="*/ 201073 h 201073"/>
                    <a:gd name="connsiteX14" fmla="*/ 1438585 w 2877111"/>
                    <a:gd name="connsiteY14" fmla="*/ 201073 h 201073"/>
                    <a:gd name="connsiteX15" fmla="*/ 1023856 w 2877111"/>
                    <a:gd name="connsiteY15" fmla="*/ 201073 h 201073"/>
                    <a:gd name="connsiteX16" fmla="*/ 846647 w 2877111"/>
                    <a:gd name="connsiteY16" fmla="*/ 23864 h 201073"/>
                    <a:gd name="connsiteX17" fmla="*/ 41467 w 2877111"/>
                    <a:gd name="connsiteY17" fmla="*/ 23864 h 201073"/>
                    <a:gd name="connsiteX18" fmla="*/ 20911 w 2877111"/>
                    <a:gd name="connsiteY18" fmla="*/ 41821 h 201073"/>
                    <a:gd name="connsiteX19" fmla="*/ 0 w 2877111"/>
                    <a:gd name="connsiteY19" fmla="*/ 20911 h 201073"/>
                    <a:gd name="connsiteX20" fmla="*/ 20911 w 2877111"/>
                    <a:gd name="connsiteY20" fmla="*/ 0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877111" h="201073">
                      <a:moveTo>
                        <a:pt x="20911" y="0"/>
                      </a:moveTo>
                      <a:cubicBezTo>
                        <a:pt x="31425" y="0"/>
                        <a:pt x="40049" y="7797"/>
                        <a:pt x="41467" y="17957"/>
                      </a:cubicBezTo>
                      <a:lnTo>
                        <a:pt x="849069" y="17957"/>
                      </a:lnTo>
                      <a:lnTo>
                        <a:pt x="1026278" y="195166"/>
                      </a:lnTo>
                      <a:lnTo>
                        <a:pt x="1438585" y="195166"/>
                      </a:lnTo>
                      <a:lnTo>
                        <a:pt x="1850833" y="195166"/>
                      </a:lnTo>
                      <a:lnTo>
                        <a:pt x="2028042" y="17957"/>
                      </a:lnTo>
                      <a:lnTo>
                        <a:pt x="2835644" y="17957"/>
                      </a:lnTo>
                      <a:cubicBezTo>
                        <a:pt x="2837062" y="7856"/>
                        <a:pt x="2845686" y="0"/>
                        <a:pt x="2856201" y="0"/>
                      </a:cubicBezTo>
                      <a:cubicBezTo>
                        <a:pt x="2867719" y="0"/>
                        <a:pt x="2877111" y="9333"/>
                        <a:pt x="2877111" y="20911"/>
                      </a:cubicBezTo>
                      <a:cubicBezTo>
                        <a:pt x="2877111" y="32429"/>
                        <a:pt x="2867778" y="41821"/>
                        <a:pt x="2856201" y="41821"/>
                      </a:cubicBezTo>
                      <a:cubicBezTo>
                        <a:pt x="2845686" y="41821"/>
                        <a:pt x="2837062" y="34024"/>
                        <a:pt x="2835644" y="23864"/>
                      </a:cubicBezTo>
                      <a:lnTo>
                        <a:pt x="2030523" y="23864"/>
                      </a:lnTo>
                      <a:lnTo>
                        <a:pt x="1853314" y="201073"/>
                      </a:lnTo>
                      <a:lnTo>
                        <a:pt x="1438585" y="201073"/>
                      </a:lnTo>
                      <a:lnTo>
                        <a:pt x="1023856" y="201073"/>
                      </a:lnTo>
                      <a:lnTo>
                        <a:pt x="846647" y="23864"/>
                      </a:lnTo>
                      <a:lnTo>
                        <a:pt x="41467" y="23864"/>
                      </a:lnTo>
                      <a:cubicBezTo>
                        <a:pt x="40049" y="33965"/>
                        <a:pt x="31425" y="41821"/>
                        <a:pt x="20911" y="41821"/>
                      </a:cubicBezTo>
                      <a:cubicBezTo>
                        <a:pt x="9392" y="41821"/>
                        <a:pt x="0" y="32488"/>
                        <a:pt x="0" y="20911"/>
                      </a:cubicBezTo>
                      <a:cubicBezTo>
                        <a:pt x="0" y="9333"/>
                        <a:pt x="9333" y="0"/>
                        <a:pt x="20911" y="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02" name="Freeform: Shape 1801">
                  <a:extLst>
                    <a:ext uri="{FF2B5EF4-FFF2-40B4-BE49-F238E27FC236}">
                      <a16:creationId xmlns:a16="http://schemas.microsoft.com/office/drawing/2014/main" id="{FDC3FB8E-732A-F5D7-D42C-3BFED1F69BE7}"/>
                    </a:ext>
                  </a:extLst>
                </p:cNvPr>
                <p:cNvSpPr/>
                <p:nvPr/>
              </p:nvSpPr>
              <p:spPr>
                <a:xfrm>
                  <a:off x="8624" y="2522337"/>
                  <a:ext cx="4749622" cy="1737182"/>
                </a:xfrm>
                <a:custGeom>
                  <a:avLst/>
                  <a:gdLst>
                    <a:gd name="connsiteX0" fmla="*/ 0 w 4749622"/>
                    <a:gd name="connsiteY0" fmla="*/ 552539 h 1737182"/>
                    <a:gd name="connsiteX1" fmla="*/ 20911 w 4749622"/>
                    <a:gd name="connsiteY1" fmla="*/ 573449 h 1737182"/>
                    <a:gd name="connsiteX2" fmla="*/ 41467 w 4749622"/>
                    <a:gd name="connsiteY2" fmla="*/ 555492 h 1737182"/>
                    <a:gd name="connsiteX3" fmla="*/ 1185767 w 4749622"/>
                    <a:gd name="connsiteY3" fmla="*/ 555492 h 1737182"/>
                    <a:gd name="connsiteX4" fmla="*/ 1362976 w 4749622"/>
                    <a:gd name="connsiteY4" fmla="*/ 378283 h 1737182"/>
                    <a:gd name="connsiteX5" fmla="*/ 1716863 w 4749622"/>
                    <a:gd name="connsiteY5" fmla="*/ 378283 h 1737182"/>
                    <a:gd name="connsiteX6" fmla="*/ 1772270 w 4749622"/>
                    <a:gd name="connsiteY6" fmla="*/ 433690 h 1737182"/>
                    <a:gd name="connsiteX7" fmla="*/ 1772270 w 4749622"/>
                    <a:gd name="connsiteY7" fmla="*/ 1258127 h 1737182"/>
                    <a:gd name="connsiteX8" fmla="*/ 1535637 w 4749622"/>
                    <a:gd name="connsiteY8" fmla="*/ 1497596 h 1737182"/>
                    <a:gd name="connsiteX9" fmla="*/ 1775224 w 4749622"/>
                    <a:gd name="connsiteY9" fmla="*/ 1737183 h 1737182"/>
                    <a:gd name="connsiteX10" fmla="*/ 2014811 w 4749622"/>
                    <a:gd name="connsiteY10" fmla="*/ 1497596 h 1737182"/>
                    <a:gd name="connsiteX11" fmla="*/ 1946585 w 4749622"/>
                    <a:gd name="connsiteY11" fmla="*/ 1330428 h 1737182"/>
                    <a:gd name="connsiteX12" fmla="*/ 2367162 w 4749622"/>
                    <a:gd name="connsiteY12" fmla="*/ 909852 h 1737182"/>
                    <a:gd name="connsiteX13" fmla="*/ 3664275 w 4749622"/>
                    <a:gd name="connsiteY13" fmla="*/ 909852 h 1737182"/>
                    <a:gd name="connsiteX14" fmla="*/ 3959624 w 4749622"/>
                    <a:gd name="connsiteY14" fmla="*/ 1205200 h 1737182"/>
                    <a:gd name="connsiteX15" fmla="*/ 4708156 w 4749622"/>
                    <a:gd name="connsiteY15" fmla="*/ 1205200 h 1737182"/>
                    <a:gd name="connsiteX16" fmla="*/ 4728712 w 4749622"/>
                    <a:gd name="connsiteY16" fmla="*/ 1223158 h 1737182"/>
                    <a:gd name="connsiteX17" fmla="*/ 4749623 w 4749622"/>
                    <a:gd name="connsiteY17" fmla="*/ 1202247 h 1737182"/>
                    <a:gd name="connsiteX18" fmla="*/ 4728712 w 4749622"/>
                    <a:gd name="connsiteY18" fmla="*/ 1181336 h 1737182"/>
                    <a:gd name="connsiteX19" fmla="*/ 4708156 w 4749622"/>
                    <a:gd name="connsiteY19" fmla="*/ 1199293 h 1737182"/>
                    <a:gd name="connsiteX20" fmla="*/ 3962105 w 4749622"/>
                    <a:gd name="connsiteY20" fmla="*/ 1199293 h 1737182"/>
                    <a:gd name="connsiteX21" fmla="*/ 3666756 w 4749622"/>
                    <a:gd name="connsiteY21" fmla="*/ 903945 h 1737182"/>
                    <a:gd name="connsiteX22" fmla="*/ 2364740 w 4749622"/>
                    <a:gd name="connsiteY22" fmla="*/ 903945 h 1737182"/>
                    <a:gd name="connsiteX23" fmla="*/ 1942450 w 4749622"/>
                    <a:gd name="connsiteY23" fmla="*/ 1326235 h 1737182"/>
                    <a:gd name="connsiteX24" fmla="*/ 1778236 w 4749622"/>
                    <a:gd name="connsiteY24" fmla="*/ 1258068 h 1737182"/>
                    <a:gd name="connsiteX25" fmla="*/ 1778236 w 4749622"/>
                    <a:gd name="connsiteY25" fmla="*/ 433690 h 1737182"/>
                    <a:gd name="connsiteX26" fmla="*/ 1833644 w 4749622"/>
                    <a:gd name="connsiteY26" fmla="*/ 378283 h 1737182"/>
                    <a:gd name="connsiteX27" fmla="*/ 2719159 w 4749622"/>
                    <a:gd name="connsiteY27" fmla="*/ 378283 h 1737182"/>
                    <a:gd name="connsiteX28" fmla="*/ 2955438 w 4749622"/>
                    <a:gd name="connsiteY28" fmla="*/ 614562 h 1737182"/>
                    <a:gd name="connsiteX29" fmla="*/ 4058389 w 4749622"/>
                    <a:gd name="connsiteY29" fmla="*/ 614562 h 1737182"/>
                    <a:gd name="connsiteX30" fmla="*/ 4078945 w 4749622"/>
                    <a:gd name="connsiteY30" fmla="*/ 632519 h 1737182"/>
                    <a:gd name="connsiteX31" fmla="*/ 4099856 w 4749622"/>
                    <a:gd name="connsiteY31" fmla="*/ 611608 h 1737182"/>
                    <a:gd name="connsiteX32" fmla="*/ 4078945 w 4749622"/>
                    <a:gd name="connsiteY32" fmla="*/ 590698 h 1737182"/>
                    <a:gd name="connsiteX33" fmla="*/ 4058389 w 4749622"/>
                    <a:gd name="connsiteY33" fmla="*/ 608655 h 1737182"/>
                    <a:gd name="connsiteX34" fmla="*/ 2957919 w 4749622"/>
                    <a:gd name="connsiteY34" fmla="*/ 608655 h 1737182"/>
                    <a:gd name="connsiteX35" fmla="*/ 2721640 w 4749622"/>
                    <a:gd name="connsiteY35" fmla="*/ 372376 h 1737182"/>
                    <a:gd name="connsiteX36" fmla="*/ 1833644 w 4749622"/>
                    <a:gd name="connsiteY36" fmla="*/ 372376 h 1737182"/>
                    <a:gd name="connsiteX37" fmla="*/ 1778236 w 4749622"/>
                    <a:gd name="connsiteY37" fmla="*/ 316968 h 1737182"/>
                    <a:gd name="connsiteX38" fmla="*/ 1778236 w 4749622"/>
                    <a:gd name="connsiteY38" fmla="*/ 17957 h 1737182"/>
                    <a:gd name="connsiteX39" fmla="*/ 909793 w 4749622"/>
                    <a:gd name="connsiteY39" fmla="*/ 17957 h 1737182"/>
                    <a:gd name="connsiteX40" fmla="*/ 889236 w 4749622"/>
                    <a:gd name="connsiteY40" fmla="*/ 0 h 1737182"/>
                    <a:gd name="connsiteX41" fmla="*/ 868326 w 4749622"/>
                    <a:gd name="connsiteY41" fmla="*/ 20911 h 1737182"/>
                    <a:gd name="connsiteX42" fmla="*/ 889236 w 4749622"/>
                    <a:gd name="connsiteY42" fmla="*/ 41821 h 1737182"/>
                    <a:gd name="connsiteX43" fmla="*/ 909793 w 4749622"/>
                    <a:gd name="connsiteY43" fmla="*/ 23864 h 1737182"/>
                    <a:gd name="connsiteX44" fmla="*/ 1772329 w 4749622"/>
                    <a:gd name="connsiteY44" fmla="*/ 23864 h 1737182"/>
                    <a:gd name="connsiteX45" fmla="*/ 1772329 w 4749622"/>
                    <a:gd name="connsiteY45" fmla="*/ 316968 h 1737182"/>
                    <a:gd name="connsiteX46" fmla="*/ 1716922 w 4749622"/>
                    <a:gd name="connsiteY46" fmla="*/ 372376 h 1737182"/>
                    <a:gd name="connsiteX47" fmla="*/ 1360613 w 4749622"/>
                    <a:gd name="connsiteY47" fmla="*/ 372376 h 1737182"/>
                    <a:gd name="connsiteX48" fmla="*/ 1183404 w 4749622"/>
                    <a:gd name="connsiteY48" fmla="*/ 549585 h 1737182"/>
                    <a:gd name="connsiteX49" fmla="*/ 41467 w 4749622"/>
                    <a:gd name="connsiteY49" fmla="*/ 549585 h 1737182"/>
                    <a:gd name="connsiteX50" fmla="*/ 20911 w 4749622"/>
                    <a:gd name="connsiteY50" fmla="*/ 531628 h 1737182"/>
                    <a:gd name="connsiteX51" fmla="*/ 0 w 4749622"/>
                    <a:gd name="connsiteY51" fmla="*/ 552539 h 1737182"/>
                    <a:gd name="connsiteX52" fmla="*/ 1938256 w 4749622"/>
                    <a:gd name="connsiteY52" fmla="*/ 1330488 h 1737182"/>
                    <a:gd name="connsiteX53" fmla="*/ 1814623 w 4749622"/>
                    <a:gd name="connsiteY53" fmla="*/ 1454120 h 1737182"/>
                    <a:gd name="connsiteX54" fmla="*/ 1778177 w 4749622"/>
                    <a:gd name="connsiteY54" fmla="*/ 1439058 h 1737182"/>
                    <a:gd name="connsiteX55" fmla="*/ 1778177 w 4749622"/>
                    <a:gd name="connsiteY55" fmla="*/ 1264093 h 1737182"/>
                    <a:gd name="connsiteX56" fmla="*/ 1938256 w 4749622"/>
                    <a:gd name="connsiteY56" fmla="*/ 1330488 h 1737182"/>
                    <a:gd name="connsiteX57" fmla="*/ 1772329 w 4749622"/>
                    <a:gd name="connsiteY57" fmla="*/ 1264093 h 1737182"/>
                    <a:gd name="connsiteX58" fmla="*/ 1772329 w 4749622"/>
                    <a:gd name="connsiteY58" fmla="*/ 1439058 h 1737182"/>
                    <a:gd name="connsiteX59" fmla="*/ 1716508 w 4749622"/>
                    <a:gd name="connsiteY59" fmla="*/ 1497714 h 1737182"/>
                    <a:gd name="connsiteX60" fmla="*/ 1775283 w 4749622"/>
                    <a:gd name="connsiteY60" fmla="*/ 1556489 h 1737182"/>
                    <a:gd name="connsiteX61" fmla="*/ 1834057 w 4749622"/>
                    <a:gd name="connsiteY61" fmla="*/ 1497714 h 1737182"/>
                    <a:gd name="connsiteX62" fmla="*/ 1818817 w 4749622"/>
                    <a:gd name="connsiteY62" fmla="*/ 1458315 h 1737182"/>
                    <a:gd name="connsiteX63" fmla="*/ 1942450 w 4749622"/>
                    <a:gd name="connsiteY63" fmla="*/ 1334682 h 1737182"/>
                    <a:gd name="connsiteX64" fmla="*/ 2008904 w 4749622"/>
                    <a:gd name="connsiteY64" fmla="*/ 1497714 h 1737182"/>
                    <a:gd name="connsiteX65" fmla="*/ 1775224 w 4749622"/>
                    <a:gd name="connsiteY65" fmla="*/ 1731394 h 1737182"/>
                    <a:gd name="connsiteX66" fmla="*/ 1541544 w 4749622"/>
                    <a:gd name="connsiteY66" fmla="*/ 1497714 h 1737182"/>
                    <a:gd name="connsiteX67" fmla="*/ 1772329 w 4749622"/>
                    <a:gd name="connsiteY67" fmla="*/ 1264093 h 173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4749622" h="1737182">
                      <a:moveTo>
                        <a:pt x="0" y="552539"/>
                      </a:moveTo>
                      <a:cubicBezTo>
                        <a:pt x="0" y="564057"/>
                        <a:pt x="9333" y="573449"/>
                        <a:pt x="20911" y="573449"/>
                      </a:cubicBezTo>
                      <a:cubicBezTo>
                        <a:pt x="31425" y="573449"/>
                        <a:pt x="40049" y="565652"/>
                        <a:pt x="41467" y="555492"/>
                      </a:cubicBezTo>
                      <a:lnTo>
                        <a:pt x="1185767" y="555492"/>
                      </a:lnTo>
                      <a:lnTo>
                        <a:pt x="1362976" y="378283"/>
                      </a:lnTo>
                      <a:lnTo>
                        <a:pt x="1716863" y="378283"/>
                      </a:lnTo>
                      <a:cubicBezTo>
                        <a:pt x="1718340" y="408231"/>
                        <a:pt x="1742322" y="432213"/>
                        <a:pt x="1772270" y="433690"/>
                      </a:cubicBezTo>
                      <a:lnTo>
                        <a:pt x="1772270" y="1258127"/>
                      </a:lnTo>
                      <a:cubicBezTo>
                        <a:pt x="1641549" y="1259722"/>
                        <a:pt x="1535637" y="1366520"/>
                        <a:pt x="1535637" y="1497596"/>
                      </a:cubicBezTo>
                      <a:cubicBezTo>
                        <a:pt x="1535637" y="1629676"/>
                        <a:pt x="1643085" y="1737183"/>
                        <a:pt x="1775224" y="1737183"/>
                      </a:cubicBezTo>
                      <a:cubicBezTo>
                        <a:pt x="1907304" y="1737183"/>
                        <a:pt x="2014811" y="1629735"/>
                        <a:pt x="2014811" y="1497596"/>
                      </a:cubicBezTo>
                      <a:cubicBezTo>
                        <a:pt x="2014811" y="1432619"/>
                        <a:pt x="1988761" y="1373608"/>
                        <a:pt x="1946585" y="1330428"/>
                      </a:cubicBezTo>
                      <a:lnTo>
                        <a:pt x="2367162" y="909852"/>
                      </a:lnTo>
                      <a:lnTo>
                        <a:pt x="3664275" y="909852"/>
                      </a:lnTo>
                      <a:lnTo>
                        <a:pt x="3959624" y="1205200"/>
                      </a:lnTo>
                      <a:lnTo>
                        <a:pt x="4708156" y="1205200"/>
                      </a:lnTo>
                      <a:cubicBezTo>
                        <a:pt x="4709574" y="1215301"/>
                        <a:pt x="4718198" y="1223158"/>
                        <a:pt x="4728712" y="1223158"/>
                      </a:cubicBezTo>
                      <a:cubicBezTo>
                        <a:pt x="4740231" y="1223158"/>
                        <a:pt x="4749623" y="1213825"/>
                        <a:pt x="4749623" y="1202247"/>
                      </a:cubicBezTo>
                      <a:cubicBezTo>
                        <a:pt x="4749623" y="1190729"/>
                        <a:pt x="4740290" y="1181336"/>
                        <a:pt x="4728712" y="1181336"/>
                      </a:cubicBezTo>
                      <a:cubicBezTo>
                        <a:pt x="4718198" y="1181336"/>
                        <a:pt x="4709574" y="1189134"/>
                        <a:pt x="4708156" y="1199293"/>
                      </a:cubicBezTo>
                      <a:lnTo>
                        <a:pt x="3962105" y="1199293"/>
                      </a:lnTo>
                      <a:lnTo>
                        <a:pt x="3666756" y="903945"/>
                      </a:lnTo>
                      <a:lnTo>
                        <a:pt x="2364740" y="903945"/>
                      </a:lnTo>
                      <a:lnTo>
                        <a:pt x="1942450" y="1326235"/>
                      </a:lnTo>
                      <a:cubicBezTo>
                        <a:pt x="1899920" y="1284708"/>
                        <a:pt x="1842032" y="1258895"/>
                        <a:pt x="1778236" y="1258068"/>
                      </a:cubicBezTo>
                      <a:lnTo>
                        <a:pt x="1778236" y="433690"/>
                      </a:lnTo>
                      <a:cubicBezTo>
                        <a:pt x="1808185" y="432213"/>
                        <a:pt x="1832167" y="408231"/>
                        <a:pt x="1833644" y="378283"/>
                      </a:cubicBezTo>
                      <a:lnTo>
                        <a:pt x="2719159" y="378283"/>
                      </a:lnTo>
                      <a:lnTo>
                        <a:pt x="2955438" y="614562"/>
                      </a:lnTo>
                      <a:lnTo>
                        <a:pt x="4058389" y="614562"/>
                      </a:lnTo>
                      <a:cubicBezTo>
                        <a:pt x="4059806" y="624663"/>
                        <a:pt x="4068430" y="632519"/>
                        <a:pt x="4078945" y="632519"/>
                      </a:cubicBezTo>
                      <a:cubicBezTo>
                        <a:pt x="4090463" y="632519"/>
                        <a:pt x="4099856" y="623186"/>
                        <a:pt x="4099856" y="611608"/>
                      </a:cubicBezTo>
                      <a:cubicBezTo>
                        <a:pt x="4099856" y="600031"/>
                        <a:pt x="4090523" y="590698"/>
                        <a:pt x="4078945" y="590698"/>
                      </a:cubicBezTo>
                      <a:cubicBezTo>
                        <a:pt x="4068430" y="590698"/>
                        <a:pt x="4059806" y="598495"/>
                        <a:pt x="4058389" y="608655"/>
                      </a:cubicBezTo>
                      <a:lnTo>
                        <a:pt x="2957919" y="608655"/>
                      </a:lnTo>
                      <a:lnTo>
                        <a:pt x="2721640" y="372376"/>
                      </a:lnTo>
                      <a:lnTo>
                        <a:pt x="1833644" y="372376"/>
                      </a:lnTo>
                      <a:cubicBezTo>
                        <a:pt x="1832167" y="342427"/>
                        <a:pt x="1808185" y="318445"/>
                        <a:pt x="1778236" y="316968"/>
                      </a:cubicBezTo>
                      <a:lnTo>
                        <a:pt x="1778236" y="17957"/>
                      </a:lnTo>
                      <a:lnTo>
                        <a:pt x="909793" y="17957"/>
                      </a:lnTo>
                      <a:cubicBezTo>
                        <a:pt x="908375" y="7856"/>
                        <a:pt x="899751" y="0"/>
                        <a:pt x="889236" y="0"/>
                      </a:cubicBezTo>
                      <a:cubicBezTo>
                        <a:pt x="877718" y="0"/>
                        <a:pt x="868326" y="9333"/>
                        <a:pt x="868326" y="20911"/>
                      </a:cubicBezTo>
                      <a:cubicBezTo>
                        <a:pt x="868326" y="32488"/>
                        <a:pt x="877659" y="41821"/>
                        <a:pt x="889236" y="41821"/>
                      </a:cubicBezTo>
                      <a:cubicBezTo>
                        <a:pt x="899751" y="41821"/>
                        <a:pt x="908375" y="34024"/>
                        <a:pt x="909793" y="23864"/>
                      </a:cubicBezTo>
                      <a:lnTo>
                        <a:pt x="1772329" y="23864"/>
                      </a:lnTo>
                      <a:lnTo>
                        <a:pt x="1772329" y="316968"/>
                      </a:lnTo>
                      <a:cubicBezTo>
                        <a:pt x="1742381" y="318445"/>
                        <a:pt x="1718399" y="342427"/>
                        <a:pt x="1716922" y="372376"/>
                      </a:cubicBezTo>
                      <a:lnTo>
                        <a:pt x="1360613" y="372376"/>
                      </a:lnTo>
                      <a:lnTo>
                        <a:pt x="1183404" y="549585"/>
                      </a:lnTo>
                      <a:lnTo>
                        <a:pt x="41467" y="549585"/>
                      </a:lnTo>
                      <a:cubicBezTo>
                        <a:pt x="40049" y="539484"/>
                        <a:pt x="31425" y="531628"/>
                        <a:pt x="20911" y="531628"/>
                      </a:cubicBezTo>
                      <a:cubicBezTo>
                        <a:pt x="9333" y="531687"/>
                        <a:pt x="0" y="541020"/>
                        <a:pt x="0" y="552539"/>
                      </a:cubicBezTo>
                      <a:close/>
                      <a:moveTo>
                        <a:pt x="1938256" y="1330488"/>
                      </a:moveTo>
                      <a:lnTo>
                        <a:pt x="1814623" y="1454120"/>
                      </a:lnTo>
                      <a:cubicBezTo>
                        <a:pt x="1804877" y="1445319"/>
                        <a:pt x="1792177" y="1439767"/>
                        <a:pt x="1778177" y="1439058"/>
                      </a:cubicBezTo>
                      <a:lnTo>
                        <a:pt x="1778177" y="1264093"/>
                      </a:lnTo>
                      <a:cubicBezTo>
                        <a:pt x="1840437" y="1264861"/>
                        <a:pt x="1896789" y="1290025"/>
                        <a:pt x="1938256" y="1330488"/>
                      </a:cubicBezTo>
                      <a:close/>
                      <a:moveTo>
                        <a:pt x="1772329" y="1264093"/>
                      </a:moveTo>
                      <a:lnTo>
                        <a:pt x="1772329" y="1439058"/>
                      </a:lnTo>
                      <a:cubicBezTo>
                        <a:pt x="1741259" y="1440594"/>
                        <a:pt x="1716508" y="1466230"/>
                        <a:pt x="1716508" y="1497714"/>
                      </a:cubicBezTo>
                      <a:cubicBezTo>
                        <a:pt x="1716508" y="1530202"/>
                        <a:pt x="1742794" y="1556489"/>
                        <a:pt x="1775283" y="1556489"/>
                      </a:cubicBezTo>
                      <a:cubicBezTo>
                        <a:pt x="1807771" y="1556489"/>
                        <a:pt x="1834057" y="1530202"/>
                        <a:pt x="1834057" y="1497714"/>
                      </a:cubicBezTo>
                      <a:cubicBezTo>
                        <a:pt x="1834057" y="1482533"/>
                        <a:pt x="1828268" y="1468770"/>
                        <a:pt x="1818817" y="1458315"/>
                      </a:cubicBezTo>
                      <a:lnTo>
                        <a:pt x="1942450" y="1334682"/>
                      </a:lnTo>
                      <a:cubicBezTo>
                        <a:pt x="1983563" y="1376798"/>
                        <a:pt x="2008904" y="1434332"/>
                        <a:pt x="2008904" y="1497714"/>
                      </a:cubicBezTo>
                      <a:cubicBezTo>
                        <a:pt x="2008904" y="1626545"/>
                        <a:pt x="1904055" y="1731394"/>
                        <a:pt x="1775224" y="1731394"/>
                      </a:cubicBezTo>
                      <a:cubicBezTo>
                        <a:pt x="1646393" y="1731394"/>
                        <a:pt x="1541544" y="1626545"/>
                        <a:pt x="1541544" y="1497714"/>
                      </a:cubicBezTo>
                      <a:cubicBezTo>
                        <a:pt x="1541603" y="1369828"/>
                        <a:pt x="1644857" y="1265688"/>
                        <a:pt x="1772329" y="12640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03" name="Freeform: Shape 1802">
                  <a:extLst>
                    <a:ext uri="{FF2B5EF4-FFF2-40B4-BE49-F238E27FC236}">
                      <a16:creationId xmlns:a16="http://schemas.microsoft.com/office/drawing/2014/main" id="{7FF40FC4-7467-4D65-24A5-2D53B0045F53}"/>
                    </a:ext>
                  </a:extLst>
                </p:cNvPr>
                <p:cNvSpPr/>
                <p:nvPr/>
              </p:nvSpPr>
              <p:spPr>
                <a:xfrm>
                  <a:off x="1113287" y="1831457"/>
                  <a:ext cx="2936180" cy="201073"/>
                </a:xfrm>
                <a:custGeom>
                  <a:avLst/>
                  <a:gdLst>
                    <a:gd name="connsiteX0" fmla="*/ 2915270 w 2936180"/>
                    <a:gd name="connsiteY0" fmla="*/ 201073 h 201073"/>
                    <a:gd name="connsiteX1" fmla="*/ 2894714 w 2936180"/>
                    <a:gd name="connsiteY1" fmla="*/ 183116 h 201073"/>
                    <a:gd name="connsiteX2" fmla="*/ 1791704 w 2936180"/>
                    <a:gd name="connsiteY2" fmla="*/ 183116 h 201073"/>
                    <a:gd name="connsiteX3" fmla="*/ 1614495 w 2936180"/>
                    <a:gd name="connsiteY3" fmla="*/ 5907 h 201073"/>
                    <a:gd name="connsiteX4" fmla="*/ 671860 w 2936180"/>
                    <a:gd name="connsiteY4" fmla="*/ 5907 h 201073"/>
                    <a:gd name="connsiteX5" fmla="*/ 553720 w 2936180"/>
                    <a:gd name="connsiteY5" fmla="*/ 124047 h 201073"/>
                    <a:gd name="connsiteX6" fmla="*/ 41467 w 2936180"/>
                    <a:gd name="connsiteY6" fmla="*/ 124047 h 201073"/>
                    <a:gd name="connsiteX7" fmla="*/ 20911 w 2936180"/>
                    <a:gd name="connsiteY7" fmla="*/ 142004 h 201073"/>
                    <a:gd name="connsiteX8" fmla="*/ 0 w 2936180"/>
                    <a:gd name="connsiteY8" fmla="*/ 121093 h 201073"/>
                    <a:gd name="connsiteX9" fmla="*/ 20911 w 2936180"/>
                    <a:gd name="connsiteY9" fmla="*/ 100182 h 201073"/>
                    <a:gd name="connsiteX10" fmla="*/ 41467 w 2936180"/>
                    <a:gd name="connsiteY10" fmla="*/ 118140 h 201073"/>
                    <a:gd name="connsiteX11" fmla="*/ 551298 w 2936180"/>
                    <a:gd name="connsiteY11" fmla="*/ 118140 h 201073"/>
                    <a:gd name="connsiteX12" fmla="*/ 669438 w 2936180"/>
                    <a:gd name="connsiteY12" fmla="*/ 0 h 201073"/>
                    <a:gd name="connsiteX13" fmla="*/ 1616976 w 2936180"/>
                    <a:gd name="connsiteY13" fmla="*/ 0 h 201073"/>
                    <a:gd name="connsiteX14" fmla="*/ 1794185 w 2936180"/>
                    <a:gd name="connsiteY14" fmla="*/ 177209 h 201073"/>
                    <a:gd name="connsiteX15" fmla="*/ 2894714 w 2936180"/>
                    <a:gd name="connsiteY15" fmla="*/ 177209 h 201073"/>
                    <a:gd name="connsiteX16" fmla="*/ 2915270 w 2936180"/>
                    <a:gd name="connsiteY16" fmla="*/ 159252 h 201073"/>
                    <a:gd name="connsiteX17" fmla="*/ 2936181 w 2936180"/>
                    <a:gd name="connsiteY17" fmla="*/ 180163 h 201073"/>
                    <a:gd name="connsiteX18" fmla="*/ 2915270 w 2936180"/>
                    <a:gd name="connsiteY18" fmla="*/ 201073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36180" h="201073">
                      <a:moveTo>
                        <a:pt x="2915270" y="201073"/>
                      </a:moveTo>
                      <a:cubicBezTo>
                        <a:pt x="2904756" y="201073"/>
                        <a:pt x="2896132" y="193276"/>
                        <a:pt x="2894714" y="183116"/>
                      </a:cubicBezTo>
                      <a:lnTo>
                        <a:pt x="1791704" y="183116"/>
                      </a:lnTo>
                      <a:lnTo>
                        <a:pt x="1614495" y="5907"/>
                      </a:lnTo>
                      <a:lnTo>
                        <a:pt x="671860" y="5907"/>
                      </a:lnTo>
                      <a:lnTo>
                        <a:pt x="553720" y="124047"/>
                      </a:lnTo>
                      <a:lnTo>
                        <a:pt x="41467" y="124047"/>
                      </a:lnTo>
                      <a:cubicBezTo>
                        <a:pt x="40049" y="134147"/>
                        <a:pt x="31425" y="142004"/>
                        <a:pt x="20911" y="142004"/>
                      </a:cubicBezTo>
                      <a:cubicBezTo>
                        <a:pt x="9392" y="142004"/>
                        <a:pt x="0" y="132671"/>
                        <a:pt x="0" y="121093"/>
                      </a:cubicBezTo>
                      <a:cubicBezTo>
                        <a:pt x="0" y="109574"/>
                        <a:pt x="9333" y="100182"/>
                        <a:pt x="20911" y="100182"/>
                      </a:cubicBezTo>
                      <a:cubicBezTo>
                        <a:pt x="31425" y="100182"/>
                        <a:pt x="40049" y="107980"/>
                        <a:pt x="41467" y="118140"/>
                      </a:cubicBezTo>
                      <a:lnTo>
                        <a:pt x="551298" y="118140"/>
                      </a:lnTo>
                      <a:lnTo>
                        <a:pt x="669438" y="0"/>
                      </a:lnTo>
                      <a:lnTo>
                        <a:pt x="1616976" y="0"/>
                      </a:lnTo>
                      <a:lnTo>
                        <a:pt x="1794185" y="177209"/>
                      </a:lnTo>
                      <a:lnTo>
                        <a:pt x="2894714" y="177209"/>
                      </a:lnTo>
                      <a:cubicBezTo>
                        <a:pt x="2896132" y="167108"/>
                        <a:pt x="2904756" y="159252"/>
                        <a:pt x="2915270" y="159252"/>
                      </a:cubicBezTo>
                      <a:cubicBezTo>
                        <a:pt x="2926789" y="159252"/>
                        <a:pt x="2936181" y="168585"/>
                        <a:pt x="2936181" y="180163"/>
                      </a:cubicBezTo>
                      <a:cubicBezTo>
                        <a:pt x="2936181" y="191741"/>
                        <a:pt x="2926789" y="201073"/>
                        <a:pt x="2915270" y="20107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04" name="Freeform: Shape 1803">
                  <a:extLst>
                    <a:ext uri="{FF2B5EF4-FFF2-40B4-BE49-F238E27FC236}">
                      <a16:creationId xmlns:a16="http://schemas.microsoft.com/office/drawing/2014/main" id="{EE99719F-CC98-3DB2-3E8F-A797BC6B98A5}"/>
                    </a:ext>
                  </a:extLst>
                </p:cNvPr>
                <p:cNvSpPr/>
                <p:nvPr/>
              </p:nvSpPr>
              <p:spPr>
                <a:xfrm>
                  <a:off x="3939625" y="1922670"/>
                  <a:ext cx="177764" cy="177840"/>
                </a:xfrm>
                <a:custGeom>
                  <a:avLst/>
                  <a:gdLst>
                    <a:gd name="connsiteX0" fmla="*/ 19348 w 177764"/>
                    <a:gd name="connsiteY0" fmla="*/ 144416 h 177840"/>
                    <a:gd name="connsiteX1" fmla="*/ 19348 w 177764"/>
                    <a:gd name="connsiteY1" fmla="*/ 175369 h 177840"/>
                    <a:gd name="connsiteX2" fmla="*/ 27736 w 177764"/>
                    <a:gd name="connsiteY2" fmla="*/ 166922 h 177840"/>
                    <a:gd name="connsiteX3" fmla="*/ 27736 w 177764"/>
                    <a:gd name="connsiteY3" fmla="*/ 153513 h 177840"/>
                    <a:gd name="connsiteX4" fmla="*/ 144340 w 177764"/>
                    <a:gd name="connsiteY4" fmla="*/ 158475 h 177840"/>
                    <a:gd name="connsiteX5" fmla="*/ 175293 w 177764"/>
                    <a:gd name="connsiteY5" fmla="*/ 158475 h 177840"/>
                    <a:gd name="connsiteX6" fmla="*/ 166846 w 177764"/>
                    <a:gd name="connsiteY6" fmla="*/ 150028 h 177840"/>
                    <a:gd name="connsiteX7" fmla="*/ 153437 w 177764"/>
                    <a:gd name="connsiteY7" fmla="*/ 150028 h 177840"/>
                    <a:gd name="connsiteX8" fmla="*/ 158399 w 177764"/>
                    <a:gd name="connsiteY8" fmla="*/ 33424 h 177840"/>
                    <a:gd name="connsiteX9" fmla="*/ 158399 w 177764"/>
                    <a:gd name="connsiteY9" fmla="*/ 2472 h 177840"/>
                    <a:gd name="connsiteX10" fmla="*/ 149952 w 177764"/>
                    <a:gd name="connsiteY10" fmla="*/ 10919 h 177840"/>
                    <a:gd name="connsiteX11" fmla="*/ 149952 w 177764"/>
                    <a:gd name="connsiteY11" fmla="*/ 24327 h 177840"/>
                    <a:gd name="connsiteX12" fmla="*/ 33348 w 177764"/>
                    <a:gd name="connsiteY12" fmla="*/ 19366 h 177840"/>
                    <a:gd name="connsiteX13" fmla="*/ 2395 w 177764"/>
                    <a:gd name="connsiteY13" fmla="*/ 19366 h 177840"/>
                    <a:gd name="connsiteX14" fmla="*/ 10843 w 177764"/>
                    <a:gd name="connsiteY14" fmla="*/ 27813 h 177840"/>
                    <a:gd name="connsiteX15" fmla="*/ 24251 w 177764"/>
                    <a:gd name="connsiteY15" fmla="*/ 27813 h 177840"/>
                    <a:gd name="connsiteX16" fmla="*/ 19348 w 177764"/>
                    <a:gd name="connsiteY16" fmla="*/ 144416 h 177840"/>
                    <a:gd name="connsiteX17" fmla="*/ 27796 w 177764"/>
                    <a:gd name="connsiteY17" fmla="*/ 30530 h 177840"/>
                    <a:gd name="connsiteX18" fmla="*/ 27796 w 177764"/>
                    <a:gd name="connsiteY18" fmla="*/ 44707 h 177840"/>
                    <a:gd name="connsiteX19" fmla="*/ 36242 w 177764"/>
                    <a:gd name="connsiteY19" fmla="*/ 53154 h 177840"/>
                    <a:gd name="connsiteX20" fmla="*/ 36242 w 177764"/>
                    <a:gd name="connsiteY20" fmla="*/ 22792 h 177840"/>
                    <a:gd name="connsiteX21" fmla="*/ 147412 w 177764"/>
                    <a:gd name="connsiteY21" fmla="*/ 27872 h 177840"/>
                    <a:gd name="connsiteX22" fmla="*/ 133235 w 177764"/>
                    <a:gd name="connsiteY22" fmla="*/ 27872 h 177840"/>
                    <a:gd name="connsiteX23" fmla="*/ 124788 w 177764"/>
                    <a:gd name="connsiteY23" fmla="*/ 36319 h 177840"/>
                    <a:gd name="connsiteX24" fmla="*/ 155150 w 177764"/>
                    <a:gd name="connsiteY24" fmla="*/ 36319 h 177840"/>
                    <a:gd name="connsiteX25" fmla="*/ 150070 w 177764"/>
                    <a:gd name="connsiteY25" fmla="*/ 147488 h 177840"/>
                    <a:gd name="connsiteX26" fmla="*/ 150070 w 177764"/>
                    <a:gd name="connsiteY26" fmla="*/ 133311 h 177840"/>
                    <a:gd name="connsiteX27" fmla="*/ 141623 w 177764"/>
                    <a:gd name="connsiteY27" fmla="*/ 124864 h 177840"/>
                    <a:gd name="connsiteX28" fmla="*/ 141623 w 177764"/>
                    <a:gd name="connsiteY28" fmla="*/ 155226 h 177840"/>
                    <a:gd name="connsiteX29" fmla="*/ 30453 w 177764"/>
                    <a:gd name="connsiteY29" fmla="*/ 150146 h 177840"/>
                    <a:gd name="connsiteX30" fmla="*/ 44630 w 177764"/>
                    <a:gd name="connsiteY30" fmla="*/ 150146 h 177840"/>
                    <a:gd name="connsiteX31" fmla="*/ 53077 w 177764"/>
                    <a:gd name="connsiteY31" fmla="*/ 141699 h 177840"/>
                    <a:gd name="connsiteX32" fmla="*/ 22715 w 177764"/>
                    <a:gd name="connsiteY32" fmla="*/ 141699 h 177840"/>
                    <a:gd name="connsiteX33" fmla="*/ 27796 w 177764"/>
                    <a:gd name="connsiteY33" fmla="*/ 30530 h 177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840">
                      <a:moveTo>
                        <a:pt x="19348" y="144416"/>
                      </a:moveTo>
                      <a:lnTo>
                        <a:pt x="19348" y="175369"/>
                      </a:lnTo>
                      <a:lnTo>
                        <a:pt x="27736" y="166922"/>
                      </a:lnTo>
                      <a:lnTo>
                        <a:pt x="27736" y="153513"/>
                      </a:lnTo>
                      <a:cubicBezTo>
                        <a:pt x="60107" y="184170"/>
                        <a:pt x="110080" y="185883"/>
                        <a:pt x="144340" y="158475"/>
                      </a:cubicBezTo>
                      <a:lnTo>
                        <a:pt x="175293" y="158475"/>
                      </a:lnTo>
                      <a:lnTo>
                        <a:pt x="166846" y="150028"/>
                      </a:lnTo>
                      <a:lnTo>
                        <a:pt x="153437" y="150028"/>
                      </a:lnTo>
                      <a:cubicBezTo>
                        <a:pt x="184094" y="117599"/>
                        <a:pt x="185807" y="67685"/>
                        <a:pt x="158399" y="33424"/>
                      </a:cubicBezTo>
                      <a:lnTo>
                        <a:pt x="158399" y="2472"/>
                      </a:lnTo>
                      <a:lnTo>
                        <a:pt x="149952" y="10919"/>
                      </a:lnTo>
                      <a:lnTo>
                        <a:pt x="149952" y="24327"/>
                      </a:lnTo>
                      <a:cubicBezTo>
                        <a:pt x="117581" y="-6330"/>
                        <a:pt x="67609" y="-8043"/>
                        <a:pt x="33348" y="19366"/>
                      </a:cubicBezTo>
                      <a:lnTo>
                        <a:pt x="2395" y="19366"/>
                      </a:lnTo>
                      <a:lnTo>
                        <a:pt x="10843" y="27813"/>
                      </a:lnTo>
                      <a:lnTo>
                        <a:pt x="24251" y="27813"/>
                      </a:lnTo>
                      <a:cubicBezTo>
                        <a:pt x="-6347" y="60242"/>
                        <a:pt x="-8001" y="110156"/>
                        <a:pt x="19348" y="144416"/>
                      </a:cubicBezTo>
                      <a:close/>
                      <a:moveTo>
                        <a:pt x="27796" y="30530"/>
                      </a:moveTo>
                      <a:lnTo>
                        <a:pt x="27796" y="44707"/>
                      </a:lnTo>
                      <a:lnTo>
                        <a:pt x="36242" y="53154"/>
                      </a:lnTo>
                      <a:lnTo>
                        <a:pt x="36242" y="22792"/>
                      </a:lnTo>
                      <a:cubicBezTo>
                        <a:pt x="68967" y="-3317"/>
                        <a:pt x="116636" y="-1604"/>
                        <a:pt x="147412" y="27872"/>
                      </a:cubicBezTo>
                      <a:lnTo>
                        <a:pt x="133235" y="27872"/>
                      </a:lnTo>
                      <a:lnTo>
                        <a:pt x="124788" y="36319"/>
                      </a:lnTo>
                      <a:lnTo>
                        <a:pt x="155150" y="36319"/>
                      </a:lnTo>
                      <a:cubicBezTo>
                        <a:pt x="181259" y="69043"/>
                        <a:pt x="179546" y="116713"/>
                        <a:pt x="150070" y="147488"/>
                      </a:cubicBezTo>
                      <a:lnTo>
                        <a:pt x="150070" y="133311"/>
                      </a:lnTo>
                      <a:lnTo>
                        <a:pt x="141623" y="124864"/>
                      </a:lnTo>
                      <a:lnTo>
                        <a:pt x="141623" y="155226"/>
                      </a:lnTo>
                      <a:cubicBezTo>
                        <a:pt x="108898" y="181335"/>
                        <a:pt x="61229" y="179622"/>
                        <a:pt x="30453" y="150146"/>
                      </a:cubicBezTo>
                      <a:lnTo>
                        <a:pt x="44630" y="150146"/>
                      </a:lnTo>
                      <a:lnTo>
                        <a:pt x="53077" y="141699"/>
                      </a:lnTo>
                      <a:lnTo>
                        <a:pt x="22715" y="141699"/>
                      </a:lnTo>
                      <a:cubicBezTo>
                        <a:pt x="-3334" y="108974"/>
                        <a:pt x="-1681" y="61305"/>
                        <a:pt x="27796" y="305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05" name="Freeform: Shape 1804">
                  <a:extLst>
                    <a:ext uri="{FF2B5EF4-FFF2-40B4-BE49-F238E27FC236}">
                      <a16:creationId xmlns:a16="http://schemas.microsoft.com/office/drawing/2014/main" id="{A7F42066-C71F-6158-A249-9601C766A24E}"/>
                    </a:ext>
                  </a:extLst>
                </p:cNvPr>
                <p:cNvSpPr/>
                <p:nvPr/>
              </p:nvSpPr>
              <p:spPr>
                <a:xfrm>
                  <a:off x="3112330" y="4108370"/>
                  <a:ext cx="177787" cy="177790"/>
                </a:xfrm>
                <a:custGeom>
                  <a:avLst/>
                  <a:gdLst>
                    <a:gd name="connsiteX0" fmla="*/ 19372 w 177787"/>
                    <a:gd name="connsiteY0" fmla="*/ 144357 h 177790"/>
                    <a:gd name="connsiteX1" fmla="*/ 19372 w 177787"/>
                    <a:gd name="connsiteY1" fmla="*/ 175310 h 177790"/>
                    <a:gd name="connsiteX2" fmla="*/ 27760 w 177787"/>
                    <a:gd name="connsiteY2" fmla="*/ 166863 h 177790"/>
                    <a:gd name="connsiteX3" fmla="*/ 27760 w 177787"/>
                    <a:gd name="connsiteY3" fmla="*/ 153454 h 177790"/>
                    <a:gd name="connsiteX4" fmla="*/ 144363 w 177787"/>
                    <a:gd name="connsiteY4" fmla="*/ 158475 h 177790"/>
                    <a:gd name="connsiteX5" fmla="*/ 175316 w 177787"/>
                    <a:gd name="connsiteY5" fmla="*/ 158475 h 177790"/>
                    <a:gd name="connsiteX6" fmla="*/ 166869 w 177787"/>
                    <a:gd name="connsiteY6" fmla="*/ 150028 h 177790"/>
                    <a:gd name="connsiteX7" fmla="*/ 153460 w 177787"/>
                    <a:gd name="connsiteY7" fmla="*/ 150028 h 177790"/>
                    <a:gd name="connsiteX8" fmla="*/ 158422 w 177787"/>
                    <a:gd name="connsiteY8" fmla="*/ 33424 h 177790"/>
                    <a:gd name="connsiteX9" fmla="*/ 158422 w 177787"/>
                    <a:gd name="connsiteY9" fmla="*/ 2472 h 177790"/>
                    <a:gd name="connsiteX10" fmla="*/ 149975 w 177787"/>
                    <a:gd name="connsiteY10" fmla="*/ 10918 h 177790"/>
                    <a:gd name="connsiteX11" fmla="*/ 149975 w 177787"/>
                    <a:gd name="connsiteY11" fmla="*/ 24327 h 177790"/>
                    <a:gd name="connsiteX12" fmla="*/ 33371 w 177787"/>
                    <a:gd name="connsiteY12" fmla="*/ 19365 h 177790"/>
                    <a:gd name="connsiteX13" fmla="*/ 2419 w 177787"/>
                    <a:gd name="connsiteY13" fmla="*/ 19365 h 177790"/>
                    <a:gd name="connsiteX14" fmla="*/ 10866 w 177787"/>
                    <a:gd name="connsiteY14" fmla="*/ 27812 h 177790"/>
                    <a:gd name="connsiteX15" fmla="*/ 24275 w 177787"/>
                    <a:gd name="connsiteY15" fmla="*/ 27812 h 177790"/>
                    <a:gd name="connsiteX16" fmla="*/ 19372 w 177787"/>
                    <a:gd name="connsiteY16" fmla="*/ 144357 h 177790"/>
                    <a:gd name="connsiteX17" fmla="*/ 27760 w 177787"/>
                    <a:gd name="connsiteY17" fmla="*/ 30411 h 177790"/>
                    <a:gd name="connsiteX18" fmla="*/ 27760 w 177787"/>
                    <a:gd name="connsiteY18" fmla="*/ 44588 h 177790"/>
                    <a:gd name="connsiteX19" fmla="*/ 36207 w 177787"/>
                    <a:gd name="connsiteY19" fmla="*/ 53035 h 177790"/>
                    <a:gd name="connsiteX20" fmla="*/ 36207 w 177787"/>
                    <a:gd name="connsiteY20" fmla="*/ 22673 h 177790"/>
                    <a:gd name="connsiteX21" fmla="*/ 147376 w 177787"/>
                    <a:gd name="connsiteY21" fmla="*/ 27754 h 177790"/>
                    <a:gd name="connsiteX22" fmla="*/ 133199 w 177787"/>
                    <a:gd name="connsiteY22" fmla="*/ 27754 h 177790"/>
                    <a:gd name="connsiteX23" fmla="*/ 124752 w 177787"/>
                    <a:gd name="connsiteY23" fmla="*/ 36201 h 177790"/>
                    <a:gd name="connsiteX24" fmla="*/ 155114 w 177787"/>
                    <a:gd name="connsiteY24" fmla="*/ 36201 h 177790"/>
                    <a:gd name="connsiteX25" fmla="*/ 150034 w 177787"/>
                    <a:gd name="connsiteY25" fmla="*/ 147370 h 177790"/>
                    <a:gd name="connsiteX26" fmla="*/ 150034 w 177787"/>
                    <a:gd name="connsiteY26" fmla="*/ 133193 h 177790"/>
                    <a:gd name="connsiteX27" fmla="*/ 141587 w 177787"/>
                    <a:gd name="connsiteY27" fmla="*/ 124746 h 177790"/>
                    <a:gd name="connsiteX28" fmla="*/ 141587 w 177787"/>
                    <a:gd name="connsiteY28" fmla="*/ 155108 h 177790"/>
                    <a:gd name="connsiteX29" fmla="*/ 30418 w 177787"/>
                    <a:gd name="connsiteY29" fmla="*/ 150028 h 177790"/>
                    <a:gd name="connsiteX30" fmla="*/ 44595 w 177787"/>
                    <a:gd name="connsiteY30" fmla="*/ 150028 h 177790"/>
                    <a:gd name="connsiteX31" fmla="*/ 53041 w 177787"/>
                    <a:gd name="connsiteY31" fmla="*/ 141581 h 177790"/>
                    <a:gd name="connsiteX32" fmla="*/ 22680 w 177787"/>
                    <a:gd name="connsiteY32" fmla="*/ 141581 h 177790"/>
                    <a:gd name="connsiteX33" fmla="*/ 27760 w 177787"/>
                    <a:gd name="connsiteY33" fmla="*/ 30411 h 177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87" h="177790">
                      <a:moveTo>
                        <a:pt x="19372" y="144357"/>
                      </a:moveTo>
                      <a:lnTo>
                        <a:pt x="19372" y="175310"/>
                      </a:lnTo>
                      <a:lnTo>
                        <a:pt x="27760" y="166863"/>
                      </a:lnTo>
                      <a:lnTo>
                        <a:pt x="27760" y="153454"/>
                      </a:lnTo>
                      <a:cubicBezTo>
                        <a:pt x="60130" y="184111"/>
                        <a:pt x="110103" y="185824"/>
                        <a:pt x="144363" y="158475"/>
                      </a:cubicBezTo>
                      <a:lnTo>
                        <a:pt x="175316" y="158475"/>
                      </a:lnTo>
                      <a:lnTo>
                        <a:pt x="166869" y="150028"/>
                      </a:lnTo>
                      <a:lnTo>
                        <a:pt x="153460" y="150028"/>
                      </a:lnTo>
                      <a:cubicBezTo>
                        <a:pt x="184117" y="117598"/>
                        <a:pt x="185830" y="67684"/>
                        <a:pt x="158422" y="33424"/>
                      </a:cubicBezTo>
                      <a:lnTo>
                        <a:pt x="158422" y="2472"/>
                      </a:lnTo>
                      <a:lnTo>
                        <a:pt x="149975" y="10918"/>
                      </a:lnTo>
                      <a:lnTo>
                        <a:pt x="149975" y="24327"/>
                      </a:lnTo>
                      <a:cubicBezTo>
                        <a:pt x="117605" y="-6330"/>
                        <a:pt x="67632" y="-8043"/>
                        <a:pt x="33371" y="19365"/>
                      </a:cubicBezTo>
                      <a:lnTo>
                        <a:pt x="2419" y="19365"/>
                      </a:lnTo>
                      <a:lnTo>
                        <a:pt x="10866" y="27812"/>
                      </a:lnTo>
                      <a:lnTo>
                        <a:pt x="24275" y="27812"/>
                      </a:lnTo>
                      <a:cubicBezTo>
                        <a:pt x="-6324" y="60124"/>
                        <a:pt x="-8036" y="110038"/>
                        <a:pt x="19372" y="144357"/>
                      </a:cubicBezTo>
                      <a:close/>
                      <a:moveTo>
                        <a:pt x="27760" y="30411"/>
                      </a:moveTo>
                      <a:lnTo>
                        <a:pt x="27760" y="44588"/>
                      </a:lnTo>
                      <a:lnTo>
                        <a:pt x="36207" y="53035"/>
                      </a:lnTo>
                      <a:lnTo>
                        <a:pt x="36207" y="22673"/>
                      </a:lnTo>
                      <a:cubicBezTo>
                        <a:pt x="68931" y="-3435"/>
                        <a:pt x="116601" y="-1723"/>
                        <a:pt x="147376" y="27754"/>
                      </a:cubicBezTo>
                      <a:lnTo>
                        <a:pt x="133199" y="27754"/>
                      </a:lnTo>
                      <a:lnTo>
                        <a:pt x="124752" y="36201"/>
                      </a:lnTo>
                      <a:lnTo>
                        <a:pt x="155114" y="36201"/>
                      </a:lnTo>
                      <a:cubicBezTo>
                        <a:pt x="181223" y="68925"/>
                        <a:pt x="179510" y="116594"/>
                        <a:pt x="150034" y="147370"/>
                      </a:cubicBezTo>
                      <a:lnTo>
                        <a:pt x="150034" y="133193"/>
                      </a:lnTo>
                      <a:lnTo>
                        <a:pt x="141587" y="124746"/>
                      </a:lnTo>
                      <a:lnTo>
                        <a:pt x="141587" y="155108"/>
                      </a:lnTo>
                      <a:cubicBezTo>
                        <a:pt x="108862" y="181158"/>
                        <a:pt x="61193" y="179504"/>
                        <a:pt x="30418" y="150028"/>
                      </a:cubicBezTo>
                      <a:lnTo>
                        <a:pt x="44595" y="150028"/>
                      </a:lnTo>
                      <a:lnTo>
                        <a:pt x="53041" y="141581"/>
                      </a:lnTo>
                      <a:lnTo>
                        <a:pt x="22680" y="141581"/>
                      </a:lnTo>
                      <a:cubicBezTo>
                        <a:pt x="-3370" y="108856"/>
                        <a:pt x="-1657" y="61187"/>
                        <a:pt x="27760" y="30411"/>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06" name="Freeform: Shape 1805">
                  <a:extLst>
                    <a:ext uri="{FF2B5EF4-FFF2-40B4-BE49-F238E27FC236}">
                      <a16:creationId xmlns:a16="http://schemas.microsoft.com/office/drawing/2014/main" id="{B42478C9-64FE-0CE9-F68C-DA7F6F83D21E}"/>
                    </a:ext>
                  </a:extLst>
                </p:cNvPr>
                <p:cNvSpPr/>
                <p:nvPr/>
              </p:nvSpPr>
              <p:spPr>
                <a:xfrm>
                  <a:off x="808927" y="2454830"/>
                  <a:ext cx="177764" cy="177731"/>
                </a:xfrm>
                <a:custGeom>
                  <a:avLst/>
                  <a:gdLst>
                    <a:gd name="connsiteX0" fmla="*/ 19348 w 177764"/>
                    <a:gd name="connsiteY0" fmla="*/ 144239 h 177731"/>
                    <a:gd name="connsiteX1" fmla="*/ 19348 w 177764"/>
                    <a:gd name="connsiteY1" fmla="*/ 175192 h 177731"/>
                    <a:gd name="connsiteX2" fmla="*/ 27736 w 177764"/>
                    <a:gd name="connsiteY2" fmla="*/ 166804 h 177731"/>
                    <a:gd name="connsiteX3" fmla="*/ 27736 w 177764"/>
                    <a:gd name="connsiteY3" fmla="*/ 153395 h 177731"/>
                    <a:gd name="connsiteX4" fmla="*/ 144340 w 177764"/>
                    <a:gd name="connsiteY4" fmla="*/ 158416 h 177731"/>
                    <a:gd name="connsiteX5" fmla="*/ 175293 w 177764"/>
                    <a:gd name="connsiteY5" fmla="*/ 158416 h 177731"/>
                    <a:gd name="connsiteX6" fmla="*/ 166846 w 177764"/>
                    <a:gd name="connsiteY6" fmla="*/ 150028 h 177731"/>
                    <a:gd name="connsiteX7" fmla="*/ 153437 w 177764"/>
                    <a:gd name="connsiteY7" fmla="*/ 150028 h 177731"/>
                    <a:gd name="connsiteX8" fmla="*/ 158399 w 177764"/>
                    <a:gd name="connsiteY8" fmla="*/ 33424 h 177731"/>
                    <a:gd name="connsiteX9" fmla="*/ 158399 w 177764"/>
                    <a:gd name="connsiteY9" fmla="*/ 2472 h 177731"/>
                    <a:gd name="connsiteX10" fmla="*/ 149952 w 177764"/>
                    <a:gd name="connsiteY10" fmla="*/ 10919 h 177731"/>
                    <a:gd name="connsiteX11" fmla="*/ 149952 w 177764"/>
                    <a:gd name="connsiteY11" fmla="*/ 24328 h 177731"/>
                    <a:gd name="connsiteX12" fmla="*/ 33348 w 177764"/>
                    <a:gd name="connsiteY12" fmla="*/ 19365 h 177731"/>
                    <a:gd name="connsiteX13" fmla="*/ 2395 w 177764"/>
                    <a:gd name="connsiteY13" fmla="*/ 19365 h 177731"/>
                    <a:gd name="connsiteX14" fmla="*/ 10842 w 177764"/>
                    <a:gd name="connsiteY14" fmla="*/ 27813 h 177731"/>
                    <a:gd name="connsiteX15" fmla="*/ 24251 w 177764"/>
                    <a:gd name="connsiteY15" fmla="*/ 27813 h 177731"/>
                    <a:gd name="connsiteX16" fmla="*/ 19348 w 177764"/>
                    <a:gd name="connsiteY16" fmla="*/ 144239 h 177731"/>
                    <a:gd name="connsiteX17" fmla="*/ 27795 w 177764"/>
                    <a:gd name="connsiteY17" fmla="*/ 30293 h 177731"/>
                    <a:gd name="connsiteX18" fmla="*/ 27795 w 177764"/>
                    <a:gd name="connsiteY18" fmla="*/ 44470 h 177731"/>
                    <a:gd name="connsiteX19" fmla="*/ 36242 w 177764"/>
                    <a:gd name="connsiteY19" fmla="*/ 52917 h 177731"/>
                    <a:gd name="connsiteX20" fmla="*/ 36242 w 177764"/>
                    <a:gd name="connsiteY20" fmla="*/ 22555 h 177731"/>
                    <a:gd name="connsiteX21" fmla="*/ 147412 w 177764"/>
                    <a:gd name="connsiteY21" fmla="*/ 27635 h 177731"/>
                    <a:gd name="connsiteX22" fmla="*/ 133235 w 177764"/>
                    <a:gd name="connsiteY22" fmla="*/ 27635 h 177731"/>
                    <a:gd name="connsiteX23" fmla="*/ 124788 w 177764"/>
                    <a:gd name="connsiteY23" fmla="*/ 36082 h 177731"/>
                    <a:gd name="connsiteX24" fmla="*/ 155150 w 177764"/>
                    <a:gd name="connsiteY24" fmla="*/ 36082 h 177731"/>
                    <a:gd name="connsiteX25" fmla="*/ 150070 w 177764"/>
                    <a:gd name="connsiteY25" fmla="*/ 147252 h 177731"/>
                    <a:gd name="connsiteX26" fmla="*/ 150070 w 177764"/>
                    <a:gd name="connsiteY26" fmla="*/ 133075 h 177731"/>
                    <a:gd name="connsiteX27" fmla="*/ 141623 w 177764"/>
                    <a:gd name="connsiteY27" fmla="*/ 124628 h 177731"/>
                    <a:gd name="connsiteX28" fmla="*/ 141623 w 177764"/>
                    <a:gd name="connsiteY28" fmla="*/ 154990 h 177731"/>
                    <a:gd name="connsiteX29" fmla="*/ 30454 w 177764"/>
                    <a:gd name="connsiteY29" fmla="*/ 149910 h 177731"/>
                    <a:gd name="connsiteX30" fmla="*/ 44630 w 177764"/>
                    <a:gd name="connsiteY30" fmla="*/ 149910 h 177731"/>
                    <a:gd name="connsiteX31" fmla="*/ 53077 w 177764"/>
                    <a:gd name="connsiteY31" fmla="*/ 141463 h 177731"/>
                    <a:gd name="connsiteX32" fmla="*/ 22715 w 177764"/>
                    <a:gd name="connsiteY32" fmla="*/ 141463 h 177731"/>
                    <a:gd name="connsiteX33" fmla="*/ 27795 w 177764"/>
                    <a:gd name="connsiteY33" fmla="*/ 30293 h 177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731">
                      <a:moveTo>
                        <a:pt x="19348" y="144239"/>
                      </a:moveTo>
                      <a:lnTo>
                        <a:pt x="19348" y="175192"/>
                      </a:lnTo>
                      <a:lnTo>
                        <a:pt x="27736" y="166804"/>
                      </a:lnTo>
                      <a:lnTo>
                        <a:pt x="27736" y="153395"/>
                      </a:lnTo>
                      <a:cubicBezTo>
                        <a:pt x="60107" y="184052"/>
                        <a:pt x="110080" y="185765"/>
                        <a:pt x="144340" y="158416"/>
                      </a:cubicBezTo>
                      <a:lnTo>
                        <a:pt x="175293" y="158416"/>
                      </a:lnTo>
                      <a:lnTo>
                        <a:pt x="166846" y="150028"/>
                      </a:lnTo>
                      <a:lnTo>
                        <a:pt x="153437" y="150028"/>
                      </a:lnTo>
                      <a:cubicBezTo>
                        <a:pt x="184094" y="117599"/>
                        <a:pt x="185807" y="67685"/>
                        <a:pt x="158399" y="33424"/>
                      </a:cubicBezTo>
                      <a:lnTo>
                        <a:pt x="158399" y="2472"/>
                      </a:lnTo>
                      <a:lnTo>
                        <a:pt x="149952" y="10919"/>
                      </a:lnTo>
                      <a:lnTo>
                        <a:pt x="149952" y="24328"/>
                      </a:lnTo>
                      <a:cubicBezTo>
                        <a:pt x="117582" y="-6330"/>
                        <a:pt x="67608" y="-8043"/>
                        <a:pt x="33348" y="19365"/>
                      </a:cubicBezTo>
                      <a:lnTo>
                        <a:pt x="2395" y="19365"/>
                      </a:lnTo>
                      <a:lnTo>
                        <a:pt x="10842" y="27813"/>
                      </a:lnTo>
                      <a:lnTo>
                        <a:pt x="24251" y="27813"/>
                      </a:lnTo>
                      <a:cubicBezTo>
                        <a:pt x="-6347" y="60006"/>
                        <a:pt x="-8001" y="109920"/>
                        <a:pt x="19348" y="144239"/>
                      </a:cubicBezTo>
                      <a:close/>
                      <a:moveTo>
                        <a:pt x="27795" y="30293"/>
                      </a:moveTo>
                      <a:lnTo>
                        <a:pt x="27795" y="44470"/>
                      </a:lnTo>
                      <a:lnTo>
                        <a:pt x="36242" y="52917"/>
                      </a:lnTo>
                      <a:lnTo>
                        <a:pt x="36242" y="22555"/>
                      </a:lnTo>
                      <a:cubicBezTo>
                        <a:pt x="68967" y="-3553"/>
                        <a:pt x="116636" y="-1841"/>
                        <a:pt x="147412" y="27635"/>
                      </a:cubicBezTo>
                      <a:lnTo>
                        <a:pt x="133235" y="27635"/>
                      </a:lnTo>
                      <a:lnTo>
                        <a:pt x="124788" y="36082"/>
                      </a:lnTo>
                      <a:lnTo>
                        <a:pt x="155150" y="36082"/>
                      </a:lnTo>
                      <a:cubicBezTo>
                        <a:pt x="181259" y="68807"/>
                        <a:pt x="179546" y="116476"/>
                        <a:pt x="150070" y="147252"/>
                      </a:cubicBezTo>
                      <a:lnTo>
                        <a:pt x="150070" y="133075"/>
                      </a:lnTo>
                      <a:lnTo>
                        <a:pt x="141623" y="124628"/>
                      </a:lnTo>
                      <a:lnTo>
                        <a:pt x="141623" y="154990"/>
                      </a:lnTo>
                      <a:cubicBezTo>
                        <a:pt x="108898" y="181040"/>
                        <a:pt x="61229" y="179386"/>
                        <a:pt x="30454" y="149910"/>
                      </a:cubicBezTo>
                      <a:lnTo>
                        <a:pt x="44630" y="149910"/>
                      </a:lnTo>
                      <a:lnTo>
                        <a:pt x="53077" y="141463"/>
                      </a:lnTo>
                      <a:lnTo>
                        <a:pt x="22715" y="141463"/>
                      </a:lnTo>
                      <a:cubicBezTo>
                        <a:pt x="-3334" y="108738"/>
                        <a:pt x="-1680" y="61069"/>
                        <a:pt x="27795" y="302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1807" name="Graphic 4773">
                  <a:extLst>
                    <a:ext uri="{FF2B5EF4-FFF2-40B4-BE49-F238E27FC236}">
                      <a16:creationId xmlns:a16="http://schemas.microsoft.com/office/drawing/2014/main" id="{21686C3F-3579-47BA-9C2F-5D580F98DFEB}"/>
                    </a:ext>
                  </a:extLst>
                </p:cNvPr>
                <p:cNvGrpSpPr/>
                <p:nvPr/>
              </p:nvGrpSpPr>
              <p:grpSpPr>
                <a:xfrm>
                  <a:off x="1739250" y="2188416"/>
                  <a:ext cx="502742" cy="119025"/>
                  <a:chOff x="1739250" y="2188416"/>
                  <a:chExt cx="502742" cy="119025"/>
                </a:xfrm>
                <a:grpFill/>
              </p:grpSpPr>
              <p:sp>
                <p:nvSpPr>
                  <p:cNvPr id="1928" name="Freeform: Shape 1927">
                    <a:extLst>
                      <a:ext uri="{FF2B5EF4-FFF2-40B4-BE49-F238E27FC236}">
                        <a16:creationId xmlns:a16="http://schemas.microsoft.com/office/drawing/2014/main" id="{FECD3549-CCBA-7C3A-CFD1-6E7A88D397A3}"/>
                      </a:ext>
                    </a:extLst>
                  </p:cNvPr>
                  <p:cNvSpPr/>
                  <p:nvPr/>
                </p:nvSpPr>
                <p:spPr>
                  <a:xfrm>
                    <a:off x="2096208" y="2188475"/>
                    <a:ext cx="145784" cy="118966"/>
                  </a:xfrm>
                  <a:custGeom>
                    <a:avLst/>
                    <a:gdLst>
                      <a:gd name="connsiteX0" fmla="*/ 0 w 145784"/>
                      <a:gd name="connsiteY0" fmla="*/ 35678 h 118966"/>
                      <a:gd name="connsiteX1" fmla="*/ 0 w 145784"/>
                      <a:gd name="connsiteY1" fmla="*/ 83289 h 118966"/>
                      <a:gd name="connsiteX2" fmla="*/ 35678 w 145784"/>
                      <a:gd name="connsiteY2" fmla="*/ 118967 h 118966"/>
                      <a:gd name="connsiteX3" fmla="*/ 83288 w 145784"/>
                      <a:gd name="connsiteY3" fmla="*/ 118967 h 118966"/>
                      <a:gd name="connsiteX4" fmla="*/ 118494 w 145784"/>
                      <a:gd name="connsiteY4" fmla="*/ 88959 h 118966"/>
                      <a:gd name="connsiteX5" fmla="*/ 145784 w 145784"/>
                      <a:gd name="connsiteY5" fmla="*/ 59483 h 118966"/>
                      <a:gd name="connsiteX6" fmla="*/ 118494 w 145784"/>
                      <a:gd name="connsiteY6" fmla="*/ 30008 h 118966"/>
                      <a:gd name="connsiteX7" fmla="*/ 83288 w 145784"/>
                      <a:gd name="connsiteY7" fmla="*/ 0 h 118966"/>
                      <a:gd name="connsiteX8" fmla="*/ 35678 w 145784"/>
                      <a:gd name="connsiteY8" fmla="*/ 0 h 118966"/>
                      <a:gd name="connsiteX9" fmla="*/ 0 w 145784"/>
                      <a:gd name="connsiteY9" fmla="*/ 35678 h 118966"/>
                      <a:gd name="connsiteX10" fmla="*/ 5966 w 145784"/>
                      <a:gd name="connsiteY10" fmla="*/ 35678 h 118966"/>
                      <a:gd name="connsiteX11" fmla="*/ 35678 w 145784"/>
                      <a:gd name="connsiteY11" fmla="*/ 5907 h 118966"/>
                      <a:gd name="connsiteX12" fmla="*/ 83288 w 145784"/>
                      <a:gd name="connsiteY12" fmla="*/ 5907 h 118966"/>
                      <a:gd name="connsiteX13" fmla="*/ 112469 w 145784"/>
                      <a:gd name="connsiteY13" fmla="*/ 30067 h 118966"/>
                      <a:gd name="connsiteX14" fmla="*/ 86242 w 145784"/>
                      <a:gd name="connsiteY14" fmla="*/ 59424 h 118966"/>
                      <a:gd name="connsiteX15" fmla="*/ 112469 w 145784"/>
                      <a:gd name="connsiteY15" fmla="*/ 88782 h 118966"/>
                      <a:gd name="connsiteX16" fmla="*/ 83288 w 145784"/>
                      <a:gd name="connsiteY16" fmla="*/ 112942 h 118966"/>
                      <a:gd name="connsiteX17" fmla="*/ 35678 w 145784"/>
                      <a:gd name="connsiteY17" fmla="*/ 112942 h 118966"/>
                      <a:gd name="connsiteX18" fmla="*/ 5966 w 145784"/>
                      <a:gd name="connsiteY18" fmla="*/ 83171 h 118966"/>
                      <a:gd name="connsiteX19" fmla="*/ 5966 w 145784"/>
                      <a:gd name="connsiteY19" fmla="*/ 3567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0" y="35678"/>
                        </a:moveTo>
                        <a:lnTo>
                          <a:pt x="0" y="83289"/>
                        </a:lnTo>
                        <a:cubicBezTo>
                          <a:pt x="0" y="103018"/>
                          <a:pt x="16008" y="118967"/>
                          <a:pt x="35678" y="118967"/>
                        </a:cubicBezTo>
                        <a:lnTo>
                          <a:pt x="83288" y="118967"/>
                        </a:lnTo>
                        <a:cubicBezTo>
                          <a:pt x="101068" y="118967"/>
                          <a:pt x="115777" y="105971"/>
                          <a:pt x="118494" y="88959"/>
                        </a:cubicBezTo>
                        <a:cubicBezTo>
                          <a:pt x="133734" y="87660"/>
                          <a:pt x="145784" y="75019"/>
                          <a:pt x="145784" y="59483"/>
                        </a:cubicBezTo>
                        <a:cubicBezTo>
                          <a:pt x="145784" y="43948"/>
                          <a:pt x="133734" y="31248"/>
                          <a:pt x="118494" y="30008"/>
                        </a:cubicBezTo>
                        <a:cubicBezTo>
                          <a:pt x="115777" y="12996"/>
                          <a:pt x="101068" y="0"/>
                          <a:pt x="83288" y="0"/>
                        </a:cubicBezTo>
                        <a:lnTo>
                          <a:pt x="35678" y="0"/>
                        </a:lnTo>
                        <a:cubicBezTo>
                          <a:pt x="16008" y="-59"/>
                          <a:pt x="0" y="15949"/>
                          <a:pt x="0" y="35678"/>
                        </a:cubicBezTo>
                        <a:close/>
                        <a:moveTo>
                          <a:pt x="5966" y="35678"/>
                        </a:moveTo>
                        <a:cubicBezTo>
                          <a:pt x="5966" y="19257"/>
                          <a:pt x="19316" y="5907"/>
                          <a:pt x="35678" y="5907"/>
                        </a:cubicBezTo>
                        <a:lnTo>
                          <a:pt x="83288" y="5907"/>
                        </a:lnTo>
                        <a:cubicBezTo>
                          <a:pt x="97761" y="5907"/>
                          <a:pt x="109870" y="16303"/>
                          <a:pt x="112469" y="30067"/>
                        </a:cubicBezTo>
                        <a:cubicBezTo>
                          <a:pt x="97761" y="31839"/>
                          <a:pt x="86242" y="44244"/>
                          <a:pt x="86242" y="59424"/>
                        </a:cubicBezTo>
                        <a:cubicBezTo>
                          <a:pt x="86242" y="74664"/>
                          <a:pt x="97701" y="87010"/>
                          <a:pt x="112469" y="88782"/>
                        </a:cubicBezTo>
                        <a:cubicBezTo>
                          <a:pt x="109870" y="102545"/>
                          <a:pt x="97761" y="112942"/>
                          <a:pt x="83288" y="112942"/>
                        </a:cubicBezTo>
                        <a:lnTo>
                          <a:pt x="35678" y="112942"/>
                        </a:lnTo>
                        <a:cubicBezTo>
                          <a:pt x="19257" y="112942"/>
                          <a:pt x="5966" y="99592"/>
                          <a:pt x="5966" y="83171"/>
                        </a:cubicBezTo>
                        <a:lnTo>
                          <a:pt x="5966" y="35678"/>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929" name="Freeform: Shape 1928">
                    <a:extLst>
                      <a:ext uri="{FF2B5EF4-FFF2-40B4-BE49-F238E27FC236}">
                        <a16:creationId xmlns:a16="http://schemas.microsoft.com/office/drawing/2014/main" id="{3C3444AD-CAE7-E807-33D8-CECC23B039C3}"/>
                      </a:ext>
                    </a:extLst>
                  </p:cNvPr>
                  <p:cNvSpPr/>
                  <p:nvPr/>
                </p:nvSpPr>
                <p:spPr>
                  <a:xfrm>
                    <a:off x="1739250" y="2188416"/>
                    <a:ext cx="145784" cy="118966"/>
                  </a:xfrm>
                  <a:custGeom>
                    <a:avLst/>
                    <a:gdLst>
                      <a:gd name="connsiteX0" fmla="*/ 145784 w 145784"/>
                      <a:gd name="connsiteY0" fmla="*/ 83288 h 118966"/>
                      <a:gd name="connsiteX1" fmla="*/ 145784 w 145784"/>
                      <a:gd name="connsiteY1" fmla="*/ 35678 h 118966"/>
                      <a:gd name="connsiteX2" fmla="*/ 110106 w 145784"/>
                      <a:gd name="connsiteY2" fmla="*/ 0 h 118966"/>
                      <a:gd name="connsiteX3" fmla="*/ 62496 w 145784"/>
                      <a:gd name="connsiteY3" fmla="*/ 0 h 118966"/>
                      <a:gd name="connsiteX4" fmla="*/ 27290 w 145784"/>
                      <a:gd name="connsiteY4" fmla="*/ 30007 h 118966"/>
                      <a:gd name="connsiteX5" fmla="*/ 0 w 145784"/>
                      <a:gd name="connsiteY5" fmla="*/ 59483 h 118966"/>
                      <a:gd name="connsiteX6" fmla="*/ 27290 w 145784"/>
                      <a:gd name="connsiteY6" fmla="*/ 88959 h 118966"/>
                      <a:gd name="connsiteX7" fmla="*/ 62496 w 145784"/>
                      <a:gd name="connsiteY7" fmla="*/ 118966 h 118966"/>
                      <a:gd name="connsiteX8" fmla="*/ 110106 w 145784"/>
                      <a:gd name="connsiteY8" fmla="*/ 118966 h 118966"/>
                      <a:gd name="connsiteX9" fmla="*/ 145784 w 145784"/>
                      <a:gd name="connsiteY9" fmla="*/ 83288 h 118966"/>
                      <a:gd name="connsiteX10" fmla="*/ 139877 w 145784"/>
                      <a:gd name="connsiteY10" fmla="*/ 83288 h 118966"/>
                      <a:gd name="connsiteX11" fmla="*/ 110106 w 145784"/>
                      <a:gd name="connsiteY11" fmla="*/ 113059 h 118966"/>
                      <a:gd name="connsiteX12" fmla="*/ 62496 w 145784"/>
                      <a:gd name="connsiteY12" fmla="*/ 113059 h 118966"/>
                      <a:gd name="connsiteX13" fmla="*/ 33315 w 145784"/>
                      <a:gd name="connsiteY13" fmla="*/ 88900 h 118966"/>
                      <a:gd name="connsiteX14" fmla="*/ 59542 w 145784"/>
                      <a:gd name="connsiteY14" fmla="*/ 59542 h 118966"/>
                      <a:gd name="connsiteX15" fmla="*/ 33315 w 145784"/>
                      <a:gd name="connsiteY15" fmla="*/ 30185 h 118966"/>
                      <a:gd name="connsiteX16" fmla="*/ 62496 w 145784"/>
                      <a:gd name="connsiteY16" fmla="*/ 6025 h 118966"/>
                      <a:gd name="connsiteX17" fmla="*/ 110106 w 145784"/>
                      <a:gd name="connsiteY17" fmla="*/ 6025 h 118966"/>
                      <a:gd name="connsiteX18" fmla="*/ 139877 w 145784"/>
                      <a:gd name="connsiteY18" fmla="*/ 35796 h 118966"/>
                      <a:gd name="connsiteX19" fmla="*/ 139877 w 145784"/>
                      <a:gd name="connsiteY19" fmla="*/ 8328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145784" y="83288"/>
                        </a:moveTo>
                        <a:lnTo>
                          <a:pt x="145784" y="35678"/>
                        </a:lnTo>
                        <a:cubicBezTo>
                          <a:pt x="145784" y="15949"/>
                          <a:pt x="129776" y="0"/>
                          <a:pt x="110106" y="0"/>
                        </a:cubicBezTo>
                        <a:lnTo>
                          <a:pt x="62496" y="0"/>
                        </a:lnTo>
                        <a:cubicBezTo>
                          <a:pt x="44716" y="0"/>
                          <a:pt x="30007" y="12995"/>
                          <a:pt x="27290" y="30007"/>
                        </a:cubicBezTo>
                        <a:cubicBezTo>
                          <a:pt x="12050" y="31307"/>
                          <a:pt x="0" y="43889"/>
                          <a:pt x="0" y="59483"/>
                        </a:cubicBezTo>
                        <a:cubicBezTo>
                          <a:pt x="0" y="75078"/>
                          <a:pt x="12050" y="87718"/>
                          <a:pt x="27290" y="88959"/>
                        </a:cubicBezTo>
                        <a:cubicBezTo>
                          <a:pt x="30007" y="105971"/>
                          <a:pt x="44716" y="118966"/>
                          <a:pt x="62496" y="118966"/>
                        </a:cubicBezTo>
                        <a:lnTo>
                          <a:pt x="110106" y="118966"/>
                        </a:lnTo>
                        <a:cubicBezTo>
                          <a:pt x="129835" y="118966"/>
                          <a:pt x="145784" y="103018"/>
                          <a:pt x="145784" y="83288"/>
                        </a:cubicBezTo>
                        <a:close/>
                        <a:moveTo>
                          <a:pt x="139877" y="83288"/>
                        </a:moveTo>
                        <a:cubicBezTo>
                          <a:pt x="139877" y="99710"/>
                          <a:pt x="126527" y="113059"/>
                          <a:pt x="110106" y="113059"/>
                        </a:cubicBezTo>
                        <a:lnTo>
                          <a:pt x="62496" y="113059"/>
                        </a:lnTo>
                        <a:cubicBezTo>
                          <a:pt x="48024" y="113059"/>
                          <a:pt x="35914" y="102663"/>
                          <a:pt x="33315" y="88900"/>
                        </a:cubicBezTo>
                        <a:cubicBezTo>
                          <a:pt x="48083" y="87128"/>
                          <a:pt x="59542" y="74723"/>
                          <a:pt x="59542" y="59542"/>
                        </a:cubicBezTo>
                        <a:cubicBezTo>
                          <a:pt x="59542" y="44361"/>
                          <a:pt x="48083" y="31957"/>
                          <a:pt x="33315" y="30185"/>
                        </a:cubicBezTo>
                        <a:cubicBezTo>
                          <a:pt x="35914" y="16421"/>
                          <a:pt x="48024" y="6025"/>
                          <a:pt x="62496" y="6025"/>
                        </a:cubicBezTo>
                        <a:lnTo>
                          <a:pt x="110106" y="6025"/>
                        </a:lnTo>
                        <a:cubicBezTo>
                          <a:pt x="126527" y="6025"/>
                          <a:pt x="139877" y="19375"/>
                          <a:pt x="139877" y="35796"/>
                        </a:cubicBezTo>
                        <a:lnTo>
                          <a:pt x="139877" y="83288"/>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930" name="Freeform: Shape 1929">
                    <a:extLst>
                      <a:ext uri="{FF2B5EF4-FFF2-40B4-BE49-F238E27FC236}">
                        <a16:creationId xmlns:a16="http://schemas.microsoft.com/office/drawing/2014/main" id="{D1F56DBA-EB36-DA21-5E5F-A73C307765F7}"/>
                      </a:ext>
                    </a:extLst>
                  </p:cNvPr>
                  <p:cNvSpPr/>
                  <p:nvPr/>
                </p:nvSpPr>
                <p:spPr>
                  <a:xfrm>
                    <a:off x="1900510" y="2188475"/>
                    <a:ext cx="176559" cy="118907"/>
                  </a:xfrm>
                  <a:custGeom>
                    <a:avLst/>
                    <a:gdLst>
                      <a:gd name="connsiteX0" fmla="*/ 28354 w 176559"/>
                      <a:gd name="connsiteY0" fmla="*/ 89018 h 118907"/>
                      <a:gd name="connsiteX1" fmla="*/ 63559 w 176559"/>
                      <a:gd name="connsiteY1" fmla="*/ 118907 h 118907"/>
                      <a:gd name="connsiteX2" fmla="*/ 111170 w 176559"/>
                      <a:gd name="connsiteY2" fmla="*/ 118907 h 118907"/>
                      <a:gd name="connsiteX3" fmla="*/ 146316 w 176559"/>
                      <a:gd name="connsiteY3" fmla="*/ 89136 h 118907"/>
                      <a:gd name="connsiteX4" fmla="*/ 146848 w 176559"/>
                      <a:gd name="connsiteY4" fmla="*/ 89195 h 118907"/>
                      <a:gd name="connsiteX5" fmla="*/ 176560 w 176559"/>
                      <a:gd name="connsiteY5" fmla="*/ 59483 h 118907"/>
                      <a:gd name="connsiteX6" fmla="*/ 146848 w 176559"/>
                      <a:gd name="connsiteY6" fmla="*/ 29712 h 118907"/>
                      <a:gd name="connsiteX7" fmla="*/ 146316 w 176559"/>
                      <a:gd name="connsiteY7" fmla="*/ 29771 h 118907"/>
                      <a:gd name="connsiteX8" fmla="*/ 111170 w 176559"/>
                      <a:gd name="connsiteY8" fmla="*/ 0 h 118907"/>
                      <a:gd name="connsiteX9" fmla="*/ 63559 w 176559"/>
                      <a:gd name="connsiteY9" fmla="*/ 0 h 118907"/>
                      <a:gd name="connsiteX10" fmla="*/ 28354 w 176559"/>
                      <a:gd name="connsiteY10" fmla="*/ 29889 h 118907"/>
                      <a:gd name="connsiteX11" fmla="*/ 0 w 176559"/>
                      <a:gd name="connsiteY11" fmla="*/ 59483 h 118907"/>
                      <a:gd name="connsiteX12" fmla="*/ 28354 w 176559"/>
                      <a:gd name="connsiteY12" fmla="*/ 89018 h 118907"/>
                      <a:gd name="connsiteX13" fmla="*/ 34320 w 176559"/>
                      <a:gd name="connsiteY13" fmla="*/ 88723 h 118907"/>
                      <a:gd name="connsiteX14" fmla="*/ 59424 w 176559"/>
                      <a:gd name="connsiteY14" fmla="*/ 59424 h 118907"/>
                      <a:gd name="connsiteX15" fmla="*/ 34320 w 176559"/>
                      <a:gd name="connsiteY15" fmla="*/ 30126 h 118907"/>
                      <a:gd name="connsiteX16" fmla="*/ 63500 w 176559"/>
                      <a:gd name="connsiteY16" fmla="*/ 5848 h 118907"/>
                      <a:gd name="connsiteX17" fmla="*/ 111110 w 176559"/>
                      <a:gd name="connsiteY17" fmla="*/ 5848 h 118907"/>
                      <a:gd name="connsiteX18" fmla="*/ 140350 w 176559"/>
                      <a:gd name="connsiteY18" fmla="*/ 30421 h 118907"/>
                      <a:gd name="connsiteX19" fmla="*/ 117077 w 176559"/>
                      <a:gd name="connsiteY19" fmla="*/ 59424 h 118907"/>
                      <a:gd name="connsiteX20" fmla="*/ 140350 w 176559"/>
                      <a:gd name="connsiteY20" fmla="*/ 88427 h 118907"/>
                      <a:gd name="connsiteX21" fmla="*/ 111110 w 176559"/>
                      <a:gd name="connsiteY21" fmla="*/ 113001 h 118907"/>
                      <a:gd name="connsiteX22" fmla="*/ 63500 w 176559"/>
                      <a:gd name="connsiteY22" fmla="*/ 113001 h 118907"/>
                      <a:gd name="connsiteX23" fmla="*/ 34320 w 176559"/>
                      <a:gd name="connsiteY23" fmla="*/ 88723 h 118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559" h="118907">
                        <a:moveTo>
                          <a:pt x="28354" y="89018"/>
                        </a:moveTo>
                        <a:cubicBezTo>
                          <a:pt x="31130" y="105971"/>
                          <a:pt x="45779" y="118907"/>
                          <a:pt x="63559" y="118907"/>
                        </a:cubicBezTo>
                        <a:lnTo>
                          <a:pt x="111170" y="118907"/>
                        </a:lnTo>
                        <a:cubicBezTo>
                          <a:pt x="128890" y="118907"/>
                          <a:pt x="143540" y="106030"/>
                          <a:pt x="146316" y="89136"/>
                        </a:cubicBezTo>
                        <a:cubicBezTo>
                          <a:pt x="146493" y="89136"/>
                          <a:pt x="146671" y="89195"/>
                          <a:pt x="146848" y="89195"/>
                        </a:cubicBezTo>
                        <a:cubicBezTo>
                          <a:pt x="163269" y="89195"/>
                          <a:pt x="176560" y="75905"/>
                          <a:pt x="176560" y="59483"/>
                        </a:cubicBezTo>
                        <a:cubicBezTo>
                          <a:pt x="176560" y="43062"/>
                          <a:pt x="163269" y="29712"/>
                          <a:pt x="146848" y="29712"/>
                        </a:cubicBezTo>
                        <a:cubicBezTo>
                          <a:pt x="146671" y="29712"/>
                          <a:pt x="146493" y="29771"/>
                          <a:pt x="146316" y="29771"/>
                        </a:cubicBezTo>
                        <a:cubicBezTo>
                          <a:pt x="143481" y="12877"/>
                          <a:pt x="128831" y="0"/>
                          <a:pt x="111170" y="0"/>
                        </a:cubicBezTo>
                        <a:lnTo>
                          <a:pt x="63559" y="0"/>
                        </a:lnTo>
                        <a:cubicBezTo>
                          <a:pt x="45838" y="0"/>
                          <a:pt x="31189" y="12936"/>
                          <a:pt x="28354" y="29889"/>
                        </a:cubicBezTo>
                        <a:cubicBezTo>
                          <a:pt x="12582" y="30598"/>
                          <a:pt x="0" y="43534"/>
                          <a:pt x="0" y="59483"/>
                        </a:cubicBezTo>
                        <a:cubicBezTo>
                          <a:pt x="-59" y="75432"/>
                          <a:pt x="12582" y="88309"/>
                          <a:pt x="28354" y="89018"/>
                        </a:cubicBezTo>
                        <a:close/>
                        <a:moveTo>
                          <a:pt x="34320" y="88723"/>
                        </a:moveTo>
                        <a:cubicBezTo>
                          <a:pt x="48556" y="86478"/>
                          <a:pt x="59424" y="74310"/>
                          <a:pt x="59424" y="59424"/>
                        </a:cubicBezTo>
                        <a:cubicBezTo>
                          <a:pt x="59424" y="44598"/>
                          <a:pt x="48497" y="32370"/>
                          <a:pt x="34320" y="30126"/>
                        </a:cubicBezTo>
                        <a:cubicBezTo>
                          <a:pt x="36919" y="16362"/>
                          <a:pt x="48969" y="5848"/>
                          <a:pt x="63500" y="5848"/>
                        </a:cubicBezTo>
                        <a:lnTo>
                          <a:pt x="111110" y="5848"/>
                        </a:lnTo>
                        <a:cubicBezTo>
                          <a:pt x="125760" y="5848"/>
                          <a:pt x="137869" y="16481"/>
                          <a:pt x="140350" y="30421"/>
                        </a:cubicBezTo>
                        <a:cubicBezTo>
                          <a:pt x="127059" y="33375"/>
                          <a:pt x="117077" y="45189"/>
                          <a:pt x="117077" y="59424"/>
                        </a:cubicBezTo>
                        <a:cubicBezTo>
                          <a:pt x="117077" y="73601"/>
                          <a:pt x="127059" y="85474"/>
                          <a:pt x="140350" y="88427"/>
                        </a:cubicBezTo>
                        <a:cubicBezTo>
                          <a:pt x="137869" y="102368"/>
                          <a:pt x="125760" y="113001"/>
                          <a:pt x="111110" y="113001"/>
                        </a:cubicBezTo>
                        <a:lnTo>
                          <a:pt x="63500" y="113001"/>
                        </a:lnTo>
                        <a:cubicBezTo>
                          <a:pt x="48969" y="113001"/>
                          <a:pt x="36919" y="102486"/>
                          <a:pt x="34320" y="8872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808" name="Graphic 4773">
                  <a:extLst>
                    <a:ext uri="{FF2B5EF4-FFF2-40B4-BE49-F238E27FC236}">
                      <a16:creationId xmlns:a16="http://schemas.microsoft.com/office/drawing/2014/main" id="{74C62B2A-40FE-B353-09F8-A99424ED5922}"/>
                    </a:ext>
                  </a:extLst>
                </p:cNvPr>
                <p:cNvGrpSpPr/>
                <p:nvPr/>
              </p:nvGrpSpPr>
              <p:grpSpPr>
                <a:xfrm>
                  <a:off x="2558193" y="4022355"/>
                  <a:ext cx="400670" cy="114063"/>
                  <a:chOff x="2558193" y="4022355"/>
                  <a:chExt cx="400670" cy="114063"/>
                </a:xfrm>
                <a:grpFill/>
              </p:grpSpPr>
              <p:grpSp>
                <p:nvGrpSpPr>
                  <p:cNvPr id="1918" name="Graphic 4773">
                    <a:extLst>
                      <a:ext uri="{FF2B5EF4-FFF2-40B4-BE49-F238E27FC236}">
                        <a16:creationId xmlns:a16="http://schemas.microsoft.com/office/drawing/2014/main" id="{5874A804-5E6C-943F-9711-2CB7B1CB9B62}"/>
                      </a:ext>
                    </a:extLst>
                  </p:cNvPr>
                  <p:cNvGrpSpPr/>
                  <p:nvPr/>
                </p:nvGrpSpPr>
                <p:grpSpPr>
                  <a:xfrm>
                    <a:off x="2558193" y="4022355"/>
                    <a:ext cx="114004" cy="114004"/>
                    <a:chOff x="2558193" y="4022355"/>
                    <a:chExt cx="114004" cy="114004"/>
                  </a:xfrm>
                  <a:grpFill/>
                </p:grpSpPr>
                <p:sp>
                  <p:nvSpPr>
                    <p:cNvPr id="1926" name="Freeform: Shape 1925">
                      <a:extLst>
                        <a:ext uri="{FF2B5EF4-FFF2-40B4-BE49-F238E27FC236}">
                          <a16:creationId xmlns:a16="http://schemas.microsoft.com/office/drawing/2014/main" id="{633F866F-0300-D344-67B1-93AEC0C30FEB}"/>
                        </a:ext>
                      </a:extLst>
                    </p:cNvPr>
                    <p:cNvSpPr/>
                    <p:nvPr/>
                  </p:nvSpPr>
                  <p:spPr>
                    <a:xfrm>
                      <a:off x="2558193" y="4022355"/>
                      <a:ext cx="114004" cy="114004"/>
                    </a:xfrm>
                    <a:custGeom>
                      <a:avLst/>
                      <a:gdLst>
                        <a:gd name="connsiteX0" fmla="*/ 34201 w 114004"/>
                        <a:gd name="connsiteY0" fmla="*/ 114005 h 114004"/>
                        <a:gd name="connsiteX1" fmla="*/ 79803 w 114004"/>
                        <a:gd name="connsiteY1" fmla="*/ 114005 h 114004"/>
                        <a:gd name="connsiteX2" fmla="*/ 114005 w 114004"/>
                        <a:gd name="connsiteY2" fmla="*/ 79803 h 114004"/>
                        <a:gd name="connsiteX3" fmla="*/ 114005 w 114004"/>
                        <a:gd name="connsiteY3" fmla="*/ 34201 h 114004"/>
                        <a:gd name="connsiteX4" fmla="*/ 79803 w 114004"/>
                        <a:gd name="connsiteY4" fmla="*/ 0 h 114004"/>
                        <a:gd name="connsiteX5" fmla="*/ 34201 w 114004"/>
                        <a:gd name="connsiteY5" fmla="*/ 0 h 114004"/>
                        <a:gd name="connsiteX6" fmla="*/ 0 w 114004"/>
                        <a:gd name="connsiteY6" fmla="*/ 34201 h 114004"/>
                        <a:gd name="connsiteX7" fmla="*/ 0 w 114004"/>
                        <a:gd name="connsiteY7" fmla="*/ 79803 h 114004"/>
                        <a:gd name="connsiteX8" fmla="*/ 34201 w 114004"/>
                        <a:gd name="connsiteY8" fmla="*/ 114005 h 114004"/>
                        <a:gd name="connsiteX9" fmla="*/ 34201 w 114004"/>
                        <a:gd name="connsiteY9" fmla="*/ 108334 h 114004"/>
                        <a:gd name="connsiteX10" fmla="*/ 5730 w 114004"/>
                        <a:gd name="connsiteY10" fmla="*/ 79862 h 114004"/>
                        <a:gd name="connsiteX11" fmla="*/ 5730 w 114004"/>
                        <a:gd name="connsiteY11" fmla="*/ 34260 h 114004"/>
                        <a:gd name="connsiteX12" fmla="*/ 34201 w 114004"/>
                        <a:gd name="connsiteY12" fmla="*/ 5789 h 114004"/>
                        <a:gd name="connsiteX13" fmla="*/ 79803 w 114004"/>
                        <a:gd name="connsiteY13" fmla="*/ 5789 h 114004"/>
                        <a:gd name="connsiteX14" fmla="*/ 108275 w 114004"/>
                        <a:gd name="connsiteY14" fmla="*/ 34260 h 114004"/>
                        <a:gd name="connsiteX15" fmla="*/ 108275 w 114004"/>
                        <a:gd name="connsiteY15" fmla="*/ 79862 h 114004"/>
                        <a:gd name="connsiteX16" fmla="*/ 79803 w 114004"/>
                        <a:gd name="connsiteY16" fmla="*/ 108334 h 114004"/>
                        <a:gd name="connsiteX17" fmla="*/ 34201 w 114004"/>
                        <a:gd name="connsiteY17" fmla="*/ 108334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34201" y="114005"/>
                          </a:moveTo>
                          <a:lnTo>
                            <a:pt x="79803" y="114005"/>
                          </a:lnTo>
                          <a:cubicBezTo>
                            <a:pt x="98706" y="114005"/>
                            <a:pt x="114005" y="98705"/>
                            <a:pt x="114005" y="79803"/>
                          </a:cubicBezTo>
                          <a:lnTo>
                            <a:pt x="114005" y="34201"/>
                          </a:lnTo>
                          <a:cubicBezTo>
                            <a:pt x="114005" y="15299"/>
                            <a:pt x="98706" y="0"/>
                            <a:pt x="79803" y="0"/>
                          </a:cubicBezTo>
                          <a:lnTo>
                            <a:pt x="34201" y="0"/>
                          </a:lnTo>
                          <a:cubicBezTo>
                            <a:pt x="15299" y="0"/>
                            <a:pt x="0" y="15299"/>
                            <a:pt x="0" y="34201"/>
                          </a:cubicBezTo>
                          <a:lnTo>
                            <a:pt x="0" y="79803"/>
                          </a:lnTo>
                          <a:cubicBezTo>
                            <a:pt x="0" y="98705"/>
                            <a:pt x="15358" y="114005"/>
                            <a:pt x="34201" y="114005"/>
                          </a:cubicBezTo>
                          <a:close/>
                          <a:moveTo>
                            <a:pt x="34201" y="108334"/>
                          </a:moveTo>
                          <a:cubicBezTo>
                            <a:pt x="18489" y="108334"/>
                            <a:pt x="5730" y="95575"/>
                            <a:pt x="5730" y="79862"/>
                          </a:cubicBezTo>
                          <a:lnTo>
                            <a:pt x="5730" y="34260"/>
                          </a:lnTo>
                          <a:cubicBezTo>
                            <a:pt x="5730" y="18548"/>
                            <a:pt x="18489" y="5789"/>
                            <a:pt x="34201" y="5789"/>
                          </a:cubicBezTo>
                          <a:lnTo>
                            <a:pt x="79803" y="5789"/>
                          </a:lnTo>
                          <a:cubicBezTo>
                            <a:pt x="95516" y="5789"/>
                            <a:pt x="108275" y="18548"/>
                            <a:pt x="108275" y="34260"/>
                          </a:cubicBezTo>
                          <a:lnTo>
                            <a:pt x="108275" y="79862"/>
                          </a:lnTo>
                          <a:cubicBezTo>
                            <a:pt x="108275" y="95575"/>
                            <a:pt x="95516" y="108334"/>
                            <a:pt x="79803" y="108334"/>
                          </a:cubicBezTo>
                          <a:lnTo>
                            <a:pt x="34201" y="108334"/>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927" name="Freeform: Shape 1926">
                      <a:extLst>
                        <a:ext uri="{FF2B5EF4-FFF2-40B4-BE49-F238E27FC236}">
                          <a16:creationId xmlns:a16="http://schemas.microsoft.com/office/drawing/2014/main" id="{2C0CA632-35D2-90CF-6DED-0D3FACA051D0}"/>
                        </a:ext>
                      </a:extLst>
                    </p:cNvPr>
                    <p:cNvSpPr/>
                    <p:nvPr/>
                  </p:nvSpPr>
                  <p:spPr>
                    <a:xfrm>
                      <a:off x="2593812" y="4054725"/>
                      <a:ext cx="42766" cy="49323"/>
                    </a:xfrm>
                    <a:custGeom>
                      <a:avLst/>
                      <a:gdLst>
                        <a:gd name="connsiteX0" fmla="*/ 42767 w 42766"/>
                        <a:gd name="connsiteY0" fmla="*/ 0 h 49323"/>
                        <a:gd name="connsiteX1" fmla="*/ 42767 w 42766"/>
                        <a:gd name="connsiteY1" fmla="*/ 49323 h 49323"/>
                        <a:gd name="connsiteX2" fmla="*/ 0 w 42766"/>
                        <a:gd name="connsiteY2" fmla="*/ 24691 h 49323"/>
                      </a:gdLst>
                      <a:ahLst/>
                      <a:cxnLst>
                        <a:cxn ang="0">
                          <a:pos x="connsiteX0" y="connsiteY0"/>
                        </a:cxn>
                        <a:cxn ang="0">
                          <a:pos x="connsiteX1" y="connsiteY1"/>
                        </a:cxn>
                        <a:cxn ang="0">
                          <a:pos x="connsiteX2" y="connsiteY2"/>
                        </a:cxn>
                      </a:cxnLst>
                      <a:rect l="l" t="t" r="r" b="b"/>
                      <a:pathLst>
                        <a:path w="42766" h="49323">
                          <a:moveTo>
                            <a:pt x="42767" y="0"/>
                          </a:moveTo>
                          <a:lnTo>
                            <a:pt x="42767" y="49323"/>
                          </a:lnTo>
                          <a:lnTo>
                            <a:pt x="0" y="24691"/>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919" name="Graphic 4773">
                    <a:extLst>
                      <a:ext uri="{FF2B5EF4-FFF2-40B4-BE49-F238E27FC236}">
                        <a16:creationId xmlns:a16="http://schemas.microsoft.com/office/drawing/2014/main" id="{CA91060C-5BFF-3886-532A-8B295B22A2F4}"/>
                      </a:ext>
                    </a:extLst>
                  </p:cNvPr>
                  <p:cNvGrpSpPr/>
                  <p:nvPr/>
                </p:nvGrpSpPr>
                <p:grpSpPr>
                  <a:xfrm>
                    <a:off x="2844858" y="4022414"/>
                    <a:ext cx="114004" cy="114004"/>
                    <a:chOff x="2844858" y="4022414"/>
                    <a:chExt cx="114004" cy="114004"/>
                  </a:xfrm>
                  <a:grpFill/>
                </p:grpSpPr>
                <p:sp>
                  <p:nvSpPr>
                    <p:cNvPr id="1924" name="Freeform: Shape 1923">
                      <a:extLst>
                        <a:ext uri="{FF2B5EF4-FFF2-40B4-BE49-F238E27FC236}">
                          <a16:creationId xmlns:a16="http://schemas.microsoft.com/office/drawing/2014/main" id="{BF076799-DA04-4D71-C5F3-DB38BC1D2A87}"/>
                        </a:ext>
                      </a:extLst>
                    </p:cNvPr>
                    <p:cNvSpPr/>
                    <p:nvPr/>
                  </p:nvSpPr>
                  <p:spPr>
                    <a:xfrm>
                      <a:off x="2844858" y="4022414"/>
                      <a:ext cx="114004" cy="114004"/>
                    </a:xfrm>
                    <a:custGeom>
                      <a:avLst/>
                      <a:gdLst>
                        <a:gd name="connsiteX0" fmla="*/ 79803 w 114004"/>
                        <a:gd name="connsiteY0" fmla="*/ 0 h 114004"/>
                        <a:gd name="connsiteX1" fmla="*/ 34201 w 114004"/>
                        <a:gd name="connsiteY1" fmla="*/ 0 h 114004"/>
                        <a:gd name="connsiteX2" fmla="*/ 0 w 114004"/>
                        <a:gd name="connsiteY2" fmla="*/ 34201 h 114004"/>
                        <a:gd name="connsiteX3" fmla="*/ 0 w 114004"/>
                        <a:gd name="connsiteY3" fmla="*/ 79803 h 114004"/>
                        <a:gd name="connsiteX4" fmla="*/ 34201 w 114004"/>
                        <a:gd name="connsiteY4" fmla="*/ 114005 h 114004"/>
                        <a:gd name="connsiteX5" fmla="*/ 79803 w 114004"/>
                        <a:gd name="connsiteY5" fmla="*/ 114005 h 114004"/>
                        <a:gd name="connsiteX6" fmla="*/ 114005 w 114004"/>
                        <a:gd name="connsiteY6" fmla="*/ 79803 h 114004"/>
                        <a:gd name="connsiteX7" fmla="*/ 114005 w 114004"/>
                        <a:gd name="connsiteY7" fmla="*/ 34201 h 114004"/>
                        <a:gd name="connsiteX8" fmla="*/ 79803 w 114004"/>
                        <a:gd name="connsiteY8" fmla="*/ 0 h 114004"/>
                        <a:gd name="connsiteX9" fmla="*/ 79803 w 114004"/>
                        <a:gd name="connsiteY9" fmla="*/ 5670 h 114004"/>
                        <a:gd name="connsiteX10" fmla="*/ 108275 w 114004"/>
                        <a:gd name="connsiteY10" fmla="*/ 34142 h 114004"/>
                        <a:gd name="connsiteX11" fmla="*/ 108275 w 114004"/>
                        <a:gd name="connsiteY11" fmla="*/ 79744 h 114004"/>
                        <a:gd name="connsiteX12" fmla="*/ 79803 w 114004"/>
                        <a:gd name="connsiteY12" fmla="*/ 108216 h 114004"/>
                        <a:gd name="connsiteX13" fmla="*/ 34201 w 114004"/>
                        <a:gd name="connsiteY13" fmla="*/ 108216 h 114004"/>
                        <a:gd name="connsiteX14" fmla="*/ 5730 w 114004"/>
                        <a:gd name="connsiteY14" fmla="*/ 79744 h 114004"/>
                        <a:gd name="connsiteX15" fmla="*/ 5730 w 114004"/>
                        <a:gd name="connsiteY15" fmla="*/ 34142 h 114004"/>
                        <a:gd name="connsiteX16" fmla="*/ 34201 w 114004"/>
                        <a:gd name="connsiteY16" fmla="*/ 5670 h 114004"/>
                        <a:gd name="connsiteX17" fmla="*/ 79803 w 114004"/>
                        <a:gd name="connsiteY17" fmla="*/ 5670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79803" y="0"/>
                          </a:moveTo>
                          <a:lnTo>
                            <a:pt x="34201" y="0"/>
                          </a:lnTo>
                          <a:cubicBezTo>
                            <a:pt x="15299" y="0"/>
                            <a:pt x="0" y="15299"/>
                            <a:pt x="0" y="34201"/>
                          </a:cubicBez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close/>
                          <a:moveTo>
                            <a:pt x="79803" y="5670"/>
                          </a:moveTo>
                          <a:cubicBezTo>
                            <a:pt x="95516" y="5670"/>
                            <a:pt x="108275" y="18489"/>
                            <a:pt x="108275" y="34142"/>
                          </a:cubicBezTo>
                          <a:lnTo>
                            <a:pt x="108275" y="79744"/>
                          </a:lnTo>
                          <a:cubicBezTo>
                            <a:pt x="108275" y="95457"/>
                            <a:pt x="95516" y="108216"/>
                            <a:pt x="79803" y="108216"/>
                          </a:cubicBezTo>
                          <a:lnTo>
                            <a:pt x="34201" y="108216"/>
                          </a:lnTo>
                          <a:cubicBezTo>
                            <a:pt x="18489" y="108216"/>
                            <a:pt x="5730" y="95457"/>
                            <a:pt x="5730" y="79744"/>
                          </a:cubicBezTo>
                          <a:lnTo>
                            <a:pt x="5730" y="34142"/>
                          </a:lnTo>
                          <a:cubicBezTo>
                            <a:pt x="5730" y="18430"/>
                            <a:pt x="18489" y="5670"/>
                            <a:pt x="34201" y="5670"/>
                          </a:cubicBezTo>
                          <a:lnTo>
                            <a:pt x="79803" y="567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925" name="Freeform: Shape 1924">
                      <a:extLst>
                        <a:ext uri="{FF2B5EF4-FFF2-40B4-BE49-F238E27FC236}">
                          <a16:creationId xmlns:a16="http://schemas.microsoft.com/office/drawing/2014/main" id="{D646DBE4-412D-ED59-9826-8407CBD783B1}"/>
                        </a:ext>
                      </a:extLst>
                    </p:cNvPr>
                    <p:cNvSpPr/>
                    <p:nvPr/>
                  </p:nvSpPr>
                  <p:spPr>
                    <a:xfrm>
                      <a:off x="2880537" y="4054725"/>
                      <a:ext cx="42707" cy="49323"/>
                    </a:xfrm>
                    <a:custGeom>
                      <a:avLst/>
                      <a:gdLst>
                        <a:gd name="connsiteX0" fmla="*/ 0 w 42707"/>
                        <a:gd name="connsiteY0" fmla="*/ 49323 h 49323"/>
                        <a:gd name="connsiteX1" fmla="*/ 0 w 42707"/>
                        <a:gd name="connsiteY1" fmla="*/ 0 h 49323"/>
                        <a:gd name="connsiteX2" fmla="*/ 42708 w 42707"/>
                        <a:gd name="connsiteY2" fmla="*/ 24691 h 49323"/>
                      </a:gdLst>
                      <a:ahLst/>
                      <a:cxnLst>
                        <a:cxn ang="0">
                          <a:pos x="connsiteX0" y="connsiteY0"/>
                        </a:cxn>
                        <a:cxn ang="0">
                          <a:pos x="connsiteX1" y="connsiteY1"/>
                        </a:cxn>
                        <a:cxn ang="0">
                          <a:pos x="connsiteX2" y="connsiteY2"/>
                        </a:cxn>
                      </a:cxnLst>
                      <a:rect l="l" t="t" r="r" b="b"/>
                      <a:pathLst>
                        <a:path w="42707" h="49323">
                          <a:moveTo>
                            <a:pt x="0" y="49323"/>
                          </a:moveTo>
                          <a:lnTo>
                            <a:pt x="0" y="0"/>
                          </a:lnTo>
                          <a:lnTo>
                            <a:pt x="42708" y="24691"/>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920" name="Graphic 4773">
                    <a:extLst>
                      <a:ext uri="{FF2B5EF4-FFF2-40B4-BE49-F238E27FC236}">
                        <a16:creationId xmlns:a16="http://schemas.microsoft.com/office/drawing/2014/main" id="{490F1A06-14B8-A51D-11BC-6A79A81EE947}"/>
                      </a:ext>
                    </a:extLst>
                  </p:cNvPr>
                  <p:cNvGrpSpPr/>
                  <p:nvPr/>
                </p:nvGrpSpPr>
                <p:grpSpPr>
                  <a:xfrm>
                    <a:off x="2702441" y="4022414"/>
                    <a:ext cx="114004" cy="114004"/>
                    <a:chOff x="2702441" y="4022414"/>
                    <a:chExt cx="114004" cy="114004"/>
                  </a:xfrm>
                  <a:grpFill/>
                </p:grpSpPr>
                <p:sp>
                  <p:nvSpPr>
                    <p:cNvPr id="1921" name="Freeform: Shape 1920">
                      <a:extLst>
                        <a:ext uri="{FF2B5EF4-FFF2-40B4-BE49-F238E27FC236}">
                          <a16:creationId xmlns:a16="http://schemas.microsoft.com/office/drawing/2014/main" id="{CBEB9398-4057-B82C-CE27-08393B48AC76}"/>
                        </a:ext>
                      </a:extLst>
                    </p:cNvPr>
                    <p:cNvSpPr/>
                    <p:nvPr/>
                  </p:nvSpPr>
                  <p:spPr>
                    <a:xfrm>
                      <a:off x="2702441" y="4022414"/>
                      <a:ext cx="114004" cy="114004"/>
                    </a:xfrm>
                    <a:custGeom>
                      <a:avLst/>
                      <a:gdLst>
                        <a:gd name="connsiteX0" fmla="*/ 0 w 114004"/>
                        <a:gd name="connsiteY0" fmla="*/ 34201 h 114004"/>
                        <a:gd name="connsiteX1" fmla="*/ 0 w 114004"/>
                        <a:gd name="connsiteY1" fmla="*/ 79803 h 114004"/>
                        <a:gd name="connsiteX2" fmla="*/ 34201 w 114004"/>
                        <a:gd name="connsiteY2" fmla="*/ 114005 h 114004"/>
                        <a:gd name="connsiteX3" fmla="*/ 79803 w 114004"/>
                        <a:gd name="connsiteY3" fmla="*/ 114005 h 114004"/>
                        <a:gd name="connsiteX4" fmla="*/ 114005 w 114004"/>
                        <a:gd name="connsiteY4" fmla="*/ 79803 h 114004"/>
                        <a:gd name="connsiteX5" fmla="*/ 114005 w 114004"/>
                        <a:gd name="connsiteY5" fmla="*/ 34201 h 114004"/>
                        <a:gd name="connsiteX6" fmla="*/ 79803 w 114004"/>
                        <a:gd name="connsiteY6" fmla="*/ 0 h 114004"/>
                        <a:gd name="connsiteX7" fmla="*/ 34201 w 114004"/>
                        <a:gd name="connsiteY7" fmla="*/ 0 h 114004"/>
                        <a:gd name="connsiteX8" fmla="*/ 0 w 114004"/>
                        <a:gd name="connsiteY8" fmla="*/ 34201 h 114004"/>
                        <a:gd name="connsiteX9" fmla="*/ 5730 w 114004"/>
                        <a:gd name="connsiteY9" fmla="*/ 34201 h 114004"/>
                        <a:gd name="connsiteX10" fmla="*/ 34201 w 114004"/>
                        <a:gd name="connsiteY10" fmla="*/ 5730 h 114004"/>
                        <a:gd name="connsiteX11" fmla="*/ 79803 w 114004"/>
                        <a:gd name="connsiteY11" fmla="*/ 5730 h 114004"/>
                        <a:gd name="connsiteX12" fmla="*/ 108275 w 114004"/>
                        <a:gd name="connsiteY12" fmla="*/ 34201 h 114004"/>
                        <a:gd name="connsiteX13" fmla="*/ 108275 w 114004"/>
                        <a:gd name="connsiteY13" fmla="*/ 79803 h 114004"/>
                        <a:gd name="connsiteX14" fmla="*/ 79803 w 114004"/>
                        <a:gd name="connsiteY14" fmla="*/ 108275 h 114004"/>
                        <a:gd name="connsiteX15" fmla="*/ 34201 w 114004"/>
                        <a:gd name="connsiteY15" fmla="*/ 108275 h 114004"/>
                        <a:gd name="connsiteX16" fmla="*/ 5730 w 114004"/>
                        <a:gd name="connsiteY16" fmla="*/ 79803 h 114004"/>
                        <a:gd name="connsiteX17" fmla="*/ 5730 w 114004"/>
                        <a:gd name="connsiteY17" fmla="*/ 34201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0" y="34201"/>
                          </a:move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lnTo>
                            <a:pt x="34201" y="0"/>
                          </a:lnTo>
                          <a:cubicBezTo>
                            <a:pt x="15358" y="0"/>
                            <a:pt x="0" y="15299"/>
                            <a:pt x="0" y="34201"/>
                          </a:cubicBezTo>
                          <a:close/>
                          <a:moveTo>
                            <a:pt x="5730" y="34201"/>
                          </a:moveTo>
                          <a:cubicBezTo>
                            <a:pt x="5730" y="18489"/>
                            <a:pt x="18489" y="5730"/>
                            <a:pt x="34201" y="5730"/>
                          </a:cubicBezTo>
                          <a:lnTo>
                            <a:pt x="79803" y="5730"/>
                          </a:lnTo>
                          <a:cubicBezTo>
                            <a:pt x="95516" y="5730"/>
                            <a:pt x="108275" y="18489"/>
                            <a:pt x="108275" y="34201"/>
                          </a:cubicBezTo>
                          <a:lnTo>
                            <a:pt x="108275" y="79803"/>
                          </a:lnTo>
                          <a:cubicBezTo>
                            <a:pt x="108275" y="95516"/>
                            <a:pt x="95516" y="108275"/>
                            <a:pt x="79803" y="108275"/>
                          </a:cubicBezTo>
                          <a:lnTo>
                            <a:pt x="34201" y="108275"/>
                          </a:lnTo>
                          <a:cubicBezTo>
                            <a:pt x="18489" y="108275"/>
                            <a:pt x="5730" y="95516"/>
                            <a:pt x="5730" y="79803"/>
                          </a:cubicBezTo>
                          <a:lnTo>
                            <a:pt x="5730" y="34201"/>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922" name="Freeform: Shape 1921">
                      <a:extLst>
                        <a:ext uri="{FF2B5EF4-FFF2-40B4-BE49-F238E27FC236}">
                          <a16:creationId xmlns:a16="http://schemas.microsoft.com/office/drawing/2014/main" id="{6815A15E-587E-CCEB-8B7D-68B8A811415D}"/>
                        </a:ext>
                      </a:extLst>
                    </p:cNvPr>
                    <p:cNvSpPr/>
                    <p:nvPr/>
                  </p:nvSpPr>
                  <p:spPr>
                    <a:xfrm>
                      <a:off x="2765114"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923" name="Freeform: Shape 1922">
                      <a:extLst>
                        <a:ext uri="{FF2B5EF4-FFF2-40B4-BE49-F238E27FC236}">
                          <a16:creationId xmlns:a16="http://schemas.microsoft.com/office/drawing/2014/main" id="{98C89017-F658-FD65-8E91-DC62F02AE387}"/>
                        </a:ext>
                      </a:extLst>
                    </p:cNvPr>
                    <p:cNvSpPr/>
                    <p:nvPr/>
                  </p:nvSpPr>
                  <p:spPr>
                    <a:xfrm>
                      <a:off x="2738533"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1809" name="Graphic 4773">
                  <a:extLst>
                    <a:ext uri="{FF2B5EF4-FFF2-40B4-BE49-F238E27FC236}">
                      <a16:creationId xmlns:a16="http://schemas.microsoft.com/office/drawing/2014/main" id="{79C2EA54-ABC6-A3D6-5F24-DDA26DAB4973}"/>
                    </a:ext>
                  </a:extLst>
                </p:cNvPr>
                <p:cNvGrpSpPr/>
                <p:nvPr/>
              </p:nvGrpSpPr>
              <p:grpSpPr>
                <a:xfrm>
                  <a:off x="4176882" y="1893185"/>
                  <a:ext cx="116840" cy="236869"/>
                  <a:chOff x="4176882" y="1893185"/>
                  <a:chExt cx="116840" cy="236869"/>
                </a:xfrm>
                <a:grpFill/>
              </p:grpSpPr>
              <p:sp>
                <p:nvSpPr>
                  <p:cNvPr id="1916" name="Freeform: Shape 1915">
                    <a:extLst>
                      <a:ext uri="{FF2B5EF4-FFF2-40B4-BE49-F238E27FC236}">
                        <a16:creationId xmlns:a16="http://schemas.microsoft.com/office/drawing/2014/main" id="{AAB1456C-89B7-5355-1D06-1E71E325CF88}"/>
                      </a:ext>
                    </a:extLst>
                  </p:cNvPr>
                  <p:cNvSpPr/>
                  <p:nvPr/>
                </p:nvSpPr>
                <p:spPr>
                  <a:xfrm>
                    <a:off x="4176941" y="2013274"/>
                    <a:ext cx="116781" cy="116781"/>
                  </a:xfrm>
                  <a:custGeom>
                    <a:avLst/>
                    <a:gdLst>
                      <a:gd name="connsiteX0" fmla="*/ 116781 w 116781"/>
                      <a:gd name="connsiteY0" fmla="*/ 97524 h 116781"/>
                      <a:gd name="connsiteX1" fmla="*/ 39813 w 116781"/>
                      <a:gd name="connsiteY1" fmla="*/ 20556 h 116781"/>
                      <a:gd name="connsiteX2" fmla="*/ 102782 w 116781"/>
                      <a:gd name="connsiteY2" fmla="*/ 20556 h 116781"/>
                      <a:gd name="connsiteX3" fmla="*/ 82225 w 116781"/>
                      <a:gd name="connsiteY3" fmla="*/ 0 h 116781"/>
                      <a:gd name="connsiteX4" fmla="*/ 0 w 116781"/>
                      <a:gd name="connsiteY4" fmla="*/ 0 h 116781"/>
                      <a:gd name="connsiteX5" fmla="*/ 0 w 116781"/>
                      <a:gd name="connsiteY5" fmla="*/ 82225 h 116781"/>
                      <a:gd name="connsiteX6" fmla="*/ 20556 w 116781"/>
                      <a:gd name="connsiteY6" fmla="*/ 102782 h 116781"/>
                      <a:gd name="connsiteX7" fmla="*/ 20556 w 116781"/>
                      <a:gd name="connsiteY7" fmla="*/ 39813 h 116781"/>
                      <a:gd name="connsiteX8" fmla="*/ 97524 w 116781"/>
                      <a:gd name="connsiteY8" fmla="*/ 116781 h 116781"/>
                      <a:gd name="connsiteX9" fmla="*/ 116781 w 116781"/>
                      <a:gd name="connsiteY9" fmla="*/ 97524 h 116781"/>
                      <a:gd name="connsiteX10" fmla="*/ 37746 w 116781"/>
                      <a:gd name="connsiteY10" fmla="*/ 22624 h 116781"/>
                      <a:gd name="connsiteX11" fmla="*/ 112646 w 116781"/>
                      <a:gd name="connsiteY11" fmla="*/ 97524 h 116781"/>
                      <a:gd name="connsiteX12" fmla="*/ 97465 w 116781"/>
                      <a:gd name="connsiteY12" fmla="*/ 112705 h 116781"/>
                      <a:gd name="connsiteX13" fmla="*/ 22565 w 116781"/>
                      <a:gd name="connsiteY13" fmla="*/ 37805 h 116781"/>
                      <a:gd name="connsiteX14" fmla="*/ 17603 w 116781"/>
                      <a:gd name="connsiteY14" fmla="*/ 32843 h 116781"/>
                      <a:gd name="connsiteX15" fmla="*/ 17603 w 116781"/>
                      <a:gd name="connsiteY15" fmla="*/ 39872 h 116781"/>
                      <a:gd name="connsiteX16" fmla="*/ 17603 w 116781"/>
                      <a:gd name="connsiteY16" fmla="*/ 95870 h 116781"/>
                      <a:gd name="connsiteX17" fmla="*/ 2835 w 116781"/>
                      <a:gd name="connsiteY17" fmla="*/ 81103 h 116781"/>
                      <a:gd name="connsiteX18" fmla="*/ 2835 w 116781"/>
                      <a:gd name="connsiteY18" fmla="*/ 2953 h 116781"/>
                      <a:gd name="connsiteX19" fmla="*/ 80985 w 116781"/>
                      <a:gd name="connsiteY19" fmla="*/ 2953 h 116781"/>
                      <a:gd name="connsiteX20" fmla="*/ 95752 w 116781"/>
                      <a:gd name="connsiteY20" fmla="*/ 17721 h 116781"/>
                      <a:gd name="connsiteX21" fmla="*/ 39813 w 116781"/>
                      <a:gd name="connsiteY21" fmla="*/ 17721 h 116781"/>
                      <a:gd name="connsiteX22" fmla="*/ 32784 w 116781"/>
                      <a:gd name="connsiteY22" fmla="*/ 17721 h 116781"/>
                      <a:gd name="connsiteX23" fmla="*/ 37746 w 116781"/>
                      <a:gd name="connsiteY23" fmla="*/ 2262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1">
                        <a:moveTo>
                          <a:pt x="116781" y="97524"/>
                        </a:moveTo>
                        <a:lnTo>
                          <a:pt x="39813" y="20556"/>
                        </a:lnTo>
                        <a:lnTo>
                          <a:pt x="102782" y="20556"/>
                        </a:lnTo>
                        <a:lnTo>
                          <a:pt x="82225" y="0"/>
                        </a:lnTo>
                        <a:lnTo>
                          <a:pt x="0" y="0"/>
                        </a:lnTo>
                        <a:lnTo>
                          <a:pt x="0" y="82225"/>
                        </a:lnTo>
                        <a:lnTo>
                          <a:pt x="20556" y="102782"/>
                        </a:lnTo>
                        <a:lnTo>
                          <a:pt x="20556" y="39813"/>
                        </a:lnTo>
                        <a:lnTo>
                          <a:pt x="97524" y="116781"/>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917" name="Freeform: Shape 1916">
                    <a:extLst>
                      <a:ext uri="{FF2B5EF4-FFF2-40B4-BE49-F238E27FC236}">
                        <a16:creationId xmlns:a16="http://schemas.microsoft.com/office/drawing/2014/main" id="{A9108A89-C2F6-F1E7-3900-625D6391CB3F}"/>
                      </a:ext>
                    </a:extLst>
                  </p:cNvPr>
                  <p:cNvSpPr/>
                  <p:nvPr/>
                </p:nvSpPr>
                <p:spPr>
                  <a:xfrm>
                    <a:off x="4176882" y="1893185"/>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7 w 116781"/>
                      <a:gd name="connsiteY5" fmla="*/ 76968 h 116780"/>
                      <a:gd name="connsiteX6" fmla="*/ 20557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7 h 116780"/>
                      <a:gd name="connsiteX11" fmla="*/ 2894 w 116781"/>
                      <a:gd name="connsiteY11" fmla="*/ 113887 h 116780"/>
                      <a:gd name="connsiteX12" fmla="*/ 2894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76 h 116780"/>
                      <a:gd name="connsiteX18" fmla="*/ 112705 w 116781"/>
                      <a:gd name="connsiteY18" fmla="*/ 19257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7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7" y="76968"/>
                        </a:lnTo>
                        <a:lnTo>
                          <a:pt x="20557" y="14000"/>
                        </a:lnTo>
                        <a:lnTo>
                          <a:pt x="0" y="34556"/>
                        </a:lnTo>
                        <a:lnTo>
                          <a:pt x="0" y="116781"/>
                        </a:lnTo>
                        <a:lnTo>
                          <a:pt x="82225" y="116781"/>
                        </a:lnTo>
                        <a:close/>
                        <a:moveTo>
                          <a:pt x="81044" y="113887"/>
                        </a:moveTo>
                        <a:lnTo>
                          <a:pt x="2894" y="113887"/>
                        </a:lnTo>
                        <a:lnTo>
                          <a:pt x="2894" y="35737"/>
                        </a:lnTo>
                        <a:lnTo>
                          <a:pt x="17662" y="20970"/>
                        </a:lnTo>
                        <a:lnTo>
                          <a:pt x="17662" y="76909"/>
                        </a:lnTo>
                        <a:lnTo>
                          <a:pt x="17662" y="83938"/>
                        </a:lnTo>
                        <a:lnTo>
                          <a:pt x="22624" y="78976"/>
                        </a:lnTo>
                        <a:lnTo>
                          <a:pt x="97524" y="4076"/>
                        </a:lnTo>
                        <a:lnTo>
                          <a:pt x="112705" y="19257"/>
                        </a:lnTo>
                        <a:lnTo>
                          <a:pt x="37805" y="94157"/>
                        </a:lnTo>
                        <a:lnTo>
                          <a:pt x="32843" y="99119"/>
                        </a:lnTo>
                        <a:lnTo>
                          <a:pt x="39872" y="99119"/>
                        </a:lnTo>
                        <a:lnTo>
                          <a:pt x="95811" y="99119"/>
                        </a:lnTo>
                        <a:lnTo>
                          <a:pt x="81044" y="113887"/>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810" name="Graphic 4773">
                  <a:extLst>
                    <a:ext uri="{FF2B5EF4-FFF2-40B4-BE49-F238E27FC236}">
                      <a16:creationId xmlns:a16="http://schemas.microsoft.com/office/drawing/2014/main" id="{BBC220C5-2102-A702-5FEC-5DB819043323}"/>
                    </a:ext>
                  </a:extLst>
                </p:cNvPr>
                <p:cNvGrpSpPr/>
                <p:nvPr/>
              </p:nvGrpSpPr>
              <p:grpSpPr>
                <a:xfrm>
                  <a:off x="632696" y="2425108"/>
                  <a:ext cx="116780" cy="236869"/>
                  <a:chOff x="632696" y="2425108"/>
                  <a:chExt cx="116780" cy="236869"/>
                </a:xfrm>
                <a:grpFill/>
              </p:grpSpPr>
              <p:sp>
                <p:nvSpPr>
                  <p:cNvPr id="1914" name="Freeform: Shape 1913">
                    <a:extLst>
                      <a:ext uri="{FF2B5EF4-FFF2-40B4-BE49-F238E27FC236}">
                        <a16:creationId xmlns:a16="http://schemas.microsoft.com/office/drawing/2014/main" id="{A98E9085-33E6-5B80-8DCE-E30960FB578D}"/>
                      </a:ext>
                    </a:extLst>
                  </p:cNvPr>
                  <p:cNvSpPr/>
                  <p:nvPr/>
                </p:nvSpPr>
                <p:spPr>
                  <a:xfrm>
                    <a:off x="632696" y="2425108"/>
                    <a:ext cx="116780" cy="116781"/>
                  </a:xfrm>
                  <a:custGeom>
                    <a:avLst/>
                    <a:gdLst>
                      <a:gd name="connsiteX0" fmla="*/ 0 w 116780"/>
                      <a:gd name="connsiteY0" fmla="*/ 19257 h 116781"/>
                      <a:gd name="connsiteX1" fmla="*/ 76968 w 116780"/>
                      <a:gd name="connsiteY1" fmla="*/ 96225 h 116781"/>
                      <a:gd name="connsiteX2" fmla="*/ 14000 w 116780"/>
                      <a:gd name="connsiteY2" fmla="*/ 96225 h 116781"/>
                      <a:gd name="connsiteX3" fmla="*/ 34556 w 116780"/>
                      <a:gd name="connsiteY3" fmla="*/ 116781 h 116781"/>
                      <a:gd name="connsiteX4" fmla="*/ 116781 w 116780"/>
                      <a:gd name="connsiteY4" fmla="*/ 116781 h 116781"/>
                      <a:gd name="connsiteX5" fmla="*/ 116781 w 116780"/>
                      <a:gd name="connsiteY5" fmla="*/ 34556 h 116781"/>
                      <a:gd name="connsiteX6" fmla="*/ 96225 w 116780"/>
                      <a:gd name="connsiteY6" fmla="*/ 14000 h 116781"/>
                      <a:gd name="connsiteX7" fmla="*/ 96225 w 116780"/>
                      <a:gd name="connsiteY7" fmla="*/ 76968 h 116781"/>
                      <a:gd name="connsiteX8" fmla="*/ 19257 w 116780"/>
                      <a:gd name="connsiteY8" fmla="*/ 0 h 116781"/>
                      <a:gd name="connsiteX9" fmla="*/ 0 w 116780"/>
                      <a:gd name="connsiteY9" fmla="*/ 19257 h 116781"/>
                      <a:gd name="connsiteX10" fmla="*/ 79035 w 116780"/>
                      <a:gd name="connsiteY10" fmla="*/ 94216 h 116781"/>
                      <a:gd name="connsiteX11" fmla="*/ 4135 w 116780"/>
                      <a:gd name="connsiteY11" fmla="*/ 19316 h 116781"/>
                      <a:gd name="connsiteX12" fmla="*/ 19316 w 116780"/>
                      <a:gd name="connsiteY12" fmla="*/ 4135 h 116781"/>
                      <a:gd name="connsiteX13" fmla="*/ 94216 w 116780"/>
                      <a:gd name="connsiteY13" fmla="*/ 79035 h 116781"/>
                      <a:gd name="connsiteX14" fmla="*/ 99178 w 116780"/>
                      <a:gd name="connsiteY14" fmla="*/ 83997 h 116781"/>
                      <a:gd name="connsiteX15" fmla="*/ 99178 w 116780"/>
                      <a:gd name="connsiteY15" fmla="*/ 76968 h 116781"/>
                      <a:gd name="connsiteX16" fmla="*/ 99178 w 116780"/>
                      <a:gd name="connsiteY16" fmla="*/ 20970 h 116781"/>
                      <a:gd name="connsiteX17" fmla="*/ 113946 w 116780"/>
                      <a:gd name="connsiteY17" fmla="*/ 35737 h 116781"/>
                      <a:gd name="connsiteX18" fmla="*/ 113946 w 116780"/>
                      <a:gd name="connsiteY18" fmla="*/ 113887 h 116781"/>
                      <a:gd name="connsiteX19" fmla="*/ 35796 w 116780"/>
                      <a:gd name="connsiteY19" fmla="*/ 113887 h 116781"/>
                      <a:gd name="connsiteX20" fmla="*/ 21029 w 116780"/>
                      <a:gd name="connsiteY20" fmla="*/ 99119 h 116781"/>
                      <a:gd name="connsiteX21" fmla="*/ 76968 w 116780"/>
                      <a:gd name="connsiteY21" fmla="*/ 99119 h 116781"/>
                      <a:gd name="connsiteX22" fmla="*/ 83997 w 116780"/>
                      <a:gd name="connsiteY22" fmla="*/ 99119 h 116781"/>
                      <a:gd name="connsiteX23" fmla="*/ 79035 w 116780"/>
                      <a:gd name="connsiteY23" fmla="*/ 94216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0" y="19257"/>
                        </a:moveTo>
                        <a:lnTo>
                          <a:pt x="76968" y="96225"/>
                        </a:lnTo>
                        <a:lnTo>
                          <a:pt x="14000" y="96225"/>
                        </a:lnTo>
                        <a:lnTo>
                          <a:pt x="34556" y="116781"/>
                        </a:lnTo>
                        <a:lnTo>
                          <a:pt x="116781" y="116781"/>
                        </a:lnTo>
                        <a:lnTo>
                          <a:pt x="116781" y="34556"/>
                        </a:lnTo>
                        <a:lnTo>
                          <a:pt x="96225" y="14000"/>
                        </a:lnTo>
                        <a:lnTo>
                          <a:pt x="96225" y="76968"/>
                        </a:lnTo>
                        <a:lnTo>
                          <a:pt x="19257" y="0"/>
                        </a:lnTo>
                        <a:lnTo>
                          <a:pt x="0" y="19257"/>
                        </a:lnTo>
                        <a:close/>
                        <a:moveTo>
                          <a:pt x="79035" y="94216"/>
                        </a:moveTo>
                        <a:lnTo>
                          <a:pt x="4135" y="19316"/>
                        </a:lnTo>
                        <a:lnTo>
                          <a:pt x="19316" y="4135"/>
                        </a:lnTo>
                        <a:lnTo>
                          <a:pt x="94216" y="79035"/>
                        </a:lnTo>
                        <a:lnTo>
                          <a:pt x="99178" y="83997"/>
                        </a:lnTo>
                        <a:lnTo>
                          <a:pt x="99178" y="76968"/>
                        </a:lnTo>
                        <a:lnTo>
                          <a:pt x="99178" y="20970"/>
                        </a:lnTo>
                        <a:lnTo>
                          <a:pt x="113946" y="35737"/>
                        </a:lnTo>
                        <a:lnTo>
                          <a:pt x="113946" y="113887"/>
                        </a:lnTo>
                        <a:lnTo>
                          <a:pt x="35796" y="113887"/>
                        </a:lnTo>
                        <a:lnTo>
                          <a:pt x="21029" y="99119"/>
                        </a:lnTo>
                        <a:lnTo>
                          <a:pt x="76968" y="99119"/>
                        </a:lnTo>
                        <a:lnTo>
                          <a:pt x="83997" y="99119"/>
                        </a:lnTo>
                        <a:lnTo>
                          <a:pt x="79035" y="94216"/>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915" name="Freeform: Shape 1914">
                    <a:extLst>
                      <a:ext uri="{FF2B5EF4-FFF2-40B4-BE49-F238E27FC236}">
                        <a16:creationId xmlns:a16="http://schemas.microsoft.com/office/drawing/2014/main" id="{479F07C3-0124-23C7-BF70-F8E776E4B7F8}"/>
                      </a:ext>
                    </a:extLst>
                  </p:cNvPr>
                  <p:cNvSpPr/>
                  <p:nvPr/>
                </p:nvSpPr>
                <p:spPr>
                  <a:xfrm>
                    <a:off x="632696" y="2545197"/>
                    <a:ext cx="116780" cy="116780"/>
                  </a:xfrm>
                  <a:custGeom>
                    <a:avLst/>
                    <a:gdLst>
                      <a:gd name="connsiteX0" fmla="*/ 34556 w 116780"/>
                      <a:gd name="connsiteY0" fmla="*/ 0 h 116780"/>
                      <a:gd name="connsiteX1" fmla="*/ 14000 w 116780"/>
                      <a:gd name="connsiteY1" fmla="*/ 20556 h 116780"/>
                      <a:gd name="connsiteX2" fmla="*/ 76968 w 116780"/>
                      <a:gd name="connsiteY2" fmla="*/ 20556 h 116780"/>
                      <a:gd name="connsiteX3" fmla="*/ 0 w 116780"/>
                      <a:gd name="connsiteY3" fmla="*/ 97524 h 116780"/>
                      <a:gd name="connsiteX4" fmla="*/ 19257 w 116780"/>
                      <a:gd name="connsiteY4" fmla="*/ 116781 h 116780"/>
                      <a:gd name="connsiteX5" fmla="*/ 96225 w 116780"/>
                      <a:gd name="connsiteY5" fmla="*/ 39813 h 116780"/>
                      <a:gd name="connsiteX6" fmla="*/ 96225 w 116780"/>
                      <a:gd name="connsiteY6" fmla="*/ 102781 h 116780"/>
                      <a:gd name="connsiteX7" fmla="*/ 116781 w 116780"/>
                      <a:gd name="connsiteY7" fmla="*/ 82225 h 116780"/>
                      <a:gd name="connsiteX8" fmla="*/ 116781 w 116780"/>
                      <a:gd name="connsiteY8" fmla="*/ 0 h 116780"/>
                      <a:gd name="connsiteX9" fmla="*/ 34556 w 116780"/>
                      <a:gd name="connsiteY9" fmla="*/ 0 h 116780"/>
                      <a:gd name="connsiteX10" fmla="*/ 35796 w 116780"/>
                      <a:gd name="connsiteY10" fmla="*/ 2894 h 116780"/>
                      <a:gd name="connsiteX11" fmla="*/ 113946 w 116780"/>
                      <a:gd name="connsiteY11" fmla="*/ 2894 h 116780"/>
                      <a:gd name="connsiteX12" fmla="*/ 113946 w 116780"/>
                      <a:gd name="connsiteY12" fmla="*/ 81044 h 116780"/>
                      <a:gd name="connsiteX13" fmla="*/ 99178 w 116780"/>
                      <a:gd name="connsiteY13" fmla="*/ 95811 h 116780"/>
                      <a:gd name="connsiteX14" fmla="*/ 99178 w 116780"/>
                      <a:gd name="connsiteY14" fmla="*/ 39872 h 116780"/>
                      <a:gd name="connsiteX15" fmla="*/ 99178 w 116780"/>
                      <a:gd name="connsiteY15" fmla="*/ 32843 h 116780"/>
                      <a:gd name="connsiteX16" fmla="*/ 94216 w 116780"/>
                      <a:gd name="connsiteY16" fmla="*/ 37805 h 116780"/>
                      <a:gd name="connsiteX17" fmla="*/ 19316 w 116780"/>
                      <a:gd name="connsiteY17" fmla="*/ 112705 h 116780"/>
                      <a:gd name="connsiteX18" fmla="*/ 4135 w 116780"/>
                      <a:gd name="connsiteY18" fmla="*/ 97524 h 116780"/>
                      <a:gd name="connsiteX19" fmla="*/ 79035 w 116780"/>
                      <a:gd name="connsiteY19" fmla="*/ 22624 h 116780"/>
                      <a:gd name="connsiteX20" fmla="*/ 83997 w 116780"/>
                      <a:gd name="connsiteY20" fmla="*/ 17662 h 116780"/>
                      <a:gd name="connsiteX21" fmla="*/ 76968 w 116780"/>
                      <a:gd name="connsiteY21" fmla="*/ 17662 h 116780"/>
                      <a:gd name="connsiteX22" fmla="*/ 21029 w 116780"/>
                      <a:gd name="connsiteY22" fmla="*/ 17662 h 116780"/>
                      <a:gd name="connsiteX23" fmla="*/ 35796 w 116780"/>
                      <a:gd name="connsiteY23" fmla="*/ 2894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0">
                        <a:moveTo>
                          <a:pt x="34556" y="0"/>
                        </a:moveTo>
                        <a:lnTo>
                          <a:pt x="14000" y="20556"/>
                        </a:lnTo>
                        <a:lnTo>
                          <a:pt x="76968" y="20556"/>
                        </a:lnTo>
                        <a:lnTo>
                          <a:pt x="0" y="97524"/>
                        </a:lnTo>
                        <a:lnTo>
                          <a:pt x="19257" y="116781"/>
                        </a:lnTo>
                        <a:lnTo>
                          <a:pt x="96225" y="39813"/>
                        </a:lnTo>
                        <a:lnTo>
                          <a:pt x="96225" y="102781"/>
                        </a:lnTo>
                        <a:lnTo>
                          <a:pt x="116781" y="82225"/>
                        </a:lnTo>
                        <a:lnTo>
                          <a:pt x="116781" y="0"/>
                        </a:lnTo>
                        <a:lnTo>
                          <a:pt x="34556" y="0"/>
                        </a:lnTo>
                        <a:close/>
                        <a:moveTo>
                          <a:pt x="35796" y="2894"/>
                        </a:moveTo>
                        <a:lnTo>
                          <a:pt x="113946" y="2894"/>
                        </a:lnTo>
                        <a:lnTo>
                          <a:pt x="113946" y="81044"/>
                        </a:lnTo>
                        <a:lnTo>
                          <a:pt x="99178" y="95811"/>
                        </a:lnTo>
                        <a:lnTo>
                          <a:pt x="99178" y="39872"/>
                        </a:lnTo>
                        <a:lnTo>
                          <a:pt x="99178" y="32843"/>
                        </a:lnTo>
                        <a:lnTo>
                          <a:pt x="94216" y="37805"/>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811" name="Graphic 4773">
                  <a:extLst>
                    <a:ext uri="{FF2B5EF4-FFF2-40B4-BE49-F238E27FC236}">
                      <a16:creationId xmlns:a16="http://schemas.microsoft.com/office/drawing/2014/main" id="{286BB4CC-D3F3-830B-0407-AF93CDA9DAEA}"/>
                    </a:ext>
                  </a:extLst>
                </p:cNvPr>
                <p:cNvGrpSpPr/>
                <p:nvPr/>
              </p:nvGrpSpPr>
              <p:grpSpPr>
                <a:xfrm>
                  <a:off x="1371068" y="3902502"/>
                  <a:ext cx="116780" cy="236929"/>
                  <a:chOff x="1371068" y="3902502"/>
                  <a:chExt cx="116780" cy="236929"/>
                </a:xfrm>
                <a:grpFill/>
              </p:grpSpPr>
              <p:sp>
                <p:nvSpPr>
                  <p:cNvPr id="1912" name="Freeform: Shape 1911">
                    <a:extLst>
                      <a:ext uri="{FF2B5EF4-FFF2-40B4-BE49-F238E27FC236}">
                        <a16:creationId xmlns:a16="http://schemas.microsoft.com/office/drawing/2014/main" id="{1D5674C4-B498-8406-32C0-4EADAC4EA38A}"/>
                      </a:ext>
                    </a:extLst>
                  </p:cNvPr>
                  <p:cNvSpPr/>
                  <p:nvPr/>
                </p:nvSpPr>
                <p:spPr>
                  <a:xfrm>
                    <a:off x="1371068" y="3902502"/>
                    <a:ext cx="116780" cy="116840"/>
                  </a:xfrm>
                  <a:custGeom>
                    <a:avLst/>
                    <a:gdLst>
                      <a:gd name="connsiteX0" fmla="*/ 0 w 116780"/>
                      <a:gd name="connsiteY0" fmla="*/ 19316 h 116840"/>
                      <a:gd name="connsiteX1" fmla="*/ 76968 w 116780"/>
                      <a:gd name="connsiteY1" fmla="*/ 96284 h 116840"/>
                      <a:gd name="connsiteX2" fmla="*/ 14000 w 116780"/>
                      <a:gd name="connsiteY2" fmla="*/ 96284 h 116840"/>
                      <a:gd name="connsiteX3" fmla="*/ 34556 w 116780"/>
                      <a:gd name="connsiteY3" fmla="*/ 116840 h 116840"/>
                      <a:gd name="connsiteX4" fmla="*/ 116781 w 116780"/>
                      <a:gd name="connsiteY4" fmla="*/ 116840 h 116840"/>
                      <a:gd name="connsiteX5" fmla="*/ 116781 w 116780"/>
                      <a:gd name="connsiteY5" fmla="*/ 34556 h 116840"/>
                      <a:gd name="connsiteX6" fmla="*/ 96225 w 116780"/>
                      <a:gd name="connsiteY6" fmla="*/ 14000 h 116840"/>
                      <a:gd name="connsiteX7" fmla="*/ 96225 w 116780"/>
                      <a:gd name="connsiteY7" fmla="*/ 76968 h 116840"/>
                      <a:gd name="connsiteX8" fmla="*/ 19257 w 116780"/>
                      <a:gd name="connsiteY8" fmla="*/ 0 h 116840"/>
                      <a:gd name="connsiteX9" fmla="*/ 0 w 116780"/>
                      <a:gd name="connsiteY9" fmla="*/ 19316 h 116840"/>
                      <a:gd name="connsiteX10" fmla="*/ 79035 w 116780"/>
                      <a:gd name="connsiteY10" fmla="*/ 94216 h 116840"/>
                      <a:gd name="connsiteX11" fmla="*/ 4135 w 116780"/>
                      <a:gd name="connsiteY11" fmla="*/ 19316 h 116840"/>
                      <a:gd name="connsiteX12" fmla="*/ 19316 w 116780"/>
                      <a:gd name="connsiteY12" fmla="*/ 4135 h 116840"/>
                      <a:gd name="connsiteX13" fmla="*/ 94216 w 116780"/>
                      <a:gd name="connsiteY13" fmla="*/ 79035 h 116840"/>
                      <a:gd name="connsiteX14" fmla="*/ 99178 w 116780"/>
                      <a:gd name="connsiteY14" fmla="*/ 83997 h 116840"/>
                      <a:gd name="connsiteX15" fmla="*/ 99178 w 116780"/>
                      <a:gd name="connsiteY15" fmla="*/ 76968 h 116840"/>
                      <a:gd name="connsiteX16" fmla="*/ 99178 w 116780"/>
                      <a:gd name="connsiteY16" fmla="*/ 21029 h 116840"/>
                      <a:gd name="connsiteX17" fmla="*/ 113946 w 116780"/>
                      <a:gd name="connsiteY17" fmla="*/ 35796 h 116840"/>
                      <a:gd name="connsiteX18" fmla="*/ 113946 w 116780"/>
                      <a:gd name="connsiteY18" fmla="*/ 113946 h 116840"/>
                      <a:gd name="connsiteX19" fmla="*/ 35796 w 116780"/>
                      <a:gd name="connsiteY19" fmla="*/ 113946 h 116840"/>
                      <a:gd name="connsiteX20" fmla="*/ 21029 w 116780"/>
                      <a:gd name="connsiteY20" fmla="*/ 99178 h 116840"/>
                      <a:gd name="connsiteX21" fmla="*/ 76968 w 116780"/>
                      <a:gd name="connsiteY21" fmla="*/ 99178 h 116840"/>
                      <a:gd name="connsiteX22" fmla="*/ 83997 w 116780"/>
                      <a:gd name="connsiteY22" fmla="*/ 99178 h 116840"/>
                      <a:gd name="connsiteX23" fmla="*/ 79035 w 116780"/>
                      <a:gd name="connsiteY23" fmla="*/ 94216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840">
                        <a:moveTo>
                          <a:pt x="0" y="19316"/>
                        </a:moveTo>
                        <a:lnTo>
                          <a:pt x="76968" y="96284"/>
                        </a:lnTo>
                        <a:lnTo>
                          <a:pt x="14000" y="96284"/>
                        </a:lnTo>
                        <a:lnTo>
                          <a:pt x="34556" y="116840"/>
                        </a:lnTo>
                        <a:lnTo>
                          <a:pt x="116781" y="116840"/>
                        </a:lnTo>
                        <a:lnTo>
                          <a:pt x="116781" y="34556"/>
                        </a:lnTo>
                        <a:lnTo>
                          <a:pt x="96225" y="14000"/>
                        </a:lnTo>
                        <a:lnTo>
                          <a:pt x="96225" y="76968"/>
                        </a:lnTo>
                        <a:lnTo>
                          <a:pt x="19257" y="0"/>
                        </a:lnTo>
                        <a:lnTo>
                          <a:pt x="0" y="19316"/>
                        </a:lnTo>
                        <a:close/>
                        <a:moveTo>
                          <a:pt x="79035" y="94216"/>
                        </a:moveTo>
                        <a:lnTo>
                          <a:pt x="4135" y="19316"/>
                        </a:lnTo>
                        <a:lnTo>
                          <a:pt x="19316" y="4135"/>
                        </a:lnTo>
                        <a:lnTo>
                          <a:pt x="94216" y="79035"/>
                        </a:lnTo>
                        <a:lnTo>
                          <a:pt x="99178" y="83997"/>
                        </a:lnTo>
                        <a:lnTo>
                          <a:pt x="99178" y="76968"/>
                        </a:lnTo>
                        <a:lnTo>
                          <a:pt x="99178" y="21029"/>
                        </a:lnTo>
                        <a:lnTo>
                          <a:pt x="113946" y="35796"/>
                        </a:lnTo>
                        <a:lnTo>
                          <a:pt x="113946" y="113946"/>
                        </a:lnTo>
                        <a:lnTo>
                          <a:pt x="35796" y="113946"/>
                        </a:lnTo>
                        <a:lnTo>
                          <a:pt x="21029" y="99178"/>
                        </a:lnTo>
                        <a:lnTo>
                          <a:pt x="76968" y="99178"/>
                        </a:lnTo>
                        <a:lnTo>
                          <a:pt x="83997" y="99178"/>
                        </a:lnTo>
                        <a:lnTo>
                          <a:pt x="79035" y="94216"/>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913" name="Freeform: Shape 1912">
                    <a:extLst>
                      <a:ext uri="{FF2B5EF4-FFF2-40B4-BE49-F238E27FC236}">
                        <a16:creationId xmlns:a16="http://schemas.microsoft.com/office/drawing/2014/main" id="{0B94EE81-DE3E-0448-8856-F9FFD072051E}"/>
                      </a:ext>
                    </a:extLst>
                  </p:cNvPr>
                  <p:cNvSpPr/>
                  <p:nvPr/>
                </p:nvSpPr>
                <p:spPr>
                  <a:xfrm>
                    <a:off x="1371068" y="4022650"/>
                    <a:ext cx="116780" cy="116781"/>
                  </a:xfrm>
                  <a:custGeom>
                    <a:avLst/>
                    <a:gdLst>
                      <a:gd name="connsiteX0" fmla="*/ 34556 w 116780"/>
                      <a:gd name="connsiteY0" fmla="*/ 0 h 116781"/>
                      <a:gd name="connsiteX1" fmla="*/ 14000 w 116780"/>
                      <a:gd name="connsiteY1" fmla="*/ 20556 h 116781"/>
                      <a:gd name="connsiteX2" fmla="*/ 76968 w 116780"/>
                      <a:gd name="connsiteY2" fmla="*/ 20556 h 116781"/>
                      <a:gd name="connsiteX3" fmla="*/ 0 w 116780"/>
                      <a:gd name="connsiteY3" fmla="*/ 97524 h 116781"/>
                      <a:gd name="connsiteX4" fmla="*/ 19257 w 116780"/>
                      <a:gd name="connsiteY4" fmla="*/ 116781 h 116781"/>
                      <a:gd name="connsiteX5" fmla="*/ 96225 w 116780"/>
                      <a:gd name="connsiteY5" fmla="*/ 39813 h 116781"/>
                      <a:gd name="connsiteX6" fmla="*/ 96225 w 116780"/>
                      <a:gd name="connsiteY6" fmla="*/ 102782 h 116781"/>
                      <a:gd name="connsiteX7" fmla="*/ 116781 w 116780"/>
                      <a:gd name="connsiteY7" fmla="*/ 82225 h 116781"/>
                      <a:gd name="connsiteX8" fmla="*/ 116781 w 116780"/>
                      <a:gd name="connsiteY8" fmla="*/ 0 h 116781"/>
                      <a:gd name="connsiteX9" fmla="*/ 34556 w 116780"/>
                      <a:gd name="connsiteY9" fmla="*/ 0 h 116781"/>
                      <a:gd name="connsiteX10" fmla="*/ 35796 w 116780"/>
                      <a:gd name="connsiteY10" fmla="*/ 2894 h 116781"/>
                      <a:gd name="connsiteX11" fmla="*/ 113946 w 116780"/>
                      <a:gd name="connsiteY11" fmla="*/ 2894 h 116781"/>
                      <a:gd name="connsiteX12" fmla="*/ 113946 w 116780"/>
                      <a:gd name="connsiteY12" fmla="*/ 80985 h 116781"/>
                      <a:gd name="connsiteX13" fmla="*/ 99178 w 116780"/>
                      <a:gd name="connsiteY13" fmla="*/ 95752 h 116781"/>
                      <a:gd name="connsiteX14" fmla="*/ 99178 w 116780"/>
                      <a:gd name="connsiteY14" fmla="*/ 39813 h 116781"/>
                      <a:gd name="connsiteX15" fmla="*/ 99178 w 116780"/>
                      <a:gd name="connsiteY15" fmla="*/ 32784 h 116781"/>
                      <a:gd name="connsiteX16" fmla="*/ 94216 w 116780"/>
                      <a:gd name="connsiteY16" fmla="*/ 37746 h 116781"/>
                      <a:gd name="connsiteX17" fmla="*/ 19316 w 116780"/>
                      <a:gd name="connsiteY17" fmla="*/ 112705 h 116781"/>
                      <a:gd name="connsiteX18" fmla="*/ 4135 w 116780"/>
                      <a:gd name="connsiteY18" fmla="*/ 97524 h 116781"/>
                      <a:gd name="connsiteX19" fmla="*/ 79035 w 116780"/>
                      <a:gd name="connsiteY19" fmla="*/ 22624 h 116781"/>
                      <a:gd name="connsiteX20" fmla="*/ 83997 w 116780"/>
                      <a:gd name="connsiteY20" fmla="*/ 17662 h 116781"/>
                      <a:gd name="connsiteX21" fmla="*/ 76968 w 116780"/>
                      <a:gd name="connsiteY21" fmla="*/ 17662 h 116781"/>
                      <a:gd name="connsiteX22" fmla="*/ 21029 w 116780"/>
                      <a:gd name="connsiteY22" fmla="*/ 17662 h 116781"/>
                      <a:gd name="connsiteX23" fmla="*/ 35796 w 116780"/>
                      <a:gd name="connsiteY23" fmla="*/ 289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34556" y="0"/>
                        </a:moveTo>
                        <a:lnTo>
                          <a:pt x="14000" y="20556"/>
                        </a:lnTo>
                        <a:lnTo>
                          <a:pt x="76968" y="20556"/>
                        </a:lnTo>
                        <a:lnTo>
                          <a:pt x="0" y="97524"/>
                        </a:lnTo>
                        <a:lnTo>
                          <a:pt x="19257" y="116781"/>
                        </a:lnTo>
                        <a:lnTo>
                          <a:pt x="96225" y="39813"/>
                        </a:lnTo>
                        <a:lnTo>
                          <a:pt x="96225" y="102782"/>
                        </a:lnTo>
                        <a:lnTo>
                          <a:pt x="116781" y="82225"/>
                        </a:lnTo>
                        <a:lnTo>
                          <a:pt x="116781" y="0"/>
                        </a:lnTo>
                        <a:lnTo>
                          <a:pt x="34556" y="0"/>
                        </a:lnTo>
                        <a:close/>
                        <a:moveTo>
                          <a:pt x="35796" y="2894"/>
                        </a:moveTo>
                        <a:lnTo>
                          <a:pt x="113946" y="2894"/>
                        </a:lnTo>
                        <a:lnTo>
                          <a:pt x="113946" y="80985"/>
                        </a:lnTo>
                        <a:lnTo>
                          <a:pt x="99178" y="95752"/>
                        </a:lnTo>
                        <a:lnTo>
                          <a:pt x="99178" y="39813"/>
                        </a:lnTo>
                        <a:lnTo>
                          <a:pt x="99178" y="32784"/>
                        </a:lnTo>
                        <a:lnTo>
                          <a:pt x="94216" y="37746"/>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812" name="Graphic 4773">
                  <a:extLst>
                    <a:ext uri="{FF2B5EF4-FFF2-40B4-BE49-F238E27FC236}">
                      <a16:creationId xmlns:a16="http://schemas.microsoft.com/office/drawing/2014/main" id="{F9F5E37A-DDEC-8A2B-56A2-559885FB6C43}"/>
                    </a:ext>
                  </a:extLst>
                </p:cNvPr>
                <p:cNvGrpSpPr/>
                <p:nvPr/>
              </p:nvGrpSpPr>
              <p:grpSpPr>
                <a:xfrm>
                  <a:off x="2079905" y="3900907"/>
                  <a:ext cx="116840" cy="236928"/>
                  <a:chOff x="2079905" y="3900907"/>
                  <a:chExt cx="116840" cy="236928"/>
                </a:xfrm>
                <a:grpFill/>
              </p:grpSpPr>
              <p:sp>
                <p:nvSpPr>
                  <p:cNvPr id="1910" name="Freeform: Shape 1909">
                    <a:extLst>
                      <a:ext uri="{FF2B5EF4-FFF2-40B4-BE49-F238E27FC236}">
                        <a16:creationId xmlns:a16="http://schemas.microsoft.com/office/drawing/2014/main" id="{8153E7FC-ED85-37B2-7119-80ECF3CD4A18}"/>
                      </a:ext>
                    </a:extLst>
                  </p:cNvPr>
                  <p:cNvSpPr/>
                  <p:nvPr/>
                </p:nvSpPr>
                <p:spPr>
                  <a:xfrm>
                    <a:off x="2079964" y="4020996"/>
                    <a:ext cx="116781" cy="116840"/>
                  </a:xfrm>
                  <a:custGeom>
                    <a:avLst/>
                    <a:gdLst>
                      <a:gd name="connsiteX0" fmla="*/ 116781 w 116781"/>
                      <a:gd name="connsiteY0" fmla="*/ 97524 h 116840"/>
                      <a:gd name="connsiteX1" fmla="*/ 39813 w 116781"/>
                      <a:gd name="connsiteY1" fmla="*/ 20557 h 116840"/>
                      <a:gd name="connsiteX2" fmla="*/ 102781 w 116781"/>
                      <a:gd name="connsiteY2" fmla="*/ 20557 h 116840"/>
                      <a:gd name="connsiteX3" fmla="*/ 82225 w 116781"/>
                      <a:gd name="connsiteY3" fmla="*/ 0 h 116840"/>
                      <a:gd name="connsiteX4" fmla="*/ 0 w 116781"/>
                      <a:gd name="connsiteY4" fmla="*/ 0 h 116840"/>
                      <a:gd name="connsiteX5" fmla="*/ 0 w 116781"/>
                      <a:gd name="connsiteY5" fmla="*/ 82225 h 116840"/>
                      <a:gd name="connsiteX6" fmla="*/ 20556 w 116781"/>
                      <a:gd name="connsiteY6" fmla="*/ 102782 h 116840"/>
                      <a:gd name="connsiteX7" fmla="*/ 20556 w 116781"/>
                      <a:gd name="connsiteY7" fmla="*/ 39813 h 116840"/>
                      <a:gd name="connsiteX8" fmla="*/ 97465 w 116781"/>
                      <a:gd name="connsiteY8" fmla="*/ 116840 h 116840"/>
                      <a:gd name="connsiteX9" fmla="*/ 116781 w 116781"/>
                      <a:gd name="connsiteY9" fmla="*/ 97524 h 116840"/>
                      <a:gd name="connsiteX10" fmla="*/ 37746 w 116781"/>
                      <a:gd name="connsiteY10" fmla="*/ 22624 h 116840"/>
                      <a:gd name="connsiteX11" fmla="*/ 112646 w 116781"/>
                      <a:gd name="connsiteY11" fmla="*/ 97524 h 116840"/>
                      <a:gd name="connsiteX12" fmla="*/ 97465 w 116781"/>
                      <a:gd name="connsiteY12" fmla="*/ 112705 h 116840"/>
                      <a:gd name="connsiteX13" fmla="*/ 22565 w 116781"/>
                      <a:gd name="connsiteY13" fmla="*/ 37805 h 116840"/>
                      <a:gd name="connsiteX14" fmla="*/ 17603 w 116781"/>
                      <a:gd name="connsiteY14" fmla="*/ 32843 h 116840"/>
                      <a:gd name="connsiteX15" fmla="*/ 17603 w 116781"/>
                      <a:gd name="connsiteY15" fmla="*/ 39872 h 116840"/>
                      <a:gd name="connsiteX16" fmla="*/ 17603 w 116781"/>
                      <a:gd name="connsiteY16" fmla="*/ 95870 h 116840"/>
                      <a:gd name="connsiteX17" fmla="*/ 2835 w 116781"/>
                      <a:gd name="connsiteY17" fmla="*/ 81103 h 116840"/>
                      <a:gd name="connsiteX18" fmla="*/ 2835 w 116781"/>
                      <a:gd name="connsiteY18" fmla="*/ 2953 h 116840"/>
                      <a:gd name="connsiteX19" fmla="*/ 80985 w 116781"/>
                      <a:gd name="connsiteY19" fmla="*/ 2953 h 116840"/>
                      <a:gd name="connsiteX20" fmla="*/ 95752 w 116781"/>
                      <a:gd name="connsiteY20" fmla="*/ 17721 h 116840"/>
                      <a:gd name="connsiteX21" fmla="*/ 39813 w 116781"/>
                      <a:gd name="connsiteY21" fmla="*/ 17721 h 116840"/>
                      <a:gd name="connsiteX22" fmla="*/ 32784 w 116781"/>
                      <a:gd name="connsiteY22" fmla="*/ 17721 h 116840"/>
                      <a:gd name="connsiteX23" fmla="*/ 37746 w 116781"/>
                      <a:gd name="connsiteY23" fmla="*/ 22624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840">
                        <a:moveTo>
                          <a:pt x="116781" y="97524"/>
                        </a:moveTo>
                        <a:lnTo>
                          <a:pt x="39813" y="20557"/>
                        </a:lnTo>
                        <a:lnTo>
                          <a:pt x="102781" y="20557"/>
                        </a:lnTo>
                        <a:lnTo>
                          <a:pt x="82225" y="0"/>
                        </a:lnTo>
                        <a:lnTo>
                          <a:pt x="0" y="0"/>
                        </a:lnTo>
                        <a:lnTo>
                          <a:pt x="0" y="82225"/>
                        </a:lnTo>
                        <a:lnTo>
                          <a:pt x="20556" y="102782"/>
                        </a:lnTo>
                        <a:lnTo>
                          <a:pt x="20556" y="39813"/>
                        </a:lnTo>
                        <a:lnTo>
                          <a:pt x="97465" y="116840"/>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911" name="Freeform: Shape 1910">
                    <a:extLst>
                      <a:ext uri="{FF2B5EF4-FFF2-40B4-BE49-F238E27FC236}">
                        <a16:creationId xmlns:a16="http://schemas.microsoft.com/office/drawing/2014/main" id="{FB956DA0-D0DA-74A7-641F-05E68B571CF6}"/>
                      </a:ext>
                    </a:extLst>
                  </p:cNvPr>
                  <p:cNvSpPr/>
                  <p:nvPr/>
                </p:nvSpPr>
                <p:spPr>
                  <a:xfrm>
                    <a:off x="2079905" y="3900907"/>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6 w 116781"/>
                      <a:gd name="connsiteY5" fmla="*/ 76968 h 116780"/>
                      <a:gd name="connsiteX6" fmla="*/ 20556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6 h 116780"/>
                      <a:gd name="connsiteX11" fmla="*/ 2895 w 116781"/>
                      <a:gd name="connsiteY11" fmla="*/ 113886 h 116780"/>
                      <a:gd name="connsiteX12" fmla="*/ 2895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17 h 116780"/>
                      <a:gd name="connsiteX18" fmla="*/ 112705 w 116781"/>
                      <a:gd name="connsiteY18" fmla="*/ 19198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6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6" y="76968"/>
                        </a:lnTo>
                        <a:lnTo>
                          <a:pt x="20556" y="14000"/>
                        </a:lnTo>
                        <a:lnTo>
                          <a:pt x="0" y="34556"/>
                        </a:lnTo>
                        <a:lnTo>
                          <a:pt x="0" y="116781"/>
                        </a:lnTo>
                        <a:lnTo>
                          <a:pt x="82225" y="116781"/>
                        </a:lnTo>
                        <a:close/>
                        <a:moveTo>
                          <a:pt x="81044" y="113886"/>
                        </a:moveTo>
                        <a:lnTo>
                          <a:pt x="2895" y="113886"/>
                        </a:lnTo>
                        <a:lnTo>
                          <a:pt x="2895" y="35737"/>
                        </a:lnTo>
                        <a:lnTo>
                          <a:pt x="17662" y="20970"/>
                        </a:lnTo>
                        <a:lnTo>
                          <a:pt x="17662" y="76909"/>
                        </a:lnTo>
                        <a:lnTo>
                          <a:pt x="17662" y="83938"/>
                        </a:lnTo>
                        <a:lnTo>
                          <a:pt x="22624" y="78976"/>
                        </a:lnTo>
                        <a:lnTo>
                          <a:pt x="97524" y="4017"/>
                        </a:lnTo>
                        <a:lnTo>
                          <a:pt x="112705" y="19198"/>
                        </a:lnTo>
                        <a:lnTo>
                          <a:pt x="37805" y="94157"/>
                        </a:lnTo>
                        <a:lnTo>
                          <a:pt x="32843" y="99119"/>
                        </a:lnTo>
                        <a:lnTo>
                          <a:pt x="39872" y="99119"/>
                        </a:lnTo>
                        <a:lnTo>
                          <a:pt x="95811" y="99119"/>
                        </a:lnTo>
                        <a:lnTo>
                          <a:pt x="81044" y="113886"/>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813" name="Graphic 4773">
                  <a:extLst>
                    <a:ext uri="{FF2B5EF4-FFF2-40B4-BE49-F238E27FC236}">
                      <a16:creationId xmlns:a16="http://schemas.microsoft.com/office/drawing/2014/main" id="{1B144650-09CB-CC2F-9D91-BA6E1730099A}"/>
                    </a:ext>
                  </a:extLst>
                </p:cNvPr>
                <p:cNvGrpSpPr/>
                <p:nvPr/>
              </p:nvGrpSpPr>
              <p:grpSpPr>
                <a:xfrm>
                  <a:off x="1932349" y="1658589"/>
                  <a:ext cx="648231" cy="115451"/>
                  <a:chOff x="1932349" y="1658589"/>
                  <a:chExt cx="648231" cy="115451"/>
                </a:xfrm>
                <a:grpFill/>
              </p:grpSpPr>
              <p:sp>
                <p:nvSpPr>
                  <p:cNvPr id="1894" name="Freeform: Shape 1893">
                    <a:extLst>
                      <a:ext uri="{FF2B5EF4-FFF2-40B4-BE49-F238E27FC236}">
                        <a16:creationId xmlns:a16="http://schemas.microsoft.com/office/drawing/2014/main" id="{04B7FCCD-A131-AAF4-CBD5-3856E4F5FD97}"/>
                      </a:ext>
                    </a:extLst>
                  </p:cNvPr>
                  <p:cNvSpPr/>
                  <p:nvPr/>
                </p:nvSpPr>
                <p:spPr>
                  <a:xfrm>
                    <a:off x="2171286" y="170398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70" y="22210"/>
                          <a:pt x="2540" y="17839"/>
                          <a:pt x="2540" y="12405"/>
                        </a:cubicBezTo>
                        <a:cubicBezTo>
                          <a:pt x="2540" y="6970"/>
                          <a:pt x="6911" y="2599"/>
                          <a:pt x="12346" y="2599"/>
                        </a:cubicBezTo>
                        <a:lnTo>
                          <a:pt x="12346" y="2599"/>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95" name="Freeform: Shape 1894">
                    <a:extLst>
                      <a:ext uri="{FF2B5EF4-FFF2-40B4-BE49-F238E27FC236}">
                        <a16:creationId xmlns:a16="http://schemas.microsoft.com/office/drawing/2014/main" id="{A2340003-9598-ECB9-340E-62B112E6D916}"/>
                      </a:ext>
                    </a:extLst>
                  </p:cNvPr>
                  <p:cNvSpPr/>
                  <p:nvPr/>
                </p:nvSpPr>
                <p:spPr>
                  <a:xfrm>
                    <a:off x="222255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96" name="Freeform: Shape 1895">
                    <a:extLst>
                      <a:ext uri="{FF2B5EF4-FFF2-40B4-BE49-F238E27FC236}">
                        <a16:creationId xmlns:a16="http://schemas.microsoft.com/office/drawing/2014/main" id="{3B465DF0-FD28-CFC2-1EA7-AE82D9A5850B}"/>
                      </a:ext>
                    </a:extLst>
                  </p:cNvPr>
                  <p:cNvSpPr/>
                  <p:nvPr/>
                </p:nvSpPr>
                <p:spPr>
                  <a:xfrm>
                    <a:off x="2248254"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97" name="Freeform: Shape 1896">
                    <a:extLst>
                      <a:ext uri="{FF2B5EF4-FFF2-40B4-BE49-F238E27FC236}">
                        <a16:creationId xmlns:a16="http://schemas.microsoft.com/office/drawing/2014/main" id="{1AA02753-99F2-9A88-D54C-F3C194F1B90E}"/>
                      </a:ext>
                    </a:extLst>
                  </p:cNvPr>
                  <p:cNvSpPr/>
                  <p:nvPr/>
                </p:nvSpPr>
                <p:spPr>
                  <a:xfrm>
                    <a:off x="2299467"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750"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98" name="Freeform: Shape 1897">
                    <a:extLst>
                      <a:ext uri="{FF2B5EF4-FFF2-40B4-BE49-F238E27FC236}">
                        <a16:creationId xmlns:a16="http://schemas.microsoft.com/office/drawing/2014/main" id="{668A46B7-C38E-2B76-0ECF-B56E61AF96B9}"/>
                      </a:ext>
                    </a:extLst>
                  </p:cNvPr>
                  <p:cNvSpPr/>
                  <p:nvPr/>
                </p:nvSpPr>
                <p:spPr>
                  <a:xfrm>
                    <a:off x="235079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99" name="Freeform: Shape 1898">
                    <a:extLst>
                      <a:ext uri="{FF2B5EF4-FFF2-40B4-BE49-F238E27FC236}">
                        <a16:creationId xmlns:a16="http://schemas.microsoft.com/office/drawing/2014/main" id="{DA092995-85AC-D8AB-58EC-794500A8806A}"/>
                      </a:ext>
                    </a:extLst>
                  </p:cNvPr>
                  <p:cNvSpPr/>
                  <p:nvPr/>
                </p:nvSpPr>
                <p:spPr>
                  <a:xfrm>
                    <a:off x="2376435"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80"/>
                          <a:pt x="17780" y="22151"/>
                          <a:pt x="12346" y="22151"/>
                        </a:cubicBezTo>
                        <a:cubicBezTo>
                          <a:pt x="6970" y="22151"/>
                          <a:pt x="2540" y="17721"/>
                          <a:pt x="2540" y="12346"/>
                        </a:cubicBezTo>
                        <a:cubicBezTo>
                          <a:pt x="2540" y="6970"/>
                          <a:pt x="6911"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900" name="Freeform: Shape 1899">
                    <a:extLst>
                      <a:ext uri="{FF2B5EF4-FFF2-40B4-BE49-F238E27FC236}">
                        <a16:creationId xmlns:a16="http://schemas.microsoft.com/office/drawing/2014/main" id="{60635A58-75E7-67D3-B22D-FB7F26F03B6B}"/>
                      </a:ext>
                    </a:extLst>
                  </p:cNvPr>
                  <p:cNvSpPr/>
                  <p:nvPr/>
                </p:nvSpPr>
                <p:spPr>
                  <a:xfrm>
                    <a:off x="2402072"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901" name="Freeform: Shape 1900">
                    <a:extLst>
                      <a:ext uri="{FF2B5EF4-FFF2-40B4-BE49-F238E27FC236}">
                        <a16:creationId xmlns:a16="http://schemas.microsoft.com/office/drawing/2014/main" id="{2B8F0A51-85B2-DF7A-A305-3F7D5A1A9DFF}"/>
                      </a:ext>
                    </a:extLst>
                  </p:cNvPr>
                  <p:cNvSpPr/>
                  <p:nvPr/>
                </p:nvSpPr>
                <p:spPr>
                  <a:xfrm>
                    <a:off x="2453344"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21"/>
                          <a:pt x="2540" y="12346"/>
                        </a:cubicBezTo>
                        <a:cubicBezTo>
                          <a:pt x="2540" y="6970"/>
                          <a:pt x="6911" y="2540"/>
                          <a:pt x="12346" y="2540"/>
                        </a:cubicBezTo>
                        <a:lnTo>
                          <a:pt x="12346" y="2540"/>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49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902" name="Freeform: Shape 1901">
                    <a:extLst>
                      <a:ext uri="{FF2B5EF4-FFF2-40B4-BE49-F238E27FC236}">
                        <a16:creationId xmlns:a16="http://schemas.microsoft.com/office/drawing/2014/main" id="{32F87076-279A-4729-E05C-5267C0237A4E}"/>
                      </a:ext>
                    </a:extLst>
                  </p:cNvPr>
                  <p:cNvSpPr/>
                  <p:nvPr/>
                </p:nvSpPr>
                <p:spPr>
                  <a:xfrm>
                    <a:off x="2504617"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903" name="Freeform: Shape 1902">
                    <a:extLst>
                      <a:ext uri="{FF2B5EF4-FFF2-40B4-BE49-F238E27FC236}">
                        <a16:creationId xmlns:a16="http://schemas.microsoft.com/office/drawing/2014/main" id="{6DBA3938-7A55-F3C1-CDB2-BC0700D14110}"/>
                      </a:ext>
                    </a:extLst>
                  </p:cNvPr>
                  <p:cNvSpPr/>
                  <p:nvPr/>
                </p:nvSpPr>
                <p:spPr>
                  <a:xfrm>
                    <a:off x="2530253"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904" name="Freeform: Shape 1903">
                    <a:extLst>
                      <a:ext uri="{FF2B5EF4-FFF2-40B4-BE49-F238E27FC236}">
                        <a16:creationId xmlns:a16="http://schemas.microsoft.com/office/drawing/2014/main" id="{1038BCDA-5C38-71E8-D937-F2ABDE08625C}"/>
                      </a:ext>
                    </a:extLst>
                  </p:cNvPr>
                  <p:cNvSpPr/>
                  <p:nvPr/>
                </p:nvSpPr>
                <p:spPr>
                  <a:xfrm>
                    <a:off x="2555889"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70"/>
                          <a:pt x="22151" y="12346"/>
                        </a:cubicBezTo>
                        <a:cubicBezTo>
                          <a:pt x="22151" y="17780"/>
                          <a:pt x="17780" y="22151"/>
                          <a:pt x="12346" y="22151"/>
                        </a:cubicBezTo>
                        <a:cubicBezTo>
                          <a:pt x="6911" y="22151"/>
                          <a:pt x="2540" y="17721"/>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49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905" name="Freeform: Shape 1904">
                    <a:extLst>
                      <a:ext uri="{FF2B5EF4-FFF2-40B4-BE49-F238E27FC236}">
                        <a16:creationId xmlns:a16="http://schemas.microsoft.com/office/drawing/2014/main" id="{196E38BA-0405-9E14-F18D-49DC791547A1}"/>
                      </a:ext>
                    </a:extLst>
                  </p:cNvPr>
                  <p:cNvSpPr/>
                  <p:nvPr/>
                </p:nvSpPr>
                <p:spPr>
                  <a:xfrm>
                    <a:off x="2137498" y="1658767"/>
                    <a:ext cx="66719" cy="115274"/>
                  </a:xfrm>
                  <a:custGeom>
                    <a:avLst/>
                    <a:gdLst>
                      <a:gd name="connsiteX0" fmla="*/ 60310 w 66719"/>
                      <a:gd name="connsiteY0" fmla="*/ 115275 h 115274"/>
                      <a:gd name="connsiteX1" fmla="*/ 64859 w 66719"/>
                      <a:gd name="connsiteY1" fmla="*/ 113384 h 115274"/>
                      <a:gd name="connsiteX2" fmla="*/ 64859 w 66719"/>
                      <a:gd name="connsiteY2" fmla="*/ 104347 h 115274"/>
                      <a:gd name="connsiteX3" fmla="*/ 18134 w 66719"/>
                      <a:gd name="connsiteY3" fmla="*/ 57623 h 115274"/>
                      <a:gd name="connsiteX4" fmla="*/ 64859 w 66719"/>
                      <a:gd name="connsiteY4" fmla="*/ 10898 h 115274"/>
                      <a:gd name="connsiteX5" fmla="*/ 64859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9" y="113384"/>
                        </a:cubicBezTo>
                        <a:cubicBezTo>
                          <a:pt x="67340" y="110903"/>
                          <a:pt x="67340" y="106828"/>
                          <a:pt x="64859" y="104347"/>
                        </a:cubicBezTo>
                        <a:lnTo>
                          <a:pt x="18134" y="57623"/>
                        </a:lnTo>
                        <a:lnTo>
                          <a:pt x="64859" y="10898"/>
                        </a:lnTo>
                        <a:cubicBezTo>
                          <a:pt x="67340" y="8417"/>
                          <a:pt x="67340" y="4342"/>
                          <a:pt x="64859" y="1861"/>
                        </a:cubicBezTo>
                        <a:cubicBezTo>
                          <a:pt x="62378" y="-620"/>
                          <a:pt x="58302" y="-620"/>
                          <a:pt x="55821" y="1861"/>
                        </a:cubicBezTo>
                        <a:lnTo>
                          <a:pt x="0" y="57682"/>
                        </a:lnTo>
                        <a:lnTo>
                          <a:pt x="55821" y="113503"/>
                        </a:lnTo>
                        <a:cubicBezTo>
                          <a:pt x="57002" y="114684"/>
                          <a:pt x="58656" y="115275"/>
                          <a:pt x="60310" y="115275"/>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906" name="Freeform: Shape 1905">
                    <a:extLst>
                      <a:ext uri="{FF2B5EF4-FFF2-40B4-BE49-F238E27FC236}">
                        <a16:creationId xmlns:a16="http://schemas.microsoft.com/office/drawing/2014/main" id="{BA7E60EB-B8D7-3C77-206F-4C512BEFFE09}"/>
                      </a:ext>
                    </a:extLst>
                  </p:cNvPr>
                  <p:cNvSpPr/>
                  <p:nvPr/>
                </p:nvSpPr>
                <p:spPr>
                  <a:xfrm>
                    <a:off x="2086107" y="1658708"/>
                    <a:ext cx="66778" cy="115333"/>
                  </a:xfrm>
                  <a:custGeom>
                    <a:avLst/>
                    <a:gdLst>
                      <a:gd name="connsiteX0" fmla="*/ 60369 w 66778"/>
                      <a:gd name="connsiteY0" fmla="*/ 115334 h 115333"/>
                      <a:gd name="connsiteX1" fmla="*/ 64918 w 66778"/>
                      <a:gd name="connsiteY1" fmla="*/ 113443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3"/>
                        </a:cubicBezTo>
                        <a:cubicBezTo>
                          <a:pt x="67399" y="110963"/>
                          <a:pt x="67399" y="106887"/>
                          <a:pt x="64918" y="104347"/>
                        </a:cubicBezTo>
                        <a:lnTo>
                          <a:pt x="18134" y="57623"/>
                        </a:lnTo>
                        <a:lnTo>
                          <a:pt x="64918" y="10898"/>
                        </a:lnTo>
                        <a:cubicBezTo>
                          <a:pt x="67399" y="8417"/>
                          <a:pt x="67399" y="4342"/>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907" name="Freeform: Shape 1906">
                    <a:extLst>
                      <a:ext uri="{FF2B5EF4-FFF2-40B4-BE49-F238E27FC236}">
                        <a16:creationId xmlns:a16="http://schemas.microsoft.com/office/drawing/2014/main" id="{DAED2630-C49F-C373-A011-2DB32308870D}"/>
                      </a:ext>
                    </a:extLst>
                  </p:cNvPr>
                  <p:cNvSpPr/>
                  <p:nvPr/>
                </p:nvSpPr>
                <p:spPr>
                  <a:xfrm>
                    <a:off x="2034894" y="165858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7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908" name="Freeform: Shape 1907">
                    <a:extLst>
                      <a:ext uri="{FF2B5EF4-FFF2-40B4-BE49-F238E27FC236}">
                        <a16:creationId xmlns:a16="http://schemas.microsoft.com/office/drawing/2014/main" id="{4A9013EA-27EE-8F6F-A9E4-417DD6121F6C}"/>
                      </a:ext>
                    </a:extLst>
                  </p:cNvPr>
                  <p:cNvSpPr/>
                  <p:nvPr/>
                </p:nvSpPr>
                <p:spPr>
                  <a:xfrm>
                    <a:off x="1983621" y="165858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618" y="114684"/>
                          <a:pt x="64859" y="113444"/>
                        </a:cubicBezTo>
                        <a:cubicBezTo>
                          <a:pt x="67340" y="110963"/>
                          <a:pt x="67340" y="106887"/>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909" name="Freeform: Shape 1908">
                    <a:extLst>
                      <a:ext uri="{FF2B5EF4-FFF2-40B4-BE49-F238E27FC236}">
                        <a16:creationId xmlns:a16="http://schemas.microsoft.com/office/drawing/2014/main" id="{39395212-F957-4739-9E37-7AC7A3D6F65D}"/>
                      </a:ext>
                    </a:extLst>
                  </p:cNvPr>
                  <p:cNvSpPr/>
                  <p:nvPr/>
                </p:nvSpPr>
                <p:spPr>
                  <a:xfrm>
                    <a:off x="1932349" y="1658648"/>
                    <a:ext cx="66719" cy="115274"/>
                  </a:xfrm>
                  <a:custGeom>
                    <a:avLst/>
                    <a:gdLst>
                      <a:gd name="connsiteX0" fmla="*/ 60310 w 66719"/>
                      <a:gd name="connsiteY0" fmla="*/ 115275 h 115274"/>
                      <a:gd name="connsiteX1" fmla="*/ 64858 w 66719"/>
                      <a:gd name="connsiteY1" fmla="*/ 113384 h 115274"/>
                      <a:gd name="connsiteX2" fmla="*/ 64858 w 66719"/>
                      <a:gd name="connsiteY2" fmla="*/ 104347 h 115274"/>
                      <a:gd name="connsiteX3" fmla="*/ 18134 w 66719"/>
                      <a:gd name="connsiteY3" fmla="*/ 57623 h 115274"/>
                      <a:gd name="connsiteX4" fmla="*/ 64858 w 66719"/>
                      <a:gd name="connsiteY4" fmla="*/ 10898 h 115274"/>
                      <a:gd name="connsiteX5" fmla="*/ 64858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8" y="113384"/>
                        </a:cubicBezTo>
                        <a:cubicBezTo>
                          <a:pt x="67340" y="110904"/>
                          <a:pt x="67340" y="106828"/>
                          <a:pt x="64858" y="104347"/>
                        </a:cubicBezTo>
                        <a:lnTo>
                          <a:pt x="18134" y="57623"/>
                        </a:lnTo>
                        <a:lnTo>
                          <a:pt x="64858" y="10898"/>
                        </a:lnTo>
                        <a:cubicBezTo>
                          <a:pt x="67340" y="8417"/>
                          <a:pt x="67340" y="4342"/>
                          <a:pt x="64858" y="1861"/>
                        </a:cubicBezTo>
                        <a:cubicBezTo>
                          <a:pt x="62378" y="-620"/>
                          <a:pt x="58302" y="-620"/>
                          <a:pt x="55821" y="1861"/>
                        </a:cubicBezTo>
                        <a:lnTo>
                          <a:pt x="0" y="57682"/>
                        </a:lnTo>
                        <a:lnTo>
                          <a:pt x="55821" y="113503"/>
                        </a:lnTo>
                        <a:cubicBezTo>
                          <a:pt x="57002" y="114625"/>
                          <a:pt x="58656" y="115275"/>
                          <a:pt x="60310" y="115275"/>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814" name="Graphic 4773">
                  <a:extLst>
                    <a:ext uri="{FF2B5EF4-FFF2-40B4-BE49-F238E27FC236}">
                      <a16:creationId xmlns:a16="http://schemas.microsoft.com/office/drawing/2014/main" id="{0C4716AF-FF6A-5899-C8A8-73C969EFC765}"/>
                    </a:ext>
                  </a:extLst>
                </p:cNvPr>
                <p:cNvGrpSpPr/>
                <p:nvPr/>
              </p:nvGrpSpPr>
              <p:grpSpPr>
                <a:xfrm>
                  <a:off x="455605" y="4257600"/>
                  <a:ext cx="648231" cy="115511"/>
                  <a:chOff x="455605" y="4257600"/>
                  <a:chExt cx="648231" cy="115511"/>
                </a:xfrm>
                <a:grpFill/>
              </p:grpSpPr>
              <p:sp>
                <p:nvSpPr>
                  <p:cNvPr id="1878" name="Freeform: Shape 1877">
                    <a:extLst>
                      <a:ext uri="{FF2B5EF4-FFF2-40B4-BE49-F238E27FC236}">
                        <a16:creationId xmlns:a16="http://schemas.microsoft.com/office/drawing/2014/main" id="{B32D6725-0FD9-334D-7BA3-8A63C09108F6}"/>
                      </a:ext>
                    </a:extLst>
                  </p:cNvPr>
                  <p:cNvSpPr/>
                  <p:nvPr/>
                </p:nvSpPr>
                <p:spPr>
                  <a:xfrm>
                    <a:off x="694542" y="4303054"/>
                    <a:ext cx="24691" cy="24750"/>
                  </a:xfrm>
                  <a:custGeom>
                    <a:avLst/>
                    <a:gdLst>
                      <a:gd name="connsiteX0" fmla="*/ 12346 w 24691"/>
                      <a:gd name="connsiteY0" fmla="*/ 2599 h 24750"/>
                      <a:gd name="connsiteX1" fmla="*/ 22151 w 24691"/>
                      <a:gd name="connsiteY1" fmla="*/ 12405 h 24750"/>
                      <a:gd name="connsiteX2" fmla="*/ 12346 w 24691"/>
                      <a:gd name="connsiteY2" fmla="*/ 22210 h 24750"/>
                      <a:gd name="connsiteX3" fmla="*/ 2540 w 24691"/>
                      <a:gd name="connsiteY3" fmla="*/ 12405 h 24750"/>
                      <a:gd name="connsiteX4" fmla="*/ 12346 w 24691"/>
                      <a:gd name="connsiteY4" fmla="*/ 2599 h 24750"/>
                      <a:gd name="connsiteX5" fmla="*/ 12346 w 24691"/>
                      <a:gd name="connsiteY5" fmla="*/ 2599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99"/>
                        </a:moveTo>
                        <a:cubicBezTo>
                          <a:pt x="17780" y="2599"/>
                          <a:pt x="22151" y="6971"/>
                          <a:pt x="22151" y="12405"/>
                        </a:cubicBezTo>
                        <a:cubicBezTo>
                          <a:pt x="22151" y="17839"/>
                          <a:pt x="17780" y="22210"/>
                          <a:pt x="12346" y="22210"/>
                        </a:cubicBezTo>
                        <a:cubicBezTo>
                          <a:pt x="6911" y="22210"/>
                          <a:pt x="2540" y="17839"/>
                          <a:pt x="2540" y="12405"/>
                        </a:cubicBezTo>
                        <a:cubicBezTo>
                          <a:pt x="2540" y="6971"/>
                          <a:pt x="6911" y="2599"/>
                          <a:pt x="12346" y="2599"/>
                        </a:cubicBezTo>
                        <a:lnTo>
                          <a:pt x="12346" y="2599"/>
                        </a:lnTo>
                        <a:close/>
                        <a:moveTo>
                          <a:pt x="12346" y="0"/>
                        </a:moveTo>
                        <a:cubicBezTo>
                          <a:pt x="5493" y="0"/>
                          <a:pt x="0" y="5553"/>
                          <a:pt x="0" y="12346"/>
                        </a:cubicBezTo>
                        <a:cubicBezTo>
                          <a:pt x="0" y="19198"/>
                          <a:pt x="5553" y="24750"/>
                          <a:pt x="12346" y="24750"/>
                        </a:cubicBezTo>
                        <a:cubicBezTo>
                          <a:pt x="19198" y="24750"/>
                          <a:pt x="24691" y="19198"/>
                          <a:pt x="24691" y="12346"/>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79" name="Freeform: Shape 1878">
                    <a:extLst>
                      <a:ext uri="{FF2B5EF4-FFF2-40B4-BE49-F238E27FC236}">
                        <a16:creationId xmlns:a16="http://schemas.microsoft.com/office/drawing/2014/main" id="{DD80E105-BBBA-C627-10F2-A8235459048D}"/>
                      </a:ext>
                    </a:extLst>
                  </p:cNvPr>
                  <p:cNvSpPr/>
                  <p:nvPr/>
                </p:nvSpPr>
                <p:spPr>
                  <a:xfrm>
                    <a:off x="745814"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98"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80" name="Freeform: Shape 1879">
                    <a:extLst>
                      <a:ext uri="{FF2B5EF4-FFF2-40B4-BE49-F238E27FC236}">
                        <a16:creationId xmlns:a16="http://schemas.microsoft.com/office/drawing/2014/main" id="{1D8FD1CD-9492-85BA-578F-3BC7E7BBD56C}"/>
                      </a:ext>
                    </a:extLst>
                  </p:cNvPr>
                  <p:cNvSpPr/>
                  <p:nvPr/>
                </p:nvSpPr>
                <p:spPr>
                  <a:xfrm>
                    <a:off x="771510"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81" name="Freeform: Shape 1880">
                    <a:extLst>
                      <a:ext uri="{FF2B5EF4-FFF2-40B4-BE49-F238E27FC236}">
                        <a16:creationId xmlns:a16="http://schemas.microsoft.com/office/drawing/2014/main" id="{D56BD096-EA5A-AB4D-6530-561FC4CDB799}"/>
                      </a:ext>
                    </a:extLst>
                  </p:cNvPr>
                  <p:cNvSpPr/>
                  <p:nvPr/>
                </p:nvSpPr>
                <p:spPr>
                  <a:xfrm>
                    <a:off x="822723" y="4303054"/>
                    <a:ext cx="24691" cy="24750"/>
                  </a:xfrm>
                  <a:custGeom>
                    <a:avLst/>
                    <a:gdLst>
                      <a:gd name="connsiteX0" fmla="*/ 12346 w 24691"/>
                      <a:gd name="connsiteY0" fmla="*/ 2540 h 24750"/>
                      <a:gd name="connsiteX1" fmla="*/ 22151 w 24691"/>
                      <a:gd name="connsiteY1" fmla="*/ 12346 h 24750"/>
                      <a:gd name="connsiteX2" fmla="*/ 12346 w 24691"/>
                      <a:gd name="connsiteY2" fmla="*/ 22151 h 24750"/>
                      <a:gd name="connsiteX3" fmla="*/ 2540 w 24691"/>
                      <a:gd name="connsiteY3" fmla="*/ 12346 h 24750"/>
                      <a:gd name="connsiteX4" fmla="*/ 12346 w 24691"/>
                      <a:gd name="connsiteY4" fmla="*/ 2540 h 24750"/>
                      <a:gd name="connsiteX5" fmla="*/ 12346 w 24691"/>
                      <a:gd name="connsiteY5" fmla="*/ 2540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1"/>
                          <a:pt x="6970" y="2540"/>
                          <a:pt x="12346" y="2540"/>
                        </a:cubicBezTo>
                        <a:lnTo>
                          <a:pt x="12346" y="2540"/>
                        </a:lnTo>
                        <a:close/>
                        <a:moveTo>
                          <a:pt x="12346" y="0"/>
                        </a:moveTo>
                        <a:cubicBezTo>
                          <a:pt x="5494" y="0"/>
                          <a:pt x="0" y="5553"/>
                          <a:pt x="0" y="12346"/>
                        </a:cubicBezTo>
                        <a:cubicBezTo>
                          <a:pt x="0" y="19198"/>
                          <a:pt x="5553" y="24750"/>
                          <a:pt x="12346" y="24750"/>
                        </a:cubicBezTo>
                        <a:cubicBezTo>
                          <a:pt x="19198" y="24750"/>
                          <a:pt x="24691" y="19198"/>
                          <a:pt x="24691" y="12346"/>
                        </a:cubicBezTo>
                        <a:cubicBezTo>
                          <a:pt x="24750"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82" name="Freeform: Shape 1881">
                    <a:extLst>
                      <a:ext uri="{FF2B5EF4-FFF2-40B4-BE49-F238E27FC236}">
                        <a16:creationId xmlns:a16="http://schemas.microsoft.com/office/drawing/2014/main" id="{AC15DDB6-F7AB-F65B-FE9F-FFBC83D2F4C4}"/>
                      </a:ext>
                    </a:extLst>
                  </p:cNvPr>
                  <p:cNvSpPr/>
                  <p:nvPr/>
                </p:nvSpPr>
                <p:spPr>
                  <a:xfrm>
                    <a:off x="874055"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83" name="Freeform: Shape 1882">
                    <a:extLst>
                      <a:ext uri="{FF2B5EF4-FFF2-40B4-BE49-F238E27FC236}">
                        <a16:creationId xmlns:a16="http://schemas.microsoft.com/office/drawing/2014/main" id="{0F2EAD44-E443-E75E-08DF-58302080C87C}"/>
                      </a:ext>
                    </a:extLst>
                  </p:cNvPr>
                  <p:cNvSpPr/>
                  <p:nvPr/>
                </p:nvSpPr>
                <p:spPr>
                  <a:xfrm>
                    <a:off x="899691"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21"/>
                          <a:pt x="17780" y="22151"/>
                          <a:pt x="12346" y="22151"/>
                        </a:cubicBezTo>
                        <a:cubicBezTo>
                          <a:pt x="6970" y="22151"/>
                          <a:pt x="2540" y="17721"/>
                          <a:pt x="2540" y="12346"/>
                        </a:cubicBezTo>
                        <a:cubicBezTo>
                          <a:pt x="2540" y="6971"/>
                          <a:pt x="6911" y="2540"/>
                          <a:pt x="12346" y="2540"/>
                        </a:cubicBezTo>
                        <a:lnTo>
                          <a:pt x="12346" y="2540"/>
                        </a:lnTo>
                        <a:close/>
                        <a:moveTo>
                          <a:pt x="12346" y="0"/>
                        </a:moveTo>
                        <a:cubicBezTo>
                          <a:pt x="5494"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84" name="Freeform: Shape 1883">
                    <a:extLst>
                      <a:ext uri="{FF2B5EF4-FFF2-40B4-BE49-F238E27FC236}">
                        <a16:creationId xmlns:a16="http://schemas.microsoft.com/office/drawing/2014/main" id="{1B8492AF-4755-C9D8-D085-40405AC22CD9}"/>
                      </a:ext>
                    </a:extLst>
                  </p:cNvPr>
                  <p:cNvSpPr/>
                  <p:nvPr/>
                </p:nvSpPr>
                <p:spPr>
                  <a:xfrm>
                    <a:off x="925327"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4" y="24750"/>
                          <a:pt x="0" y="19198"/>
                          <a:pt x="0" y="12346"/>
                        </a:cubicBezTo>
                        <a:cubicBezTo>
                          <a:pt x="0" y="5494"/>
                          <a:pt x="5553" y="0"/>
                          <a:pt x="12346" y="0"/>
                        </a:cubicBezTo>
                        <a:cubicBezTo>
                          <a:pt x="19139"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85" name="Freeform: Shape 1884">
                    <a:extLst>
                      <a:ext uri="{FF2B5EF4-FFF2-40B4-BE49-F238E27FC236}">
                        <a16:creationId xmlns:a16="http://schemas.microsoft.com/office/drawing/2014/main" id="{16B8E35D-C9FA-25C8-A455-0A74A1511A68}"/>
                      </a:ext>
                    </a:extLst>
                  </p:cNvPr>
                  <p:cNvSpPr/>
                  <p:nvPr/>
                </p:nvSpPr>
                <p:spPr>
                  <a:xfrm>
                    <a:off x="976600"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80"/>
                          <a:pt x="2540" y="12346"/>
                        </a:cubicBezTo>
                        <a:cubicBezTo>
                          <a:pt x="2540" y="6971"/>
                          <a:pt x="6911" y="2540"/>
                          <a:pt x="12346" y="2540"/>
                        </a:cubicBezTo>
                        <a:lnTo>
                          <a:pt x="12346" y="2540"/>
                        </a:lnTo>
                        <a:close/>
                        <a:moveTo>
                          <a:pt x="12346" y="0"/>
                        </a:moveTo>
                        <a:cubicBezTo>
                          <a:pt x="5493"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86" name="Freeform: Shape 1885">
                    <a:extLst>
                      <a:ext uri="{FF2B5EF4-FFF2-40B4-BE49-F238E27FC236}">
                        <a16:creationId xmlns:a16="http://schemas.microsoft.com/office/drawing/2014/main" id="{6AA15704-95D5-57C6-1F30-DD5AFB2509FE}"/>
                      </a:ext>
                    </a:extLst>
                  </p:cNvPr>
                  <p:cNvSpPr/>
                  <p:nvPr/>
                </p:nvSpPr>
                <p:spPr>
                  <a:xfrm>
                    <a:off x="1027872"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553"/>
                          <a:pt x="5553" y="0"/>
                          <a:pt x="12346" y="0"/>
                        </a:cubicBezTo>
                        <a:cubicBezTo>
                          <a:pt x="19198"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87" name="Freeform: Shape 1886">
                    <a:extLst>
                      <a:ext uri="{FF2B5EF4-FFF2-40B4-BE49-F238E27FC236}">
                        <a16:creationId xmlns:a16="http://schemas.microsoft.com/office/drawing/2014/main" id="{8DA4FF19-282C-952D-9732-DCD0A518EAFC}"/>
                      </a:ext>
                    </a:extLst>
                  </p:cNvPr>
                  <p:cNvSpPr/>
                  <p:nvPr/>
                </p:nvSpPr>
                <p:spPr>
                  <a:xfrm>
                    <a:off x="1053509"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3" y="24750"/>
                          <a:pt x="0" y="19198"/>
                          <a:pt x="0" y="12346"/>
                        </a:cubicBezTo>
                        <a:cubicBezTo>
                          <a:pt x="0" y="5494"/>
                          <a:pt x="5552" y="0"/>
                          <a:pt x="12346" y="0"/>
                        </a:cubicBezTo>
                        <a:cubicBezTo>
                          <a:pt x="19198"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88" name="Freeform: Shape 1887">
                    <a:extLst>
                      <a:ext uri="{FF2B5EF4-FFF2-40B4-BE49-F238E27FC236}">
                        <a16:creationId xmlns:a16="http://schemas.microsoft.com/office/drawing/2014/main" id="{F99320CA-FC0C-C1E2-C281-24EA8E824EC4}"/>
                      </a:ext>
                    </a:extLst>
                  </p:cNvPr>
                  <p:cNvSpPr/>
                  <p:nvPr/>
                </p:nvSpPr>
                <p:spPr>
                  <a:xfrm>
                    <a:off x="1079145" y="430299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5 h 24691"/>
                      <a:gd name="connsiteX8" fmla="*/ 12346 w 24691"/>
                      <a:gd name="connsiteY8" fmla="*/ 24691 h 24691"/>
                      <a:gd name="connsiteX9" fmla="*/ 24691 w 24691"/>
                      <a:gd name="connsiteY9" fmla="*/ 12345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11" y="22210"/>
                          <a:pt x="2540" y="17839"/>
                          <a:pt x="2540" y="12405"/>
                        </a:cubicBezTo>
                        <a:cubicBezTo>
                          <a:pt x="2540" y="6970"/>
                          <a:pt x="6970" y="2599"/>
                          <a:pt x="12346" y="2599"/>
                        </a:cubicBezTo>
                        <a:lnTo>
                          <a:pt x="12346" y="2599"/>
                        </a:lnTo>
                        <a:close/>
                        <a:moveTo>
                          <a:pt x="12346" y="0"/>
                        </a:moveTo>
                        <a:cubicBezTo>
                          <a:pt x="5493" y="0"/>
                          <a:pt x="0" y="5553"/>
                          <a:pt x="0" y="12345"/>
                        </a:cubicBezTo>
                        <a:cubicBezTo>
                          <a:pt x="0" y="19198"/>
                          <a:pt x="5553" y="24691"/>
                          <a:pt x="12346" y="24691"/>
                        </a:cubicBezTo>
                        <a:cubicBezTo>
                          <a:pt x="19198" y="24691"/>
                          <a:pt x="24691" y="19139"/>
                          <a:pt x="24691" y="12345"/>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89" name="Freeform: Shape 1888">
                    <a:extLst>
                      <a:ext uri="{FF2B5EF4-FFF2-40B4-BE49-F238E27FC236}">
                        <a16:creationId xmlns:a16="http://schemas.microsoft.com/office/drawing/2014/main" id="{20652534-D44B-D119-50E1-A54D3E37ADB0}"/>
                      </a:ext>
                    </a:extLst>
                  </p:cNvPr>
                  <p:cNvSpPr/>
                  <p:nvPr/>
                </p:nvSpPr>
                <p:spPr>
                  <a:xfrm>
                    <a:off x="660754" y="4257777"/>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7"/>
                        </a:lnTo>
                        <a:cubicBezTo>
                          <a:pt x="67340" y="8476"/>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90" name="Freeform: Shape 1889">
                    <a:extLst>
                      <a:ext uri="{FF2B5EF4-FFF2-40B4-BE49-F238E27FC236}">
                        <a16:creationId xmlns:a16="http://schemas.microsoft.com/office/drawing/2014/main" id="{3917DA4A-99B7-74EC-AE85-B7CED7488D89}"/>
                      </a:ext>
                    </a:extLst>
                  </p:cNvPr>
                  <p:cNvSpPr/>
                  <p:nvPr/>
                </p:nvSpPr>
                <p:spPr>
                  <a:xfrm>
                    <a:off x="609363" y="4257777"/>
                    <a:ext cx="66778" cy="115333"/>
                  </a:xfrm>
                  <a:custGeom>
                    <a:avLst/>
                    <a:gdLst>
                      <a:gd name="connsiteX0" fmla="*/ 60369 w 66778"/>
                      <a:gd name="connsiteY0" fmla="*/ 115334 h 115333"/>
                      <a:gd name="connsiteX1" fmla="*/ 64918 w 66778"/>
                      <a:gd name="connsiteY1" fmla="*/ 113444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4"/>
                        </a:cubicBezTo>
                        <a:cubicBezTo>
                          <a:pt x="67399" y="110963"/>
                          <a:pt x="67399" y="106887"/>
                          <a:pt x="64918" y="104347"/>
                        </a:cubicBezTo>
                        <a:lnTo>
                          <a:pt x="18134" y="57623"/>
                        </a:lnTo>
                        <a:lnTo>
                          <a:pt x="64918" y="10898"/>
                        </a:lnTo>
                        <a:cubicBezTo>
                          <a:pt x="67399" y="8417"/>
                          <a:pt x="67399" y="4341"/>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91" name="Freeform: Shape 1890">
                    <a:extLst>
                      <a:ext uri="{FF2B5EF4-FFF2-40B4-BE49-F238E27FC236}">
                        <a16:creationId xmlns:a16="http://schemas.microsoft.com/office/drawing/2014/main" id="{DF94C3A1-B0F9-DE50-63D1-FBEE3062A771}"/>
                      </a:ext>
                    </a:extLst>
                  </p:cNvPr>
                  <p:cNvSpPr/>
                  <p:nvPr/>
                </p:nvSpPr>
                <p:spPr>
                  <a:xfrm>
                    <a:off x="558150" y="425765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92" name="Freeform: Shape 1891">
                    <a:extLst>
                      <a:ext uri="{FF2B5EF4-FFF2-40B4-BE49-F238E27FC236}">
                        <a16:creationId xmlns:a16="http://schemas.microsoft.com/office/drawing/2014/main" id="{41851160-F0E8-5B3F-8142-ED85B97A0527}"/>
                      </a:ext>
                    </a:extLst>
                  </p:cNvPr>
                  <p:cNvSpPr/>
                  <p:nvPr/>
                </p:nvSpPr>
                <p:spPr>
                  <a:xfrm>
                    <a:off x="506877" y="4257600"/>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7"/>
                          <a:pt x="67340" y="4401"/>
                          <a:pt x="64859" y="1861"/>
                        </a:cubicBezTo>
                        <a:cubicBezTo>
                          <a:pt x="62378" y="-620"/>
                          <a:pt x="58302" y="-620"/>
                          <a:pt x="55821" y="1861"/>
                        </a:cubicBezTo>
                        <a:lnTo>
                          <a:pt x="0" y="57682"/>
                        </a:lnTo>
                        <a:lnTo>
                          <a:pt x="55821" y="113503"/>
                        </a:lnTo>
                        <a:cubicBezTo>
                          <a:pt x="57002" y="114802"/>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93" name="Freeform: Shape 1892">
                    <a:extLst>
                      <a:ext uri="{FF2B5EF4-FFF2-40B4-BE49-F238E27FC236}">
                        <a16:creationId xmlns:a16="http://schemas.microsoft.com/office/drawing/2014/main" id="{319A8D80-E211-C009-E428-3AE3ADB02951}"/>
                      </a:ext>
                    </a:extLst>
                  </p:cNvPr>
                  <p:cNvSpPr/>
                  <p:nvPr/>
                </p:nvSpPr>
                <p:spPr>
                  <a:xfrm>
                    <a:off x="455605" y="425765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8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02" y="114684"/>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815" name="Graphic 4773">
                  <a:extLst>
                    <a:ext uri="{FF2B5EF4-FFF2-40B4-BE49-F238E27FC236}">
                      <a16:creationId xmlns:a16="http://schemas.microsoft.com/office/drawing/2014/main" id="{7E29792B-34D6-DF95-6FFB-29AC32DD2EB0}"/>
                    </a:ext>
                  </a:extLst>
                </p:cNvPr>
                <p:cNvGrpSpPr/>
                <p:nvPr/>
              </p:nvGrpSpPr>
              <p:grpSpPr>
                <a:xfrm>
                  <a:off x="3234542" y="2956736"/>
                  <a:ext cx="583845" cy="119557"/>
                  <a:chOff x="3234542" y="2956736"/>
                  <a:chExt cx="583845" cy="119557"/>
                </a:xfrm>
                <a:grpFill/>
              </p:grpSpPr>
              <p:grpSp>
                <p:nvGrpSpPr>
                  <p:cNvPr id="1867" name="Graphic 4773">
                    <a:extLst>
                      <a:ext uri="{FF2B5EF4-FFF2-40B4-BE49-F238E27FC236}">
                        <a16:creationId xmlns:a16="http://schemas.microsoft.com/office/drawing/2014/main" id="{11D85BC0-15EC-FCBF-D608-79F9A31643C9}"/>
                      </a:ext>
                    </a:extLst>
                  </p:cNvPr>
                  <p:cNvGrpSpPr/>
                  <p:nvPr/>
                </p:nvGrpSpPr>
                <p:grpSpPr>
                  <a:xfrm>
                    <a:off x="3234542" y="2956736"/>
                    <a:ext cx="119557" cy="119557"/>
                    <a:chOff x="3234542" y="2956736"/>
                    <a:chExt cx="119557" cy="119557"/>
                  </a:xfrm>
                  <a:grpFill/>
                </p:grpSpPr>
                <p:sp>
                  <p:nvSpPr>
                    <p:cNvPr id="1876" name="Freeform: Shape 1875">
                      <a:extLst>
                        <a:ext uri="{FF2B5EF4-FFF2-40B4-BE49-F238E27FC236}">
                          <a16:creationId xmlns:a16="http://schemas.microsoft.com/office/drawing/2014/main" id="{352E6AC2-0495-9D9E-AB7A-7D5A1ABFECBA}"/>
                        </a:ext>
                      </a:extLst>
                    </p:cNvPr>
                    <p:cNvSpPr/>
                    <p:nvPr/>
                  </p:nvSpPr>
                  <p:spPr>
                    <a:xfrm>
                      <a:off x="3273941" y="2978474"/>
                      <a:ext cx="40698" cy="76199"/>
                    </a:xfrm>
                    <a:custGeom>
                      <a:avLst/>
                      <a:gdLst>
                        <a:gd name="connsiteX0" fmla="*/ 38868 w 40698"/>
                        <a:gd name="connsiteY0" fmla="*/ 76200 h 76199"/>
                        <a:gd name="connsiteX1" fmla="*/ 40167 w 40698"/>
                        <a:gd name="connsiteY1" fmla="*/ 75668 h 76199"/>
                        <a:gd name="connsiteX2" fmla="*/ 40167 w 40698"/>
                        <a:gd name="connsiteY2" fmla="*/ 73128 h 76199"/>
                        <a:gd name="connsiteX3" fmla="*/ 5139 w 40698"/>
                        <a:gd name="connsiteY3" fmla="*/ 38100 h 76199"/>
                        <a:gd name="connsiteX4" fmla="*/ 40167 w 40698"/>
                        <a:gd name="connsiteY4" fmla="*/ 3072 h 76199"/>
                        <a:gd name="connsiteX5" fmla="*/ 40167 w 40698"/>
                        <a:gd name="connsiteY5" fmla="*/ 532 h 76199"/>
                        <a:gd name="connsiteX6" fmla="*/ 37627 w 40698"/>
                        <a:gd name="connsiteY6" fmla="*/ 532 h 76199"/>
                        <a:gd name="connsiteX7" fmla="*/ 0 w 40698"/>
                        <a:gd name="connsiteY7" fmla="*/ 38159 h 76199"/>
                        <a:gd name="connsiteX8" fmla="*/ 37627 w 40698"/>
                        <a:gd name="connsiteY8" fmla="*/ 75786 h 76199"/>
                        <a:gd name="connsiteX9" fmla="*/ 38868 w 40698"/>
                        <a:gd name="connsiteY9" fmla="*/ 76200 h 76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8" h="76199">
                          <a:moveTo>
                            <a:pt x="38868" y="76200"/>
                          </a:moveTo>
                          <a:cubicBezTo>
                            <a:pt x="39340" y="76200"/>
                            <a:pt x="39813" y="76023"/>
                            <a:pt x="40167" y="75668"/>
                          </a:cubicBezTo>
                          <a:cubicBezTo>
                            <a:pt x="40876" y="74960"/>
                            <a:pt x="40876" y="73837"/>
                            <a:pt x="40167" y="73128"/>
                          </a:cubicBezTo>
                          <a:lnTo>
                            <a:pt x="5139" y="38100"/>
                          </a:lnTo>
                          <a:lnTo>
                            <a:pt x="40167" y="3072"/>
                          </a:lnTo>
                          <a:cubicBezTo>
                            <a:pt x="40876" y="2363"/>
                            <a:pt x="40876" y="1240"/>
                            <a:pt x="40167" y="532"/>
                          </a:cubicBezTo>
                          <a:cubicBezTo>
                            <a:pt x="39459" y="-177"/>
                            <a:pt x="38336" y="-177"/>
                            <a:pt x="37627" y="532"/>
                          </a:cubicBezTo>
                          <a:lnTo>
                            <a:pt x="0" y="38159"/>
                          </a:lnTo>
                          <a:lnTo>
                            <a:pt x="37627" y="75786"/>
                          </a:lnTo>
                          <a:cubicBezTo>
                            <a:pt x="37982" y="76023"/>
                            <a:pt x="38454" y="76200"/>
                            <a:pt x="38868" y="7620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77" name="Freeform: Shape 1876">
                      <a:extLst>
                        <a:ext uri="{FF2B5EF4-FFF2-40B4-BE49-F238E27FC236}">
                          <a16:creationId xmlns:a16="http://schemas.microsoft.com/office/drawing/2014/main" id="{864B4739-B1F4-E95E-397D-0566B08058BA}"/>
                        </a:ext>
                      </a:extLst>
                    </p:cNvPr>
                    <p:cNvSpPr/>
                    <p:nvPr/>
                  </p:nvSpPr>
                  <p:spPr>
                    <a:xfrm>
                      <a:off x="3234542" y="2956736"/>
                      <a:ext cx="119557" cy="119557"/>
                    </a:xfrm>
                    <a:custGeom>
                      <a:avLst/>
                      <a:gdLst>
                        <a:gd name="connsiteX0" fmla="*/ 59779 w 119557"/>
                        <a:gd name="connsiteY0" fmla="*/ 6025 h 119557"/>
                        <a:gd name="connsiteX1" fmla="*/ 113532 w 119557"/>
                        <a:gd name="connsiteY1" fmla="*/ 59779 h 119557"/>
                        <a:gd name="connsiteX2" fmla="*/ 59779 w 119557"/>
                        <a:gd name="connsiteY2" fmla="*/ 113532 h 119557"/>
                        <a:gd name="connsiteX3" fmla="*/ 6025 w 119557"/>
                        <a:gd name="connsiteY3" fmla="*/ 59779 h 119557"/>
                        <a:gd name="connsiteX4" fmla="*/ 59779 w 119557"/>
                        <a:gd name="connsiteY4" fmla="*/ 6025 h 119557"/>
                        <a:gd name="connsiteX5" fmla="*/ 59779 w 119557"/>
                        <a:gd name="connsiteY5" fmla="*/ 6025 h 119557"/>
                        <a:gd name="connsiteX6" fmla="*/ 59779 w 119557"/>
                        <a:gd name="connsiteY6" fmla="*/ 0 h 119557"/>
                        <a:gd name="connsiteX7" fmla="*/ 0 w 119557"/>
                        <a:gd name="connsiteY7" fmla="*/ 59779 h 119557"/>
                        <a:gd name="connsiteX8" fmla="*/ 59779 w 119557"/>
                        <a:gd name="connsiteY8" fmla="*/ 119557 h 119557"/>
                        <a:gd name="connsiteX9" fmla="*/ 119557 w 119557"/>
                        <a:gd name="connsiteY9" fmla="*/ 59779 h 119557"/>
                        <a:gd name="connsiteX10" fmla="*/ 59779 w 119557"/>
                        <a:gd name="connsiteY10" fmla="*/ 0 h 119557"/>
                        <a:gd name="connsiteX11" fmla="*/ 59779 w 119557"/>
                        <a:gd name="connsiteY11" fmla="*/ 0 h 119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9557" h="119557">
                          <a:moveTo>
                            <a:pt x="59779" y="6025"/>
                          </a:moveTo>
                          <a:cubicBezTo>
                            <a:pt x="89431" y="6025"/>
                            <a:pt x="113532" y="30126"/>
                            <a:pt x="113532" y="59779"/>
                          </a:cubicBezTo>
                          <a:cubicBezTo>
                            <a:pt x="113532" y="89432"/>
                            <a:pt x="89431" y="113532"/>
                            <a:pt x="59779" y="113532"/>
                          </a:cubicBezTo>
                          <a:cubicBezTo>
                            <a:pt x="30125" y="113532"/>
                            <a:pt x="6025" y="89432"/>
                            <a:pt x="6025" y="59779"/>
                          </a:cubicBezTo>
                          <a:cubicBezTo>
                            <a:pt x="6025" y="30126"/>
                            <a:pt x="30125" y="6025"/>
                            <a:pt x="59779" y="6025"/>
                          </a:cubicBezTo>
                          <a:lnTo>
                            <a:pt x="59779" y="6025"/>
                          </a:lnTo>
                          <a:close/>
                          <a:moveTo>
                            <a:pt x="59779" y="0"/>
                          </a:moveTo>
                          <a:cubicBezTo>
                            <a:pt x="26758" y="0"/>
                            <a:pt x="0" y="26759"/>
                            <a:pt x="0" y="59779"/>
                          </a:cubicBezTo>
                          <a:cubicBezTo>
                            <a:pt x="0" y="92799"/>
                            <a:pt x="26758" y="119557"/>
                            <a:pt x="59779" y="119557"/>
                          </a:cubicBezTo>
                          <a:cubicBezTo>
                            <a:pt x="92798" y="119557"/>
                            <a:pt x="119557" y="92799"/>
                            <a:pt x="119557" y="59779"/>
                          </a:cubicBezTo>
                          <a:cubicBezTo>
                            <a:pt x="119498" y="26759"/>
                            <a:pt x="92740" y="0"/>
                            <a:pt x="59779" y="0"/>
                          </a:cubicBezTo>
                          <a:lnTo>
                            <a:pt x="59779"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1868" name="Freeform: Shape 1867">
                    <a:extLst>
                      <a:ext uri="{FF2B5EF4-FFF2-40B4-BE49-F238E27FC236}">
                        <a16:creationId xmlns:a16="http://schemas.microsoft.com/office/drawing/2014/main" id="{78AB087F-594B-BA03-153B-B79606925870}"/>
                      </a:ext>
                    </a:extLst>
                  </p:cNvPr>
                  <p:cNvSpPr/>
                  <p:nvPr/>
                </p:nvSpPr>
                <p:spPr>
                  <a:xfrm>
                    <a:off x="3376250"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69" name="Freeform: Shape 1868">
                    <a:extLst>
                      <a:ext uri="{FF2B5EF4-FFF2-40B4-BE49-F238E27FC236}">
                        <a16:creationId xmlns:a16="http://schemas.microsoft.com/office/drawing/2014/main" id="{C7671C87-E343-3140-5524-9888A5B39271}"/>
                      </a:ext>
                    </a:extLst>
                  </p:cNvPr>
                  <p:cNvSpPr/>
                  <p:nvPr/>
                </p:nvSpPr>
                <p:spPr>
                  <a:xfrm>
                    <a:off x="345729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51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70" name="Freeform: Shape 1869">
                    <a:extLst>
                      <a:ext uri="{FF2B5EF4-FFF2-40B4-BE49-F238E27FC236}">
                        <a16:creationId xmlns:a16="http://schemas.microsoft.com/office/drawing/2014/main" id="{1C59B71D-0F39-B00E-D3F2-8A1E1DC857AC}"/>
                      </a:ext>
                    </a:extLst>
                  </p:cNvPr>
                  <p:cNvSpPr/>
                  <p:nvPr/>
                </p:nvSpPr>
                <p:spPr>
                  <a:xfrm>
                    <a:off x="3497816"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514"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649"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71" name="Freeform: Shape 1870">
                    <a:extLst>
                      <a:ext uri="{FF2B5EF4-FFF2-40B4-BE49-F238E27FC236}">
                        <a16:creationId xmlns:a16="http://schemas.microsoft.com/office/drawing/2014/main" id="{756C833D-AB47-64D2-B1F1-1BFB73AEF29D}"/>
                      </a:ext>
                    </a:extLst>
                  </p:cNvPr>
                  <p:cNvSpPr/>
                  <p:nvPr/>
                </p:nvSpPr>
                <p:spPr>
                  <a:xfrm>
                    <a:off x="353833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72" name="Freeform: Shape 1871">
                    <a:extLst>
                      <a:ext uri="{FF2B5EF4-FFF2-40B4-BE49-F238E27FC236}">
                        <a16:creationId xmlns:a16="http://schemas.microsoft.com/office/drawing/2014/main" id="{1C0EDEB8-BE0C-EC6A-FC15-EF0B5B2755AB}"/>
                      </a:ext>
                    </a:extLst>
                  </p:cNvPr>
                  <p:cNvSpPr/>
                  <p:nvPr/>
                </p:nvSpPr>
                <p:spPr>
                  <a:xfrm>
                    <a:off x="3619381"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649"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73" name="Freeform: Shape 1872">
                    <a:extLst>
                      <a:ext uri="{FF2B5EF4-FFF2-40B4-BE49-F238E27FC236}">
                        <a16:creationId xmlns:a16="http://schemas.microsoft.com/office/drawing/2014/main" id="{78CDAECC-1801-2103-D0E8-2B1DEFF506B3}"/>
                      </a:ext>
                    </a:extLst>
                  </p:cNvPr>
                  <p:cNvSpPr/>
                  <p:nvPr/>
                </p:nvSpPr>
                <p:spPr>
                  <a:xfrm>
                    <a:off x="3659962"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74" name="Freeform: Shape 1873">
                    <a:extLst>
                      <a:ext uri="{FF2B5EF4-FFF2-40B4-BE49-F238E27FC236}">
                        <a16:creationId xmlns:a16="http://schemas.microsoft.com/office/drawing/2014/main" id="{C5FB0EE7-FCF7-78B9-8AAE-8F915928232D}"/>
                      </a:ext>
                    </a:extLst>
                  </p:cNvPr>
                  <p:cNvSpPr/>
                  <p:nvPr/>
                </p:nvSpPr>
                <p:spPr>
                  <a:xfrm>
                    <a:off x="370048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75" name="Freeform: Shape 1874">
                    <a:extLst>
                      <a:ext uri="{FF2B5EF4-FFF2-40B4-BE49-F238E27FC236}">
                        <a16:creationId xmlns:a16="http://schemas.microsoft.com/office/drawing/2014/main" id="{418E9401-8A03-8E02-1048-8AC12FA4B6D6}"/>
                      </a:ext>
                    </a:extLst>
                  </p:cNvPr>
                  <p:cNvSpPr/>
                  <p:nvPr/>
                </p:nvSpPr>
                <p:spPr>
                  <a:xfrm>
                    <a:off x="378152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816" name="Graphic 4773">
                  <a:extLst>
                    <a:ext uri="{FF2B5EF4-FFF2-40B4-BE49-F238E27FC236}">
                      <a16:creationId xmlns:a16="http://schemas.microsoft.com/office/drawing/2014/main" id="{DAF417FF-2C49-EF3E-ABAA-7734B551F2C4}"/>
                    </a:ext>
                  </a:extLst>
                </p:cNvPr>
                <p:cNvGrpSpPr/>
                <p:nvPr/>
              </p:nvGrpSpPr>
              <p:grpSpPr>
                <a:xfrm>
                  <a:off x="2640418" y="2129759"/>
                  <a:ext cx="886046" cy="59069"/>
                  <a:chOff x="2640418" y="2129759"/>
                  <a:chExt cx="886046" cy="59069"/>
                </a:xfrm>
                <a:grpFill/>
              </p:grpSpPr>
              <p:sp>
                <p:nvSpPr>
                  <p:cNvPr id="1859" name="Freeform: Shape 1858">
                    <a:extLst>
                      <a:ext uri="{FF2B5EF4-FFF2-40B4-BE49-F238E27FC236}">
                        <a16:creationId xmlns:a16="http://schemas.microsoft.com/office/drawing/2014/main" id="{33B8A150-2F44-9B0A-1BF8-5D5595792BE6}"/>
                      </a:ext>
                    </a:extLst>
                  </p:cNvPr>
                  <p:cNvSpPr/>
                  <p:nvPr/>
                </p:nvSpPr>
                <p:spPr>
                  <a:xfrm>
                    <a:off x="3467395"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60" name="Freeform: Shape 1859">
                    <a:extLst>
                      <a:ext uri="{FF2B5EF4-FFF2-40B4-BE49-F238E27FC236}">
                        <a16:creationId xmlns:a16="http://schemas.microsoft.com/office/drawing/2014/main" id="{6CCC2F6C-308A-B0B8-E27F-F0CD6467B4D3}"/>
                      </a:ext>
                    </a:extLst>
                  </p:cNvPr>
                  <p:cNvSpPr/>
                  <p:nvPr/>
                </p:nvSpPr>
                <p:spPr>
                  <a:xfrm>
                    <a:off x="3349255"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61" name="Freeform: Shape 1860">
                    <a:extLst>
                      <a:ext uri="{FF2B5EF4-FFF2-40B4-BE49-F238E27FC236}">
                        <a16:creationId xmlns:a16="http://schemas.microsoft.com/office/drawing/2014/main" id="{A7CEBE40-61B8-C68A-FDF6-484C702D9AA6}"/>
                      </a:ext>
                    </a:extLst>
                  </p:cNvPr>
                  <p:cNvSpPr/>
                  <p:nvPr/>
                </p:nvSpPr>
                <p:spPr>
                  <a:xfrm>
                    <a:off x="3231116"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62" name="Freeform: Shape 1861">
                    <a:extLst>
                      <a:ext uri="{FF2B5EF4-FFF2-40B4-BE49-F238E27FC236}">
                        <a16:creationId xmlns:a16="http://schemas.microsoft.com/office/drawing/2014/main" id="{4D5AC409-BCE0-FE06-B7EE-D0EF91246CD8}"/>
                      </a:ext>
                    </a:extLst>
                  </p:cNvPr>
                  <p:cNvSpPr/>
                  <p:nvPr/>
                </p:nvSpPr>
                <p:spPr>
                  <a:xfrm>
                    <a:off x="3112976"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63" name="Freeform: Shape 1862">
                    <a:extLst>
                      <a:ext uri="{FF2B5EF4-FFF2-40B4-BE49-F238E27FC236}">
                        <a16:creationId xmlns:a16="http://schemas.microsoft.com/office/drawing/2014/main" id="{A3BAC3E3-61F3-5D2A-9588-ACB6A6F85A47}"/>
                      </a:ext>
                    </a:extLst>
                  </p:cNvPr>
                  <p:cNvSpPr/>
                  <p:nvPr/>
                </p:nvSpPr>
                <p:spPr>
                  <a:xfrm>
                    <a:off x="2994837"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64" name="Freeform: Shape 1863">
                    <a:extLst>
                      <a:ext uri="{FF2B5EF4-FFF2-40B4-BE49-F238E27FC236}">
                        <a16:creationId xmlns:a16="http://schemas.microsoft.com/office/drawing/2014/main" id="{721FD12F-2558-700A-AB47-3EFB6E3FCC9D}"/>
                      </a:ext>
                    </a:extLst>
                  </p:cNvPr>
                  <p:cNvSpPr/>
                  <p:nvPr/>
                </p:nvSpPr>
                <p:spPr>
                  <a:xfrm>
                    <a:off x="2876697"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65" name="Freeform: Shape 1864">
                    <a:extLst>
                      <a:ext uri="{FF2B5EF4-FFF2-40B4-BE49-F238E27FC236}">
                        <a16:creationId xmlns:a16="http://schemas.microsoft.com/office/drawing/2014/main" id="{00211F13-9EB7-0C8A-009B-8C809D21075F}"/>
                      </a:ext>
                    </a:extLst>
                  </p:cNvPr>
                  <p:cNvSpPr/>
                  <p:nvPr/>
                </p:nvSpPr>
                <p:spPr>
                  <a:xfrm>
                    <a:off x="2758558"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66" name="Freeform: Shape 1865">
                    <a:extLst>
                      <a:ext uri="{FF2B5EF4-FFF2-40B4-BE49-F238E27FC236}">
                        <a16:creationId xmlns:a16="http://schemas.microsoft.com/office/drawing/2014/main" id="{887D24FF-E0A9-4F3B-607D-1020C82C412E}"/>
                      </a:ext>
                    </a:extLst>
                  </p:cNvPr>
                  <p:cNvSpPr/>
                  <p:nvPr/>
                </p:nvSpPr>
                <p:spPr>
                  <a:xfrm>
                    <a:off x="2640418"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817" name="Graphic 4773">
                  <a:extLst>
                    <a:ext uri="{FF2B5EF4-FFF2-40B4-BE49-F238E27FC236}">
                      <a16:creationId xmlns:a16="http://schemas.microsoft.com/office/drawing/2014/main" id="{6C1F227E-EF2F-FABB-6AB0-31995C9397A2}"/>
                    </a:ext>
                  </a:extLst>
                </p:cNvPr>
                <p:cNvGrpSpPr/>
                <p:nvPr/>
              </p:nvGrpSpPr>
              <p:grpSpPr>
                <a:xfrm>
                  <a:off x="1990651" y="4610690"/>
                  <a:ext cx="886046" cy="59069"/>
                  <a:chOff x="1990651" y="4610690"/>
                  <a:chExt cx="886046" cy="59069"/>
                </a:xfrm>
                <a:grpFill/>
              </p:grpSpPr>
              <p:sp>
                <p:nvSpPr>
                  <p:cNvPr id="1851" name="Freeform: Shape 1850">
                    <a:extLst>
                      <a:ext uri="{FF2B5EF4-FFF2-40B4-BE49-F238E27FC236}">
                        <a16:creationId xmlns:a16="http://schemas.microsoft.com/office/drawing/2014/main" id="{82391FFB-FA70-BD08-D6CE-60AA94941E24}"/>
                      </a:ext>
                    </a:extLst>
                  </p:cNvPr>
                  <p:cNvSpPr/>
                  <p:nvPr/>
                </p:nvSpPr>
                <p:spPr>
                  <a:xfrm>
                    <a:off x="2817627"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52" name="Freeform: Shape 1851">
                    <a:extLst>
                      <a:ext uri="{FF2B5EF4-FFF2-40B4-BE49-F238E27FC236}">
                        <a16:creationId xmlns:a16="http://schemas.microsoft.com/office/drawing/2014/main" id="{DD58CFB6-6E34-6DB8-DCD1-766AB7269FC4}"/>
                      </a:ext>
                    </a:extLst>
                  </p:cNvPr>
                  <p:cNvSpPr/>
                  <p:nvPr/>
                </p:nvSpPr>
                <p:spPr>
                  <a:xfrm>
                    <a:off x="2699488"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53" name="Freeform: Shape 1852">
                    <a:extLst>
                      <a:ext uri="{FF2B5EF4-FFF2-40B4-BE49-F238E27FC236}">
                        <a16:creationId xmlns:a16="http://schemas.microsoft.com/office/drawing/2014/main" id="{99475090-C01F-54AB-9F3C-A5871C113A68}"/>
                      </a:ext>
                    </a:extLst>
                  </p:cNvPr>
                  <p:cNvSpPr/>
                  <p:nvPr/>
                </p:nvSpPr>
                <p:spPr>
                  <a:xfrm>
                    <a:off x="2581348"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54" name="Freeform: Shape 1853">
                    <a:extLst>
                      <a:ext uri="{FF2B5EF4-FFF2-40B4-BE49-F238E27FC236}">
                        <a16:creationId xmlns:a16="http://schemas.microsoft.com/office/drawing/2014/main" id="{24791B89-78D3-C903-A10F-D7006A721077}"/>
                      </a:ext>
                    </a:extLst>
                  </p:cNvPr>
                  <p:cNvSpPr/>
                  <p:nvPr/>
                </p:nvSpPr>
                <p:spPr>
                  <a:xfrm>
                    <a:off x="246320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55" name="Freeform: Shape 1854">
                    <a:extLst>
                      <a:ext uri="{FF2B5EF4-FFF2-40B4-BE49-F238E27FC236}">
                        <a16:creationId xmlns:a16="http://schemas.microsoft.com/office/drawing/2014/main" id="{7100EEC0-638E-BE76-2C03-B1620974D89F}"/>
                      </a:ext>
                    </a:extLst>
                  </p:cNvPr>
                  <p:cNvSpPr/>
                  <p:nvPr/>
                </p:nvSpPr>
                <p:spPr>
                  <a:xfrm>
                    <a:off x="234506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56" name="Freeform: Shape 1855">
                    <a:extLst>
                      <a:ext uri="{FF2B5EF4-FFF2-40B4-BE49-F238E27FC236}">
                        <a16:creationId xmlns:a16="http://schemas.microsoft.com/office/drawing/2014/main" id="{73E1CE20-0C5C-95FA-C000-77BA3BBE6985}"/>
                      </a:ext>
                    </a:extLst>
                  </p:cNvPr>
                  <p:cNvSpPr/>
                  <p:nvPr/>
                </p:nvSpPr>
                <p:spPr>
                  <a:xfrm>
                    <a:off x="2226930"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57" name="Freeform: Shape 1856">
                    <a:extLst>
                      <a:ext uri="{FF2B5EF4-FFF2-40B4-BE49-F238E27FC236}">
                        <a16:creationId xmlns:a16="http://schemas.microsoft.com/office/drawing/2014/main" id="{FE4D41B0-21AE-E1C7-84C9-E86389A94D5B}"/>
                      </a:ext>
                    </a:extLst>
                  </p:cNvPr>
                  <p:cNvSpPr/>
                  <p:nvPr/>
                </p:nvSpPr>
                <p:spPr>
                  <a:xfrm>
                    <a:off x="2108790"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58" name="Freeform: Shape 1857">
                    <a:extLst>
                      <a:ext uri="{FF2B5EF4-FFF2-40B4-BE49-F238E27FC236}">
                        <a16:creationId xmlns:a16="http://schemas.microsoft.com/office/drawing/2014/main" id="{FE72ABB8-FA38-8291-F041-EF34D9A3CEB4}"/>
                      </a:ext>
                    </a:extLst>
                  </p:cNvPr>
                  <p:cNvSpPr/>
                  <p:nvPr/>
                </p:nvSpPr>
                <p:spPr>
                  <a:xfrm>
                    <a:off x="1990651"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1818" name="Freeform: Shape 1817">
                  <a:extLst>
                    <a:ext uri="{FF2B5EF4-FFF2-40B4-BE49-F238E27FC236}">
                      <a16:creationId xmlns:a16="http://schemas.microsoft.com/office/drawing/2014/main" id="{466D9746-035E-F176-D772-8FC56A81DC1E}"/>
                    </a:ext>
                  </a:extLst>
                </p:cNvPr>
                <p:cNvSpPr/>
                <p:nvPr/>
              </p:nvSpPr>
              <p:spPr>
                <a:xfrm rot="-2700000">
                  <a:off x="3497758" y="3223441"/>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19" name="Freeform: Shape 1818">
                  <a:extLst>
                    <a:ext uri="{FF2B5EF4-FFF2-40B4-BE49-F238E27FC236}">
                      <a16:creationId xmlns:a16="http://schemas.microsoft.com/office/drawing/2014/main" id="{63F7B5CC-A362-7F48-F2C0-7C52C6F3CE51}"/>
                    </a:ext>
                  </a:extLst>
                </p:cNvPr>
                <p:cNvSpPr/>
                <p:nvPr/>
              </p:nvSpPr>
              <p:spPr>
                <a:xfrm>
                  <a:off x="3350142"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20" name="Freeform: Shape 1819">
                  <a:extLst>
                    <a:ext uri="{FF2B5EF4-FFF2-40B4-BE49-F238E27FC236}">
                      <a16:creationId xmlns:a16="http://schemas.microsoft.com/office/drawing/2014/main" id="{DEB0D861-8EAF-4B4B-1276-293F9EFDEC0D}"/>
                    </a:ext>
                  </a:extLst>
                </p:cNvPr>
                <p:cNvSpPr/>
                <p:nvPr/>
              </p:nvSpPr>
              <p:spPr>
                <a:xfrm>
                  <a:off x="3202467"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21" name="Freeform: Shape 1820">
                  <a:extLst>
                    <a:ext uri="{FF2B5EF4-FFF2-40B4-BE49-F238E27FC236}">
                      <a16:creationId xmlns:a16="http://schemas.microsoft.com/office/drawing/2014/main" id="{63AB2F6B-3401-26F8-51C2-DA766DD73596}"/>
                    </a:ext>
                  </a:extLst>
                </p:cNvPr>
                <p:cNvSpPr/>
                <p:nvPr/>
              </p:nvSpPr>
              <p:spPr>
                <a:xfrm rot="-2700000">
                  <a:off x="3054737" y="3223438"/>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22" name="Freeform: Shape 1821">
                  <a:extLst>
                    <a:ext uri="{FF2B5EF4-FFF2-40B4-BE49-F238E27FC236}">
                      <a16:creationId xmlns:a16="http://schemas.microsoft.com/office/drawing/2014/main" id="{63990AE1-99AF-1D14-6061-105963EA0F63}"/>
                    </a:ext>
                  </a:extLst>
                </p:cNvPr>
                <p:cNvSpPr/>
                <p:nvPr/>
              </p:nvSpPr>
              <p:spPr>
                <a:xfrm rot="-2700000">
                  <a:off x="2907066" y="3223435"/>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23" name="Freeform: Shape 1822">
                  <a:extLst>
                    <a:ext uri="{FF2B5EF4-FFF2-40B4-BE49-F238E27FC236}">
                      <a16:creationId xmlns:a16="http://schemas.microsoft.com/office/drawing/2014/main" id="{46D19E9C-061B-4309-893D-299D86B2E91D}"/>
                    </a:ext>
                  </a:extLst>
                </p:cNvPr>
                <p:cNvSpPr/>
                <p:nvPr/>
              </p:nvSpPr>
              <p:spPr>
                <a:xfrm>
                  <a:off x="2759444"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24" name="Freeform: Shape 1823">
                  <a:extLst>
                    <a:ext uri="{FF2B5EF4-FFF2-40B4-BE49-F238E27FC236}">
                      <a16:creationId xmlns:a16="http://schemas.microsoft.com/office/drawing/2014/main" id="{BD8E03B6-B5D4-44BD-6E09-D313E90464D1}"/>
                    </a:ext>
                  </a:extLst>
                </p:cNvPr>
                <p:cNvSpPr/>
                <p:nvPr/>
              </p:nvSpPr>
              <p:spPr>
                <a:xfrm>
                  <a:off x="2611769"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25" name="Freeform: Shape 1824">
                  <a:extLst>
                    <a:ext uri="{FF2B5EF4-FFF2-40B4-BE49-F238E27FC236}">
                      <a16:creationId xmlns:a16="http://schemas.microsoft.com/office/drawing/2014/main" id="{83F09741-FE65-33FE-3A78-813B1ADC5405}"/>
                    </a:ext>
                  </a:extLst>
                </p:cNvPr>
                <p:cNvSpPr/>
                <p:nvPr/>
              </p:nvSpPr>
              <p:spPr>
                <a:xfrm rot="-2700000">
                  <a:off x="2464040" y="3223432"/>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26" name="Freeform: Shape 1825">
                  <a:extLst>
                    <a:ext uri="{FF2B5EF4-FFF2-40B4-BE49-F238E27FC236}">
                      <a16:creationId xmlns:a16="http://schemas.microsoft.com/office/drawing/2014/main" id="{25A17DC0-9349-3726-02F9-EEFE90F2528A}"/>
                    </a:ext>
                  </a:extLst>
                </p:cNvPr>
                <p:cNvSpPr/>
                <p:nvPr/>
              </p:nvSpPr>
              <p:spPr>
                <a:xfrm>
                  <a:off x="1038446" y="3340749"/>
                  <a:ext cx="191326" cy="177091"/>
                </a:xfrm>
                <a:custGeom>
                  <a:avLst/>
                  <a:gdLst>
                    <a:gd name="connsiteX0" fmla="*/ 88546 w 191326"/>
                    <a:gd name="connsiteY0" fmla="*/ 0 h 177091"/>
                    <a:gd name="connsiteX1" fmla="*/ 113887 w 191326"/>
                    <a:gd name="connsiteY1" fmla="*/ 25341 h 177091"/>
                    <a:gd name="connsiteX2" fmla="*/ 71474 w 191326"/>
                    <a:gd name="connsiteY2" fmla="*/ 67694 h 177091"/>
                    <a:gd name="connsiteX3" fmla="*/ 191327 w 191326"/>
                    <a:gd name="connsiteY3" fmla="*/ 67694 h 177091"/>
                    <a:gd name="connsiteX4" fmla="*/ 191327 w 191326"/>
                    <a:gd name="connsiteY4" fmla="*/ 106916 h 177091"/>
                    <a:gd name="connsiteX5" fmla="*/ 68934 w 191326"/>
                    <a:gd name="connsiteY5" fmla="*/ 106916 h 177091"/>
                    <a:gd name="connsiteX6" fmla="*/ 113887 w 191326"/>
                    <a:gd name="connsiteY6" fmla="*/ 151809 h 177091"/>
                    <a:gd name="connsiteX7" fmla="*/ 88546 w 191326"/>
                    <a:gd name="connsiteY7" fmla="*/ 177091 h 177091"/>
                    <a:gd name="connsiteX8" fmla="*/ 0 w 191326"/>
                    <a:gd name="connsiteY8" fmla="*/ 88546 h 177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326" h="177091">
                      <a:moveTo>
                        <a:pt x="88546" y="0"/>
                      </a:moveTo>
                      <a:lnTo>
                        <a:pt x="113887" y="25341"/>
                      </a:lnTo>
                      <a:lnTo>
                        <a:pt x="71474" y="67694"/>
                      </a:lnTo>
                      <a:lnTo>
                        <a:pt x="191327" y="67694"/>
                      </a:lnTo>
                      <a:lnTo>
                        <a:pt x="191327" y="106916"/>
                      </a:lnTo>
                      <a:lnTo>
                        <a:pt x="68934" y="106916"/>
                      </a:lnTo>
                      <a:lnTo>
                        <a:pt x="113887" y="151809"/>
                      </a:lnTo>
                      <a:lnTo>
                        <a:pt x="88546" y="177091"/>
                      </a:lnTo>
                      <a:lnTo>
                        <a:pt x="0" y="88546"/>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27" name="Freeform: Shape 1826">
                  <a:extLst>
                    <a:ext uri="{FF2B5EF4-FFF2-40B4-BE49-F238E27FC236}">
                      <a16:creationId xmlns:a16="http://schemas.microsoft.com/office/drawing/2014/main" id="{860D8283-508D-B667-68F4-A8A97026AE1B}"/>
                    </a:ext>
                  </a:extLst>
                </p:cNvPr>
                <p:cNvSpPr/>
                <p:nvPr/>
              </p:nvSpPr>
              <p:spPr>
                <a:xfrm>
                  <a:off x="5004626" y="1576512"/>
                  <a:ext cx="174374" cy="161437"/>
                </a:xfrm>
                <a:custGeom>
                  <a:avLst/>
                  <a:gdLst>
                    <a:gd name="connsiteX0" fmla="*/ 80690 w 174374"/>
                    <a:gd name="connsiteY0" fmla="*/ 0 h 161437"/>
                    <a:gd name="connsiteX1" fmla="*/ 103727 w 174374"/>
                    <a:gd name="connsiteY1" fmla="*/ 23037 h 161437"/>
                    <a:gd name="connsiteX2" fmla="*/ 65154 w 174374"/>
                    <a:gd name="connsiteY2" fmla="*/ 61669 h 161437"/>
                    <a:gd name="connsiteX3" fmla="*/ 174374 w 174374"/>
                    <a:gd name="connsiteY3" fmla="*/ 61669 h 161437"/>
                    <a:gd name="connsiteX4" fmla="*/ 174374 w 174374"/>
                    <a:gd name="connsiteY4" fmla="*/ 97406 h 161437"/>
                    <a:gd name="connsiteX5" fmla="*/ 62850 w 174374"/>
                    <a:gd name="connsiteY5" fmla="*/ 97406 h 161437"/>
                    <a:gd name="connsiteX6" fmla="*/ 103727 w 174374"/>
                    <a:gd name="connsiteY6" fmla="*/ 138341 h 161437"/>
                    <a:gd name="connsiteX7" fmla="*/ 80690 w 174374"/>
                    <a:gd name="connsiteY7" fmla="*/ 161438 h 161437"/>
                    <a:gd name="connsiteX8" fmla="*/ 0 w 174374"/>
                    <a:gd name="connsiteY8" fmla="*/ 80689 h 16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4374" h="161437">
                      <a:moveTo>
                        <a:pt x="80690" y="0"/>
                      </a:moveTo>
                      <a:lnTo>
                        <a:pt x="103727" y="23037"/>
                      </a:lnTo>
                      <a:lnTo>
                        <a:pt x="65154" y="61669"/>
                      </a:lnTo>
                      <a:lnTo>
                        <a:pt x="174374" y="61669"/>
                      </a:lnTo>
                      <a:lnTo>
                        <a:pt x="174374" y="97406"/>
                      </a:lnTo>
                      <a:lnTo>
                        <a:pt x="62850" y="97406"/>
                      </a:lnTo>
                      <a:lnTo>
                        <a:pt x="103727" y="138341"/>
                      </a:lnTo>
                      <a:lnTo>
                        <a:pt x="80690" y="161438"/>
                      </a:lnTo>
                      <a:lnTo>
                        <a:pt x="0" y="80689"/>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1828" name="Graphic 4773">
                  <a:extLst>
                    <a:ext uri="{FF2B5EF4-FFF2-40B4-BE49-F238E27FC236}">
                      <a16:creationId xmlns:a16="http://schemas.microsoft.com/office/drawing/2014/main" id="{76A47080-613A-1C5D-A22B-878F9AC4D69B}"/>
                    </a:ext>
                  </a:extLst>
                </p:cNvPr>
                <p:cNvGrpSpPr/>
                <p:nvPr/>
              </p:nvGrpSpPr>
              <p:grpSpPr>
                <a:xfrm>
                  <a:off x="457259" y="2897903"/>
                  <a:ext cx="526784" cy="117726"/>
                  <a:chOff x="457259" y="2897903"/>
                  <a:chExt cx="526784" cy="117726"/>
                </a:xfrm>
                <a:grpFill/>
              </p:grpSpPr>
              <p:sp>
                <p:nvSpPr>
                  <p:cNvPr id="1829" name="Freeform: Shape 1828">
                    <a:extLst>
                      <a:ext uri="{FF2B5EF4-FFF2-40B4-BE49-F238E27FC236}">
                        <a16:creationId xmlns:a16="http://schemas.microsoft.com/office/drawing/2014/main" id="{D0ADDEA7-8477-14B7-6C69-64B28FFA1AFA}"/>
                      </a:ext>
                    </a:extLst>
                  </p:cNvPr>
                  <p:cNvSpPr/>
                  <p:nvPr/>
                </p:nvSpPr>
                <p:spPr>
                  <a:xfrm>
                    <a:off x="882147" y="2924248"/>
                    <a:ext cx="8269" cy="9214"/>
                  </a:xfrm>
                  <a:custGeom>
                    <a:avLst/>
                    <a:gdLst>
                      <a:gd name="connsiteX0" fmla="*/ 0 w 8269"/>
                      <a:gd name="connsiteY0" fmla="*/ 3131 h 9214"/>
                      <a:gd name="connsiteX1" fmla="*/ 5316 w 8269"/>
                      <a:gd name="connsiteY1" fmla="*/ 0 h 9214"/>
                      <a:gd name="connsiteX2" fmla="*/ 8270 w 8269"/>
                      <a:gd name="connsiteY2" fmla="*/ 5139 h 9214"/>
                      <a:gd name="connsiteX3" fmla="*/ 5907 w 8269"/>
                      <a:gd name="connsiteY3" fmla="*/ 6498 h 9214"/>
                      <a:gd name="connsiteX4" fmla="*/ 5907 w 8269"/>
                      <a:gd name="connsiteY4" fmla="*/ 9215 h 9214"/>
                      <a:gd name="connsiteX5" fmla="*/ 0 w 8269"/>
                      <a:gd name="connsiteY5" fmla="*/ 9215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0" y="3131"/>
                        </a:moveTo>
                        <a:lnTo>
                          <a:pt x="5316" y="0"/>
                        </a:lnTo>
                        <a:lnTo>
                          <a:pt x="8270" y="5139"/>
                        </a:lnTo>
                        <a:lnTo>
                          <a:pt x="5907" y="6498"/>
                        </a:lnTo>
                        <a:lnTo>
                          <a:pt x="5907" y="9215"/>
                        </a:lnTo>
                        <a:lnTo>
                          <a:pt x="0" y="9215"/>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30" name="Freeform: Shape 1829">
                    <a:extLst>
                      <a:ext uri="{FF2B5EF4-FFF2-40B4-BE49-F238E27FC236}">
                        <a16:creationId xmlns:a16="http://schemas.microsoft.com/office/drawing/2014/main" id="{90298D18-B9A0-3156-C9CF-F6BA5548013C}"/>
                      </a:ext>
                    </a:extLst>
                  </p:cNvPr>
                  <p:cNvSpPr/>
                  <p:nvPr/>
                </p:nvSpPr>
                <p:spPr>
                  <a:xfrm rot="-1800341">
                    <a:off x="896354" y="2917003"/>
                    <a:ext cx="9333" cy="5907"/>
                  </a:xfrm>
                  <a:custGeom>
                    <a:avLst/>
                    <a:gdLst>
                      <a:gd name="connsiteX0" fmla="*/ 0 w 9333"/>
                      <a:gd name="connsiteY0" fmla="*/ 0 h 5907"/>
                      <a:gd name="connsiteX1" fmla="*/ 9333 w 9333"/>
                      <a:gd name="connsiteY1" fmla="*/ 0 h 5907"/>
                      <a:gd name="connsiteX2" fmla="*/ 9333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3" y="0"/>
                        </a:lnTo>
                        <a:lnTo>
                          <a:pt x="9333"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31" name="Freeform: Shape 1830">
                    <a:extLst>
                      <a:ext uri="{FF2B5EF4-FFF2-40B4-BE49-F238E27FC236}">
                        <a16:creationId xmlns:a16="http://schemas.microsoft.com/office/drawing/2014/main" id="{0AE6B47D-7315-DC5F-C916-C442D44BA0B3}"/>
                      </a:ext>
                    </a:extLst>
                  </p:cNvPr>
                  <p:cNvSpPr/>
                  <p:nvPr/>
                </p:nvSpPr>
                <p:spPr>
                  <a:xfrm>
                    <a:off x="911682" y="2905641"/>
                    <a:ext cx="10986" cy="9805"/>
                  </a:xfrm>
                  <a:custGeom>
                    <a:avLst/>
                    <a:gdLst>
                      <a:gd name="connsiteX0" fmla="*/ 8033 w 10986"/>
                      <a:gd name="connsiteY0" fmla="*/ 0 h 9805"/>
                      <a:gd name="connsiteX1" fmla="*/ 10987 w 10986"/>
                      <a:gd name="connsiteY1" fmla="*/ 5139 h 9805"/>
                      <a:gd name="connsiteX2" fmla="*/ 2953 w 10986"/>
                      <a:gd name="connsiteY2" fmla="*/ 9806 h 9805"/>
                      <a:gd name="connsiteX3" fmla="*/ 0 w 10986"/>
                      <a:gd name="connsiteY3" fmla="*/ 4667 h 9805"/>
                    </a:gdLst>
                    <a:ahLst/>
                    <a:cxnLst>
                      <a:cxn ang="0">
                        <a:pos x="connsiteX0" y="connsiteY0"/>
                      </a:cxn>
                      <a:cxn ang="0">
                        <a:pos x="connsiteX1" y="connsiteY1"/>
                      </a:cxn>
                      <a:cxn ang="0">
                        <a:pos x="connsiteX2" y="connsiteY2"/>
                      </a:cxn>
                      <a:cxn ang="0">
                        <a:pos x="connsiteX3" y="connsiteY3"/>
                      </a:cxn>
                    </a:cxnLst>
                    <a:rect l="l" t="t" r="r" b="b"/>
                    <a:pathLst>
                      <a:path w="10986" h="9805">
                        <a:moveTo>
                          <a:pt x="8033" y="0"/>
                        </a:moveTo>
                        <a:lnTo>
                          <a:pt x="10987" y="5139"/>
                        </a:lnTo>
                        <a:lnTo>
                          <a:pt x="2953" y="9806"/>
                        </a:lnTo>
                        <a:lnTo>
                          <a:pt x="0" y="4667"/>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32" name="Freeform: Shape 1831">
                    <a:extLst>
                      <a:ext uri="{FF2B5EF4-FFF2-40B4-BE49-F238E27FC236}">
                        <a16:creationId xmlns:a16="http://schemas.microsoft.com/office/drawing/2014/main" id="{619F5DE7-9D12-3D5C-C06B-B3E5B2E30221}"/>
                      </a:ext>
                    </a:extLst>
                  </p:cNvPr>
                  <p:cNvSpPr/>
                  <p:nvPr/>
                </p:nvSpPr>
                <p:spPr>
                  <a:xfrm>
                    <a:off x="927808" y="2897903"/>
                    <a:ext cx="10632" cy="8210"/>
                  </a:xfrm>
                  <a:custGeom>
                    <a:avLst/>
                    <a:gdLst>
                      <a:gd name="connsiteX0" fmla="*/ 5257 w 10632"/>
                      <a:gd name="connsiteY0" fmla="*/ 0 h 8210"/>
                      <a:gd name="connsiteX1" fmla="*/ 10632 w 10632"/>
                      <a:gd name="connsiteY1" fmla="*/ 3072 h 8210"/>
                      <a:gd name="connsiteX2" fmla="*/ 7679 w 10632"/>
                      <a:gd name="connsiteY2" fmla="*/ 8211 h 8210"/>
                      <a:gd name="connsiteX3" fmla="*/ 5257 w 10632"/>
                      <a:gd name="connsiteY3" fmla="*/ 6852 h 8210"/>
                      <a:gd name="connsiteX4" fmla="*/ 2953 w 10632"/>
                      <a:gd name="connsiteY4" fmla="*/ 8211 h 8210"/>
                      <a:gd name="connsiteX5" fmla="*/ 0 w 10632"/>
                      <a:gd name="connsiteY5" fmla="*/ 3072 h 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10">
                        <a:moveTo>
                          <a:pt x="5257" y="0"/>
                        </a:moveTo>
                        <a:lnTo>
                          <a:pt x="10632" y="3072"/>
                        </a:lnTo>
                        <a:lnTo>
                          <a:pt x="7679" y="8211"/>
                        </a:lnTo>
                        <a:lnTo>
                          <a:pt x="5257" y="6852"/>
                        </a:lnTo>
                        <a:lnTo>
                          <a:pt x="2953" y="8211"/>
                        </a:lnTo>
                        <a:lnTo>
                          <a:pt x="0" y="3072"/>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33" name="Freeform: Shape 1832">
                    <a:extLst>
                      <a:ext uri="{FF2B5EF4-FFF2-40B4-BE49-F238E27FC236}">
                        <a16:creationId xmlns:a16="http://schemas.microsoft.com/office/drawing/2014/main" id="{194B2AF9-DFC9-D4BE-76F8-16DC7ACE8DBC}"/>
                      </a:ext>
                    </a:extLst>
                  </p:cNvPr>
                  <p:cNvSpPr/>
                  <p:nvPr/>
                </p:nvSpPr>
                <p:spPr>
                  <a:xfrm>
                    <a:off x="959647" y="2914915"/>
                    <a:ext cx="11046" cy="9805"/>
                  </a:xfrm>
                  <a:custGeom>
                    <a:avLst/>
                    <a:gdLst>
                      <a:gd name="connsiteX0" fmla="*/ 2953 w 11046"/>
                      <a:gd name="connsiteY0" fmla="*/ 0 h 9805"/>
                      <a:gd name="connsiteX1" fmla="*/ 11046 w 11046"/>
                      <a:gd name="connsiteY1" fmla="*/ 4726 h 9805"/>
                      <a:gd name="connsiteX2" fmla="*/ 8033 w 11046"/>
                      <a:gd name="connsiteY2" fmla="*/ 9806 h 9805"/>
                      <a:gd name="connsiteX3" fmla="*/ 0 w 11046"/>
                      <a:gd name="connsiteY3" fmla="*/ 5139 h 9805"/>
                    </a:gdLst>
                    <a:ahLst/>
                    <a:cxnLst>
                      <a:cxn ang="0">
                        <a:pos x="connsiteX0" y="connsiteY0"/>
                      </a:cxn>
                      <a:cxn ang="0">
                        <a:pos x="connsiteX1" y="connsiteY1"/>
                      </a:cxn>
                      <a:cxn ang="0">
                        <a:pos x="connsiteX2" y="connsiteY2"/>
                      </a:cxn>
                      <a:cxn ang="0">
                        <a:pos x="connsiteX3" y="connsiteY3"/>
                      </a:cxn>
                    </a:cxnLst>
                    <a:rect l="l" t="t" r="r" b="b"/>
                    <a:pathLst>
                      <a:path w="11046" h="9805">
                        <a:moveTo>
                          <a:pt x="2953" y="0"/>
                        </a:moveTo>
                        <a:lnTo>
                          <a:pt x="11046" y="4726"/>
                        </a:lnTo>
                        <a:lnTo>
                          <a:pt x="8033" y="9806"/>
                        </a:lnTo>
                        <a:lnTo>
                          <a:pt x="0" y="5139"/>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34" name="Freeform: Shape 1833">
                    <a:extLst>
                      <a:ext uri="{FF2B5EF4-FFF2-40B4-BE49-F238E27FC236}">
                        <a16:creationId xmlns:a16="http://schemas.microsoft.com/office/drawing/2014/main" id="{636905F6-7076-90D6-ECEE-60E2E9A0C607}"/>
                      </a:ext>
                    </a:extLst>
                  </p:cNvPr>
                  <p:cNvSpPr/>
                  <p:nvPr/>
                </p:nvSpPr>
                <p:spPr>
                  <a:xfrm rot="-3600896">
                    <a:off x="946174" y="2906009"/>
                    <a:ext cx="5907" cy="9274"/>
                  </a:xfrm>
                  <a:custGeom>
                    <a:avLst/>
                    <a:gdLst>
                      <a:gd name="connsiteX0" fmla="*/ 0 w 5907"/>
                      <a:gd name="connsiteY0" fmla="*/ 0 h 9274"/>
                      <a:gd name="connsiteX1" fmla="*/ 5907 w 5907"/>
                      <a:gd name="connsiteY1" fmla="*/ 0 h 9274"/>
                      <a:gd name="connsiteX2" fmla="*/ 5907 w 5907"/>
                      <a:gd name="connsiteY2" fmla="*/ 9275 h 9274"/>
                      <a:gd name="connsiteX3" fmla="*/ 0 w 5907"/>
                      <a:gd name="connsiteY3" fmla="*/ 9275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5"/>
                        </a:lnTo>
                        <a:lnTo>
                          <a:pt x="0" y="9275"/>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35" name="Freeform: Shape 1834">
                    <a:extLst>
                      <a:ext uri="{FF2B5EF4-FFF2-40B4-BE49-F238E27FC236}">
                        <a16:creationId xmlns:a16="http://schemas.microsoft.com/office/drawing/2014/main" id="{F942BD44-69A5-0002-3EF0-55ECD4991D47}"/>
                      </a:ext>
                    </a:extLst>
                  </p:cNvPr>
                  <p:cNvSpPr/>
                  <p:nvPr/>
                </p:nvSpPr>
                <p:spPr>
                  <a:xfrm>
                    <a:off x="975773" y="2924248"/>
                    <a:ext cx="8269" cy="9214"/>
                  </a:xfrm>
                  <a:custGeom>
                    <a:avLst/>
                    <a:gdLst>
                      <a:gd name="connsiteX0" fmla="*/ 2953 w 8269"/>
                      <a:gd name="connsiteY0" fmla="*/ 0 h 9214"/>
                      <a:gd name="connsiteX1" fmla="*/ 8270 w 8269"/>
                      <a:gd name="connsiteY1" fmla="*/ 3131 h 9214"/>
                      <a:gd name="connsiteX2" fmla="*/ 8270 w 8269"/>
                      <a:gd name="connsiteY2" fmla="*/ 9215 h 9214"/>
                      <a:gd name="connsiteX3" fmla="*/ 2304 w 8269"/>
                      <a:gd name="connsiteY3" fmla="*/ 9215 h 9214"/>
                      <a:gd name="connsiteX4" fmla="*/ 2304 w 8269"/>
                      <a:gd name="connsiteY4" fmla="*/ 6498 h 9214"/>
                      <a:gd name="connsiteX5" fmla="*/ 0 w 8269"/>
                      <a:gd name="connsiteY5" fmla="*/ 5139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2953" y="0"/>
                        </a:moveTo>
                        <a:lnTo>
                          <a:pt x="8270" y="3131"/>
                        </a:lnTo>
                        <a:lnTo>
                          <a:pt x="8270" y="9215"/>
                        </a:lnTo>
                        <a:lnTo>
                          <a:pt x="2304" y="9215"/>
                        </a:lnTo>
                        <a:lnTo>
                          <a:pt x="2304" y="6498"/>
                        </a:lnTo>
                        <a:lnTo>
                          <a:pt x="0" y="5139"/>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36" name="Freeform: Shape 1835">
                    <a:extLst>
                      <a:ext uri="{FF2B5EF4-FFF2-40B4-BE49-F238E27FC236}">
                        <a16:creationId xmlns:a16="http://schemas.microsoft.com/office/drawing/2014/main" id="{7CCB0966-2851-2432-3CFB-2B03728642F3}"/>
                      </a:ext>
                    </a:extLst>
                  </p:cNvPr>
                  <p:cNvSpPr/>
                  <p:nvPr/>
                </p:nvSpPr>
                <p:spPr>
                  <a:xfrm>
                    <a:off x="978077" y="2961403"/>
                    <a:ext cx="5966" cy="9273"/>
                  </a:xfrm>
                  <a:custGeom>
                    <a:avLst/>
                    <a:gdLst>
                      <a:gd name="connsiteX0" fmla="*/ 0 w 5966"/>
                      <a:gd name="connsiteY0" fmla="*/ 0 h 9273"/>
                      <a:gd name="connsiteX1" fmla="*/ 5966 w 5966"/>
                      <a:gd name="connsiteY1" fmla="*/ 0 h 9273"/>
                      <a:gd name="connsiteX2" fmla="*/ 5966 w 5966"/>
                      <a:gd name="connsiteY2" fmla="*/ 9274 h 9273"/>
                      <a:gd name="connsiteX3" fmla="*/ 0 w 5966"/>
                      <a:gd name="connsiteY3" fmla="*/ 9274 h 9273"/>
                    </a:gdLst>
                    <a:ahLst/>
                    <a:cxnLst>
                      <a:cxn ang="0">
                        <a:pos x="connsiteX0" y="connsiteY0"/>
                      </a:cxn>
                      <a:cxn ang="0">
                        <a:pos x="connsiteX1" y="connsiteY1"/>
                      </a:cxn>
                      <a:cxn ang="0">
                        <a:pos x="connsiteX2" y="connsiteY2"/>
                      </a:cxn>
                      <a:cxn ang="0">
                        <a:pos x="connsiteX3" y="connsiteY3"/>
                      </a:cxn>
                    </a:cxnLst>
                    <a:rect l="l" t="t" r="r" b="b"/>
                    <a:pathLst>
                      <a:path w="5966" h="9273">
                        <a:moveTo>
                          <a:pt x="0" y="0"/>
                        </a:moveTo>
                        <a:lnTo>
                          <a:pt x="5966" y="0"/>
                        </a:lnTo>
                        <a:lnTo>
                          <a:pt x="5966"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37" name="Freeform: Shape 1836">
                    <a:extLst>
                      <a:ext uri="{FF2B5EF4-FFF2-40B4-BE49-F238E27FC236}">
                        <a16:creationId xmlns:a16="http://schemas.microsoft.com/office/drawing/2014/main" id="{A42CCDDA-C195-30DE-85B5-C753B9D687DC}"/>
                      </a:ext>
                    </a:extLst>
                  </p:cNvPr>
                  <p:cNvSpPr/>
                  <p:nvPr/>
                </p:nvSpPr>
                <p:spPr>
                  <a:xfrm>
                    <a:off x="978077" y="2942796"/>
                    <a:ext cx="5966" cy="9333"/>
                  </a:xfrm>
                  <a:custGeom>
                    <a:avLst/>
                    <a:gdLst>
                      <a:gd name="connsiteX0" fmla="*/ 0 w 5966"/>
                      <a:gd name="connsiteY0" fmla="*/ 0 h 9333"/>
                      <a:gd name="connsiteX1" fmla="*/ 5966 w 5966"/>
                      <a:gd name="connsiteY1" fmla="*/ 0 h 9333"/>
                      <a:gd name="connsiteX2" fmla="*/ 5966 w 5966"/>
                      <a:gd name="connsiteY2" fmla="*/ 9333 h 9333"/>
                      <a:gd name="connsiteX3" fmla="*/ 0 w 5966"/>
                      <a:gd name="connsiteY3" fmla="*/ 9333 h 9333"/>
                    </a:gdLst>
                    <a:ahLst/>
                    <a:cxnLst>
                      <a:cxn ang="0">
                        <a:pos x="connsiteX0" y="connsiteY0"/>
                      </a:cxn>
                      <a:cxn ang="0">
                        <a:pos x="connsiteX1" y="connsiteY1"/>
                      </a:cxn>
                      <a:cxn ang="0">
                        <a:pos x="connsiteX2" y="connsiteY2"/>
                      </a:cxn>
                      <a:cxn ang="0">
                        <a:pos x="connsiteX3" y="connsiteY3"/>
                      </a:cxn>
                    </a:cxnLst>
                    <a:rect l="l" t="t" r="r" b="b"/>
                    <a:pathLst>
                      <a:path w="5966" h="9333">
                        <a:moveTo>
                          <a:pt x="0" y="0"/>
                        </a:moveTo>
                        <a:lnTo>
                          <a:pt x="5966" y="0"/>
                        </a:lnTo>
                        <a:lnTo>
                          <a:pt x="5966" y="9333"/>
                        </a:lnTo>
                        <a:lnTo>
                          <a:pt x="0" y="9333"/>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38" name="Freeform: Shape 1837">
                    <a:extLst>
                      <a:ext uri="{FF2B5EF4-FFF2-40B4-BE49-F238E27FC236}">
                        <a16:creationId xmlns:a16="http://schemas.microsoft.com/office/drawing/2014/main" id="{03BEE22C-B336-A0BA-AE45-C813448D6384}"/>
                      </a:ext>
                    </a:extLst>
                  </p:cNvPr>
                  <p:cNvSpPr/>
                  <p:nvPr/>
                </p:nvSpPr>
                <p:spPr>
                  <a:xfrm>
                    <a:off x="975773" y="2980010"/>
                    <a:ext cx="8269" cy="9214"/>
                  </a:xfrm>
                  <a:custGeom>
                    <a:avLst/>
                    <a:gdLst>
                      <a:gd name="connsiteX0" fmla="*/ 8270 w 8269"/>
                      <a:gd name="connsiteY0" fmla="*/ 6143 h 9214"/>
                      <a:gd name="connsiteX1" fmla="*/ 2953 w 8269"/>
                      <a:gd name="connsiteY1" fmla="*/ 9215 h 9214"/>
                      <a:gd name="connsiteX2" fmla="*/ 0 w 8269"/>
                      <a:gd name="connsiteY2" fmla="*/ 4135 h 9214"/>
                      <a:gd name="connsiteX3" fmla="*/ 2304 w 8269"/>
                      <a:gd name="connsiteY3" fmla="*/ 2776 h 9214"/>
                      <a:gd name="connsiteX4" fmla="*/ 2304 w 8269"/>
                      <a:gd name="connsiteY4" fmla="*/ 0 h 9214"/>
                      <a:gd name="connsiteX5" fmla="*/ 8270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8270" y="6143"/>
                        </a:moveTo>
                        <a:lnTo>
                          <a:pt x="2953" y="9215"/>
                        </a:lnTo>
                        <a:lnTo>
                          <a:pt x="0" y="4135"/>
                        </a:lnTo>
                        <a:lnTo>
                          <a:pt x="2304" y="2776"/>
                        </a:lnTo>
                        <a:lnTo>
                          <a:pt x="2304" y="0"/>
                        </a:lnTo>
                        <a:lnTo>
                          <a:pt x="827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39" name="Freeform: Shape 1838">
                    <a:extLst>
                      <a:ext uri="{FF2B5EF4-FFF2-40B4-BE49-F238E27FC236}">
                        <a16:creationId xmlns:a16="http://schemas.microsoft.com/office/drawing/2014/main" id="{1A8D23D3-5C37-7496-E5DD-46AB0764F9D6}"/>
                      </a:ext>
                    </a:extLst>
                  </p:cNvPr>
                  <p:cNvSpPr/>
                  <p:nvPr/>
                </p:nvSpPr>
                <p:spPr>
                  <a:xfrm rot="-1801109">
                    <a:off x="960619" y="2990764"/>
                    <a:ext cx="9274" cy="5907"/>
                  </a:xfrm>
                  <a:custGeom>
                    <a:avLst/>
                    <a:gdLst>
                      <a:gd name="connsiteX0" fmla="*/ 0 w 9274"/>
                      <a:gd name="connsiteY0" fmla="*/ 0 h 5907"/>
                      <a:gd name="connsiteX1" fmla="*/ 9274 w 9274"/>
                      <a:gd name="connsiteY1" fmla="*/ 0 h 5907"/>
                      <a:gd name="connsiteX2" fmla="*/ 9274 w 9274"/>
                      <a:gd name="connsiteY2" fmla="*/ 5907 h 5907"/>
                      <a:gd name="connsiteX3" fmla="*/ 0 w 9274"/>
                      <a:gd name="connsiteY3" fmla="*/ 5907 h 5907"/>
                    </a:gdLst>
                    <a:ahLst/>
                    <a:cxnLst>
                      <a:cxn ang="0">
                        <a:pos x="connsiteX0" y="connsiteY0"/>
                      </a:cxn>
                      <a:cxn ang="0">
                        <a:pos x="connsiteX1" y="connsiteY1"/>
                      </a:cxn>
                      <a:cxn ang="0">
                        <a:pos x="connsiteX2" y="connsiteY2"/>
                      </a:cxn>
                      <a:cxn ang="0">
                        <a:pos x="connsiteX3" y="connsiteY3"/>
                      </a:cxn>
                    </a:cxnLst>
                    <a:rect l="l" t="t" r="r" b="b"/>
                    <a:pathLst>
                      <a:path w="9274" h="5907">
                        <a:moveTo>
                          <a:pt x="0" y="0"/>
                        </a:moveTo>
                        <a:lnTo>
                          <a:pt x="9274" y="0"/>
                        </a:lnTo>
                        <a:lnTo>
                          <a:pt x="9274"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40" name="Freeform: Shape 1839">
                    <a:extLst>
                      <a:ext uri="{FF2B5EF4-FFF2-40B4-BE49-F238E27FC236}">
                        <a16:creationId xmlns:a16="http://schemas.microsoft.com/office/drawing/2014/main" id="{B982E657-3642-51D9-A66F-D9BF3991DDE2}"/>
                      </a:ext>
                    </a:extLst>
                  </p:cNvPr>
                  <p:cNvSpPr/>
                  <p:nvPr/>
                </p:nvSpPr>
                <p:spPr>
                  <a:xfrm rot="-1806651">
                    <a:off x="944560" y="3000057"/>
                    <a:ext cx="9333" cy="5907"/>
                  </a:xfrm>
                  <a:custGeom>
                    <a:avLst/>
                    <a:gdLst>
                      <a:gd name="connsiteX0" fmla="*/ 0 w 9333"/>
                      <a:gd name="connsiteY0" fmla="*/ 0 h 5907"/>
                      <a:gd name="connsiteX1" fmla="*/ 9334 w 9333"/>
                      <a:gd name="connsiteY1" fmla="*/ 0 h 5907"/>
                      <a:gd name="connsiteX2" fmla="*/ 9334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4" y="0"/>
                        </a:lnTo>
                        <a:lnTo>
                          <a:pt x="9334"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41" name="Freeform: Shape 1840">
                    <a:extLst>
                      <a:ext uri="{FF2B5EF4-FFF2-40B4-BE49-F238E27FC236}">
                        <a16:creationId xmlns:a16="http://schemas.microsoft.com/office/drawing/2014/main" id="{3B204639-82D2-204E-0672-F4B9C89E4561}"/>
                      </a:ext>
                    </a:extLst>
                  </p:cNvPr>
                  <p:cNvSpPr/>
                  <p:nvPr/>
                </p:nvSpPr>
                <p:spPr>
                  <a:xfrm>
                    <a:off x="927808" y="3007359"/>
                    <a:ext cx="10632" cy="8269"/>
                  </a:xfrm>
                  <a:custGeom>
                    <a:avLst/>
                    <a:gdLst>
                      <a:gd name="connsiteX0" fmla="*/ 5257 w 10632"/>
                      <a:gd name="connsiteY0" fmla="*/ 1418 h 8269"/>
                      <a:gd name="connsiteX1" fmla="*/ 7679 w 10632"/>
                      <a:gd name="connsiteY1" fmla="*/ 0 h 8269"/>
                      <a:gd name="connsiteX2" fmla="*/ 10632 w 10632"/>
                      <a:gd name="connsiteY2" fmla="*/ 5139 h 8269"/>
                      <a:gd name="connsiteX3" fmla="*/ 5257 w 10632"/>
                      <a:gd name="connsiteY3" fmla="*/ 8270 h 8269"/>
                      <a:gd name="connsiteX4" fmla="*/ 0 w 10632"/>
                      <a:gd name="connsiteY4" fmla="*/ 5139 h 8269"/>
                      <a:gd name="connsiteX5" fmla="*/ 2953 w 10632"/>
                      <a:gd name="connsiteY5" fmla="*/ 0 h 8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69">
                        <a:moveTo>
                          <a:pt x="5257" y="1418"/>
                        </a:moveTo>
                        <a:lnTo>
                          <a:pt x="7679" y="0"/>
                        </a:lnTo>
                        <a:lnTo>
                          <a:pt x="10632" y="5139"/>
                        </a:lnTo>
                        <a:lnTo>
                          <a:pt x="5257" y="8270"/>
                        </a:lnTo>
                        <a:lnTo>
                          <a:pt x="0" y="5139"/>
                        </a:lnTo>
                        <a:lnTo>
                          <a:pt x="2953"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42" name="Freeform: Shape 1841">
                    <a:extLst>
                      <a:ext uri="{FF2B5EF4-FFF2-40B4-BE49-F238E27FC236}">
                        <a16:creationId xmlns:a16="http://schemas.microsoft.com/office/drawing/2014/main" id="{724E2F41-2B5A-270F-AB57-94356F2954EC}"/>
                      </a:ext>
                    </a:extLst>
                  </p:cNvPr>
                  <p:cNvSpPr/>
                  <p:nvPr/>
                </p:nvSpPr>
                <p:spPr>
                  <a:xfrm rot="-3604434">
                    <a:off x="898141" y="2989017"/>
                    <a:ext cx="5966" cy="9274"/>
                  </a:xfrm>
                  <a:custGeom>
                    <a:avLst/>
                    <a:gdLst>
                      <a:gd name="connsiteX0" fmla="*/ 0 w 5966"/>
                      <a:gd name="connsiteY0" fmla="*/ 0 h 9274"/>
                      <a:gd name="connsiteX1" fmla="*/ 5966 w 5966"/>
                      <a:gd name="connsiteY1" fmla="*/ 0 h 9274"/>
                      <a:gd name="connsiteX2" fmla="*/ 5966 w 5966"/>
                      <a:gd name="connsiteY2" fmla="*/ 9274 h 9274"/>
                      <a:gd name="connsiteX3" fmla="*/ 0 w 5966"/>
                      <a:gd name="connsiteY3" fmla="*/ 9274 h 9274"/>
                    </a:gdLst>
                    <a:ahLst/>
                    <a:cxnLst>
                      <a:cxn ang="0">
                        <a:pos x="connsiteX0" y="connsiteY0"/>
                      </a:cxn>
                      <a:cxn ang="0">
                        <a:pos x="connsiteX1" y="connsiteY1"/>
                      </a:cxn>
                      <a:cxn ang="0">
                        <a:pos x="connsiteX2" y="connsiteY2"/>
                      </a:cxn>
                      <a:cxn ang="0">
                        <a:pos x="connsiteX3" y="connsiteY3"/>
                      </a:cxn>
                    </a:cxnLst>
                    <a:rect l="l" t="t" r="r" b="b"/>
                    <a:pathLst>
                      <a:path w="5966" h="9274">
                        <a:moveTo>
                          <a:pt x="0" y="0"/>
                        </a:moveTo>
                        <a:lnTo>
                          <a:pt x="5966" y="0"/>
                        </a:lnTo>
                        <a:lnTo>
                          <a:pt x="5966"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43" name="Freeform: Shape 1842">
                    <a:extLst>
                      <a:ext uri="{FF2B5EF4-FFF2-40B4-BE49-F238E27FC236}">
                        <a16:creationId xmlns:a16="http://schemas.microsoft.com/office/drawing/2014/main" id="{1DCB7184-B384-084F-66CE-7D6DB839EE25}"/>
                      </a:ext>
                    </a:extLst>
                  </p:cNvPr>
                  <p:cNvSpPr/>
                  <p:nvPr/>
                </p:nvSpPr>
                <p:spPr>
                  <a:xfrm rot="-3587633">
                    <a:off x="914188" y="2998227"/>
                    <a:ext cx="5906" cy="9332"/>
                  </a:xfrm>
                  <a:custGeom>
                    <a:avLst/>
                    <a:gdLst>
                      <a:gd name="connsiteX0" fmla="*/ 0 w 5906"/>
                      <a:gd name="connsiteY0" fmla="*/ 0 h 9332"/>
                      <a:gd name="connsiteX1" fmla="*/ 5907 w 5906"/>
                      <a:gd name="connsiteY1" fmla="*/ 0 h 9332"/>
                      <a:gd name="connsiteX2" fmla="*/ 5907 w 5906"/>
                      <a:gd name="connsiteY2" fmla="*/ 9333 h 9332"/>
                      <a:gd name="connsiteX3" fmla="*/ 0 w 5906"/>
                      <a:gd name="connsiteY3" fmla="*/ 9333 h 9332"/>
                    </a:gdLst>
                    <a:ahLst/>
                    <a:cxnLst>
                      <a:cxn ang="0">
                        <a:pos x="connsiteX0" y="connsiteY0"/>
                      </a:cxn>
                      <a:cxn ang="0">
                        <a:pos x="connsiteX1" y="connsiteY1"/>
                      </a:cxn>
                      <a:cxn ang="0">
                        <a:pos x="connsiteX2" y="connsiteY2"/>
                      </a:cxn>
                      <a:cxn ang="0">
                        <a:pos x="connsiteX3" y="connsiteY3"/>
                      </a:cxn>
                    </a:cxnLst>
                    <a:rect l="l" t="t" r="r" b="b"/>
                    <a:pathLst>
                      <a:path w="5906" h="9332">
                        <a:moveTo>
                          <a:pt x="0" y="0"/>
                        </a:moveTo>
                        <a:lnTo>
                          <a:pt x="5907" y="0"/>
                        </a:lnTo>
                        <a:lnTo>
                          <a:pt x="5907" y="9333"/>
                        </a:lnTo>
                        <a:lnTo>
                          <a:pt x="0" y="9333"/>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44" name="Freeform: Shape 1843">
                    <a:extLst>
                      <a:ext uri="{FF2B5EF4-FFF2-40B4-BE49-F238E27FC236}">
                        <a16:creationId xmlns:a16="http://schemas.microsoft.com/office/drawing/2014/main" id="{FC73057B-A724-4432-5576-93890AD5D7D4}"/>
                      </a:ext>
                    </a:extLst>
                  </p:cNvPr>
                  <p:cNvSpPr/>
                  <p:nvPr/>
                </p:nvSpPr>
                <p:spPr>
                  <a:xfrm>
                    <a:off x="882147" y="2980010"/>
                    <a:ext cx="8269" cy="9214"/>
                  </a:xfrm>
                  <a:custGeom>
                    <a:avLst/>
                    <a:gdLst>
                      <a:gd name="connsiteX0" fmla="*/ 5907 w 8269"/>
                      <a:gd name="connsiteY0" fmla="*/ 2776 h 9214"/>
                      <a:gd name="connsiteX1" fmla="*/ 8270 w 8269"/>
                      <a:gd name="connsiteY1" fmla="*/ 4135 h 9214"/>
                      <a:gd name="connsiteX2" fmla="*/ 5316 w 8269"/>
                      <a:gd name="connsiteY2" fmla="*/ 9215 h 9214"/>
                      <a:gd name="connsiteX3" fmla="*/ 0 w 8269"/>
                      <a:gd name="connsiteY3" fmla="*/ 6143 h 9214"/>
                      <a:gd name="connsiteX4" fmla="*/ 0 w 8269"/>
                      <a:gd name="connsiteY4" fmla="*/ 0 h 9214"/>
                      <a:gd name="connsiteX5" fmla="*/ 5907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5907" y="2776"/>
                        </a:moveTo>
                        <a:lnTo>
                          <a:pt x="8270" y="4135"/>
                        </a:lnTo>
                        <a:lnTo>
                          <a:pt x="5316" y="9215"/>
                        </a:lnTo>
                        <a:lnTo>
                          <a:pt x="0" y="6143"/>
                        </a:lnTo>
                        <a:lnTo>
                          <a:pt x="0" y="0"/>
                        </a:lnTo>
                        <a:lnTo>
                          <a:pt x="5907"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45" name="Freeform: Shape 1844">
                    <a:extLst>
                      <a:ext uri="{FF2B5EF4-FFF2-40B4-BE49-F238E27FC236}">
                        <a16:creationId xmlns:a16="http://schemas.microsoft.com/office/drawing/2014/main" id="{31E591EC-2BCA-A852-9C53-656EB9ED0DC3}"/>
                      </a:ext>
                    </a:extLst>
                  </p:cNvPr>
                  <p:cNvSpPr/>
                  <p:nvPr/>
                </p:nvSpPr>
                <p:spPr>
                  <a:xfrm rot="-23376">
                    <a:off x="882168" y="2961460"/>
                    <a:ext cx="5907" cy="9274"/>
                  </a:xfrm>
                  <a:custGeom>
                    <a:avLst/>
                    <a:gdLst>
                      <a:gd name="connsiteX0" fmla="*/ 0 w 5907"/>
                      <a:gd name="connsiteY0" fmla="*/ 0 h 9274"/>
                      <a:gd name="connsiteX1" fmla="*/ 5907 w 5907"/>
                      <a:gd name="connsiteY1" fmla="*/ 0 h 9274"/>
                      <a:gd name="connsiteX2" fmla="*/ 5907 w 5907"/>
                      <a:gd name="connsiteY2" fmla="*/ 9274 h 9274"/>
                      <a:gd name="connsiteX3" fmla="*/ 0 w 5907"/>
                      <a:gd name="connsiteY3" fmla="*/ 9274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46" name="Freeform: Shape 1845">
                    <a:extLst>
                      <a:ext uri="{FF2B5EF4-FFF2-40B4-BE49-F238E27FC236}">
                        <a16:creationId xmlns:a16="http://schemas.microsoft.com/office/drawing/2014/main" id="{37A32FB4-D0DE-5B50-05F1-6AEF4588D988}"/>
                      </a:ext>
                    </a:extLst>
                  </p:cNvPr>
                  <p:cNvSpPr/>
                  <p:nvPr/>
                </p:nvSpPr>
                <p:spPr>
                  <a:xfrm rot="-5391765">
                    <a:off x="880458" y="2944505"/>
                    <a:ext cx="9333" cy="5906"/>
                  </a:xfrm>
                  <a:custGeom>
                    <a:avLst/>
                    <a:gdLst>
                      <a:gd name="connsiteX0" fmla="*/ 0 w 9333"/>
                      <a:gd name="connsiteY0" fmla="*/ 0 h 5906"/>
                      <a:gd name="connsiteX1" fmla="*/ 9333 w 9333"/>
                      <a:gd name="connsiteY1" fmla="*/ 0 h 5906"/>
                      <a:gd name="connsiteX2" fmla="*/ 9333 w 9333"/>
                      <a:gd name="connsiteY2" fmla="*/ 5907 h 5906"/>
                      <a:gd name="connsiteX3" fmla="*/ 0 w 9333"/>
                      <a:gd name="connsiteY3" fmla="*/ 5907 h 5906"/>
                    </a:gdLst>
                    <a:ahLst/>
                    <a:cxnLst>
                      <a:cxn ang="0">
                        <a:pos x="connsiteX0" y="connsiteY0"/>
                      </a:cxn>
                      <a:cxn ang="0">
                        <a:pos x="connsiteX1" y="connsiteY1"/>
                      </a:cxn>
                      <a:cxn ang="0">
                        <a:pos x="connsiteX2" y="connsiteY2"/>
                      </a:cxn>
                      <a:cxn ang="0">
                        <a:pos x="connsiteX3" y="connsiteY3"/>
                      </a:cxn>
                    </a:cxnLst>
                    <a:rect l="l" t="t" r="r" b="b"/>
                    <a:pathLst>
                      <a:path w="9333" h="5906">
                        <a:moveTo>
                          <a:pt x="0" y="0"/>
                        </a:moveTo>
                        <a:lnTo>
                          <a:pt x="9333" y="0"/>
                        </a:lnTo>
                        <a:lnTo>
                          <a:pt x="9333"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47" name="Freeform: Shape 1846">
                    <a:extLst>
                      <a:ext uri="{FF2B5EF4-FFF2-40B4-BE49-F238E27FC236}">
                        <a16:creationId xmlns:a16="http://schemas.microsoft.com/office/drawing/2014/main" id="{5F3520F3-B932-4AAF-144A-4CC9A5B41039}"/>
                      </a:ext>
                    </a:extLst>
                  </p:cNvPr>
                  <p:cNvSpPr/>
                  <p:nvPr/>
                </p:nvSpPr>
                <p:spPr>
                  <a:xfrm>
                    <a:off x="564234" y="2900915"/>
                    <a:ext cx="96047" cy="110873"/>
                  </a:xfrm>
                  <a:custGeom>
                    <a:avLst/>
                    <a:gdLst>
                      <a:gd name="connsiteX0" fmla="*/ 96047 w 96047"/>
                      <a:gd name="connsiteY0" fmla="*/ 83111 h 110873"/>
                      <a:gd name="connsiteX1" fmla="*/ 48024 w 96047"/>
                      <a:gd name="connsiteY1" fmla="*/ 110874 h 110873"/>
                      <a:gd name="connsiteX2" fmla="*/ 0 w 96047"/>
                      <a:gd name="connsiteY2" fmla="*/ 83111 h 110873"/>
                      <a:gd name="connsiteX3" fmla="*/ 0 w 96047"/>
                      <a:gd name="connsiteY3" fmla="*/ 27763 h 110873"/>
                      <a:gd name="connsiteX4" fmla="*/ 48024 w 96047"/>
                      <a:gd name="connsiteY4" fmla="*/ 0 h 110873"/>
                      <a:gd name="connsiteX5" fmla="*/ 96047 w 96047"/>
                      <a:gd name="connsiteY5" fmla="*/ 27763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47" h="110873">
                        <a:moveTo>
                          <a:pt x="96047" y="83111"/>
                        </a:moveTo>
                        <a:lnTo>
                          <a:pt x="48024" y="110874"/>
                        </a:lnTo>
                        <a:lnTo>
                          <a:pt x="0" y="83111"/>
                        </a:lnTo>
                        <a:lnTo>
                          <a:pt x="0" y="27763"/>
                        </a:lnTo>
                        <a:lnTo>
                          <a:pt x="48024" y="0"/>
                        </a:lnTo>
                        <a:lnTo>
                          <a:pt x="96047" y="27763"/>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48" name="Freeform: Shape 1847">
                    <a:extLst>
                      <a:ext uri="{FF2B5EF4-FFF2-40B4-BE49-F238E27FC236}">
                        <a16:creationId xmlns:a16="http://schemas.microsoft.com/office/drawing/2014/main" id="{6DD2A9AE-C826-483D-D33C-9872C7EA1D31}"/>
                      </a:ext>
                    </a:extLst>
                  </p:cNvPr>
                  <p:cNvSpPr/>
                  <p:nvPr/>
                </p:nvSpPr>
                <p:spPr>
                  <a:xfrm>
                    <a:off x="669437" y="2901329"/>
                    <a:ext cx="95988" cy="110873"/>
                  </a:xfrm>
                  <a:custGeom>
                    <a:avLst/>
                    <a:gdLst>
                      <a:gd name="connsiteX0" fmla="*/ 47965 w 95988"/>
                      <a:gd name="connsiteY0" fmla="*/ 0 h 110873"/>
                      <a:gd name="connsiteX1" fmla="*/ 0 w 95988"/>
                      <a:gd name="connsiteY1" fmla="*/ 27763 h 110873"/>
                      <a:gd name="connsiteX2" fmla="*/ 0 w 95988"/>
                      <a:gd name="connsiteY2" fmla="*/ 83170 h 110873"/>
                      <a:gd name="connsiteX3" fmla="*/ 47965 w 95988"/>
                      <a:gd name="connsiteY3" fmla="*/ 110874 h 110873"/>
                      <a:gd name="connsiteX4" fmla="*/ 95988 w 95988"/>
                      <a:gd name="connsiteY4" fmla="*/ 83170 h 110873"/>
                      <a:gd name="connsiteX5" fmla="*/ 95988 w 95988"/>
                      <a:gd name="connsiteY5" fmla="*/ 27763 h 110873"/>
                      <a:gd name="connsiteX6" fmla="*/ 47965 w 95988"/>
                      <a:gd name="connsiteY6" fmla="*/ 0 h 110873"/>
                      <a:gd name="connsiteX7" fmla="*/ 70707 w 95988"/>
                      <a:gd name="connsiteY7" fmla="*/ 46074 h 110873"/>
                      <a:gd name="connsiteX8" fmla="*/ 60842 w 95988"/>
                      <a:gd name="connsiteY8" fmla="*/ 40404 h 110873"/>
                      <a:gd name="connsiteX9" fmla="*/ 60842 w 95988"/>
                      <a:gd name="connsiteY9" fmla="*/ 29003 h 110873"/>
                      <a:gd name="connsiteX10" fmla="*/ 70707 w 95988"/>
                      <a:gd name="connsiteY10" fmla="*/ 23332 h 110873"/>
                      <a:gd name="connsiteX11" fmla="*/ 80571 w 95988"/>
                      <a:gd name="connsiteY11" fmla="*/ 29003 h 110873"/>
                      <a:gd name="connsiteX12" fmla="*/ 80571 w 95988"/>
                      <a:gd name="connsiteY12" fmla="*/ 40404 h 110873"/>
                      <a:gd name="connsiteX13" fmla="*/ 70707 w 95988"/>
                      <a:gd name="connsiteY13" fmla="*/ 46074 h 110873"/>
                      <a:gd name="connsiteX14" fmla="*/ 47965 w 95988"/>
                      <a:gd name="connsiteY14" fmla="*/ 77086 h 110873"/>
                      <a:gd name="connsiteX15" fmla="*/ 57829 w 95988"/>
                      <a:gd name="connsiteY15" fmla="*/ 71415 h 110873"/>
                      <a:gd name="connsiteX16" fmla="*/ 67694 w 95988"/>
                      <a:gd name="connsiteY16" fmla="*/ 77086 h 110873"/>
                      <a:gd name="connsiteX17" fmla="*/ 67694 w 95988"/>
                      <a:gd name="connsiteY17" fmla="*/ 88427 h 110873"/>
                      <a:gd name="connsiteX18" fmla="*/ 57829 w 95988"/>
                      <a:gd name="connsiteY18" fmla="*/ 94098 h 110873"/>
                      <a:gd name="connsiteX19" fmla="*/ 47965 w 95988"/>
                      <a:gd name="connsiteY19" fmla="*/ 88427 h 110873"/>
                      <a:gd name="connsiteX20" fmla="*/ 47965 w 95988"/>
                      <a:gd name="connsiteY20" fmla="*/ 77086 h 110873"/>
                      <a:gd name="connsiteX21" fmla="*/ 35206 w 95988"/>
                      <a:gd name="connsiteY21" fmla="*/ 61137 h 110873"/>
                      <a:gd name="connsiteX22" fmla="*/ 25341 w 95988"/>
                      <a:gd name="connsiteY22" fmla="*/ 66808 h 110873"/>
                      <a:gd name="connsiteX23" fmla="*/ 15476 w 95988"/>
                      <a:gd name="connsiteY23" fmla="*/ 61137 h 110873"/>
                      <a:gd name="connsiteX24" fmla="*/ 15476 w 95988"/>
                      <a:gd name="connsiteY24" fmla="*/ 49737 h 110873"/>
                      <a:gd name="connsiteX25" fmla="*/ 25341 w 95988"/>
                      <a:gd name="connsiteY25" fmla="*/ 44066 h 110873"/>
                      <a:gd name="connsiteX26" fmla="*/ 35206 w 95988"/>
                      <a:gd name="connsiteY26" fmla="*/ 49737 h 110873"/>
                      <a:gd name="connsiteX27" fmla="*/ 35206 w 95988"/>
                      <a:gd name="connsiteY27" fmla="*/ 61137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5988" h="110873">
                        <a:moveTo>
                          <a:pt x="47965" y="0"/>
                        </a:moveTo>
                        <a:lnTo>
                          <a:pt x="0" y="27763"/>
                        </a:lnTo>
                        <a:lnTo>
                          <a:pt x="0" y="83170"/>
                        </a:lnTo>
                        <a:lnTo>
                          <a:pt x="47965" y="110874"/>
                        </a:lnTo>
                        <a:lnTo>
                          <a:pt x="95988" y="83170"/>
                        </a:lnTo>
                        <a:lnTo>
                          <a:pt x="95988" y="27763"/>
                        </a:lnTo>
                        <a:lnTo>
                          <a:pt x="47965" y="0"/>
                        </a:lnTo>
                        <a:close/>
                        <a:moveTo>
                          <a:pt x="70707" y="46074"/>
                        </a:moveTo>
                        <a:lnTo>
                          <a:pt x="60842" y="40404"/>
                        </a:lnTo>
                        <a:lnTo>
                          <a:pt x="60842" y="29003"/>
                        </a:lnTo>
                        <a:lnTo>
                          <a:pt x="70707" y="23332"/>
                        </a:lnTo>
                        <a:lnTo>
                          <a:pt x="80571" y="29003"/>
                        </a:lnTo>
                        <a:lnTo>
                          <a:pt x="80571" y="40404"/>
                        </a:lnTo>
                        <a:lnTo>
                          <a:pt x="70707" y="46074"/>
                        </a:lnTo>
                        <a:close/>
                        <a:moveTo>
                          <a:pt x="47965" y="77086"/>
                        </a:moveTo>
                        <a:lnTo>
                          <a:pt x="57829" y="71415"/>
                        </a:lnTo>
                        <a:lnTo>
                          <a:pt x="67694" y="77086"/>
                        </a:lnTo>
                        <a:lnTo>
                          <a:pt x="67694" y="88427"/>
                        </a:lnTo>
                        <a:lnTo>
                          <a:pt x="57829" y="94098"/>
                        </a:lnTo>
                        <a:lnTo>
                          <a:pt x="47965" y="88427"/>
                        </a:lnTo>
                        <a:lnTo>
                          <a:pt x="47965" y="77086"/>
                        </a:lnTo>
                        <a:close/>
                        <a:moveTo>
                          <a:pt x="35206" y="61137"/>
                        </a:moveTo>
                        <a:lnTo>
                          <a:pt x="25341" y="66808"/>
                        </a:lnTo>
                        <a:lnTo>
                          <a:pt x="15476" y="61137"/>
                        </a:lnTo>
                        <a:lnTo>
                          <a:pt x="15476" y="49737"/>
                        </a:lnTo>
                        <a:lnTo>
                          <a:pt x="25341" y="44066"/>
                        </a:lnTo>
                        <a:lnTo>
                          <a:pt x="35206" y="49737"/>
                        </a:lnTo>
                        <a:lnTo>
                          <a:pt x="35206" y="61137"/>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49" name="Freeform: Shape 1848">
                    <a:extLst>
                      <a:ext uri="{FF2B5EF4-FFF2-40B4-BE49-F238E27FC236}">
                        <a16:creationId xmlns:a16="http://schemas.microsoft.com/office/drawing/2014/main" id="{E5C5F883-46BD-1239-0E31-7B8096D541C0}"/>
                      </a:ext>
                    </a:extLst>
                  </p:cNvPr>
                  <p:cNvSpPr/>
                  <p:nvPr/>
                </p:nvSpPr>
                <p:spPr>
                  <a:xfrm>
                    <a:off x="775172" y="2900974"/>
                    <a:ext cx="95988" cy="110874"/>
                  </a:xfrm>
                  <a:custGeom>
                    <a:avLst/>
                    <a:gdLst>
                      <a:gd name="connsiteX0" fmla="*/ 95988 w 95988"/>
                      <a:gd name="connsiteY0" fmla="*/ 27704 h 110874"/>
                      <a:gd name="connsiteX1" fmla="*/ 47965 w 95988"/>
                      <a:gd name="connsiteY1" fmla="*/ 0 h 110874"/>
                      <a:gd name="connsiteX2" fmla="*/ 0 w 95988"/>
                      <a:gd name="connsiteY2" fmla="*/ 27704 h 110874"/>
                      <a:gd name="connsiteX3" fmla="*/ 0 w 95988"/>
                      <a:gd name="connsiteY3" fmla="*/ 83111 h 110874"/>
                      <a:gd name="connsiteX4" fmla="*/ 47965 w 95988"/>
                      <a:gd name="connsiteY4" fmla="*/ 110874 h 110874"/>
                      <a:gd name="connsiteX5" fmla="*/ 95988 w 95988"/>
                      <a:gd name="connsiteY5" fmla="*/ 83111 h 110874"/>
                      <a:gd name="connsiteX6" fmla="*/ 95988 w 95988"/>
                      <a:gd name="connsiteY6" fmla="*/ 27704 h 110874"/>
                      <a:gd name="connsiteX7" fmla="*/ 65390 w 95988"/>
                      <a:gd name="connsiteY7" fmla="*/ 45307 h 110874"/>
                      <a:gd name="connsiteX8" fmla="*/ 65390 w 95988"/>
                      <a:gd name="connsiteY8" fmla="*/ 65449 h 110874"/>
                      <a:gd name="connsiteX9" fmla="*/ 48024 w 95988"/>
                      <a:gd name="connsiteY9" fmla="*/ 75491 h 110874"/>
                      <a:gd name="connsiteX10" fmla="*/ 30598 w 95988"/>
                      <a:gd name="connsiteY10" fmla="*/ 65449 h 110874"/>
                      <a:gd name="connsiteX11" fmla="*/ 30598 w 95988"/>
                      <a:gd name="connsiteY11" fmla="*/ 45307 h 110874"/>
                      <a:gd name="connsiteX12" fmla="*/ 48024 w 95988"/>
                      <a:gd name="connsiteY12" fmla="*/ 35265 h 110874"/>
                      <a:gd name="connsiteX13" fmla="*/ 65390 w 95988"/>
                      <a:gd name="connsiteY13" fmla="*/ 45307 h 11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88" h="110874">
                        <a:moveTo>
                          <a:pt x="95988" y="27704"/>
                        </a:moveTo>
                        <a:lnTo>
                          <a:pt x="47965" y="0"/>
                        </a:lnTo>
                        <a:lnTo>
                          <a:pt x="0" y="27704"/>
                        </a:lnTo>
                        <a:lnTo>
                          <a:pt x="0" y="83111"/>
                        </a:lnTo>
                        <a:lnTo>
                          <a:pt x="47965" y="110874"/>
                        </a:lnTo>
                        <a:lnTo>
                          <a:pt x="95988" y="83111"/>
                        </a:lnTo>
                        <a:lnTo>
                          <a:pt x="95988" y="27704"/>
                        </a:lnTo>
                        <a:close/>
                        <a:moveTo>
                          <a:pt x="65390" y="45307"/>
                        </a:moveTo>
                        <a:lnTo>
                          <a:pt x="65390" y="65449"/>
                        </a:lnTo>
                        <a:lnTo>
                          <a:pt x="48024" y="75491"/>
                        </a:lnTo>
                        <a:lnTo>
                          <a:pt x="30598" y="65449"/>
                        </a:lnTo>
                        <a:lnTo>
                          <a:pt x="30598" y="45307"/>
                        </a:lnTo>
                        <a:lnTo>
                          <a:pt x="48024" y="35265"/>
                        </a:lnTo>
                        <a:lnTo>
                          <a:pt x="65390" y="45307"/>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850" name="Freeform: Shape 1849">
                    <a:extLst>
                      <a:ext uri="{FF2B5EF4-FFF2-40B4-BE49-F238E27FC236}">
                        <a16:creationId xmlns:a16="http://schemas.microsoft.com/office/drawing/2014/main" id="{423EB46A-6D63-EF1E-0100-ED42BF629B32}"/>
                      </a:ext>
                    </a:extLst>
                  </p:cNvPr>
                  <p:cNvSpPr/>
                  <p:nvPr/>
                </p:nvSpPr>
                <p:spPr>
                  <a:xfrm>
                    <a:off x="457259" y="2900974"/>
                    <a:ext cx="95929" cy="110814"/>
                  </a:xfrm>
                  <a:custGeom>
                    <a:avLst/>
                    <a:gdLst>
                      <a:gd name="connsiteX0" fmla="*/ 47965 w 95929"/>
                      <a:gd name="connsiteY0" fmla="*/ 110815 h 110814"/>
                      <a:gd name="connsiteX1" fmla="*/ 95929 w 95929"/>
                      <a:gd name="connsiteY1" fmla="*/ 83052 h 110814"/>
                      <a:gd name="connsiteX2" fmla="*/ 95929 w 95929"/>
                      <a:gd name="connsiteY2" fmla="*/ 27704 h 110814"/>
                      <a:gd name="connsiteX3" fmla="*/ 47965 w 95929"/>
                      <a:gd name="connsiteY3" fmla="*/ 0 h 110814"/>
                      <a:gd name="connsiteX4" fmla="*/ 0 w 95929"/>
                      <a:gd name="connsiteY4" fmla="*/ 27704 h 110814"/>
                      <a:gd name="connsiteX5" fmla="*/ 0 w 95929"/>
                      <a:gd name="connsiteY5" fmla="*/ 83052 h 110814"/>
                      <a:gd name="connsiteX6" fmla="*/ 47965 w 95929"/>
                      <a:gd name="connsiteY6" fmla="*/ 110815 h 110814"/>
                      <a:gd name="connsiteX7" fmla="*/ 61373 w 95929"/>
                      <a:gd name="connsiteY7" fmla="*/ 78681 h 110814"/>
                      <a:gd name="connsiteX8" fmla="*/ 34497 w 95929"/>
                      <a:gd name="connsiteY8" fmla="*/ 78681 h 110814"/>
                      <a:gd name="connsiteX9" fmla="*/ 21029 w 95929"/>
                      <a:gd name="connsiteY9" fmla="*/ 55349 h 110814"/>
                      <a:gd name="connsiteX10" fmla="*/ 34497 w 95929"/>
                      <a:gd name="connsiteY10" fmla="*/ 32016 h 110814"/>
                      <a:gd name="connsiteX11" fmla="*/ 61373 w 95929"/>
                      <a:gd name="connsiteY11" fmla="*/ 32016 h 110814"/>
                      <a:gd name="connsiteX12" fmla="*/ 74841 w 95929"/>
                      <a:gd name="connsiteY12" fmla="*/ 55349 h 110814"/>
                      <a:gd name="connsiteX13" fmla="*/ 61373 w 95929"/>
                      <a:gd name="connsiteY13" fmla="*/ 78681 h 110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29" h="110814">
                        <a:moveTo>
                          <a:pt x="47965" y="110815"/>
                        </a:moveTo>
                        <a:lnTo>
                          <a:pt x="95929" y="83052"/>
                        </a:lnTo>
                        <a:lnTo>
                          <a:pt x="95929" y="27704"/>
                        </a:lnTo>
                        <a:lnTo>
                          <a:pt x="47965" y="0"/>
                        </a:lnTo>
                        <a:lnTo>
                          <a:pt x="0" y="27704"/>
                        </a:lnTo>
                        <a:lnTo>
                          <a:pt x="0" y="83052"/>
                        </a:lnTo>
                        <a:lnTo>
                          <a:pt x="47965" y="110815"/>
                        </a:lnTo>
                        <a:close/>
                        <a:moveTo>
                          <a:pt x="61373" y="78681"/>
                        </a:moveTo>
                        <a:lnTo>
                          <a:pt x="34497" y="78681"/>
                        </a:lnTo>
                        <a:lnTo>
                          <a:pt x="21029" y="55349"/>
                        </a:lnTo>
                        <a:lnTo>
                          <a:pt x="34497" y="32016"/>
                        </a:lnTo>
                        <a:lnTo>
                          <a:pt x="61373" y="32016"/>
                        </a:lnTo>
                        <a:lnTo>
                          <a:pt x="74841" y="55349"/>
                        </a:lnTo>
                        <a:lnTo>
                          <a:pt x="61373" y="78681"/>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1796" name="Graphic 4773">
                <a:extLst>
                  <a:ext uri="{FF2B5EF4-FFF2-40B4-BE49-F238E27FC236}">
                    <a16:creationId xmlns:a16="http://schemas.microsoft.com/office/drawing/2014/main" id="{66828BFE-3C55-27B1-6AEE-23A08CEBE0B9}"/>
                  </a:ext>
                </a:extLst>
              </p:cNvPr>
              <p:cNvGrpSpPr/>
              <p:nvPr/>
            </p:nvGrpSpPr>
            <p:grpSpPr>
              <a:xfrm>
                <a:off x="3924418" y="4634731"/>
                <a:ext cx="680365" cy="187664"/>
                <a:chOff x="3924418" y="4634731"/>
                <a:chExt cx="680365" cy="187664"/>
              </a:xfrm>
              <a:grpFill/>
            </p:grpSpPr>
            <p:sp>
              <p:nvSpPr>
                <p:cNvPr id="1797" name="Freeform: Shape 1796">
                  <a:extLst>
                    <a:ext uri="{FF2B5EF4-FFF2-40B4-BE49-F238E27FC236}">
                      <a16:creationId xmlns:a16="http://schemas.microsoft.com/office/drawing/2014/main" id="{75A2C72C-0287-9A8C-E140-65C75461BD34}"/>
                    </a:ext>
                  </a:extLst>
                </p:cNvPr>
                <p:cNvSpPr/>
                <p:nvPr/>
              </p:nvSpPr>
              <p:spPr>
                <a:xfrm>
                  <a:off x="3924418" y="4634731"/>
                  <a:ext cx="680365" cy="187664"/>
                </a:xfrm>
                <a:custGeom>
                  <a:avLst/>
                  <a:gdLst>
                    <a:gd name="connsiteX0" fmla="*/ 89491 w 680365"/>
                    <a:gd name="connsiteY0" fmla="*/ 122452 h 187664"/>
                    <a:gd name="connsiteX1" fmla="*/ 497545 w 680365"/>
                    <a:gd name="connsiteY1" fmla="*/ 122452 h 187664"/>
                    <a:gd name="connsiteX2" fmla="*/ 586445 w 680365"/>
                    <a:gd name="connsiteY2" fmla="*/ 187665 h 187664"/>
                    <a:gd name="connsiteX3" fmla="*/ 680366 w 680365"/>
                    <a:gd name="connsiteY3" fmla="*/ 93862 h 187664"/>
                    <a:gd name="connsiteX4" fmla="*/ 586445 w 680365"/>
                    <a:gd name="connsiteY4" fmla="*/ 0 h 187664"/>
                    <a:gd name="connsiteX5" fmla="*/ 497308 w 680365"/>
                    <a:gd name="connsiteY5" fmla="*/ 66099 h 187664"/>
                    <a:gd name="connsiteX6" fmla="*/ 89491 w 680365"/>
                    <a:gd name="connsiteY6" fmla="*/ 66099 h 187664"/>
                    <a:gd name="connsiteX7" fmla="*/ 89491 w 680365"/>
                    <a:gd name="connsiteY7" fmla="*/ 71711 h 187664"/>
                    <a:gd name="connsiteX8" fmla="*/ 495536 w 680365"/>
                    <a:gd name="connsiteY8" fmla="*/ 71711 h 187664"/>
                    <a:gd name="connsiteX9" fmla="*/ 492878 w 680365"/>
                    <a:gd name="connsiteY9" fmla="*/ 91085 h 187664"/>
                    <a:gd name="connsiteX10" fmla="*/ 0 w 680365"/>
                    <a:gd name="connsiteY10" fmla="*/ 91085 h 187664"/>
                    <a:gd name="connsiteX11" fmla="*/ 0 w 680365"/>
                    <a:gd name="connsiteY11" fmla="*/ 96638 h 187664"/>
                    <a:gd name="connsiteX12" fmla="*/ 492878 w 680365"/>
                    <a:gd name="connsiteY12" fmla="*/ 96638 h 187664"/>
                    <a:gd name="connsiteX13" fmla="*/ 495773 w 680365"/>
                    <a:gd name="connsiteY13" fmla="*/ 116899 h 187664"/>
                    <a:gd name="connsiteX14" fmla="*/ 89432 w 680365"/>
                    <a:gd name="connsiteY14" fmla="*/ 116840 h 187664"/>
                    <a:gd name="connsiteX15" fmla="*/ 89432 w 680365"/>
                    <a:gd name="connsiteY15" fmla="*/ 122452 h 187664"/>
                    <a:gd name="connsiteX16" fmla="*/ 586504 w 680365"/>
                    <a:gd name="connsiteY16" fmla="*/ 19729 h 187664"/>
                    <a:gd name="connsiteX17" fmla="*/ 660577 w 680365"/>
                    <a:gd name="connsiteY17" fmla="*/ 93803 h 187664"/>
                    <a:gd name="connsiteX18" fmla="*/ 586445 w 680365"/>
                    <a:gd name="connsiteY18" fmla="*/ 167876 h 187664"/>
                    <a:gd name="connsiteX19" fmla="*/ 512371 w 680365"/>
                    <a:gd name="connsiteY19" fmla="*/ 93803 h 187664"/>
                    <a:gd name="connsiteX20" fmla="*/ 586504 w 680365"/>
                    <a:gd name="connsiteY20" fmla="*/ 19729 h 187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80365" h="187664">
                      <a:moveTo>
                        <a:pt x="89491" y="122452"/>
                      </a:moveTo>
                      <a:lnTo>
                        <a:pt x="497545" y="122452"/>
                      </a:lnTo>
                      <a:cubicBezTo>
                        <a:pt x="509713" y="160197"/>
                        <a:pt x="544682" y="187665"/>
                        <a:pt x="586445" y="187665"/>
                      </a:cubicBezTo>
                      <a:cubicBezTo>
                        <a:pt x="638308" y="187665"/>
                        <a:pt x="680366" y="145666"/>
                        <a:pt x="680366" y="93862"/>
                      </a:cubicBezTo>
                      <a:cubicBezTo>
                        <a:pt x="680366" y="41999"/>
                        <a:pt x="638367" y="0"/>
                        <a:pt x="586445" y="0"/>
                      </a:cubicBezTo>
                      <a:cubicBezTo>
                        <a:pt x="544387" y="0"/>
                        <a:pt x="509181" y="27940"/>
                        <a:pt x="497308" y="66099"/>
                      </a:cubicBezTo>
                      <a:lnTo>
                        <a:pt x="89491" y="66099"/>
                      </a:lnTo>
                      <a:lnTo>
                        <a:pt x="89491" y="71711"/>
                      </a:lnTo>
                      <a:lnTo>
                        <a:pt x="495536" y="71711"/>
                      </a:lnTo>
                      <a:cubicBezTo>
                        <a:pt x="494060" y="77972"/>
                        <a:pt x="493114" y="84411"/>
                        <a:pt x="492878" y="91085"/>
                      </a:cubicBezTo>
                      <a:lnTo>
                        <a:pt x="0" y="91085"/>
                      </a:lnTo>
                      <a:lnTo>
                        <a:pt x="0" y="96638"/>
                      </a:lnTo>
                      <a:lnTo>
                        <a:pt x="492878" y="96638"/>
                      </a:lnTo>
                      <a:cubicBezTo>
                        <a:pt x="493056" y="103608"/>
                        <a:pt x="494119" y="110401"/>
                        <a:pt x="495773" y="116899"/>
                      </a:cubicBezTo>
                      <a:lnTo>
                        <a:pt x="89432" y="116840"/>
                      </a:lnTo>
                      <a:lnTo>
                        <a:pt x="89432" y="122452"/>
                      </a:lnTo>
                      <a:close/>
                      <a:moveTo>
                        <a:pt x="586504" y="19729"/>
                      </a:moveTo>
                      <a:cubicBezTo>
                        <a:pt x="627439" y="19729"/>
                        <a:pt x="660636" y="52927"/>
                        <a:pt x="660577" y="93803"/>
                      </a:cubicBezTo>
                      <a:cubicBezTo>
                        <a:pt x="660577" y="134738"/>
                        <a:pt x="627439" y="167876"/>
                        <a:pt x="586445" y="167876"/>
                      </a:cubicBezTo>
                      <a:cubicBezTo>
                        <a:pt x="545509" y="167876"/>
                        <a:pt x="512371" y="134679"/>
                        <a:pt x="512371" y="93803"/>
                      </a:cubicBezTo>
                      <a:cubicBezTo>
                        <a:pt x="512430" y="52868"/>
                        <a:pt x="545568" y="19729"/>
                        <a:pt x="586504" y="19729"/>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98" name="Freeform: Shape 1797">
                  <a:extLst>
                    <a:ext uri="{FF2B5EF4-FFF2-40B4-BE49-F238E27FC236}">
                      <a16:creationId xmlns:a16="http://schemas.microsoft.com/office/drawing/2014/main" id="{4E964AE1-EB5E-A149-2CE3-E8640A32AC16}"/>
                    </a:ext>
                  </a:extLst>
                </p:cNvPr>
                <p:cNvSpPr/>
                <p:nvPr/>
              </p:nvSpPr>
              <p:spPr>
                <a:xfrm>
                  <a:off x="4453269" y="4670941"/>
                  <a:ext cx="115186" cy="115186"/>
                </a:xfrm>
                <a:custGeom>
                  <a:avLst/>
                  <a:gdLst>
                    <a:gd name="connsiteX0" fmla="*/ 57593 w 115186"/>
                    <a:gd name="connsiteY0" fmla="*/ 115186 h 115186"/>
                    <a:gd name="connsiteX1" fmla="*/ 115186 w 115186"/>
                    <a:gd name="connsiteY1" fmla="*/ 57593 h 115186"/>
                    <a:gd name="connsiteX2" fmla="*/ 57593 w 115186"/>
                    <a:gd name="connsiteY2" fmla="*/ 0 h 115186"/>
                    <a:gd name="connsiteX3" fmla="*/ 0 w 115186"/>
                    <a:gd name="connsiteY3" fmla="*/ 57593 h 115186"/>
                    <a:gd name="connsiteX4" fmla="*/ 57593 w 115186"/>
                    <a:gd name="connsiteY4" fmla="*/ 115186 h 115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86" h="115186">
                      <a:moveTo>
                        <a:pt x="57593" y="115186"/>
                      </a:moveTo>
                      <a:cubicBezTo>
                        <a:pt x="89490" y="115186"/>
                        <a:pt x="115186" y="89432"/>
                        <a:pt x="115186" y="57593"/>
                      </a:cubicBezTo>
                      <a:cubicBezTo>
                        <a:pt x="115186" y="25813"/>
                        <a:pt x="89490" y="0"/>
                        <a:pt x="57593" y="0"/>
                      </a:cubicBezTo>
                      <a:cubicBezTo>
                        <a:pt x="25813" y="0"/>
                        <a:pt x="0" y="25813"/>
                        <a:pt x="0" y="57593"/>
                      </a:cubicBezTo>
                      <a:cubicBezTo>
                        <a:pt x="59" y="89432"/>
                        <a:pt x="25813" y="115186"/>
                        <a:pt x="57593" y="11518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1658" name="Graphic 4773">
              <a:extLst>
                <a:ext uri="{FF2B5EF4-FFF2-40B4-BE49-F238E27FC236}">
                  <a16:creationId xmlns:a16="http://schemas.microsoft.com/office/drawing/2014/main" id="{C4ABCC03-B318-644C-9630-86365C31A790}"/>
                </a:ext>
              </a:extLst>
            </p:cNvPr>
            <p:cNvGrpSpPr/>
            <p:nvPr userDrawn="1"/>
          </p:nvGrpSpPr>
          <p:grpSpPr>
            <a:xfrm>
              <a:off x="6760317" y="7216576"/>
              <a:ext cx="4296304" cy="3636623"/>
              <a:chOff x="8624" y="1576512"/>
              <a:chExt cx="5170376" cy="3982601"/>
            </a:xfrm>
            <a:solidFill>
              <a:schemeClr val="bg1">
                <a:lumMod val="95000"/>
                <a:alpha val="76000"/>
              </a:schemeClr>
            </a:solidFill>
          </p:grpSpPr>
          <p:grpSp>
            <p:nvGrpSpPr>
              <p:cNvPr id="1659" name="Graphic 4773">
                <a:extLst>
                  <a:ext uri="{FF2B5EF4-FFF2-40B4-BE49-F238E27FC236}">
                    <a16:creationId xmlns:a16="http://schemas.microsoft.com/office/drawing/2014/main" id="{889DD853-A3EC-68EE-6650-416BB338529D}"/>
                  </a:ext>
                </a:extLst>
              </p:cNvPr>
              <p:cNvGrpSpPr/>
              <p:nvPr/>
            </p:nvGrpSpPr>
            <p:grpSpPr>
              <a:xfrm>
                <a:off x="8624" y="1576512"/>
                <a:ext cx="5170376" cy="3982601"/>
                <a:chOff x="8624" y="1576512"/>
                <a:chExt cx="5170376" cy="3982601"/>
              </a:xfrm>
              <a:grpFill/>
            </p:grpSpPr>
            <p:sp>
              <p:nvSpPr>
                <p:cNvPr id="1663" name="Freeform: Shape 1662">
                  <a:extLst>
                    <a:ext uri="{FF2B5EF4-FFF2-40B4-BE49-F238E27FC236}">
                      <a16:creationId xmlns:a16="http://schemas.microsoft.com/office/drawing/2014/main" id="{0E0E07B3-16E3-BE91-CD61-566E153F0F3B}"/>
                    </a:ext>
                  </a:extLst>
                </p:cNvPr>
                <p:cNvSpPr/>
                <p:nvPr/>
              </p:nvSpPr>
              <p:spPr>
                <a:xfrm>
                  <a:off x="1467647" y="2244945"/>
                  <a:ext cx="3526878" cy="437352"/>
                </a:xfrm>
                <a:custGeom>
                  <a:avLst/>
                  <a:gdLst>
                    <a:gd name="connsiteX0" fmla="*/ 2146182 w 3526878"/>
                    <a:gd name="connsiteY0" fmla="*/ 5907 h 437352"/>
                    <a:gd name="connsiteX1" fmla="*/ 1085407 w 3526878"/>
                    <a:gd name="connsiteY1" fmla="*/ 5907 h 437352"/>
                    <a:gd name="connsiteX2" fmla="*/ 967267 w 3526878"/>
                    <a:gd name="connsiteY2" fmla="*/ 124047 h 437352"/>
                    <a:gd name="connsiteX3" fmla="*/ 41467 w 3526878"/>
                    <a:gd name="connsiteY3" fmla="*/ 124047 h 437352"/>
                    <a:gd name="connsiteX4" fmla="*/ 20911 w 3526878"/>
                    <a:gd name="connsiteY4" fmla="*/ 142004 h 437352"/>
                    <a:gd name="connsiteX5" fmla="*/ 0 w 3526878"/>
                    <a:gd name="connsiteY5" fmla="*/ 121093 h 437352"/>
                    <a:gd name="connsiteX6" fmla="*/ 20911 w 3526878"/>
                    <a:gd name="connsiteY6" fmla="*/ 100182 h 437352"/>
                    <a:gd name="connsiteX7" fmla="*/ 41467 w 3526878"/>
                    <a:gd name="connsiteY7" fmla="*/ 118140 h 437352"/>
                    <a:gd name="connsiteX8" fmla="*/ 964787 w 3526878"/>
                    <a:gd name="connsiteY8" fmla="*/ 118140 h 437352"/>
                    <a:gd name="connsiteX9" fmla="*/ 1082926 w 3526878"/>
                    <a:gd name="connsiteY9" fmla="*/ 0 h 437352"/>
                    <a:gd name="connsiteX10" fmla="*/ 2148604 w 3526878"/>
                    <a:gd name="connsiteY10" fmla="*/ 0 h 437352"/>
                    <a:gd name="connsiteX11" fmla="*/ 2562092 w 3526878"/>
                    <a:gd name="connsiteY11" fmla="*/ 413488 h 437352"/>
                    <a:gd name="connsiteX12" fmla="*/ 3485412 w 3526878"/>
                    <a:gd name="connsiteY12" fmla="*/ 413488 h 437352"/>
                    <a:gd name="connsiteX13" fmla="*/ 3505968 w 3526878"/>
                    <a:gd name="connsiteY13" fmla="*/ 395531 h 437352"/>
                    <a:gd name="connsiteX14" fmla="*/ 3526879 w 3526878"/>
                    <a:gd name="connsiteY14" fmla="*/ 416442 h 437352"/>
                    <a:gd name="connsiteX15" fmla="*/ 3505968 w 3526878"/>
                    <a:gd name="connsiteY15" fmla="*/ 437353 h 437352"/>
                    <a:gd name="connsiteX16" fmla="*/ 3485412 w 3526878"/>
                    <a:gd name="connsiteY16" fmla="*/ 419395 h 437352"/>
                    <a:gd name="connsiteX17" fmla="*/ 2559670 w 3526878"/>
                    <a:gd name="connsiteY17" fmla="*/ 419395 h 437352"/>
                    <a:gd name="connsiteX18" fmla="*/ 2146182 w 3526878"/>
                    <a:gd name="connsiteY18" fmla="*/ 5907 h 437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526878" h="437352">
                      <a:moveTo>
                        <a:pt x="2146182" y="5907"/>
                      </a:moveTo>
                      <a:lnTo>
                        <a:pt x="1085407" y="5907"/>
                      </a:lnTo>
                      <a:lnTo>
                        <a:pt x="967267" y="124047"/>
                      </a:lnTo>
                      <a:lnTo>
                        <a:pt x="41467" y="124047"/>
                      </a:lnTo>
                      <a:cubicBezTo>
                        <a:pt x="40049" y="134148"/>
                        <a:pt x="31425" y="142004"/>
                        <a:pt x="20911" y="142004"/>
                      </a:cubicBezTo>
                      <a:cubicBezTo>
                        <a:pt x="9392" y="142004"/>
                        <a:pt x="0" y="132671"/>
                        <a:pt x="0" y="121093"/>
                      </a:cubicBezTo>
                      <a:cubicBezTo>
                        <a:pt x="0" y="109515"/>
                        <a:pt x="9333" y="100182"/>
                        <a:pt x="20911" y="100182"/>
                      </a:cubicBezTo>
                      <a:cubicBezTo>
                        <a:pt x="31425" y="100182"/>
                        <a:pt x="40049" y="107980"/>
                        <a:pt x="41467" y="118140"/>
                      </a:cubicBezTo>
                      <a:lnTo>
                        <a:pt x="964787" y="118140"/>
                      </a:lnTo>
                      <a:lnTo>
                        <a:pt x="1082926" y="0"/>
                      </a:lnTo>
                      <a:lnTo>
                        <a:pt x="2148604" y="0"/>
                      </a:lnTo>
                      <a:lnTo>
                        <a:pt x="2562092" y="413488"/>
                      </a:lnTo>
                      <a:lnTo>
                        <a:pt x="3485412" y="413488"/>
                      </a:lnTo>
                      <a:cubicBezTo>
                        <a:pt x="3486829" y="403388"/>
                        <a:pt x="3495454" y="395531"/>
                        <a:pt x="3505968" y="395531"/>
                      </a:cubicBezTo>
                      <a:cubicBezTo>
                        <a:pt x="3517487" y="395531"/>
                        <a:pt x="3526879" y="404864"/>
                        <a:pt x="3526879" y="416442"/>
                      </a:cubicBezTo>
                      <a:cubicBezTo>
                        <a:pt x="3526879" y="427961"/>
                        <a:pt x="3517546" y="437353"/>
                        <a:pt x="3505968" y="437353"/>
                      </a:cubicBezTo>
                      <a:cubicBezTo>
                        <a:pt x="3495454" y="437353"/>
                        <a:pt x="3486829" y="429555"/>
                        <a:pt x="3485412" y="419395"/>
                      </a:cubicBezTo>
                      <a:lnTo>
                        <a:pt x="2559670" y="419395"/>
                      </a:lnTo>
                      <a:lnTo>
                        <a:pt x="2146182"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64" name="Freeform: Shape 1663">
                  <a:extLst>
                    <a:ext uri="{FF2B5EF4-FFF2-40B4-BE49-F238E27FC236}">
                      <a16:creationId xmlns:a16="http://schemas.microsoft.com/office/drawing/2014/main" id="{FF322680-5A37-46FB-057B-ABFFAD8D8243}"/>
                    </a:ext>
                  </a:extLst>
                </p:cNvPr>
                <p:cNvSpPr/>
                <p:nvPr/>
              </p:nvSpPr>
              <p:spPr>
                <a:xfrm>
                  <a:off x="1762996" y="3880942"/>
                  <a:ext cx="2640891" cy="1678172"/>
                </a:xfrm>
                <a:custGeom>
                  <a:avLst/>
                  <a:gdLst>
                    <a:gd name="connsiteX0" fmla="*/ 0 w 2640891"/>
                    <a:gd name="connsiteY0" fmla="*/ 670678 h 1678172"/>
                    <a:gd name="connsiteX1" fmla="*/ 20911 w 2640891"/>
                    <a:gd name="connsiteY1" fmla="*/ 691589 h 1678172"/>
                    <a:gd name="connsiteX2" fmla="*/ 41467 w 2640891"/>
                    <a:gd name="connsiteY2" fmla="*/ 673632 h 1678172"/>
                    <a:gd name="connsiteX3" fmla="*/ 1260136 w 2640891"/>
                    <a:gd name="connsiteY3" fmla="*/ 673632 h 1678172"/>
                    <a:gd name="connsiteX4" fmla="*/ 1857921 w 2640891"/>
                    <a:gd name="connsiteY4" fmla="*/ 1271418 h 1678172"/>
                    <a:gd name="connsiteX5" fmla="*/ 1789696 w 2640891"/>
                    <a:gd name="connsiteY5" fmla="*/ 1438585 h 1678172"/>
                    <a:gd name="connsiteX6" fmla="*/ 2029283 w 2640891"/>
                    <a:gd name="connsiteY6" fmla="*/ 1678172 h 1678172"/>
                    <a:gd name="connsiteX7" fmla="*/ 2268870 w 2640891"/>
                    <a:gd name="connsiteY7" fmla="*/ 1438585 h 1678172"/>
                    <a:gd name="connsiteX8" fmla="*/ 2032236 w 2640891"/>
                    <a:gd name="connsiteY8" fmla="*/ 1199116 h 1678172"/>
                    <a:gd name="connsiteX9" fmla="*/ 2032236 w 2640891"/>
                    <a:gd name="connsiteY9" fmla="*/ 23864 h 1678172"/>
                    <a:gd name="connsiteX10" fmla="*/ 2599424 w 2640891"/>
                    <a:gd name="connsiteY10" fmla="*/ 23864 h 1678172"/>
                    <a:gd name="connsiteX11" fmla="*/ 2619981 w 2640891"/>
                    <a:gd name="connsiteY11" fmla="*/ 41822 h 1678172"/>
                    <a:gd name="connsiteX12" fmla="*/ 2640891 w 2640891"/>
                    <a:gd name="connsiteY12" fmla="*/ 20911 h 1678172"/>
                    <a:gd name="connsiteX13" fmla="*/ 2619981 w 2640891"/>
                    <a:gd name="connsiteY13" fmla="*/ 0 h 1678172"/>
                    <a:gd name="connsiteX14" fmla="*/ 2599424 w 2640891"/>
                    <a:gd name="connsiteY14" fmla="*/ 17957 h 1678172"/>
                    <a:gd name="connsiteX15" fmla="*/ 2026329 w 2640891"/>
                    <a:gd name="connsiteY15" fmla="*/ 17957 h 1678172"/>
                    <a:gd name="connsiteX16" fmla="*/ 2026329 w 2640891"/>
                    <a:gd name="connsiteY16" fmla="*/ 1199116 h 1678172"/>
                    <a:gd name="connsiteX17" fmla="*/ 1862116 w 2640891"/>
                    <a:gd name="connsiteY17" fmla="*/ 1267283 h 1678172"/>
                    <a:gd name="connsiteX18" fmla="*/ 1262617 w 2640891"/>
                    <a:gd name="connsiteY18" fmla="*/ 667725 h 1678172"/>
                    <a:gd name="connsiteX19" fmla="*/ 41467 w 2640891"/>
                    <a:gd name="connsiteY19" fmla="*/ 667725 h 1678172"/>
                    <a:gd name="connsiteX20" fmla="*/ 20911 w 2640891"/>
                    <a:gd name="connsiteY20" fmla="*/ 649768 h 1678172"/>
                    <a:gd name="connsiteX21" fmla="*/ 0 w 2640891"/>
                    <a:gd name="connsiteY21" fmla="*/ 670678 h 1678172"/>
                    <a:gd name="connsiteX22" fmla="*/ 2026329 w 2640891"/>
                    <a:gd name="connsiteY22" fmla="*/ 1379456 h 1678172"/>
                    <a:gd name="connsiteX23" fmla="*/ 1989529 w 2640891"/>
                    <a:gd name="connsiteY23" fmla="*/ 1394696 h 1678172"/>
                    <a:gd name="connsiteX24" fmla="*/ 1866250 w 2640891"/>
                    <a:gd name="connsiteY24" fmla="*/ 1271418 h 1678172"/>
                    <a:gd name="connsiteX25" fmla="*/ 2026329 w 2640891"/>
                    <a:gd name="connsiteY25" fmla="*/ 1205023 h 1678172"/>
                    <a:gd name="connsiteX26" fmla="*/ 2026329 w 2640891"/>
                    <a:gd name="connsiteY26" fmla="*/ 1379456 h 1678172"/>
                    <a:gd name="connsiteX27" fmla="*/ 1862116 w 2640891"/>
                    <a:gd name="connsiteY27" fmla="*/ 1275612 h 1678172"/>
                    <a:gd name="connsiteX28" fmla="*/ 1985394 w 2640891"/>
                    <a:gd name="connsiteY28" fmla="*/ 1398890 h 1678172"/>
                    <a:gd name="connsiteX29" fmla="*/ 1970036 w 2640891"/>
                    <a:gd name="connsiteY29" fmla="*/ 1438644 h 1678172"/>
                    <a:gd name="connsiteX30" fmla="*/ 2029283 w 2640891"/>
                    <a:gd name="connsiteY30" fmla="*/ 1497891 h 1678172"/>
                    <a:gd name="connsiteX31" fmla="*/ 2088530 w 2640891"/>
                    <a:gd name="connsiteY31" fmla="*/ 1438644 h 1678172"/>
                    <a:gd name="connsiteX32" fmla="*/ 2032236 w 2640891"/>
                    <a:gd name="connsiteY32" fmla="*/ 1379515 h 1678172"/>
                    <a:gd name="connsiteX33" fmla="*/ 2032236 w 2640891"/>
                    <a:gd name="connsiteY33" fmla="*/ 1205023 h 1678172"/>
                    <a:gd name="connsiteX34" fmla="*/ 2262963 w 2640891"/>
                    <a:gd name="connsiteY34" fmla="*/ 1438585 h 1678172"/>
                    <a:gd name="connsiteX35" fmla="*/ 2029283 w 2640891"/>
                    <a:gd name="connsiteY35" fmla="*/ 1672265 h 1678172"/>
                    <a:gd name="connsiteX36" fmla="*/ 1795603 w 2640891"/>
                    <a:gd name="connsiteY36" fmla="*/ 1438585 h 1678172"/>
                    <a:gd name="connsiteX37" fmla="*/ 1862116 w 2640891"/>
                    <a:gd name="connsiteY37" fmla="*/ 1275612 h 16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640891" h="1678172">
                      <a:moveTo>
                        <a:pt x="0" y="670678"/>
                      </a:moveTo>
                      <a:cubicBezTo>
                        <a:pt x="0" y="682197"/>
                        <a:pt x="9333" y="691589"/>
                        <a:pt x="20911" y="691589"/>
                      </a:cubicBezTo>
                      <a:cubicBezTo>
                        <a:pt x="31425" y="691589"/>
                        <a:pt x="40049" y="683792"/>
                        <a:pt x="41467" y="673632"/>
                      </a:cubicBezTo>
                      <a:lnTo>
                        <a:pt x="1260136" y="673632"/>
                      </a:lnTo>
                      <a:lnTo>
                        <a:pt x="1857921" y="1271418"/>
                      </a:lnTo>
                      <a:cubicBezTo>
                        <a:pt x="1815746" y="1314598"/>
                        <a:pt x="1789696" y="1373608"/>
                        <a:pt x="1789696" y="1438585"/>
                      </a:cubicBezTo>
                      <a:cubicBezTo>
                        <a:pt x="1789696" y="1570665"/>
                        <a:pt x="1897144" y="1678172"/>
                        <a:pt x="2029283" y="1678172"/>
                      </a:cubicBezTo>
                      <a:cubicBezTo>
                        <a:pt x="2161363" y="1678172"/>
                        <a:pt x="2268870" y="1570724"/>
                        <a:pt x="2268870" y="1438585"/>
                      </a:cubicBezTo>
                      <a:cubicBezTo>
                        <a:pt x="2268870" y="1307450"/>
                        <a:pt x="2163017" y="1200711"/>
                        <a:pt x="2032236" y="1199116"/>
                      </a:cubicBezTo>
                      <a:lnTo>
                        <a:pt x="2032236" y="23864"/>
                      </a:lnTo>
                      <a:lnTo>
                        <a:pt x="2599424" y="23864"/>
                      </a:lnTo>
                      <a:cubicBezTo>
                        <a:pt x="2600842" y="33965"/>
                        <a:pt x="2609466" y="41822"/>
                        <a:pt x="2619981" y="41822"/>
                      </a:cubicBezTo>
                      <a:cubicBezTo>
                        <a:pt x="2631499" y="41822"/>
                        <a:pt x="2640891" y="32488"/>
                        <a:pt x="2640891" y="20911"/>
                      </a:cubicBezTo>
                      <a:cubicBezTo>
                        <a:pt x="2640891" y="9392"/>
                        <a:pt x="2631558" y="0"/>
                        <a:pt x="2619981" y="0"/>
                      </a:cubicBezTo>
                      <a:cubicBezTo>
                        <a:pt x="2609466" y="0"/>
                        <a:pt x="2600842" y="7797"/>
                        <a:pt x="2599424" y="17957"/>
                      </a:cubicBezTo>
                      <a:lnTo>
                        <a:pt x="2026329" y="17957"/>
                      </a:lnTo>
                      <a:lnTo>
                        <a:pt x="2026329" y="1199116"/>
                      </a:lnTo>
                      <a:cubicBezTo>
                        <a:pt x="1962534" y="1199884"/>
                        <a:pt x="1904646" y="1225757"/>
                        <a:pt x="1862116" y="1267283"/>
                      </a:cubicBezTo>
                      <a:lnTo>
                        <a:pt x="1262617" y="667725"/>
                      </a:lnTo>
                      <a:lnTo>
                        <a:pt x="41467" y="667725"/>
                      </a:lnTo>
                      <a:cubicBezTo>
                        <a:pt x="40049" y="657624"/>
                        <a:pt x="31425" y="649768"/>
                        <a:pt x="20911" y="649768"/>
                      </a:cubicBezTo>
                      <a:cubicBezTo>
                        <a:pt x="9333" y="649827"/>
                        <a:pt x="0" y="659159"/>
                        <a:pt x="0" y="670678"/>
                      </a:cubicBezTo>
                      <a:close/>
                      <a:moveTo>
                        <a:pt x="2026329" y="1379456"/>
                      </a:moveTo>
                      <a:cubicBezTo>
                        <a:pt x="2012212" y="1380165"/>
                        <a:pt x="1999394" y="1385777"/>
                        <a:pt x="1989529" y="1394696"/>
                      </a:cubicBezTo>
                      <a:lnTo>
                        <a:pt x="1866250" y="1271418"/>
                      </a:lnTo>
                      <a:cubicBezTo>
                        <a:pt x="1907717" y="1230955"/>
                        <a:pt x="1964129" y="1205791"/>
                        <a:pt x="2026329" y="1205023"/>
                      </a:cubicBezTo>
                      <a:lnTo>
                        <a:pt x="2026329" y="1379456"/>
                      </a:lnTo>
                      <a:close/>
                      <a:moveTo>
                        <a:pt x="1862116" y="1275612"/>
                      </a:moveTo>
                      <a:lnTo>
                        <a:pt x="1985394" y="1398890"/>
                      </a:lnTo>
                      <a:cubicBezTo>
                        <a:pt x="1975884" y="1409405"/>
                        <a:pt x="1970036" y="1423286"/>
                        <a:pt x="1970036" y="1438644"/>
                      </a:cubicBezTo>
                      <a:cubicBezTo>
                        <a:pt x="1970036" y="1471369"/>
                        <a:pt x="1996558" y="1497891"/>
                        <a:pt x="2029283" y="1497891"/>
                      </a:cubicBezTo>
                      <a:cubicBezTo>
                        <a:pt x="2062007" y="1497891"/>
                        <a:pt x="2088530" y="1471369"/>
                        <a:pt x="2088530" y="1438644"/>
                      </a:cubicBezTo>
                      <a:cubicBezTo>
                        <a:pt x="2088530" y="1406865"/>
                        <a:pt x="2063602" y="1381051"/>
                        <a:pt x="2032236" y="1379515"/>
                      </a:cubicBezTo>
                      <a:lnTo>
                        <a:pt x="2032236" y="1205023"/>
                      </a:lnTo>
                      <a:cubicBezTo>
                        <a:pt x="2159709" y="1206618"/>
                        <a:pt x="2262963" y="1310758"/>
                        <a:pt x="2262963" y="1438585"/>
                      </a:cubicBezTo>
                      <a:cubicBezTo>
                        <a:pt x="2262963" y="1567416"/>
                        <a:pt x="2158114" y="1672265"/>
                        <a:pt x="2029283" y="1672265"/>
                      </a:cubicBezTo>
                      <a:cubicBezTo>
                        <a:pt x="1900452" y="1672265"/>
                        <a:pt x="1795603" y="1567416"/>
                        <a:pt x="1795603" y="1438585"/>
                      </a:cubicBezTo>
                      <a:cubicBezTo>
                        <a:pt x="1795603" y="1375262"/>
                        <a:pt x="1821003" y="1317729"/>
                        <a:pt x="1862116" y="1275612"/>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65" name="Freeform: Shape 1664">
                  <a:extLst>
                    <a:ext uri="{FF2B5EF4-FFF2-40B4-BE49-F238E27FC236}">
                      <a16:creationId xmlns:a16="http://schemas.microsoft.com/office/drawing/2014/main" id="{98235526-F57D-5473-508A-6D1FD45E7D53}"/>
                    </a:ext>
                  </a:extLst>
                </p:cNvPr>
                <p:cNvSpPr/>
                <p:nvPr/>
              </p:nvSpPr>
              <p:spPr>
                <a:xfrm>
                  <a:off x="345321" y="4176350"/>
                  <a:ext cx="2877111" cy="201073"/>
                </a:xfrm>
                <a:custGeom>
                  <a:avLst/>
                  <a:gdLst>
                    <a:gd name="connsiteX0" fmla="*/ 20911 w 2877111"/>
                    <a:gd name="connsiteY0" fmla="*/ 0 h 201073"/>
                    <a:gd name="connsiteX1" fmla="*/ 41467 w 2877111"/>
                    <a:gd name="connsiteY1" fmla="*/ 17957 h 201073"/>
                    <a:gd name="connsiteX2" fmla="*/ 849069 w 2877111"/>
                    <a:gd name="connsiteY2" fmla="*/ 17957 h 201073"/>
                    <a:gd name="connsiteX3" fmla="*/ 1026278 w 2877111"/>
                    <a:gd name="connsiteY3" fmla="*/ 195166 h 201073"/>
                    <a:gd name="connsiteX4" fmla="*/ 1438585 w 2877111"/>
                    <a:gd name="connsiteY4" fmla="*/ 195166 h 201073"/>
                    <a:gd name="connsiteX5" fmla="*/ 1850833 w 2877111"/>
                    <a:gd name="connsiteY5" fmla="*/ 195166 h 201073"/>
                    <a:gd name="connsiteX6" fmla="*/ 2028042 w 2877111"/>
                    <a:gd name="connsiteY6" fmla="*/ 17957 h 201073"/>
                    <a:gd name="connsiteX7" fmla="*/ 2835644 w 2877111"/>
                    <a:gd name="connsiteY7" fmla="*/ 17957 h 201073"/>
                    <a:gd name="connsiteX8" fmla="*/ 2856201 w 2877111"/>
                    <a:gd name="connsiteY8" fmla="*/ 0 h 201073"/>
                    <a:gd name="connsiteX9" fmla="*/ 2877111 w 2877111"/>
                    <a:gd name="connsiteY9" fmla="*/ 20911 h 201073"/>
                    <a:gd name="connsiteX10" fmla="*/ 2856201 w 2877111"/>
                    <a:gd name="connsiteY10" fmla="*/ 41821 h 201073"/>
                    <a:gd name="connsiteX11" fmla="*/ 2835644 w 2877111"/>
                    <a:gd name="connsiteY11" fmla="*/ 23864 h 201073"/>
                    <a:gd name="connsiteX12" fmla="*/ 2030523 w 2877111"/>
                    <a:gd name="connsiteY12" fmla="*/ 23864 h 201073"/>
                    <a:gd name="connsiteX13" fmla="*/ 1853314 w 2877111"/>
                    <a:gd name="connsiteY13" fmla="*/ 201073 h 201073"/>
                    <a:gd name="connsiteX14" fmla="*/ 1438585 w 2877111"/>
                    <a:gd name="connsiteY14" fmla="*/ 201073 h 201073"/>
                    <a:gd name="connsiteX15" fmla="*/ 1023856 w 2877111"/>
                    <a:gd name="connsiteY15" fmla="*/ 201073 h 201073"/>
                    <a:gd name="connsiteX16" fmla="*/ 846647 w 2877111"/>
                    <a:gd name="connsiteY16" fmla="*/ 23864 h 201073"/>
                    <a:gd name="connsiteX17" fmla="*/ 41467 w 2877111"/>
                    <a:gd name="connsiteY17" fmla="*/ 23864 h 201073"/>
                    <a:gd name="connsiteX18" fmla="*/ 20911 w 2877111"/>
                    <a:gd name="connsiteY18" fmla="*/ 41821 h 201073"/>
                    <a:gd name="connsiteX19" fmla="*/ 0 w 2877111"/>
                    <a:gd name="connsiteY19" fmla="*/ 20911 h 201073"/>
                    <a:gd name="connsiteX20" fmla="*/ 20911 w 2877111"/>
                    <a:gd name="connsiteY20" fmla="*/ 0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877111" h="201073">
                      <a:moveTo>
                        <a:pt x="20911" y="0"/>
                      </a:moveTo>
                      <a:cubicBezTo>
                        <a:pt x="31425" y="0"/>
                        <a:pt x="40049" y="7797"/>
                        <a:pt x="41467" y="17957"/>
                      </a:cubicBezTo>
                      <a:lnTo>
                        <a:pt x="849069" y="17957"/>
                      </a:lnTo>
                      <a:lnTo>
                        <a:pt x="1026278" y="195166"/>
                      </a:lnTo>
                      <a:lnTo>
                        <a:pt x="1438585" y="195166"/>
                      </a:lnTo>
                      <a:lnTo>
                        <a:pt x="1850833" y="195166"/>
                      </a:lnTo>
                      <a:lnTo>
                        <a:pt x="2028042" y="17957"/>
                      </a:lnTo>
                      <a:lnTo>
                        <a:pt x="2835644" y="17957"/>
                      </a:lnTo>
                      <a:cubicBezTo>
                        <a:pt x="2837062" y="7856"/>
                        <a:pt x="2845686" y="0"/>
                        <a:pt x="2856201" y="0"/>
                      </a:cubicBezTo>
                      <a:cubicBezTo>
                        <a:pt x="2867719" y="0"/>
                        <a:pt x="2877111" y="9333"/>
                        <a:pt x="2877111" y="20911"/>
                      </a:cubicBezTo>
                      <a:cubicBezTo>
                        <a:pt x="2877111" y="32429"/>
                        <a:pt x="2867778" y="41821"/>
                        <a:pt x="2856201" y="41821"/>
                      </a:cubicBezTo>
                      <a:cubicBezTo>
                        <a:pt x="2845686" y="41821"/>
                        <a:pt x="2837062" y="34024"/>
                        <a:pt x="2835644" y="23864"/>
                      </a:cubicBezTo>
                      <a:lnTo>
                        <a:pt x="2030523" y="23864"/>
                      </a:lnTo>
                      <a:lnTo>
                        <a:pt x="1853314" y="201073"/>
                      </a:lnTo>
                      <a:lnTo>
                        <a:pt x="1438585" y="201073"/>
                      </a:lnTo>
                      <a:lnTo>
                        <a:pt x="1023856" y="201073"/>
                      </a:lnTo>
                      <a:lnTo>
                        <a:pt x="846647" y="23864"/>
                      </a:lnTo>
                      <a:lnTo>
                        <a:pt x="41467" y="23864"/>
                      </a:lnTo>
                      <a:cubicBezTo>
                        <a:pt x="40049" y="33965"/>
                        <a:pt x="31425" y="41821"/>
                        <a:pt x="20911" y="41821"/>
                      </a:cubicBezTo>
                      <a:cubicBezTo>
                        <a:pt x="9392" y="41821"/>
                        <a:pt x="0" y="32488"/>
                        <a:pt x="0" y="20911"/>
                      </a:cubicBezTo>
                      <a:cubicBezTo>
                        <a:pt x="0" y="9333"/>
                        <a:pt x="9333" y="0"/>
                        <a:pt x="20911" y="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66" name="Freeform: Shape 1665">
                  <a:extLst>
                    <a:ext uri="{FF2B5EF4-FFF2-40B4-BE49-F238E27FC236}">
                      <a16:creationId xmlns:a16="http://schemas.microsoft.com/office/drawing/2014/main" id="{C1AD885C-2583-BE4F-A4FF-5C42307CF310}"/>
                    </a:ext>
                  </a:extLst>
                </p:cNvPr>
                <p:cNvSpPr/>
                <p:nvPr/>
              </p:nvSpPr>
              <p:spPr>
                <a:xfrm>
                  <a:off x="8624" y="2522337"/>
                  <a:ext cx="4749622" cy="1737182"/>
                </a:xfrm>
                <a:custGeom>
                  <a:avLst/>
                  <a:gdLst>
                    <a:gd name="connsiteX0" fmla="*/ 0 w 4749622"/>
                    <a:gd name="connsiteY0" fmla="*/ 552539 h 1737182"/>
                    <a:gd name="connsiteX1" fmla="*/ 20911 w 4749622"/>
                    <a:gd name="connsiteY1" fmla="*/ 573449 h 1737182"/>
                    <a:gd name="connsiteX2" fmla="*/ 41467 w 4749622"/>
                    <a:gd name="connsiteY2" fmla="*/ 555492 h 1737182"/>
                    <a:gd name="connsiteX3" fmla="*/ 1185767 w 4749622"/>
                    <a:gd name="connsiteY3" fmla="*/ 555492 h 1737182"/>
                    <a:gd name="connsiteX4" fmla="*/ 1362976 w 4749622"/>
                    <a:gd name="connsiteY4" fmla="*/ 378283 h 1737182"/>
                    <a:gd name="connsiteX5" fmla="*/ 1716863 w 4749622"/>
                    <a:gd name="connsiteY5" fmla="*/ 378283 h 1737182"/>
                    <a:gd name="connsiteX6" fmla="*/ 1772270 w 4749622"/>
                    <a:gd name="connsiteY6" fmla="*/ 433690 h 1737182"/>
                    <a:gd name="connsiteX7" fmla="*/ 1772270 w 4749622"/>
                    <a:gd name="connsiteY7" fmla="*/ 1258127 h 1737182"/>
                    <a:gd name="connsiteX8" fmla="*/ 1535637 w 4749622"/>
                    <a:gd name="connsiteY8" fmla="*/ 1497596 h 1737182"/>
                    <a:gd name="connsiteX9" fmla="*/ 1775224 w 4749622"/>
                    <a:gd name="connsiteY9" fmla="*/ 1737183 h 1737182"/>
                    <a:gd name="connsiteX10" fmla="*/ 2014811 w 4749622"/>
                    <a:gd name="connsiteY10" fmla="*/ 1497596 h 1737182"/>
                    <a:gd name="connsiteX11" fmla="*/ 1946585 w 4749622"/>
                    <a:gd name="connsiteY11" fmla="*/ 1330428 h 1737182"/>
                    <a:gd name="connsiteX12" fmla="*/ 2367162 w 4749622"/>
                    <a:gd name="connsiteY12" fmla="*/ 909852 h 1737182"/>
                    <a:gd name="connsiteX13" fmla="*/ 3664275 w 4749622"/>
                    <a:gd name="connsiteY13" fmla="*/ 909852 h 1737182"/>
                    <a:gd name="connsiteX14" fmla="*/ 3959624 w 4749622"/>
                    <a:gd name="connsiteY14" fmla="*/ 1205200 h 1737182"/>
                    <a:gd name="connsiteX15" fmla="*/ 4708156 w 4749622"/>
                    <a:gd name="connsiteY15" fmla="*/ 1205200 h 1737182"/>
                    <a:gd name="connsiteX16" fmla="*/ 4728712 w 4749622"/>
                    <a:gd name="connsiteY16" fmla="*/ 1223158 h 1737182"/>
                    <a:gd name="connsiteX17" fmla="*/ 4749623 w 4749622"/>
                    <a:gd name="connsiteY17" fmla="*/ 1202247 h 1737182"/>
                    <a:gd name="connsiteX18" fmla="*/ 4728712 w 4749622"/>
                    <a:gd name="connsiteY18" fmla="*/ 1181336 h 1737182"/>
                    <a:gd name="connsiteX19" fmla="*/ 4708156 w 4749622"/>
                    <a:gd name="connsiteY19" fmla="*/ 1199293 h 1737182"/>
                    <a:gd name="connsiteX20" fmla="*/ 3962105 w 4749622"/>
                    <a:gd name="connsiteY20" fmla="*/ 1199293 h 1737182"/>
                    <a:gd name="connsiteX21" fmla="*/ 3666756 w 4749622"/>
                    <a:gd name="connsiteY21" fmla="*/ 903945 h 1737182"/>
                    <a:gd name="connsiteX22" fmla="*/ 2364740 w 4749622"/>
                    <a:gd name="connsiteY22" fmla="*/ 903945 h 1737182"/>
                    <a:gd name="connsiteX23" fmla="*/ 1942450 w 4749622"/>
                    <a:gd name="connsiteY23" fmla="*/ 1326235 h 1737182"/>
                    <a:gd name="connsiteX24" fmla="*/ 1778236 w 4749622"/>
                    <a:gd name="connsiteY24" fmla="*/ 1258068 h 1737182"/>
                    <a:gd name="connsiteX25" fmla="*/ 1778236 w 4749622"/>
                    <a:gd name="connsiteY25" fmla="*/ 433690 h 1737182"/>
                    <a:gd name="connsiteX26" fmla="*/ 1833644 w 4749622"/>
                    <a:gd name="connsiteY26" fmla="*/ 378283 h 1737182"/>
                    <a:gd name="connsiteX27" fmla="*/ 2719159 w 4749622"/>
                    <a:gd name="connsiteY27" fmla="*/ 378283 h 1737182"/>
                    <a:gd name="connsiteX28" fmla="*/ 2955438 w 4749622"/>
                    <a:gd name="connsiteY28" fmla="*/ 614562 h 1737182"/>
                    <a:gd name="connsiteX29" fmla="*/ 4058389 w 4749622"/>
                    <a:gd name="connsiteY29" fmla="*/ 614562 h 1737182"/>
                    <a:gd name="connsiteX30" fmla="*/ 4078945 w 4749622"/>
                    <a:gd name="connsiteY30" fmla="*/ 632519 h 1737182"/>
                    <a:gd name="connsiteX31" fmla="*/ 4099856 w 4749622"/>
                    <a:gd name="connsiteY31" fmla="*/ 611608 h 1737182"/>
                    <a:gd name="connsiteX32" fmla="*/ 4078945 w 4749622"/>
                    <a:gd name="connsiteY32" fmla="*/ 590698 h 1737182"/>
                    <a:gd name="connsiteX33" fmla="*/ 4058389 w 4749622"/>
                    <a:gd name="connsiteY33" fmla="*/ 608655 h 1737182"/>
                    <a:gd name="connsiteX34" fmla="*/ 2957919 w 4749622"/>
                    <a:gd name="connsiteY34" fmla="*/ 608655 h 1737182"/>
                    <a:gd name="connsiteX35" fmla="*/ 2721640 w 4749622"/>
                    <a:gd name="connsiteY35" fmla="*/ 372376 h 1737182"/>
                    <a:gd name="connsiteX36" fmla="*/ 1833644 w 4749622"/>
                    <a:gd name="connsiteY36" fmla="*/ 372376 h 1737182"/>
                    <a:gd name="connsiteX37" fmla="*/ 1778236 w 4749622"/>
                    <a:gd name="connsiteY37" fmla="*/ 316968 h 1737182"/>
                    <a:gd name="connsiteX38" fmla="*/ 1778236 w 4749622"/>
                    <a:gd name="connsiteY38" fmla="*/ 17957 h 1737182"/>
                    <a:gd name="connsiteX39" fmla="*/ 909793 w 4749622"/>
                    <a:gd name="connsiteY39" fmla="*/ 17957 h 1737182"/>
                    <a:gd name="connsiteX40" fmla="*/ 889236 w 4749622"/>
                    <a:gd name="connsiteY40" fmla="*/ 0 h 1737182"/>
                    <a:gd name="connsiteX41" fmla="*/ 868326 w 4749622"/>
                    <a:gd name="connsiteY41" fmla="*/ 20911 h 1737182"/>
                    <a:gd name="connsiteX42" fmla="*/ 889236 w 4749622"/>
                    <a:gd name="connsiteY42" fmla="*/ 41821 h 1737182"/>
                    <a:gd name="connsiteX43" fmla="*/ 909793 w 4749622"/>
                    <a:gd name="connsiteY43" fmla="*/ 23864 h 1737182"/>
                    <a:gd name="connsiteX44" fmla="*/ 1772329 w 4749622"/>
                    <a:gd name="connsiteY44" fmla="*/ 23864 h 1737182"/>
                    <a:gd name="connsiteX45" fmla="*/ 1772329 w 4749622"/>
                    <a:gd name="connsiteY45" fmla="*/ 316968 h 1737182"/>
                    <a:gd name="connsiteX46" fmla="*/ 1716922 w 4749622"/>
                    <a:gd name="connsiteY46" fmla="*/ 372376 h 1737182"/>
                    <a:gd name="connsiteX47" fmla="*/ 1360613 w 4749622"/>
                    <a:gd name="connsiteY47" fmla="*/ 372376 h 1737182"/>
                    <a:gd name="connsiteX48" fmla="*/ 1183404 w 4749622"/>
                    <a:gd name="connsiteY48" fmla="*/ 549585 h 1737182"/>
                    <a:gd name="connsiteX49" fmla="*/ 41467 w 4749622"/>
                    <a:gd name="connsiteY49" fmla="*/ 549585 h 1737182"/>
                    <a:gd name="connsiteX50" fmla="*/ 20911 w 4749622"/>
                    <a:gd name="connsiteY50" fmla="*/ 531628 h 1737182"/>
                    <a:gd name="connsiteX51" fmla="*/ 0 w 4749622"/>
                    <a:gd name="connsiteY51" fmla="*/ 552539 h 1737182"/>
                    <a:gd name="connsiteX52" fmla="*/ 1938256 w 4749622"/>
                    <a:gd name="connsiteY52" fmla="*/ 1330488 h 1737182"/>
                    <a:gd name="connsiteX53" fmla="*/ 1814623 w 4749622"/>
                    <a:gd name="connsiteY53" fmla="*/ 1454120 h 1737182"/>
                    <a:gd name="connsiteX54" fmla="*/ 1778177 w 4749622"/>
                    <a:gd name="connsiteY54" fmla="*/ 1439058 h 1737182"/>
                    <a:gd name="connsiteX55" fmla="*/ 1778177 w 4749622"/>
                    <a:gd name="connsiteY55" fmla="*/ 1264093 h 1737182"/>
                    <a:gd name="connsiteX56" fmla="*/ 1938256 w 4749622"/>
                    <a:gd name="connsiteY56" fmla="*/ 1330488 h 1737182"/>
                    <a:gd name="connsiteX57" fmla="*/ 1772329 w 4749622"/>
                    <a:gd name="connsiteY57" fmla="*/ 1264093 h 1737182"/>
                    <a:gd name="connsiteX58" fmla="*/ 1772329 w 4749622"/>
                    <a:gd name="connsiteY58" fmla="*/ 1439058 h 1737182"/>
                    <a:gd name="connsiteX59" fmla="*/ 1716508 w 4749622"/>
                    <a:gd name="connsiteY59" fmla="*/ 1497714 h 1737182"/>
                    <a:gd name="connsiteX60" fmla="*/ 1775283 w 4749622"/>
                    <a:gd name="connsiteY60" fmla="*/ 1556489 h 1737182"/>
                    <a:gd name="connsiteX61" fmla="*/ 1834057 w 4749622"/>
                    <a:gd name="connsiteY61" fmla="*/ 1497714 h 1737182"/>
                    <a:gd name="connsiteX62" fmla="*/ 1818817 w 4749622"/>
                    <a:gd name="connsiteY62" fmla="*/ 1458315 h 1737182"/>
                    <a:gd name="connsiteX63" fmla="*/ 1942450 w 4749622"/>
                    <a:gd name="connsiteY63" fmla="*/ 1334682 h 1737182"/>
                    <a:gd name="connsiteX64" fmla="*/ 2008904 w 4749622"/>
                    <a:gd name="connsiteY64" fmla="*/ 1497714 h 1737182"/>
                    <a:gd name="connsiteX65" fmla="*/ 1775224 w 4749622"/>
                    <a:gd name="connsiteY65" fmla="*/ 1731394 h 1737182"/>
                    <a:gd name="connsiteX66" fmla="*/ 1541544 w 4749622"/>
                    <a:gd name="connsiteY66" fmla="*/ 1497714 h 1737182"/>
                    <a:gd name="connsiteX67" fmla="*/ 1772329 w 4749622"/>
                    <a:gd name="connsiteY67" fmla="*/ 1264093 h 173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4749622" h="1737182">
                      <a:moveTo>
                        <a:pt x="0" y="552539"/>
                      </a:moveTo>
                      <a:cubicBezTo>
                        <a:pt x="0" y="564057"/>
                        <a:pt x="9333" y="573449"/>
                        <a:pt x="20911" y="573449"/>
                      </a:cubicBezTo>
                      <a:cubicBezTo>
                        <a:pt x="31425" y="573449"/>
                        <a:pt x="40049" y="565652"/>
                        <a:pt x="41467" y="555492"/>
                      </a:cubicBezTo>
                      <a:lnTo>
                        <a:pt x="1185767" y="555492"/>
                      </a:lnTo>
                      <a:lnTo>
                        <a:pt x="1362976" y="378283"/>
                      </a:lnTo>
                      <a:lnTo>
                        <a:pt x="1716863" y="378283"/>
                      </a:lnTo>
                      <a:cubicBezTo>
                        <a:pt x="1718340" y="408231"/>
                        <a:pt x="1742322" y="432213"/>
                        <a:pt x="1772270" y="433690"/>
                      </a:cubicBezTo>
                      <a:lnTo>
                        <a:pt x="1772270" y="1258127"/>
                      </a:lnTo>
                      <a:cubicBezTo>
                        <a:pt x="1641549" y="1259722"/>
                        <a:pt x="1535637" y="1366520"/>
                        <a:pt x="1535637" y="1497596"/>
                      </a:cubicBezTo>
                      <a:cubicBezTo>
                        <a:pt x="1535637" y="1629676"/>
                        <a:pt x="1643085" y="1737183"/>
                        <a:pt x="1775224" y="1737183"/>
                      </a:cubicBezTo>
                      <a:cubicBezTo>
                        <a:pt x="1907304" y="1737183"/>
                        <a:pt x="2014811" y="1629735"/>
                        <a:pt x="2014811" y="1497596"/>
                      </a:cubicBezTo>
                      <a:cubicBezTo>
                        <a:pt x="2014811" y="1432619"/>
                        <a:pt x="1988761" y="1373608"/>
                        <a:pt x="1946585" y="1330428"/>
                      </a:cubicBezTo>
                      <a:lnTo>
                        <a:pt x="2367162" y="909852"/>
                      </a:lnTo>
                      <a:lnTo>
                        <a:pt x="3664275" y="909852"/>
                      </a:lnTo>
                      <a:lnTo>
                        <a:pt x="3959624" y="1205200"/>
                      </a:lnTo>
                      <a:lnTo>
                        <a:pt x="4708156" y="1205200"/>
                      </a:lnTo>
                      <a:cubicBezTo>
                        <a:pt x="4709574" y="1215301"/>
                        <a:pt x="4718198" y="1223158"/>
                        <a:pt x="4728712" y="1223158"/>
                      </a:cubicBezTo>
                      <a:cubicBezTo>
                        <a:pt x="4740231" y="1223158"/>
                        <a:pt x="4749623" y="1213825"/>
                        <a:pt x="4749623" y="1202247"/>
                      </a:cubicBezTo>
                      <a:cubicBezTo>
                        <a:pt x="4749623" y="1190729"/>
                        <a:pt x="4740290" y="1181336"/>
                        <a:pt x="4728712" y="1181336"/>
                      </a:cubicBezTo>
                      <a:cubicBezTo>
                        <a:pt x="4718198" y="1181336"/>
                        <a:pt x="4709574" y="1189134"/>
                        <a:pt x="4708156" y="1199293"/>
                      </a:cubicBezTo>
                      <a:lnTo>
                        <a:pt x="3962105" y="1199293"/>
                      </a:lnTo>
                      <a:lnTo>
                        <a:pt x="3666756" y="903945"/>
                      </a:lnTo>
                      <a:lnTo>
                        <a:pt x="2364740" y="903945"/>
                      </a:lnTo>
                      <a:lnTo>
                        <a:pt x="1942450" y="1326235"/>
                      </a:lnTo>
                      <a:cubicBezTo>
                        <a:pt x="1899920" y="1284708"/>
                        <a:pt x="1842032" y="1258895"/>
                        <a:pt x="1778236" y="1258068"/>
                      </a:cubicBezTo>
                      <a:lnTo>
                        <a:pt x="1778236" y="433690"/>
                      </a:lnTo>
                      <a:cubicBezTo>
                        <a:pt x="1808185" y="432213"/>
                        <a:pt x="1832167" y="408231"/>
                        <a:pt x="1833644" y="378283"/>
                      </a:cubicBezTo>
                      <a:lnTo>
                        <a:pt x="2719159" y="378283"/>
                      </a:lnTo>
                      <a:lnTo>
                        <a:pt x="2955438" y="614562"/>
                      </a:lnTo>
                      <a:lnTo>
                        <a:pt x="4058389" y="614562"/>
                      </a:lnTo>
                      <a:cubicBezTo>
                        <a:pt x="4059806" y="624663"/>
                        <a:pt x="4068430" y="632519"/>
                        <a:pt x="4078945" y="632519"/>
                      </a:cubicBezTo>
                      <a:cubicBezTo>
                        <a:pt x="4090463" y="632519"/>
                        <a:pt x="4099856" y="623186"/>
                        <a:pt x="4099856" y="611608"/>
                      </a:cubicBezTo>
                      <a:cubicBezTo>
                        <a:pt x="4099856" y="600031"/>
                        <a:pt x="4090523" y="590698"/>
                        <a:pt x="4078945" y="590698"/>
                      </a:cubicBezTo>
                      <a:cubicBezTo>
                        <a:pt x="4068430" y="590698"/>
                        <a:pt x="4059806" y="598495"/>
                        <a:pt x="4058389" y="608655"/>
                      </a:cubicBezTo>
                      <a:lnTo>
                        <a:pt x="2957919" y="608655"/>
                      </a:lnTo>
                      <a:lnTo>
                        <a:pt x="2721640" y="372376"/>
                      </a:lnTo>
                      <a:lnTo>
                        <a:pt x="1833644" y="372376"/>
                      </a:lnTo>
                      <a:cubicBezTo>
                        <a:pt x="1832167" y="342427"/>
                        <a:pt x="1808185" y="318445"/>
                        <a:pt x="1778236" y="316968"/>
                      </a:cubicBezTo>
                      <a:lnTo>
                        <a:pt x="1778236" y="17957"/>
                      </a:lnTo>
                      <a:lnTo>
                        <a:pt x="909793" y="17957"/>
                      </a:lnTo>
                      <a:cubicBezTo>
                        <a:pt x="908375" y="7856"/>
                        <a:pt x="899751" y="0"/>
                        <a:pt x="889236" y="0"/>
                      </a:cubicBezTo>
                      <a:cubicBezTo>
                        <a:pt x="877718" y="0"/>
                        <a:pt x="868326" y="9333"/>
                        <a:pt x="868326" y="20911"/>
                      </a:cubicBezTo>
                      <a:cubicBezTo>
                        <a:pt x="868326" y="32488"/>
                        <a:pt x="877659" y="41821"/>
                        <a:pt x="889236" y="41821"/>
                      </a:cubicBezTo>
                      <a:cubicBezTo>
                        <a:pt x="899751" y="41821"/>
                        <a:pt x="908375" y="34024"/>
                        <a:pt x="909793" y="23864"/>
                      </a:cubicBezTo>
                      <a:lnTo>
                        <a:pt x="1772329" y="23864"/>
                      </a:lnTo>
                      <a:lnTo>
                        <a:pt x="1772329" y="316968"/>
                      </a:lnTo>
                      <a:cubicBezTo>
                        <a:pt x="1742381" y="318445"/>
                        <a:pt x="1718399" y="342427"/>
                        <a:pt x="1716922" y="372376"/>
                      </a:cubicBezTo>
                      <a:lnTo>
                        <a:pt x="1360613" y="372376"/>
                      </a:lnTo>
                      <a:lnTo>
                        <a:pt x="1183404" y="549585"/>
                      </a:lnTo>
                      <a:lnTo>
                        <a:pt x="41467" y="549585"/>
                      </a:lnTo>
                      <a:cubicBezTo>
                        <a:pt x="40049" y="539484"/>
                        <a:pt x="31425" y="531628"/>
                        <a:pt x="20911" y="531628"/>
                      </a:cubicBezTo>
                      <a:cubicBezTo>
                        <a:pt x="9333" y="531687"/>
                        <a:pt x="0" y="541020"/>
                        <a:pt x="0" y="552539"/>
                      </a:cubicBezTo>
                      <a:close/>
                      <a:moveTo>
                        <a:pt x="1938256" y="1330488"/>
                      </a:moveTo>
                      <a:lnTo>
                        <a:pt x="1814623" y="1454120"/>
                      </a:lnTo>
                      <a:cubicBezTo>
                        <a:pt x="1804877" y="1445319"/>
                        <a:pt x="1792177" y="1439767"/>
                        <a:pt x="1778177" y="1439058"/>
                      </a:cubicBezTo>
                      <a:lnTo>
                        <a:pt x="1778177" y="1264093"/>
                      </a:lnTo>
                      <a:cubicBezTo>
                        <a:pt x="1840437" y="1264861"/>
                        <a:pt x="1896789" y="1290025"/>
                        <a:pt x="1938256" y="1330488"/>
                      </a:cubicBezTo>
                      <a:close/>
                      <a:moveTo>
                        <a:pt x="1772329" y="1264093"/>
                      </a:moveTo>
                      <a:lnTo>
                        <a:pt x="1772329" y="1439058"/>
                      </a:lnTo>
                      <a:cubicBezTo>
                        <a:pt x="1741259" y="1440594"/>
                        <a:pt x="1716508" y="1466230"/>
                        <a:pt x="1716508" y="1497714"/>
                      </a:cubicBezTo>
                      <a:cubicBezTo>
                        <a:pt x="1716508" y="1530202"/>
                        <a:pt x="1742794" y="1556489"/>
                        <a:pt x="1775283" y="1556489"/>
                      </a:cubicBezTo>
                      <a:cubicBezTo>
                        <a:pt x="1807771" y="1556489"/>
                        <a:pt x="1834057" y="1530202"/>
                        <a:pt x="1834057" y="1497714"/>
                      </a:cubicBezTo>
                      <a:cubicBezTo>
                        <a:pt x="1834057" y="1482533"/>
                        <a:pt x="1828268" y="1468770"/>
                        <a:pt x="1818817" y="1458315"/>
                      </a:cubicBezTo>
                      <a:lnTo>
                        <a:pt x="1942450" y="1334682"/>
                      </a:lnTo>
                      <a:cubicBezTo>
                        <a:pt x="1983563" y="1376798"/>
                        <a:pt x="2008904" y="1434332"/>
                        <a:pt x="2008904" y="1497714"/>
                      </a:cubicBezTo>
                      <a:cubicBezTo>
                        <a:pt x="2008904" y="1626545"/>
                        <a:pt x="1904055" y="1731394"/>
                        <a:pt x="1775224" y="1731394"/>
                      </a:cubicBezTo>
                      <a:cubicBezTo>
                        <a:pt x="1646393" y="1731394"/>
                        <a:pt x="1541544" y="1626545"/>
                        <a:pt x="1541544" y="1497714"/>
                      </a:cubicBezTo>
                      <a:cubicBezTo>
                        <a:pt x="1541603" y="1369828"/>
                        <a:pt x="1644857" y="1265688"/>
                        <a:pt x="1772329" y="12640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67" name="Freeform: Shape 1666">
                  <a:extLst>
                    <a:ext uri="{FF2B5EF4-FFF2-40B4-BE49-F238E27FC236}">
                      <a16:creationId xmlns:a16="http://schemas.microsoft.com/office/drawing/2014/main" id="{F65487E9-8794-ECD6-BCC9-B953B594E031}"/>
                    </a:ext>
                  </a:extLst>
                </p:cNvPr>
                <p:cNvSpPr/>
                <p:nvPr/>
              </p:nvSpPr>
              <p:spPr>
                <a:xfrm>
                  <a:off x="1113287" y="1831457"/>
                  <a:ext cx="2936180" cy="201073"/>
                </a:xfrm>
                <a:custGeom>
                  <a:avLst/>
                  <a:gdLst>
                    <a:gd name="connsiteX0" fmla="*/ 2915270 w 2936180"/>
                    <a:gd name="connsiteY0" fmla="*/ 201073 h 201073"/>
                    <a:gd name="connsiteX1" fmla="*/ 2894714 w 2936180"/>
                    <a:gd name="connsiteY1" fmla="*/ 183116 h 201073"/>
                    <a:gd name="connsiteX2" fmla="*/ 1791704 w 2936180"/>
                    <a:gd name="connsiteY2" fmla="*/ 183116 h 201073"/>
                    <a:gd name="connsiteX3" fmla="*/ 1614495 w 2936180"/>
                    <a:gd name="connsiteY3" fmla="*/ 5907 h 201073"/>
                    <a:gd name="connsiteX4" fmla="*/ 671860 w 2936180"/>
                    <a:gd name="connsiteY4" fmla="*/ 5907 h 201073"/>
                    <a:gd name="connsiteX5" fmla="*/ 553720 w 2936180"/>
                    <a:gd name="connsiteY5" fmla="*/ 124047 h 201073"/>
                    <a:gd name="connsiteX6" fmla="*/ 41467 w 2936180"/>
                    <a:gd name="connsiteY6" fmla="*/ 124047 h 201073"/>
                    <a:gd name="connsiteX7" fmla="*/ 20911 w 2936180"/>
                    <a:gd name="connsiteY7" fmla="*/ 142004 h 201073"/>
                    <a:gd name="connsiteX8" fmla="*/ 0 w 2936180"/>
                    <a:gd name="connsiteY8" fmla="*/ 121093 h 201073"/>
                    <a:gd name="connsiteX9" fmla="*/ 20911 w 2936180"/>
                    <a:gd name="connsiteY9" fmla="*/ 100182 h 201073"/>
                    <a:gd name="connsiteX10" fmla="*/ 41467 w 2936180"/>
                    <a:gd name="connsiteY10" fmla="*/ 118140 h 201073"/>
                    <a:gd name="connsiteX11" fmla="*/ 551298 w 2936180"/>
                    <a:gd name="connsiteY11" fmla="*/ 118140 h 201073"/>
                    <a:gd name="connsiteX12" fmla="*/ 669438 w 2936180"/>
                    <a:gd name="connsiteY12" fmla="*/ 0 h 201073"/>
                    <a:gd name="connsiteX13" fmla="*/ 1616976 w 2936180"/>
                    <a:gd name="connsiteY13" fmla="*/ 0 h 201073"/>
                    <a:gd name="connsiteX14" fmla="*/ 1794185 w 2936180"/>
                    <a:gd name="connsiteY14" fmla="*/ 177209 h 201073"/>
                    <a:gd name="connsiteX15" fmla="*/ 2894714 w 2936180"/>
                    <a:gd name="connsiteY15" fmla="*/ 177209 h 201073"/>
                    <a:gd name="connsiteX16" fmla="*/ 2915270 w 2936180"/>
                    <a:gd name="connsiteY16" fmla="*/ 159252 h 201073"/>
                    <a:gd name="connsiteX17" fmla="*/ 2936181 w 2936180"/>
                    <a:gd name="connsiteY17" fmla="*/ 180163 h 201073"/>
                    <a:gd name="connsiteX18" fmla="*/ 2915270 w 2936180"/>
                    <a:gd name="connsiteY18" fmla="*/ 201073 h 20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36180" h="201073">
                      <a:moveTo>
                        <a:pt x="2915270" y="201073"/>
                      </a:moveTo>
                      <a:cubicBezTo>
                        <a:pt x="2904756" y="201073"/>
                        <a:pt x="2896132" y="193276"/>
                        <a:pt x="2894714" y="183116"/>
                      </a:cubicBezTo>
                      <a:lnTo>
                        <a:pt x="1791704" y="183116"/>
                      </a:lnTo>
                      <a:lnTo>
                        <a:pt x="1614495" y="5907"/>
                      </a:lnTo>
                      <a:lnTo>
                        <a:pt x="671860" y="5907"/>
                      </a:lnTo>
                      <a:lnTo>
                        <a:pt x="553720" y="124047"/>
                      </a:lnTo>
                      <a:lnTo>
                        <a:pt x="41467" y="124047"/>
                      </a:lnTo>
                      <a:cubicBezTo>
                        <a:pt x="40049" y="134147"/>
                        <a:pt x="31425" y="142004"/>
                        <a:pt x="20911" y="142004"/>
                      </a:cubicBezTo>
                      <a:cubicBezTo>
                        <a:pt x="9392" y="142004"/>
                        <a:pt x="0" y="132671"/>
                        <a:pt x="0" y="121093"/>
                      </a:cubicBezTo>
                      <a:cubicBezTo>
                        <a:pt x="0" y="109574"/>
                        <a:pt x="9333" y="100182"/>
                        <a:pt x="20911" y="100182"/>
                      </a:cubicBezTo>
                      <a:cubicBezTo>
                        <a:pt x="31425" y="100182"/>
                        <a:pt x="40049" y="107980"/>
                        <a:pt x="41467" y="118140"/>
                      </a:cubicBezTo>
                      <a:lnTo>
                        <a:pt x="551298" y="118140"/>
                      </a:lnTo>
                      <a:lnTo>
                        <a:pt x="669438" y="0"/>
                      </a:lnTo>
                      <a:lnTo>
                        <a:pt x="1616976" y="0"/>
                      </a:lnTo>
                      <a:lnTo>
                        <a:pt x="1794185" y="177209"/>
                      </a:lnTo>
                      <a:lnTo>
                        <a:pt x="2894714" y="177209"/>
                      </a:lnTo>
                      <a:cubicBezTo>
                        <a:pt x="2896132" y="167108"/>
                        <a:pt x="2904756" y="159252"/>
                        <a:pt x="2915270" y="159252"/>
                      </a:cubicBezTo>
                      <a:cubicBezTo>
                        <a:pt x="2926789" y="159252"/>
                        <a:pt x="2936181" y="168585"/>
                        <a:pt x="2936181" y="180163"/>
                      </a:cubicBezTo>
                      <a:cubicBezTo>
                        <a:pt x="2936181" y="191741"/>
                        <a:pt x="2926789" y="201073"/>
                        <a:pt x="2915270" y="20107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68" name="Freeform: Shape 1667">
                  <a:extLst>
                    <a:ext uri="{FF2B5EF4-FFF2-40B4-BE49-F238E27FC236}">
                      <a16:creationId xmlns:a16="http://schemas.microsoft.com/office/drawing/2014/main" id="{BEA5E1F9-1E3C-E7E3-B03C-F187BD8C77AC}"/>
                    </a:ext>
                  </a:extLst>
                </p:cNvPr>
                <p:cNvSpPr/>
                <p:nvPr/>
              </p:nvSpPr>
              <p:spPr>
                <a:xfrm>
                  <a:off x="3939625" y="1922670"/>
                  <a:ext cx="177764" cy="177840"/>
                </a:xfrm>
                <a:custGeom>
                  <a:avLst/>
                  <a:gdLst>
                    <a:gd name="connsiteX0" fmla="*/ 19348 w 177764"/>
                    <a:gd name="connsiteY0" fmla="*/ 144416 h 177840"/>
                    <a:gd name="connsiteX1" fmla="*/ 19348 w 177764"/>
                    <a:gd name="connsiteY1" fmla="*/ 175369 h 177840"/>
                    <a:gd name="connsiteX2" fmla="*/ 27736 w 177764"/>
                    <a:gd name="connsiteY2" fmla="*/ 166922 h 177840"/>
                    <a:gd name="connsiteX3" fmla="*/ 27736 w 177764"/>
                    <a:gd name="connsiteY3" fmla="*/ 153513 h 177840"/>
                    <a:gd name="connsiteX4" fmla="*/ 144340 w 177764"/>
                    <a:gd name="connsiteY4" fmla="*/ 158475 h 177840"/>
                    <a:gd name="connsiteX5" fmla="*/ 175293 w 177764"/>
                    <a:gd name="connsiteY5" fmla="*/ 158475 h 177840"/>
                    <a:gd name="connsiteX6" fmla="*/ 166846 w 177764"/>
                    <a:gd name="connsiteY6" fmla="*/ 150028 h 177840"/>
                    <a:gd name="connsiteX7" fmla="*/ 153437 w 177764"/>
                    <a:gd name="connsiteY7" fmla="*/ 150028 h 177840"/>
                    <a:gd name="connsiteX8" fmla="*/ 158399 w 177764"/>
                    <a:gd name="connsiteY8" fmla="*/ 33424 h 177840"/>
                    <a:gd name="connsiteX9" fmla="*/ 158399 w 177764"/>
                    <a:gd name="connsiteY9" fmla="*/ 2472 h 177840"/>
                    <a:gd name="connsiteX10" fmla="*/ 149952 w 177764"/>
                    <a:gd name="connsiteY10" fmla="*/ 10919 h 177840"/>
                    <a:gd name="connsiteX11" fmla="*/ 149952 w 177764"/>
                    <a:gd name="connsiteY11" fmla="*/ 24327 h 177840"/>
                    <a:gd name="connsiteX12" fmla="*/ 33348 w 177764"/>
                    <a:gd name="connsiteY12" fmla="*/ 19366 h 177840"/>
                    <a:gd name="connsiteX13" fmla="*/ 2395 w 177764"/>
                    <a:gd name="connsiteY13" fmla="*/ 19366 h 177840"/>
                    <a:gd name="connsiteX14" fmla="*/ 10843 w 177764"/>
                    <a:gd name="connsiteY14" fmla="*/ 27813 h 177840"/>
                    <a:gd name="connsiteX15" fmla="*/ 24251 w 177764"/>
                    <a:gd name="connsiteY15" fmla="*/ 27813 h 177840"/>
                    <a:gd name="connsiteX16" fmla="*/ 19348 w 177764"/>
                    <a:gd name="connsiteY16" fmla="*/ 144416 h 177840"/>
                    <a:gd name="connsiteX17" fmla="*/ 27796 w 177764"/>
                    <a:gd name="connsiteY17" fmla="*/ 30530 h 177840"/>
                    <a:gd name="connsiteX18" fmla="*/ 27796 w 177764"/>
                    <a:gd name="connsiteY18" fmla="*/ 44707 h 177840"/>
                    <a:gd name="connsiteX19" fmla="*/ 36242 w 177764"/>
                    <a:gd name="connsiteY19" fmla="*/ 53154 h 177840"/>
                    <a:gd name="connsiteX20" fmla="*/ 36242 w 177764"/>
                    <a:gd name="connsiteY20" fmla="*/ 22792 h 177840"/>
                    <a:gd name="connsiteX21" fmla="*/ 147412 w 177764"/>
                    <a:gd name="connsiteY21" fmla="*/ 27872 h 177840"/>
                    <a:gd name="connsiteX22" fmla="*/ 133235 w 177764"/>
                    <a:gd name="connsiteY22" fmla="*/ 27872 h 177840"/>
                    <a:gd name="connsiteX23" fmla="*/ 124788 w 177764"/>
                    <a:gd name="connsiteY23" fmla="*/ 36319 h 177840"/>
                    <a:gd name="connsiteX24" fmla="*/ 155150 w 177764"/>
                    <a:gd name="connsiteY24" fmla="*/ 36319 h 177840"/>
                    <a:gd name="connsiteX25" fmla="*/ 150070 w 177764"/>
                    <a:gd name="connsiteY25" fmla="*/ 147488 h 177840"/>
                    <a:gd name="connsiteX26" fmla="*/ 150070 w 177764"/>
                    <a:gd name="connsiteY26" fmla="*/ 133311 h 177840"/>
                    <a:gd name="connsiteX27" fmla="*/ 141623 w 177764"/>
                    <a:gd name="connsiteY27" fmla="*/ 124864 h 177840"/>
                    <a:gd name="connsiteX28" fmla="*/ 141623 w 177764"/>
                    <a:gd name="connsiteY28" fmla="*/ 155226 h 177840"/>
                    <a:gd name="connsiteX29" fmla="*/ 30453 w 177764"/>
                    <a:gd name="connsiteY29" fmla="*/ 150146 h 177840"/>
                    <a:gd name="connsiteX30" fmla="*/ 44630 w 177764"/>
                    <a:gd name="connsiteY30" fmla="*/ 150146 h 177840"/>
                    <a:gd name="connsiteX31" fmla="*/ 53077 w 177764"/>
                    <a:gd name="connsiteY31" fmla="*/ 141699 h 177840"/>
                    <a:gd name="connsiteX32" fmla="*/ 22715 w 177764"/>
                    <a:gd name="connsiteY32" fmla="*/ 141699 h 177840"/>
                    <a:gd name="connsiteX33" fmla="*/ 27796 w 177764"/>
                    <a:gd name="connsiteY33" fmla="*/ 30530 h 177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840">
                      <a:moveTo>
                        <a:pt x="19348" y="144416"/>
                      </a:moveTo>
                      <a:lnTo>
                        <a:pt x="19348" y="175369"/>
                      </a:lnTo>
                      <a:lnTo>
                        <a:pt x="27736" y="166922"/>
                      </a:lnTo>
                      <a:lnTo>
                        <a:pt x="27736" y="153513"/>
                      </a:lnTo>
                      <a:cubicBezTo>
                        <a:pt x="60107" y="184170"/>
                        <a:pt x="110080" y="185883"/>
                        <a:pt x="144340" y="158475"/>
                      </a:cubicBezTo>
                      <a:lnTo>
                        <a:pt x="175293" y="158475"/>
                      </a:lnTo>
                      <a:lnTo>
                        <a:pt x="166846" y="150028"/>
                      </a:lnTo>
                      <a:lnTo>
                        <a:pt x="153437" y="150028"/>
                      </a:lnTo>
                      <a:cubicBezTo>
                        <a:pt x="184094" y="117599"/>
                        <a:pt x="185807" y="67685"/>
                        <a:pt x="158399" y="33424"/>
                      </a:cubicBezTo>
                      <a:lnTo>
                        <a:pt x="158399" y="2472"/>
                      </a:lnTo>
                      <a:lnTo>
                        <a:pt x="149952" y="10919"/>
                      </a:lnTo>
                      <a:lnTo>
                        <a:pt x="149952" y="24327"/>
                      </a:lnTo>
                      <a:cubicBezTo>
                        <a:pt x="117581" y="-6330"/>
                        <a:pt x="67609" y="-8043"/>
                        <a:pt x="33348" y="19366"/>
                      </a:cubicBezTo>
                      <a:lnTo>
                        <a:pt x="2395" y="19366"/>
                      </a:lnTo>
                      <a:lnTo>
                        <a:pt x="10843" y="27813"/>
                      </a:lnTo>
                      <a:lnTo>
                        <a:pt x="24251" y="27813"/>
                      </a:lnTo>
                      <a:cubicBezTo>
                        <a:pt x="-6347" y="60242"/>
                        <a:pt x="-8001" y="110156"/>
                        <a:pt x="19348" y="144416"/>
                      </a:cubicBezTo>
                      <a:close/>
                      <a:moveTo>
                        <a:pt x="27796" y="30530"/>
                      </a:moveTo>
                      <a:lnTo>
                        <a:pt x="27796" y="44707"/>
                      </a:lnTo>
                      <a:lnTo>
                        <a:pt x="36242" y="53154"/>
                      </a:lnTo>
                      <a:lnTo>
                        <a:pt x="36242" y="22792"/>
                      </a:lnTo>
                      <a:cubicBezTo>
                        <a:pt x="68967" y="-3317"/>
                        <a:pt x="116636" y="-1604"/>
                        <a:pt x="147412" y="27872"/>
                      </a:cubicBezTo>
                      <a:lnTo>
                        <a:pt x="133235" y="27872"/>
                      </a:lnTo>
                      <a:lnTo>
                        <a:pt x="124788" y="36319"/>
                      </a:lnTo>
                      <a:lnTo>
                        <a:pt x="155150" y="36319"/>
                      </a:lnTo>
                      <a:cubicBezTo>
                        <a:pt x="181259" y="69043"/>
                        <a:pt x="179546" y="116713"/>
                        <a:pt x="150070" y="147488"/>
                      </a:cubicBezTo>
                      <a:lnTo>
                        <a:pt x="150070" y="133311"/>
                      </a:lnTo>
                      <a:lnTo>
                        <a:pt x="141623" y="124864"/>
                      </a:lnTo>
                      <a:lnTo>
                        <a:pt x="141623" y="155226"/>
                      </a:lnTo>
                      <a:cubicBezTo>
                        <a:pt x="108898" y="181335"/>
                        <a:pt x="61229" y="179622"/>
                        <a:pt x="30453" y="150146"/>
                      </a:cubicBezTo>
                      <a:lnTo>
                        <a:pt x="44630" y="150146"/>
                      </a:lnTo>
                      <a:lnTo>
                        <a:pt x="53077" y="141699"/>
                      </a:lnTo>
                      <a:lnTo>
                        <a:pt x="22715" y="141699"/>
                      </a:lnTo>
                      <a:cubicBezTo>
                        <a:pt x="-3334" y="108974"/>
                        <a:pt x="-1681" y="61305"/>
                        <a:pt x="27796" y="305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69" name="Freeform: Shape 1668">
                  <a:extLst>
                    <a:ext uri="{FF2B5EF4-FFF2-40B4-BE49-F238E27FC236}">
                      <a16:creationId xmlns:a16="http://schemas.microsoft.com/office/drawing/2014/main" id="{F58FEBD3-AB52-8AF0-A6A5-90B6FC7679B8}"/>
                    </a:ext>
                  </a:extLst>
                </p:cNvPr>
                <p:cNvSpPr/>
                <p:nvPr/>
              </p:nvSpPr>
              <p:spPr>
                <a:xfrm>
                  <a:off x="3112330" y="4108370"/>
                  <a:ext cx="177787" cy="177790"/>
                </a:xfrm>
                <a:custGeom>
                  <a:avLst/>
                  <a:gdLst>
                    <a:gd name="connsiteX0" fmla="*/ 19372 w 177787"/>
                    <a:gd name="connsiteY0" fmla="*/ 144357 h 177790"/>
                    <a:gd name="connsiteX1" fmla="*/ 19372 w 177787"/>
                    <a:gd name="connsiteY1" fmla="*/ 175310 h 177790"/>
                    <a:gd name="connsiteX2" fmla="*/ 27760 w 177787"/>
                    <a:gd name="connsiteY2" fmla="*/ 166863 h 177790"/>
                    <a:gd name="connsiteX3" fmla="*/ 27760 w 177787"/>
                    <a:gd name="connsiteY3" fmla="*/ 153454 h 177790"/>
                    <a:gd name="connsiteX4" fmla="*/ 144363 w 177787"/>
                    <a:gd name="connsiteY4" fmla="*/ 158475 h 177790"/>
                    <a:gd name="connsiteX5" fmla="*/ 175316 w 177787"/>
                    <a:gd name="connsiteY5" fmla="*/ 158475 h 177790"/>
                    <a:gd name="connsiteX6" fmla="*/ 166869 w 177787"/>
                    <a:gd name="connsiteY6" fmla="*/ 150028 h 177790"/>
                    <a:gd name="connsiteX7" fmla="*/ 153460 w 177787"/>
                    <a:gd name="connsiteY7" fmla="*/ 150028 h 177790"/>
                    <a:gd name="connsiteX8" fmla="*/ 158422 w 177787"/>
                    <a:gd name="connsiteY8" fmla="*/ 33424 h 177790"/>
                    <a:gd name="connsiteX9" fmla="*/ 158422 w 177787"/>
                    <a:gd name="connsiteY9" fmla="*/ 2472 h 177790"/>
                    <a:gd name="connsiteX10" fmla="*/ 149975 w 177787"/>
                    <a:gd name="connsiteY10" fmla="*/ 10918 h 177790"/>
                    <a:gd name="connsiteX11" fmla="*/ 149975 w 177787"/>
                    <a:gd name="connsiteY11" fmla="*/ 24327 h 177790"/>
                    <a:gd name="connsiteX12" fmla="*/ 33371 w 177787"/>
                    <a:gd name="connsiteY12" fmla="*/ 19365 h 177790"/>
                    <a:gd name="connsiteX13" fmla="*/ 2419 w 177787"/>
                    <a:gd name="connsiteY13" fmla="*/ 19365 h 177790"/>
                    <a:gd name="connsiteX14" fmla="*/ 10866 w 177787"/>
                    <a:gd name="connsiteY14" fmla="*/ 27812 h 177790"/>
                    <a:gd name="connsiteX15" fmla="*/ 24275 w 177787"/>
                    <a:gd name="connsiteY15" fmla="*/ 27812 h 177790"/>
                    <a:gd name="connsiteX16" fmla="*/ 19372 w 177787"/>
                    <a:gd name="connsiteY16" fmla="*/ 144357 h 177790"/>
                    <a:gd name="connsiteX17" fmla="*/ 27760 w 177787"/>
                    <a:gd name="connsiteY17" fmla="*/ 30411 h 177790"/>
                    <a:gd name="connsiteX18" fmla="*/ 27760 w 177787"/>
                    <a:gd name="connsiteY18" fmla="*/ 44588 h 177790"/>
                    <a:gd name="connsiteX19" fmla="*/ 36207 w 177787"/>
                    <a:gd name="connsiteY19" fmla="*/ 53035 h 177790"/>
                    <a:gd name="connsiteX20" fmla="*/ 36207 w 177787"/>
                    <a:gd name="connsiteY20" fmla="*/ 22673 h 177790"/>
                    <a:gd name="connsiteX21" fmla="*/ 147376 w 177787"/>
                    <a:gd name="connsiteY21" fmla="*/ 27754 h 177790"/>
                    <a:gd name="connsiteX22" fmla="*/ 133199 w 177787"/>
                    <a:gd name="connsiteY22" fmla="*/ 27754 h 177790"/>
                    <a:gd name="connsiteX23" fmla="*/ 124752 w 177787"/>
                    <a:gd name="connsiteY23" fmla="*/ 36201 h 177790"/>
                    <a:gd name="connsiteX24" fmla="*/ 155114 w 177787"/>
                    <a:gd name="connsiteY24" fmla="*/ 36201 h 177790"/>
                    <a:gd name="connsiteX25" fmla="*/ 150034 w 177787"/>
                    <a:gd name="connsiteY25" fmla="*/ 147370 h 177790"/>
                    <a:gd name="connsiteX26" fmla="*/ 150034 w 177787"/>
                    <a:gd name="connsiteY26" fmla="*/ 133193 h 177790"/>
                    <a:gd name="connsiteX27" fmla="*/ 141587 w 177787"/>
                    <a:gd name="connsiteY27" fmla="*/ 124746 h 177790"/>
                    <a:gd name="connsiteX28" fmla="*/ 141587 w 177787"/>
                    <a:gd name="connsiteY28" fmla="*/ 155108 h 177790"/>
                    <a:gd name="connsiteX29" fmla="*/ 30418 w 177787"/>
                    <a:gd name="connsiteY29" fmla="*/ 150028 h 177790"/>
                    <a:gd name="connsiteX30" fmla="*/ 44595 w 177787"/>
                    <a:gd name="connsiteY30" fmla="*/ 150028 h 177790"/>
                    <a:gd name="connsiteX31" fmla="*/ 53041 w 177787"/>
                    <a:gd name="connsiteY31" fmla="*/ 141581 h 177790"/>
                    <a:gd name="connsiteX32" fmla="*/ 22680 w 177787"/>
                    <a:gd name="connsiteY32" fmla="*/ 141581 h 177790"/>
                    <a:gd name="connsiteX33" fmla="*/ 27760 w 177787"/>
                    <a:gd name="connsiteY33" fmla="*/ 30411 h 177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87" h="177790">
                      <a:moveTo>
                        <a:pt x="19372" y="144357"/>
                      </a:moveTo>
                      <a:lnTo>
                        <a:pt x="19372" y="175310"/>
                      </a:lnTo>
                      <a:lnTo>
                        <a:pt x="27760" y="166863"/>
                      </a:lnTo>
                      <a:lnTo>
                        <a:pt x="27760" y="153454"/>
                      </a:lnTo>
                      <a:cubicBezTo>
                        <a:pt x="60130" y="184111"/>
                        <a:pt x="110103" y="185824"/>
                        <a:pt x="144363" y="158475"/>
                      </a:cubicBezTo>
                      <a:lnTo>
                        <a:pt x="175316" y="158475"/>
                      </a:lnTo>
                      <a:lnTo>
                        <a:pt x="166869" y="150028"/>
                      </a:lnTo>
                      <a:lnTo>
                        <a:pt x="153460" y="150028"/>
                      </a:lnTo>
                      <a:cubicBezTo>
                        <a:pt x="184117" y="117598"/>
                        <a:pt x="185830" y="67684"/>
                        <a:pt x="158422" y="33424"/>
                      </a:cubicBezTo>
                      <a:lnTo>
                        <a:pt x="158422" y="2472"/>
                      </a:lnTo>
                      <a:lnTo>
                        <a:pt x="149975" y="10918"/>
                      </a:lnTo>
                      <a:lnTo>
                        <a:pt x="149975" y="24327"/>
                      </a:lnTo>
                      <a:cubicBezTo>
                        <a:pt x="117605" y="-6330"/>
                        <a:pt x="67632" y="-8043"/>
                        <a:pt x="33371" y="19365"/>
                      </a:cubicBezTo>
                      <a:lnTo>
                        <a:pt x="2419" y="19365"/>
                      </a:lnTo>
                      <a:lnTo>
                        <a:pt x="10866" y="27812"/>
                      </a:lnTo>
                      <a:lnTo>
                        <a:pt x="24275" y="27812"/>
                      </a:lnTo>
                      <a:cubicBezTo>
                        <a:pt x="-6324" y="60124"/>
                        <a:pt x="-8036" y="110038"/>
                        <a:pt x="19372" y="144357"/>
                      </a:cubicBezTo>
                      <a:close/>
                      <a:moveTo>
                        <a:pt x="27760" y="30411"/>
                      </a:moveTo>
                      <a:lnTo>
                        <a:pt x="27760" y="44588"/>
                      </a:lnTo>
                      <a:lnTo>
                        <a:pt x="36207" y="53035"/>
                      </a:lnTo>
                      <a:lnTo>
                        <a:pt x="36207" y="22673"/>
                      </a:lnTo>
                      <a:cubicBezTo>
                        <a:pt x="68931" y="-3435"/>
                        <a:pt x="116601" y="-1723"/>
                        <a:pt x="147376" y="27754"/>
                      </a:cubicBezTo>
                      <a:lnTo>
                        <a:pt x="133199" y="27754"/>
                      </a:lnTo>
                      <a:lnTo>
                        <a:pt x="124752" y="36201"/>
                      </a:lnTo>
                      <a:lnTo>
                        <a:pt x="155114" y="36201"/>
                      </a:lnTo>
                      <a:cubicBezTo>
                        <a:pt x="181223" y="68925"/>
                        <a:pt x="179510" y="116594"/>
                        <a:pt x="150034" y="147370"/>
                      </a:cubicBezTo>
                      <a:lnTo>
                        <a:pt x="150034" y="133193"/>
                      </a:lnTo>
                      <a:lnTo>
                        <a:pt x="141587" y="124746"/>
                      </a:lnTo>
                      <a:lnTo>
                        <a:pt x="141587" y="155108"/>
                      </a:lnTo>
                      <a:cubicBezTo>
                        <a:pt x="108862" y="181158"/>
                        <a:pt x="61193" y="179504"/>
                        <a:pt x="30418" y="150028"/>
                      </a:cubicBezTo>
                      <a:lnTo>
                        <a:pt x="44595" y="150028"/>
                      </a:lnTo>
                      <a:lnTo>
                        <a:pt x="53041" y="141581"/>
                      </a:lnTo>
                      <a:lnTo>
                        <a:pt x="22680" y="141581"/>
                      </a:lnTo>
                      <a:cubicBezTo>
                        <a:pt x="-3370" y="108856"/>
                        <a:pt x="-1657" y="61187"/>
                        <a:pt x="27760" y="30411"/>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70" name="Freeform: Shape 1669">
                  <a:extLst>
                    <a:ext uri="{FF2B5EF4-FFF2-40B4-BE49-F238E27FC236}">
                      <a16:creationId xmlns:a16="http://schemas.microsoft.com/office/drawing/2014/main" id="{6935D716-C2AC-16E3-13E1-E3FE05BB91D4}"/>
                    </a:ext>
                  </a:extLst>
                </p:cNvPr>
                <p:cNvSpPr/>
                <p:nvPr/>
              </p:nvSpPr>
              <p:spPr>
                <a:xfrm>
                  <a:off x="808927" y="2454830"/>
                  <a:ext cx="177764" cy="177731"/>
                </a:xfrm>
                <a:custGeom>
                  <a:avLst/>
                  <a:gdLst>
                    <a:gd name="connsiteX0" fmla="*/ 19348 w 177764"/>
                    <a:gd name="connsiteY0" fmla="*/ 144239 h 177731"/>
                    <a:gd name="connsiteX1" fmla="*/ 19348 w 177764"/>
                    <a:gd name="connsiteY1" fmla="*/ 175192 h 177731"/>
                    <a:gd name="connsiteX2" fmla="*/ 27736 w 177764"/>
                    <a:gd name="connsiteY2" fmla="*/ 166804 h 177731"/>
                    <a:gd name="connsiteX3" fmla="*/ 27736 w 177764"/>
                    <a:gd name="connsiteY3" fmla="*/ 153395 h 177731"/>
                    <a:gd name="connsiteX4" fmla="*/ 144340 w 177764"/>
                    <a:gd name="connsiteY4" fmla="*/ 158416 h 177731"/>
                    <a:gd name="connsiteX5" fmla="*/ 175293 w 177764"/>
                    <a:gd name="connsiteY5" fmla="*/ 158416 h 177731"/>
                    <a:gd name="connsiteX6" fmla="*/ 166846 w 177764"/>
                    <a:gd name="connsiteY6" fmla="*/ 150028 h 177731"/>
                    <a:gd name="connsiteX7" fmla="*/ 153437 w 177764"/>
                    <a:gd name="connsiteY7" fmla="*/ 150028 h 177731"/>
                    <a:gd name="connsiteX8" fmla="*/ 158399 w 177764"/>
                    <a:gd name="connsiteY8" fmla="*/ 33424 h 177731"/>
                    <a:gd name="connsiteX9" fmla="*/ 158399 w 177764"/>
                    <a:gd name="connsiteY9" fmla="*/ 2472 h 177731"/>
                    <a:gd name="connsiteX10" fmla="*/ 149952 w 177764"/>
                    <a:gd name="connsiteY10" fmla="*/ 10919 h 177731"/>
                    <a:gd name="connsiteX11" fmla="*/ 149952 w 177764"/>
                    <a:gd name="connsiteY11" fmla="*/ 24328 h 177731"/>
                    <a:gd name="connsiteX12" fmla="*/ 33348 w 177764"/>
                    <a:gd name="connsiteY12" fmla="*/ 19365 h 177731"/>
                    <a:gd name="connsiteX13" fmla="*/ 2395 w 177764"/>
                    <a:gd name="connsiteY13" fmla="*/ 19365 h 177731"/>
                    <a:gd name="connsiteX14" fmla="*/ 10842 w 177764"/>
                    <a:gd name="connsiteY14" fmla="*/ 27813 h 177731"/>
                    <a:gd name="connsiteX15" fmla="*/ 24251 w 177764"/>
                    <a:gd name="connsiteY15" fmla="*/ 27813 h 177731"/>
                    <a:gd name="connsiteX16" fmla="*/ 19348 w 177764"/>
                    <a:gd name="connsiteY16" fmla="*/ 144239 h 177731"/>
                    <a:gd name="connsiteX17" fmla="*/ 27795 w 177764"/>
                    <a:gd name="connsiteY17" fmla="*/ 30293 h 177731"/>
                    <a:gd name="connsiteX18" fmla="*/ 27795 w 177764"/>
                    <a:gd name="connsiteY18" fmla="*/ 44470 h 177731"/>
                    <a:gd name="connsiteX19" fmla="*/ 36242 w 177764"/>
                    <a:gd name="connsiteY19" fmla="*/ 52917 h 177731"/>
                    <a:gd name="connsiteX20" fmla="*/ 36242 w 177764"/>
                    <a:gd name="connsiteY20" fmla="*/ 22555 h 177731"/>
                    <a:gd name="connsiteX21" fmla="*/ 147412 w 177764"/>
                    <a:gd name="connsiteY21" fmla="*/ 27635 h 177731"/>
                    <a:gd name="connsiteX22" fmla="*/ 133235 w 177764"/>
                    <a:gd name="connsiteY22" fmla="*/ 27635 h 177731"/>
                    <a:gd name="connsiteX23" fmla="*/ 124788 w 177764"/>
                    <a:gd name="connsiteY23" fmla="*/ 36082 h 177731"/>
                    <a:gd name="connsiteX24" fmla="*/ 155150 w 177764"/>
                    <a:gd name="connsiteY24" fmla="*/ 36082 h 177731"/>
                    <a:gd name="connsiteX25" fmla="*/ 150070 w 177764"/>
                    <a:gd name="connsiteY25" fmla="*/ 147252 h 177731"/>
                    <a:gd name="connsiteX26" fmla="*/ 150070 w 177764"/>
                    <a:gd name="connsiteY26" fmla="*/ 133075 h 177731"/>
                    <a:gd name="connsiteX27" fmla="*/ 141623 w 177764"/>
                    <a:gd name="connsiteY27" fmla="*/ 124628 h 177731"/>
                    <a:gd name="connsiteX28" fmla="*/ 141623 w 177764"/>
                    <a:gd name="connsiteY28" fmla="*/ 154990 h 177731"/>
                    <a:gd name="connsiteX29" fmla="*/ 30454 w 177764"/>
                    <a:gd name="connsiteY29" fmla="*/ 149910 h 177731"/>
                    <a:gd name="connsiteX30" fmla="*/ 44630 w 177764"/>
                    <a:gd name="connsiteY30" fmla="*/ 149910 h 177731"/>
                    <a:gd name="connsiteX31" fmla="*/ 53077 w 177764"/>
                    <a:gd name="connsiteY31" fmla="*/ 141463 h 177731"/>
                    <a:gd name="connsiteX32" fmla="*/ 22715 w 177764"/>
                    <a:gd name="connsiteY32" fmla="*/ 141463 h 177731"/>
                    <a:gd name="connsiteX33" fmla="*/ 27795 w 177764"/>
                    <a:gd name="connsiteY33" fmla="*/ 30293 h 177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764" h="177731">
                      <a:moveTo>
                        <a:pt x="19348" y="144239"/>
                      </a:moveTo>
                      <a:lnTo>
                        <a:pt x="19348" y="175192"/>
                      </a:lnTo>
                      <a:lnTo>
                        <a:pt x="27736" y="166804"/>
                      </a:lnTo>
                      <a:lnTo>
                        <a:pt x="27736" y="153395"/>
                      </a:lnTo>
                      <a:cubicBezTo>
                        <a:pt x="60107" y="184052"/>
                        <a:pt x="110080" y="185765"/>
                        <a:pt x="144340" y="158416"/>
                      </a:cubicBezTo>
                      <a:lnTo>
                        <a:pt x="175293" y="158416"/>
                      </a:lnTo>
                      <a:lnTo>
                        <a:pt x="166846" y="150028"/>
                      </a:lnTo>
                      <a:lnTo>
                        <a:pt x="153437" y="150028"/>
                      </a:lnTo>
                      <a:cubicBezTo>
                        <a:pt x="184094" y="117599"/>
                        <a:pt x="185807" y="67685"/>
                        <a:pt x="158399" y="33424"/>
                      </a:cubicBezTo>
                      <a:lnTo>
                        <a:pt x="158399" y="2472"/>
                      </a:lnTo>
                      <a:lnTo>
                        <a:pt x="149952" y="10919"/>
                      </a:lnTo>
                      <a:lnTo>
                        <a:pt x="149952" y="24328"/>
                      </a:lnTo>
                      <a:cubicBezTo>
                        <a:pt x="117582" y="-6330"/>
                        <a:pt x="67608" y="-8043"/>
                        <a:pt x="33348" y="19365"/>
                      </a:cubicBezTo>
                      <a:lnTo>
                        <a:pt x="2395" y="19365"/>
                      </a:lnTo>
                      <a:lnTo>
                        <a:pt x="10842" y="27813"/>
                      </a:lnTo>
                      <a:lnTo>
                        <a:pt x="24251" y="27813"/>
                      </a:lnTo>
                      <a:cubicBezTo>
                        <a:pt x="-6347" y="60006"/>
                        <a:pt x="-8001" y="109920"/>
                        <a:pt x="19348" y="144239"/>
                      </a:cubicBezTo>
                      <a:close/>
                      <a:moveTo>
                        <a:pt x="27795" y="30293"/>
                      </a:moveTo>
                      <a:lnTo>
                        <a:pt x="27795" y="44470"/>
                      </a:lnTo>
                      <a:lnTo>
                        <a:pt x="36242" y="52917"/>
                      </a:lnTo>
                      <a:lnTo>
                        <a:pt x="36242" y="22555"/>
                      </a:lnTo>
                      <a:cubicBezTo>
                        <a:pt x="68967" y="-3553"/>
                        <a:pt x="116636" y="-1841"/>
                        <a:pt x="147412" y="27635"/>
                      </a:cubicBezTo>
                      <a:lnTo>
                        <a:pt x="133235" y="27635"/>
                      </a:lnTo>
                      <a:lnTo>
                        <a:pt x="124788" y="36082"/>
                      </a:lnTo>
                      <a:lnTo>
                        <a:pt x="155150" y="36082"/>
                      </a:lnTo>
                      <a:cubicBezTo>
                        <a:pt x="181259" y="68807"/>
                        <a:pt x="179546" y="116476"/>
                        <a:pt x="150070" y="147252"/>
                      </a:cubicBezTo>
                      <a:lnTo>
                        <a:pt x="150070" y="133075"/>
                      </a:lnTo>
                      <a:lnTo>
                        <a:pt x="141623" y="124628"/>
                      </a:lnTo>
                      <a:lnTo>
                        <a:pt x="141623" y="154990"/>
                      </a:lnTo>
                      <a:cubicBezTo>
                        <a:pt x="108898" y="181040"/>
                        <a:pt x="61229" y="179386"/>
                        <a:pt x="30454" y="149910"/>
                      </a:cubicBezTo>
                      <a:lnTo>
                        <a:pt x="44630" y="149910"/>
                      </a:lnTo>
                      <a:lnTo>
                        <a:pt x="53077" y="141463"/>
                      </a:lnTo>
                      <a:lnTo>
                        <a:pt x="22715" y="141463"/>
                      </a:lnTo>
                      <a:cubicBezTo>
                        <a:pt x="-3334" y="108738"/>
                        <a:pt x="-1680" y="61069"/>
                        <a:pt x="27795" y="302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1671" name="Graphic 4773">
                  <a:extLst>
                    <a:ext uri="{FF2B5EF4-FFF2-40B4-BE49-F238E27FC236}">
                      <a16:creationId xmlns:a16="http://schemas.microsoft.com/office/drawing/2014/main" id="{AF06C701-EBF2-52B0-557F-FBF5F619B2BF}"/>
                    </a:ext>
                  </a:extLst>
                </p:cNvPr>
                <p:cNvGrpSpPr/>
                <p:nvPr/>
              </p:nvGrpSpPr>
              <p:grpSpPr>
                <a:xfrm>
                  <a:off x="1739250" y="2188416"/>
                  <a:ext cx="502742" cy="119025"/>
                  <a:chOff x="1739250" y="2188416"/>
                  <a:chExt cx="502742" cy="119025"/>
                </a:xfrm>
                <a:grpFill/>
              </p:grpSpPr>
              <p:sp>
                <p:nvSpPr>
                  <p:cNvPr id="1792" name="Freeform: Shape 1791">
                    <a:extLst>
                      <a:ext uri="{FF2B5EF4-FFF2-40B4-BE49-F238E27FC236}">
                        <a16:creationId xmlns:a16="http://schemas.microsoft.com/office/drawing/2014/main" id="{9460E0E9-EA59-B24E-3E7B-372376AFABA6}"/>
                      </a:ext>
                    </a:extLst>
                  </p:cNvPr>
                  <p:cNvSpPr/>
                  <p:nvPr/>
                </p:nvSpPr>
                <p:spPr>
                  <a:xfrm>
                    <a:off x="2096208" y="2188475"/>
                    <a:ext cx="145784" cy="118966"/>
                  </a:xfrm>
                  <a:custGeom>
                    <a:avLst/>
                    <a:gdLst>
                      <a:gd name="connsiteX0" fmla="*/ 0 w 145784"/>
                      <a:gd name="connsiteY0" fmla="*/ 35678 h 118966"/>
                      <a:gd name="connsiteX1" fmla="*/ 0 w 145784"/>
                      <a:gd name="connsiteY1" fmla="*/ 83289 h 118966"/>
                      <a:gd name="connsiteX2" fmla="*/ 35678 w 145784"/>
                      <a:gd name="connsiteY2" fmla="*/ 118967 h 118966"/>
                      <a:gd name="connsiteX3" fmla="*/ 83288 w 145784"/>
                      <a:gd name="connsiteY3" fmla="*/ 118967 h 118966"/>
                      <a:gd name="connsiteX4" fmla="*/ 118494 w 145784"/>
                      <a:gd name="connsiteY4" fmla="*/ 88959 h 118966"/>
                      <a:gd name="connsiteX5" fmla="*/ 145784 w 145784"/>
                      <a:gd name="connsiteY5" fmla="*/ 59483 h 118966"/>
                      <a:gd name="connsiteX6" fmla="*/ 118494 w 145784"/>
                      <a:gd name="connsiteY6" fmla="*/ 30008 h 118966"/>
                      <a:gd name="connsiteX7" fmla="*/ 83288 w 145784"/>
                      <a:gd name="connsiteY7" fmla="*/ 0 h 118966"/>
                      <a:gd name="connsiteX8" fmla="*/ 35678 w 145784"/>
                      <a:gd name="connsiteY8" fmla="*/ 0 h 118966"/>
                      <a:gd name="connsiteX9" fmla="*/ 0 w 145784"/>
                      <a:gd name="connsiteY9" fmla="*/ 35678 h 118966"/>
                      <a:gd name="connsiteX10" fmla="*/ 5966 w 145784"/>
                      <a:gd name="connsiteY10" fmla="*/ 35678 h 118966"/>
                      <a:gd name="connsiteX11" fmla="*/ 35678 w 145784"/>
                      <a:gd name="connsiteY11" fmla="*/ 5907 h 118966"/>
                      <a:gd name="connsiteX12" fmla="*/ 83288 w 145784"/>
                      <a:gd name="connsiteY12" fmla="*/ 5907 h 118966"/>
                      <a:gd name="connsiteX13" fmla="*/ 112469 w 145784"/>
                      <a:gd name="connsiteY13" fmla="*/ 30067 h 118966"/>
                      <a:gd name="connsiteX14" fmla="*/ 86242 w 145784"/>
                      <a:gd name="connsiteY14" fmla="*/ 59424 h 118966"/>
                      <a:gd name="connsiteX15" fmla="*/ 112469 w 145784"/>
                      <a:gd name="connsiteY15" fmla="*/ 88782 h 118966"/>
                      <a:gd name="connsiteX16" fmla="*/ 83288 w 145784"/>
                      <a:gd name="connsiteY16" fmla="*/ 112942 h 118966"/>
                      <a:gd name="connsiteX17" fmla="*/ 35678 w 145784"/>
                      <a:gd name="connsiteY17" fmla="*/ 112942 h 118966"/>
                      <a:gd name="connsiteX18" fmla="*/ 5966 w 145784"/>
                      <a:gd name="connsiteY18" fmla="*/ 83171 h 118966"/>
                      <a:gd name="connsiteX19" fmla="*/ 5966 w 145784"/>
                      <a:gd name="connsiteY19" fmla="*/ 3567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0" y="35678"/>
                        </a:moveTo>
                        <a:lnTo>
                          <a:pt x="0" y="83289"/>
                        </a:lnTo>
                        <a:cubicBezTo>
                          <a:pt x="0" y="103018"/>
                          <a:pt x="16008" y="118967"/>
                          <a:pt x="35678" y="118967"/>
                        </a:cubicBezTo>
                        <a:lnTo>
                          <a:pt x="83288" y="118967"/>
                        </a:lnTo>
                        <a:cubicBezTo>
                          <a:pt x="101068" y="118967"/>
                          <a:pt x="115777" y="105971"/>
                          <a:pt x="118494" y="88959"/>
                        </a:cubicBezTo>
                        <a:cubicBezTo>
                          <a:pt x="133734" y="87660"/>
                          <a:pt x="145784" y="75019"/>
                          <a:pt x="145784" y="59483"/>
                        </a:cubicBezTo>
                        <a:cubicBezTo>
                          <a:pt x="145784" y="43948"/>
                          <a:pt x="133734" y="31248"/>
                          <a:pt x="118494" y="30008"/>
                        </a:cubicBezTo>
                        <a:cubicBezTo>
                          <a:pt x="115777" y="12996"/>
                          <a:pt x="101068" y="0"/>
                          <a:pt x="83288" y="0"/>
                        </a:cubicBezTo>
                        <a:lnTo>
                          <a:pt x="35678" y="0"/>
                        </a:lnTo>
                        <a:cubicBezTo>
                          <a:pt x="16008" y="-59"/>
                          <a:pt x="0" y="15949"/>
                          <a:pt x="0" y="35678"/>
                        </a:cubicBezTo>
                        <a:close/>
                        <a:moveTo>
                          <a:pt x="5966" y="35678"/>
                        </a:moveTo>
                        <a:cubicBezTo>
                          <a:pt x="5966" y="19257"/>
                          <a:pt x="19316" y="5907"/>
                          <a:pt x="35678" y="5907"/>
                        </a:cubicBezTo>
                        <a:lnTo>
                          <a:pt x="83288" y="5907"/>
                        </a:lnTo>
                        <a:cubicBezTo>
                          <a:pt x="97761" y="5907"/>
                          <a:pt x="109870" y="16303"/>
                          <a:pt x="112469" y="30067"/>
                        </a:cubicBezTo>
                        <a:cubicBezTo>
                          <a:pt x="97761" y="31839"/>
                          <a:pt x="86242" y="44244"/>
                          <a:pt x="86242" y="59424"/>
                        </a:cubicBezTo>
                        <a:cubicBezTo>
                          <a:pt x="86242" y="74664"/>
                          <a:pt x="97701" y="87010"/>
                          <a:pt x="112469" y="88782"/>
                        </a:cubicBezTo>
                        <a:cubicBezTo>
                          <a:pt x="109870" y="102545"/>
                          <a:pt x="97761" y="112942"/>
                          <a:pt x="83288" y="112942"/>
                        </a:cubicBezTo>
                        <a:lnTo>
                          <a:pt x="35678" y="112942"/>
                        </a:lnTo>
                        <a:cubicBezTo>
                          <a:pt x="19257" y="112942"/>
                          <a:pt x="5966" y="99592"/>
                          <a:pt x="5966" y="83171"/>
                        </a:cubicBezTo>
                        <a:lnTo>
                          <a:pt x="5966" y="35678"/>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93" name="Freeform: Shape 1792">
                    <a:extLst>
                      <a:ext uri="{FF2B5EF4-FFF2-40B4-BE49-F238E27FC236}">
                        <a16:creationId xmlns:a16="http://schemas.microsoft.com/office/drawing/2014/main" id="{AC06B144-B043-7A63-1770-0481B0E2CD1A}"/>
                      </a:ext>
                    </a:extLst>
                  </p:cNvPr>
                  <p:cNvSpPr/>
                  <p:nvPr/>
                </p:nvSpPr>
                <p:spPr>
                  <a:xfrm>
                    <a:off x="1739250" y="2188416"/>
                    <a:ext cx="145784" cy="118966"/>
                  </a:xfrm>
                  <a:custGeom>
                    <a:avLst/>
                    <a:gdLst>
                      <a:gd name="connsiteX0" fmla="*/ 145784 w 145784"/>
                      <a:gd name="connsiteY0" fmla="*/ 83288 h 118966"/>
                      <a:gd name="connsiteX1" fmla="*/ 145784 w 145784"/>
                      <a:gd name="connsiteY1" fmla="*/ 35678 h 118966"/>
                      <a:gd name="connsiteX2" fmla="*/ 110106 w 145784"/>
                      <a:gd name="connsiteY2" fmla="*/ 0 h 118966"/>
                      <a:gd name="connsiteX3" fmla="*/ 62496 w 145784"/>
                      <a:gd name="connsiteY3" fmla="*/ 0 h 118966"/>
                      <a:gd name="connsiteX4" fmla="*/ 27290 w 145784"/>
                      <a:gd name="connsiteY4" fmla="*/ 30007 h 118966"/>
                      <a:gd name="connsiteX5" fmla="*/ 0 w 145784"/>
                      <a:gd name="connsiteY5" fmla="*/ 59483 h 118966"/>
                      <a:gd name="connsiteX6" fmla="*/ 27290 w 145784"/>
                      <a:gd name="connsiteY6" fmla="*/ 88959 h 118966"/>
                      <a:gd name="connsiteX7" fmla="*/ 62496 w 145784"/>
                      <a:gd name="connsiteY7" fmla="*/ 118966 h 118966"/>
                      <a:gd name="connsiteX8" fmla="*/ 110106 w 145784"/>
                      <a:gd name="connsiteY8" fmla="*/ 118966 h 118966"/>
                      <a:gd name="connsiteX9" fmla="*/ 145784 w 145784"/>
                      <a:gd name="connsiteY9" fmla="*/ 83288 h 118966"/>
                      <a:gd name="connsiteX10" fmla="*/ 139877 w 145784"/>
                      <a:gd name="connsiteY10" fmla="*/ 83288 h 118966"/>
                      <a:gd name="connsiteX11" fmla="*/ 110106 w 145784"/>
                      <a:gd name="connsiteY11" fmla="*/ 113059 h 118966"/>
                      <a:gd name="connsiteX12" fmla="*/ 62496 w 145784"/>
                      <a:gd name="connsiteY12" fmla="*/ 113059 h 118966"/>
                      <a:gd name="connsiteX13" fmla="*/ 33315 w 145784"/>
                      <a:gd name="connsiteY13" fmla="*/ 88900 h 118966"/>
                      <a:gd name="connsiteX14" fmla="*/ 59542 w 145784"/>
                      <a:gd name="connsiteY14" fmla="*/ 59542 h 118966"/>
                      <a:gd name="connsiteX15" fmla="*/ 33315 w 145784"/>
                      <a:gd name="connsiteY15" fmla="*/ 30185 h 118966"/>
                      <a:gd name="connsiteX16" fmla="*/ 62496 w 145784"/>
                      <a:gd name="connsiteY16" fmla="*/ 6025 h 118966"/>
                      <a:gd name="connsiteX17" fmla="*/ 110106 w 145784"/>
                      <a:gd name="connsiteY17" fmla="*/ 6025 h 118966"/>
                      <a:gd name="connsiteX18" fmla="*/ 139877 w 145784"/>
                      <a:gd name="connsiteY18" fmla="*/ 35796 h 118966"/>
                      <a:gd name="connsiteX19" fmla="*/ 139877 w 145784"/>
                      <a:gd name="connsiteY19" fmla="*/ 83288 h 11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84" h="118966">
                        <a:moveTo>
                          <a:pt x="145784" y="83288"/>
                        </a:moveTo>
                        <a:lnTo>
                          <a:pt x="145784" y="35678"/>
                        </a:lnTo>
                        <a:cubicBezTo>
                          <a:pt x="145784" y="15949"/>
                          <a:pt x="129776" y="0"/>
                          <a:pt x="110106" y="0"/>
                        </a:cubicBezTo>
                        <a:lnTo>
                          <a:pt x="62496" y="0"/>
                        </a:lnTo>
                        <a:cubicBezTo>
                          <a:pt x="44716" y="0"/>
                          <a:pt x="30007" y="12995"/>
                          <a:pt x="27290" y="30007"/>
                        </a:cubicBezTo>
                        <a:cubicBezTo>
                          <a:pt x="12050" y="31307"/>
                          <a:pt x="0" y="43889"/>
                          <a:pt x="0" y="59483"/>
                        </a:cubicBezTo>
                        <a:cubicBezTo>
                          <a:pt x="0" y="75078"/>
                          <a:pt x="12050" y="87718"/>
                          <a:pt x="27290" y="88959"/>
                        </a:cubicBezTo>
                        <a:cubicBezTo>
                          <a:pt x="30007" y="105971"/>
                          <a:pt x="44716" y="118966"/>
                          <a:pt x="62496" y="118966"/>
                        </a:cubicBezTo>
                        <a:lnTo>
                          <a:pt x="110106" y="118966"/>
                        </a:lnTo>
                        <a:cubicBezTo>
                          <a:pt x="129835" y="118966"/>
                          <a:pt x="145784" y="103018"/>
                          <a:pt x="145784" y="83288"/>
                        </a:cubicBezTo>
                        <a:close/>
                        <a:moveTo>
                          <a:pt x="139877" y="83288"/>
                        </a:moveTo>
                        <a:cubicBezTo>
                          <a:pt x="139877" y="99710"/>
                          <a:pt x="126527" y="113059"/>
                          <a:pt x="110106" y="113059"/>
                        </a:cubicBezTo>
                        <a:lnTo>
                          <a:pt x="62496" y="113059"/>
                        </a:lnTo>
                        <a:cubicBezTo>
                          <a:pt x="48024" y="113059"/>
                          <a:pt x="35914" y="102663"/>
                          <a:pt x="33315" y="88900"/>
                        </a:cubicBezTo>
                        <a:cubicBezTo>
                          <a:pt x="48083" y="87128"/>
                          <a:pt x="59542" y="74723"/>
                          <a:pt x="59542" y="59542"/>
                        </a:cubicBezTo>
                        <a:cubicBezTo>
                          <a:pt x="59542" y="44361"/>
                          <a:pt x="48083" y="31957"/>
                          <a:pt x="33315" y="30185"/>
                        </a:cubicBezTo>
                        <a:cubicBezTo>
                          <a:pt x="35914" y="16421"/>
                          <a:pt x="48024" y="6025"/>
                          <a:pt x="62496" y="6025"/>
                        </a:cubicBezTo>
                        <a:lnTo>
                          <a:pt x="110106" y="6025"/>
                        </a:lnTo>
                        <a:cubicBezTo>
                          <a:pt x="126527" y="6025"/>
                          <a:pt x="139877" y="19375"/>
                          <a:pt x="139877" y="35796"/>
                        </a:cubicBezTo>
                        <a:lnTo>
                          <a:pt x="139877" y="83288"/>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94" name="Freeform: Shape 1793">
                    <a:extLst>
                      <a:ext uri="{FF2B5EF4-FFF2-40B4-BE49-F238E27FC236}">
                        <a16:creationId xmlns:a16="http://schemas.microsoft.com/office/drawing/2014/main" id="{85542115-38E3-9899-0F96-D6DB646782B5}"/>
                      </a:ext>
                    </a:extLst>
                  </p:cNvPr>
                  <p:cNvSpPr/>
                  <p:nvPr/>
                </p:nvSpPr>
                <p:spPr>
                  <a:xfrm>
                    <a:off x="1900510" y="2188475"/>
                    <a:ext cx="176559" cy="118907"/>
                  </a:xfrm>
                  <a:custGeom>
                    <a:avLst/>
                    <a:gdLst>
                      <a:gd name="connsiteX0" fmla="*/ 28354 w 176559"/>
                      <a:gd name="connsiteY0" fmla="*/ 89018 h 118907"/>
                      <a:gd name="connsiteX1" fmla="*/ 63559 w 176559"/>
                      <a:gd name="connsiteY1" fmla="*/ 118907 h 118907"/>
                      <a:gd name="connsiteX2" fmla="*/ 111170 w 176559"/>
                      <a:gd name="connsiteY2" fmla="*/ 118907 h 118907"/>
                      <a:gd name="connsiteX3" fmla="*/ 146316 w 176559"/>
                      <a:gd name="connsiteY3" fmla="*/ 89136 h 118907"/>
                      <a:gd name="connsiteX4" fmla="*/ 146848 w 176559"/>
                      <a:gd name="connsiteY4" fmla="*/ 89195 h 118907"/>
                      <a:gd name="connsiteX5" fmla="*/ 176560 w 176559"/>
                      <a:gd name="connsiteY5" fmla="*/ 59483 h 118907"/>
                      <a:gd name="connsiteX6" fmla="*/ 146848 w 176559"/>
                      <a:gd name="connsiteY6" fmla="*/ 29712 h 118907"/>
                      <a:gd name="connsiteX7" fmla="*/ 146316 w 176559"/>
                      <a:gd name="connsiteY7" fmla="*/ 29771 h 118907"/>
                      <a:gd name="connsiteX8" fmla="*/ 111170 w 176559"/>
                      <a:gd name="connsiteY8" fmla="*/ 0 h 118907"/>
                      <a:gd name="connsiteX9" fmla="*/ 63559 w 176559"/>
                      <a:gd name="connsiteY9" fmla="*/ 0 h 118907"/>
                      <a:gd name="connsiteX10" fmla="*/ 28354 w 176559"/>
                      <a:gd name="connsiteY10" fmla="*/ 29889 h 118907"/>
                      <a:gd name="connsiteX11" fmla="*/ 0 w 176559"/>
                      <a:gd name="connsiteY11" fmla="*/ 59483 h 118907"/>
                      <a:gd name="connsiteX12" fmla="*/ 28354 w 176559"/>
                      <a:gd name="connsiteY12" fmla="*/ 89018 h 118907"/>
                      <a:gd name="connsiteX13" fmla="*/ 34320 w 176559"/>
                      <a:gd name="connsiteY13" fmla="*/ 88723 h 118907"/>
                      <a:gd name="connsiteX14" fmla="*/ 59424 w 176559"/>
                      <a:gd name="connsiteY14" fmla="*/ 59424 h 118907"/>
                      <a:gd name="connsiteX15" fmla="*/ 34320 w 176559"/>
                      <a:gd name="connsiteY15" fmla="*/ 30126 h 118907"/>
                      <a:gd name="connsiteX16" fmla="*/ 63500 w 176559"/>
                      <a:gd name="connsiteY16" fmla="*/ 5848 h 118907"/>
                      <a:gd name="connsiteX17" fmla="*/ 111110 w 176559"/>
                      <a:gd name="connsiteY17" fmla="*/ 5848 h 118907"/>
                      <a:gd name="connsiteX18" fmla="*/ 140350 w 176559"/>
                      <a:gd name="connsiteY18" fmla="*/ 30421 h 118907"/>
                      <a:gd name="connsiteX19" fmla="*/ 117077 w 176559"/>
                      <a:gd name="connsiteY19" fmla="*/ 59424 h 118907"/>
                      <a:gd name="connsiteX20" fmla="*/ 140350 w 176559"/>
                      <a:gd name="connsiteY20" fmla="*/ 88427 h 118907"/>
                      <a:gd name="connsiteX21" fmla="*/ 111110 w 176559"/>
                      <a:gd name="connsiteY21" fmla="*/ 113001 h 118907"/>
                      <a:gd name="connsiteX22" fmla="*/ 63500 w 176559"/>
                      <a:gd name="connsiteY22" fmla="*/ 113001 h 118907"/>
                      <a:gd name="connsiteX23" fmla="*/ 34320 w 176559"/>
                      <a:gd name="connsiteY23" fmla="*/ 88723 h 118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559" h="118907">
                        <a:moveTo>
                          <a:pt x="28354" y="89018"/>
                        </a:moveTo>
                        <a:cubicBezTo>
                          <a:pt x="31130" y="105971"/>
                          <a:pt x="45779" y="118907"/>
                          <a:pt x="63559" y="118907"/>
                        </a:cubicBezTo>
                        <a:lnTo>
                          <a:pt x="111170" y="118907"/>
                        </a:lnTo>
                        <a:cubicBezTo>
                          <a:pt x="128890" y="118907"/>
                          <a:pt x="143540" y="106030"/>
                          <a:pt x="146316" y="89136"/>
                        </a:cubicBezTo>
                        <a:cubicBezTo>
                          <a:pt x="146493" y="89136"/>
                          <a:pt x="146671" y="89195"/>
                          <a:pt x="146848" y="89195"/>
                        </a:cubicBezTo>
                        <a:cubicBezTo>
                          <a:pt x="163269" y="89195"/>
                          <a:pt x="176560" y="75905"/>
                          <a:pt x="176560" y="59483"/>
                        </a:cubicBezTo>
                        <a:cubicBezTo>
                          <a:pt x="176560" y="43062"/>
                          <a:pt x="163269" y="29712"/>
                          <a:pt x="146848" y="29712"/>
                        </a:cubicBezTo>
                        <a:cubicBezTo>
                          <a:pt x="146671" y="29712"/>
                          <a:pt x="146493" y="29771"/>
                          <a:pt x="146316" y="29771"/>
                        </a:cubicBezTo>
                        <a:cubicBezTo>
                          <a:pt x="143481" y="12877"/>
                          <a:pt x="128831" y="0"/>
                          <a:pt x="111170" y="0"/>
                        </a:cubicBezTo>
                        <a:lnTo>
                          <a:pt x="63559" y="0"/>
                        </a:lnTo>
                        <a:cubicBezTo>
                          <a:pt x="45838" y="0"/>
                          <a:pt x="31189" y="12936"/>
                          <a:pt x="28354" y="29889"/>
                        </a:cubicBezTo>
                        <a:cubicBezTo>
                          <a:pt x="12582" y="30598"/>
                          <a:pt x="0" y="43534"/>
                          <a:pt x="0" y="59483"/>
                        </a:cubicBezTo>
                        <a:cubicBezTo>
                          <a:pt x="-59" y="75432"/>
                          <a:pt x="12582" y="88309"/>
                          <a:pt x="28354" y="89018"/>
                        </a:cubicBezTo>
                        <a:close/>
                        <a:moveTo>
                          <a:pt x="34320" y="88723"/>
                        </a:moveTo>
                        <a:cubicBezTo>
                          <a:pt x="48556" y="86478"/>
                          <a:pt x="59424" y="74310"/>
                          <a:pt x="59424" y="59424"/>
                        </a:cubicBezTo>
                        <a:cubicBezTo>
                          <a:pt x="59424" y="44598"/>
                          <a:pt x="48497" y="32370"/>
                          <a:pt x="34320" y="30126"/>
                        </a:cubicBezTo>
                        <a:cubicBezTo>
                          <a:pt x="36919" y="16362"/>
                          <a:pt x="48969" y="5848"/>
                          <a:pt x="63500" y="5848"/>
                        </a:cubicBezTo>
                        <a:lnTo>
                          <a:pt x="111110" y="5848"/>
                        </a:lnTo>
                        <a:cubicBezTo>
                          <a:pt x="125760" y="5848"/>
                          <a:pt x="137869" y="16481"/>
                          <a:pt x="140350" y="30421"/>
                        </a:cubicBezTo>
                        <a:cubicBezTo>
                          <a:pt x="127059" y="33375"/>
                          <a:pt x="117077" y="45189"/>
                          <a:pt x="117077" y="59424"/>
                        </a:cubicBezTo>
                        <a:cubicBezTo>
                          <a:pt x="117077" y="73601"/>
                          <a:pt x="127059" y="85474"/>
                          <a:pt x="140350" y="88427"/>
                        </a:cubicBezTo>
                        <a:cubicBezTo>
                          <a:pt x="137869" y="102368"/>
                          <a:pt x="125760" y="113001"/>
                          <a:pt x="111110" y="113001"/>
                        </a:cubicBezTo>
                        <a:lnTo>
                          <a:pt x="63500" y="113001"/>
                        </a:lnTo>
                        <a:cubicBezTo>
                          <a:pt x="48969" y="113001"/>
                          <a:pt x="36919" y="102486"/>
                          <a:pt x="34320" y="8872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672" name="Graphic 4773">
                  <a:extLst>
                    <a:ext uri="{FF2B5EF4-FFF2-40B4-BE49-F238E27FC236}">
                      <a16:creationId xmlns:a16="http://schemas.microsoft.com/office/drawing/2014/main" id="{7FD3115F-237B-AEF7-E00C-BAF98CF74D31}"/>
                    </a:ext>
                  </a:extLst>
                </p:cNvPr>
                <p:cNvGrpSpPr/>
                <p:nvPr/>
              </p:nvGrpSpPr>
              <p:grpSpPr>
                <a:xfrm>
                  <a:off x="2558193" y="4022355"/>
                  <a:ext cx="400670" cy="114063"/>
                  <a:chOff x="2558193" y="4022355"/>
                  <a:chExt cx="400670" cy="114063"/>
                </a:xfrm>
                <a:grpFill/>
              </p:grpSpPr>
              <p:grpSp>
                <p:nvGrpSpPr>
                  <p:cNvPr id="1782" name="Graphic 4773">
                    <a:extLst>
                      <a:ext uri="{FF2B5EF4-FFF2-40B4-BE49-F238E27FC236}">
                        <a16:creationId xmlns:a16="http://schemas.microsoft.com/office/drawing/2014/main" id="{59972C64-1C61-C5B6-2DBB-E028EE89F8AF}"/>
                      </a:ext>
                    </a:extLst>
                  </p:cNvPr>
                  <p:cNvGrpSpPr/>
                  <p:nvPr/>
                </p:nvGrpSpPr>
                <p:grpSpPr>
                  <a:xfrm>
                    <a:off x="2558193" y="4022355"/>
                    <a:ext cx="114004" cy="114004"/>
                    <a:chOff x="2558193" y="4022355"/>
                    <a:chExt cx="114004" cy="114004"/>
                  </a:xfrm>
                  <a:grpFill/>
                </p:grpSpPr>
                <p:sp>
                  <p:nvSpPr>
                    <p:cNvPr id="1790" name="Freeform: Shape 1789">
                      <a:extLst>
                        <a:ext uri="{FF2B5EF4-FFF2-40B4-BE49-F238E27FC236}">
                          <a16:creationId xmlns:a16="http://schemas.microsoft.com/office/drawing/2014/main" id="{6EE1A86C-8E83-F43A-4541-1ADAC4491B3A}"/>
                        </a:ext>
                      </a:extLst>
                    </p:cNvPr>
                    <p:cNvSpPr/>
                    <p:nvPr/>
                  </p:nvSpPr>
                  <p:spPr>
                    <a:xfrm>
                      <a:off x="2558193" y="4022355"/>
                      <a:ext cx="114004" cy="114004"/>
                    </a:xfrm>
                    <a:custGeom>
                      <a:avLst/>
                      <a:gdLst>
                        <a:gd name="connsiteX0" fmla="*/ 34201 w 114004"/>
                        <a:gd name="connsiteY0" fmla="*/ 114005 h 114004"/>
                        <a:gd name="connsiteX1" fmla="*/ 79803 w 114004"/>
                        <a:gd name="connsiteY1" fmla="*/ 114005 h 114004"/>
                        <a:gd name="connsiteX2" fmla="*/ 114005 w 114004"/>
                        <a:gd name="connsiteY2" fmla="*/ 79803 h 114004"/>
                        <a:gd name="connsiteX3" fmla="*/ 114005 w 114004"/>
                        <a:gd name="connsiteY3" fmla="*/ 34201 h 114004"/>
                        <a:gd name="connsiteX4" fmla="*/ 79803 w 114004"/>
                        <a:gd name="connsiteY4" fmla="*/ 0 h 114004"/>
                        <a:gd name="connsiteX5" fmla="*/ 34201 w 114004"/>
                        <a:gd name="connsiteY5" fmla="*/ 0 h 114004"/>
                        <a:gd name="connsiteX6" fmla="*/ 0 w 114004"/>
                        <a:gd name="connsiteY6" fmla="*/ 34201 h 114004"/>
                        <a:gd name="connsiteX7" fmla="*/ 0 w 114004"/>
                        <a:gd name="connsiteY7" fmla="*/ 79803 h 114004"/>
                        <a:gd name="connsiteX8" fmla="*/ 34201 w 114004"/>
                        <a:gd name="connsiteY8" fmla="*/ 114005 h 114004"/>
                        <a:gd name="connsiteX9" fmla="*/ 34201 w 114004"/>
                        <a:gd name="connsiteY9" fmla="*/ 108334 h 114004"/>
                        <a:gd name="connsiteX10" fmla="*/ 5730 w 114004"/>
                        <a:gd name="connsiteY10" fmla="*/ 79862 h 114004"/>
                        <a:gd name="connsiteX11" fmla="*/ 5730 w 114004"/>
                        <a:gd name="connsiteY11" fmla="*/ 34260 h 114004"/>
                        <a:gd name="connsiteX12" fmla="*/ 34201 w 114004"/>
                        <a:gd name="connsiteY12" fmla="*/ 5789 h 114004"/>
                        <a:gd name="connsiteX13" fmla="*/ 79803 w 114004"/>
                        <a:gd name="connsiteY13" fmla="*/ 5789 h 114004"/>
                        <a:gd name="connsiteX14" fmla="*/ 108275 w 114004"/>
                        <a:gd name="connsiteY14" fmla="*/ 34260 h 114004"/>
                        <a:gd name="connsiteX15" fmla="*/ 108275 w 114004"/>
                        <a:gd name="connsiteY15" fmla="*/ 79862 h 114004"/>
                        <a:gd name="connsiteX16" fmla="*/ 79803 w 114004"/>
                        <a:gd name="connsiteY16" fmla="*/ 108334 h 114004"/>
                        <a:gd name="connsiteX17" fmla="*/ 34201 w 114004"/>
                        <a:gd name="connsiteY17" fmla="*/ 108334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34201" y="114005"/>
                          </a:moveTo>
                          <a:lnTo>
                            <a:pt x="79803" y="114005"/>
                          </a:lnTo>
                          <a:cubicBezTo>
                            <a:pt x="98706" y="114005"/>
                            <a:pt x="114005" y="98705"/>
                            <a:pt x="114005" y="79803"/>
                          </a:cubicBezTo>
                          <a:lnTo>
                            <a:pt x="114005" y="34201"/>
                          </a:lnTo>
                          <a:cubicBezTo>
                            <a:pt x="114005" y="15299"/>
                            <a:pt x="98706" y="0"/>
                            <a:pt x="79803" y="0"/>
                          </a:cubicBezTo>
                          <a:lnTo>
                            <a:pt x="34201" y="0"/>
                          </a:lnTo>
                          <a:cubicBezTo>
                            <a:pt x="15299" y="0"/>
                            <a:pt x="0" y="15299"/>
                            <a:pt x="0" y="34201"/>
                          </a:cubicBezTo>
                          <a:lnTo>
                            <a:pt x="0" y="79803"/>
                          </a:lnTo>
                          <a:cubicBezTo>
                            <a:pt x="0" y="98705"/>
                            <a:pt x="15358" y="114005"/>
                            <a:pt x="34201" y="114005"/>
                          </a:cubicBezTo>
                          <a:close/>
                          <a:moveTo>
                            <a:pt x="34201" y="108334"/>
                          </a:moveTo>
                          <a:cubicBezTo>
                            <a:pt x="18489" y="108334"/>
                            <a:pt x="5730" y="95575"/>
                            <a:pt x="5730" y="79862"/>
                          </a:cubicBezTo>
                          <a:lnTo>
                            <a:pt x="5730" y="34260"/>
                          </a:lnTo>
                          <a:cubicBezTo>
                            <a:pt x="5730" y="18548"/>
                            <a:pt x="18489" y="5789"/>
                            <a:pt x="34201" y="5789"/>
                          </a:cubicBezTo>
                          <a:lnTo>
                            <a:pt x="79803" y="5789"/>
                          </a:lnTo>
                          <a:cubicBezTo>
                            <a:pt x="95516" y="5789"/>
                            <a:pt x="108275" y="18548"/>
                            <a:pt x="108275" y="34260"/>
                          </a:cubicBezTo>
                          <a:lnTo>
                            <a:pt x="108275" y="79862"/>
                          </a:lnTo>
                          <a:cubicBezTo>
                            <a:pt x="108275" y="95575"/>
                            <a:pt x="95516" y="108334"/>
                            <a:pt x="79803" y="108334"/>
                          </a:cubicBezTo>
                          <a:lnTo>
                            <a:pt x="34201" y="108334"/>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91" name="Freeform: Shape 1790">
                      <a:extLst>
                        <a:ext uri="{FF2B5EF4-FFF2-40B4-BE49-F238E27FC236}">
                          <a16:creationId xmlns:a16="http://schemas.microsoft.com/office/drawing/2014/main" id="{B2D0873E-A217-140D-C83D-BC47F76D4CE2}"/>
                        </a:ext>
                      </a:extLst>
                    </p:cNvPr>
                    <p:cNvSpPr/>
                    <p:nvPr/>
                  </p:nvSpPr>
                  <p:spPr>
                    <a:xfrm>
                      <a:off x="2593812" y="4054725"/>
                      <a:ext cx="42766" cy="49323"/>
                    </a:xfrm>
                    <a:custGeom>
                      <a:avLst/>
                      <a:gdLst>
                        <a:gd name="connsiteX0" fmla="*/ 42767 w 42766"/>
                        <a:gd name="connsiteY0" fmla="*/ 0 h 49323"/>
                        <a:gd name="connsiteX1" fmla="*/ 42767 w 42766"/>
                        <a:gd name="connsiteY1" fmla="*/ 49323 h 49323"/>
                        <a:gd name="connsiteX2" fmla="*/ 0 w 42766"/>
                        <a:gd name="connsiteY2" fmla="*/ 24691 h 49323"/>
                      </a:gdLst>
                      <a:ahLst/>
                      <a:cxnLst>
                        <a:cxn ang="0">
                          <a:pos x="connsiteX0" y="connsiteY0"/>
                        </a:cxn>
                        <a:cxn ang="0">
                          <a:pos x="connsiteX1" y="connsiteY1"/>
                        </a:cxn>
                        <a:cxn ang="0">
                          <a:pos x="connsiteX2" y="connsiteY2"/>
                        </a:cxn>
                      </a:cxnLst>
                      <a:rect l="l" t="t" r="r" b="b"/>
                      <a:pathLst>
                        <a:path w="42766" h="49323">
                          <a:moveTo>
                            <a:pt x="42767" y="0"/>
                          </a:moveTo>
                          <a:lnTo>
                            <a:pt x="42767" y="49323"/>
                          </a:lnTo>
                          <a:lnTo>
                            <a:pt x="0" y="24691"/>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783" name="Graphic 4773">
                    <a:extLst>
                      <a:ext uri="{FF2B5EF4-FFF2-40B4-BE49-F238E27FC236}">
                        <a16:creationId xmlns:a16="http://schemas.microsoft.com/office/drawing/2014/main" id="{4550558F-B5F1-ED26-DCB9-2AD6B98CC679}"/>
                      </a:ext>
                    </a:extLst>
                  </p:cNvPr>
                  <p:cNvGrpSpPr/>
                  <p:nvPr/>
                </p:nvGrpSpPr>
                <p:grpSpPr>
                  <a:xfrm>
                    <a:off x="2844858" y="4022414"/>
                    <a:ext cx="114004" cy="114004"/>
                    <a:chOff x="2844858" y="4022414"/>
                    <a:chExt cx="114004" cy="114004"/>
                  </a:xfrm>
                  <a:grpFill/>
                </p:grpSpPr>
                <p:sp>
                  <p:nvSpPr>
                    <p:cNvPr id="1788" name="Freeform: Shape 1787">
                      <a:extLst>
                        <a:ext uri="{FF2B5EF4-FFF2-40B4-BE49-F238E27FC236}">
                          <a16:creationId xmlns:a16="http://schemas.microsoft.com/office/drawing/2014/main" id="{9F8EA68A-1070-7704-96C2-94E765E71D9D}"/>
                        </a:ext>
                      </a:extLst>
                    </p:cNvPr>
                    <p:cNvSpPr/>
                    <p:nvPr/>
                  </p:nvSpPr>
                  <p:spPr>
                    <a:xfrm>
                      <a:off x="2844858" y="4022414"/>
                      <a:ext cx="114004" cy="114004"/>
                    </a:xfrm>
                    <a:custGeom>
                      <a:avLst/>
                      <a:gdLst>
                        <a:gd name="connsiteX0" fmla="*/ 79803 w 114004"/>
                        <a:gd name="connsiteY0" fmla="*/ 0 h 114004"/>
                        <a:gd name="connsiteX1" fmla="*/ 34201 w 114004"/>
                        <a:gd name="connsiteY1" fmla="*/ 0 h 114004"/>
                        <a:gd name="connsiteX2" fmla="*/ 0 w 114004"/>
                        <a:gd name="connsiteY2" fmla="*/ 34201 h 114004"/>
                        <a:gd name="connsiteX3" fmla="*/ 0 w 114004"/>
                        <a:gd name="connsiteY3" fmla="*/ 79803 h 114004"/>
                        <a:gd name="connsiteX4" fmla="*/ 34201 w 114004"/>
                        <a:gd name="connsiteY4" fmla="*/ 114005 h 114004"/>
                        <a:gd name="connsiteX5" fmla="*/ 79803 w 114004"/>
                        <a:gd name="connsiteY5" fmla="*/ 114005 h 114004"/>
                        <a:gd name="connsiteX6" fmla="*/ 114005 w 114004"/>
                        <a:gd name="connsiteY6" fmla="*/ 79803 h 114004"/>
                        <a:gd name="connsiteX7" fmla="*/ 114005 w 114004"/>
                        <a:gd name="connsiteY7" fmla="*/ 34201 h 114004"/>
                        <a:gd name="connsiteX8" fmla="*/ 79803 w 114004"/>
                        <a:gd name="connsiteY8" fmla="*/ 0 h 114004"/>
                        <a:gd name="connsiteX9" fmla="*/ 79803 w 114004"/>
                        <a:gd name="connsiteY9" fmla="*/ 5670 h 114004"/>
                        <a:gd name="connsiteX10" fmla="*/ 108275 w 114004"/>
                        <a:gd name="connsiteY10" fmla="*/ 34142 h 114004"/>
                        <a:gd name="connsiteX11" fmla="*/ 108275 w 114004"/>
                        <a:gd name="connsiteY11" fmla="*/ 79744 h 114004"/>
                        <a:gd name="connsiteX12" fmla="*/ 79803 w 114004"/>
                        <a:gd name="connsiteY12" fmla="*/ 108216 h 114004"/>
                        <a:gd name="connsiteX13" fmla="*/ 34201 w 114004"/>
                        <a:gd name="connsiteY13" fmla="*/ 108216 h 114004"/>
                        <a:gd name="connsiteX14" fmla="*/ 5730 w 114004"/>
                        <a:gd name="connsiteY14" fmla="*/ 79744 h 114004"/>
                        <a:gd name="connsiteX15" fmla="*/ 5730 w 114004"/>
                        <a:gd name="connsiteY15" fmla="*/ 34142 h 114004"/>
                        <a:gd name="connsiteX16" fmla="*/ 34201 w 114004"/>
                        <a:gd name="connsiteY16" fmla="*/ 5670 h 114004"/>
                        <a:gd name="connsiteX17" fmla="*/ 79803 w 114004"/>
                        <a:gd name="connsiteY17" fmla="*/ 5670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79803" y="0"/>
                          </a:moveTo>
                          <a:lnTo>
                            <a:pt x="34201" y="0"/>
                          </a:lnTo>
                          <a:cubicBezTo>
                            <a:pt x="15299" y="0"/>
                            <a:pt x="0" y="15299"/>
                            <a:pt x="0" y="34201"/>
                          </a:cubicBez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close/>
                          <a:moveTo>
                            <a:pt x="79803" y="5670"/>
                          </a:moveTo>
                          <a:cubicBezTo>
                            <a:pt x="95516" y="5670"/>
                            <a:pt x="108275" y="18489"/>
                            <a:pt x="108275" y="34142"/>
                          </a:cubicBezTo>
                          <a:lnTo>
                            <a:pt x="108275" y="79744"/>
                          </a:lnTo>
                          <a:cubicBezTo>
                            <a:pt x="108275" y="95457"/>
                            <a:pt x="95516" y="108216"/>
                            <a:pt x="79803" y="108216"/>
                          </a:cubicBezTo>
                          <a:lnTo>
                            <a:pt x="34201" y="108216"/>
                          </a:lnTo>
                          <a:cubicBezTo>
                            <a:pt x="18489" y="108216"/>
                            <a:pt x="5730" y="95457"/>
                            <a:pt x="5730" y="79744"/>
                          </a:cubicBezTo>
                          <a:lnTo>
                            <a:pt x="5730" y="34142"/>
                          </a:lnTo>
                          <a:cubicBezTo>
                            <a:pt x="5730" y="18430"/>
                            <a:pt x="18489" y="5670"/>
                            <a:pt x="34201" y="5670"/>
                          </a:cubicBezTo>
                          <a:lnTo>
                            <a:pt x="79803" y="567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89" name="Freeform: Shape 1788">
                      <a:extLst>
                        <a:ext uri="{FF2B5EF4-FFF2-40B4-BE49-F238E27FC236}">
                          <a16:creationId xmlns:a16="http://schemas.microsoft.com/office/drawing/2014/main" id="{F40CF193-07F8-F3BC-3190-4435A5C60FA7}"/>
                        </a:ext>
                      </a:extLst>
                    </p:cNvPr>
                    <p:cNvSpPr/>
                    <p:nvPr/>
                  </p:nvSpPr>
                  <p:spPr>
                    <a:xfrm>
                      <a:off x="2880537" y="4054725"/>
                      <a:ext cx="42707" cy="49323"/>
                    </a:xfrm>
                    <a:custGeom>
                      <a:avLst/>
                      <a:gdLst>
                        <a:gd name="connsiteX0" fmla="*/ 0 w 42707"/>
                        <a:gd name="connsiteY0" fmla="*/ 49323 h 49323"/>
                        <a:gd name="connsiteX1" fmla="*/ 0 w 42707"/>
                        <a:gd name="connsiteY1" fmla="*/ 0 h 49323"/>
                        <a:gd name="connsiteX2" fmla="*/ 42708 w 42707"/>
                        <a:gd name="connsiteY2" fmla="*/ 24691 h 49323"/>
                      </a:gdLst>
                      <a:ahLst/>
                      <a:cxnLst>
                        <a:cxn ang="0">
                          <a:pos x="connsiteX0" y="connsiteY0"/>
                        </a:cxn>
                        <a:cxn ang="0">
                          <a:pos x="connsiteX1" y="connsiteY1"/>
                        </a:cxn>
                        <a:cxn ang="0">
                          <a:pos x="connsiteX2" y="connsiteY2"/>
                        </a:cxn>
                      </a:cxnLst>
                      <a:rect l="l" t="t" r="r" b="b"/>
                      <a:pathLst>
                        <a:path w="42707" h="49323">
                          <a:moveTo>
                            <a:pt x="0" y="49323"/>
                          </a:moveTo>
                          <a:lnTo>
                            <a:pt x="0" y="0"/>
                          </a:lnTo>
                          <a:lnTo>
                            <a:pt x="42708" y="24691"/>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784" name="Graphic 4773">
                    <a:extLst>
                      <a:ext uri="{FF2B5EF4-FFF2-40B4-BE49-F238E27FC236}">
                        <a16:creationId xmlns:a16="http://schemas.microsoft.com/office/drawing/2014/main" id="{DFD1822A-3C80-6F3B-70F6-CE8D6CBE2E89}"/>
                      </a:ext>
                    </a:extLst>
                  </p:cNvPr>
                  <p:cNvGrpSpPr/>
                  <p:nvPr/>
                </p:nvGrpSpPr>
                <p:grpSpPr>
                  <a:xfrm>
                    <a:off x="2702441" y="4022414"/>
                    <a:ext cx="114004" cy="114004"/>
                    <a:chOff x="2702441" y="4022414"/>
                    <a:chExt cx="114004" cy="114004"/>
                  </a:xfrm>
                  <a:grpFill/>
                </p:grpSpPr>
                <p:sp>
                  <p:nvSpPr>
                    <p:cNvPr id="1785" name="Freeform: Shape 1784">
                      <a:extLst>
                        <a:ext uri="{FF2B5EF4-FFF2-40B4-BE49-F238E27FC236}">
                          <a16:creationId xmlns:a16="http://schemas.microsoft.com/office/drawing/2014/main" id="{8DE73A3D-8249-7296-266B-2DD5728078B7}"/>
                        </a:ext>
                      </a:extLst>
                    </p:cNvPr>
                    <p:cNvSpPr/>
                    <p:nvPr/>
                  </p:nvSpPr>
                  <p:spPr>
                    <a:xfrm>
                      <a:off x="2702441" y="4022414"/>
                      <a:ext cx="114004" cy="114004"/>
                    </a:xfrm>
                    <a:custGeom>
                      <a:avLst/>
                      <a:gdLst>
                        <a:gd name="connsiteX0" fmla="*/ 0 w 114004"/>
                        <a:gd name="connsiteY0" fmla="*/ 34201 h 114004"/>
                        <a:gd name="connsiteX1" fmla="*/ 0 w 114004"/>
                        <a:gd name="connsiteY1" fmla="*/ 79803 h 114004"/>
                        <a:gd name="connsiteX2" fmla="*/ 34201 w 114004"/>
                        <a:gd name="connsiteY2" fmla="*/ 114005 h 114004"/>
                        <a:gd name="connsiteX3" fmla="*/ 79803 w 114004"/>
                        <a:gd name="connsiteY3" fmla="*/ 114005 h 114004"/>
                        <a:gd name="connsiteX4" fmla="*/ 114005 w 114004"/>
                        <a:gd name="connsiteY4" fmla="*/ 79803 h 114004"/>
                        <a:gd name="connsiteX5" fmla="*/ 114005 w 114004"/>
                        <a:gd name="connsiteY5" fmla="*/ 34201 h 114004"/>
                        <a:gd name="connsiteX6" fmla="*/ 79803 w 114004"/>
                        <a:gd name="connsiteY6" fmla="*/ 0 h 114004"/>
                        <a:gd name="connsiteX7" fmla="*/ 34201 w 114004"/>
                        <a:gd name="connsiteY7" fmla="*/ 0 h 114004"/>
                        <a:gd name="connsiteX8" fmla="*/ 0 w 114004"/>
                        <a:gd name="connsiteY8" fmla="*/ 34201 h 114004"/>
                        <a:gd name="connsiteX9" fmla="*/ 5730 w 114004"/>
                        <a:gd name="connsiteY9" fmla="*/ 34201 h 114004"/>
                        <a:gd name="connsiteX10" fmla="*/ 34201 w 114004"/>
                        <a:gd name="connsiteY10" fmla="*/ 5730 h 114004"/>
                        <a:gd name="connsiteX11" fmla="*/ 79803 w 114004"/>
                        <a:gd name="connsiteY11" fmla="*/ 5730 h 114004"/>
                        <a:gd name="connsiteX12" fmla="*/ 108275 w 114004"/>
                        <a:gd name="connsiteY12" fmla="*/ 34201 h 114004"/>
                        <a:gd name="connsiteX13" fmla="*/ 108275 w 114004"/>
                        <a:gd name="connsiteY13" fmla="*/ 79803 h 114004"/>
                        <a:gd name="connsiteX14" fmla="*/ 79803 w 114004"/>
                        <a:gd name="connsiteY14" fmla="*/ 108275 h 114004"/>
                        <a:gd name="connsiteX15" fmla="*/ 34201 w 114004"/>
                        <a:gd name="connsiteY15" fmla="*/ 108275 h 114004"/>
                        <a:gd name="connsiteX16" fmla="*/ 5730 w 114004"/>
                        <a:gd name="connsiteY16" fmla="*/ 79803 h 114004"/>
                        <a:gd name="connsiteX17" fmla="*/ 5730 w 114004"/>
                        <a:gd name="connsiteY17" fmla="*/ 34201 h 1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004" h="114004">
                          <a:moveTo>
                            <a:pt x="0" y="34201"/>
                          </a:moveTo>
                          <a:lnTo>
                            <a:pt x="0" y="79803"/>
                          </a:lnTo>
                          <a:cubicBezTo>
                            <a:pt x="0" y="98705"/>
                            <a:pt x="15299" y="114005"/>
                            <a:pt x="34201" y="114005"/>
                          </a:cubicBezTo>
                          <a:lnTo>
                            <a:pt x="79803" y="114005"/>
                          </a:lnTo>
                          <a:cubicBezTo>
                            <a:pt x="98706" y="114005"/>
                            <a:pt x="114005" y="98705"/>
                            <a:pt x="114005" y="79803"/>
                          </a:cubicBezTo>
                          <a:lnTo>
                            <a:pt x="114005" y="34201"/>
                          </a:lnTo>
                          <a:cubicBezTo>
                            <a:pt x="114005" y="15299"/>
                            <a:pt x="98706" y="0"/>
                            <a:pt x="79803" y="0"/>
                          </a:cubicBezTo>
                          <a:lnTo>
                            <a:pt x="34201" y="0"/>
                          </a:lnTo>
                          <a:cubicBezTo>
                            <a:pt x="15358" y="0"/>
                            <a:pt x="0" y="15299"/>
                            <a:pt x="0" y="34201"/>
                          </a:cubicBezTo>
                          <a:close/>
                          <a:moveTo>
                            <a:pt x="5730" y="34201"/>
                          </a:moveTo>
                          <a:cubicBezTo>
                            <a:pt x="5730" y="18489"/>
                            <a:pt x="18489" y="5730"/>
                            <a:pt x="34201" y="5730"/>
                          </a:cubicBezTo>
                          <a:lnTo>
                            <a:pt x="79803" y="5730"/>
                          </a:lnTo>
                          <a:cubicBezTo>
                            <a:pt x="95516" y="5730"/>
                            <a:pt x="108275" y="18489"/>
                            <a:pt x="108275" y="34201"/>
                          </a:cubicBezTo>
                          <a:lnTo>
                            <a:pt x="108275" y="79803"/>
                          </a:lnTo>
                          <a:cubicBezTo>
                            <a:pt x="108275" y="95516"/>
                            <a:pt x="95516" y="108275"/>
                            <a:pt x="79803" y="108275"/>
                          </a:cubicBezTo>
                          <a:lnTo>
                            <a:pt x="34201" y="108275"/>
                          </a:lnTo>
                          <a:cubicBezTo>
                            <a:pt x="18489" y="108275"/>
                            <a:pt x="5730" y="95516"/>
                            <a:pt x="5730" y="79803"/>
                          </a:cubicBezTo>
                          <a:lnTo>
                            <a:pt x="5730" y="34201"/>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86" name="Freeform: Shape 1785">
                      <a:extLst>
                        <a:ext uri="{FF2B5EF4-FFF2-40B4-BE49-F238E27FC236}">
                          <a16:creationId xmlns:a16="http://schemas.microsoft.com/office/drawing/2014/main" id="{B27FB149-35F5-1C37-8888-31D7F8F17DCA}"/>
                        </a:ext>
                      </a:extLst>
                    </p:cNvPr>
                    <p:cNvSpPr/>
                    <p:nvPr/>
                  </p:nvSpPr>
                  <p:spPr>
                    <a:xfrm>
                      <a:off x="2765114"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87" name="Freeform: Shape 1786">
                      <a:extLst>
                        <a:ext uri="{FF2B5EF4-FFF2-40B4-BE49-F238E27FC236}">
                          <a16:creationId xmlns:a16="http://schemas.microsoft.com/office/drawing/2014/main" id="{6E1F94AA-A935-E9DE-BF06-45430582E017}"/>
                        </a:ext>
                      </a:extLst>
                    </p:cNvPr>
                    <p:cNvSpPr/>
                    <p:nvPr/>
                  </p:nvSpPr>
                  <p:spPr>
                    <a:xfrm>
                      <a:off x="2738533" y="4050886"/>
                      <a:ext cx="15239" cy="57002"/>
                    </a:xfrm>
                    <a:custGeom>
                      <a:avLst/>
                      <a:gdLst>
                        <a:gd name="connsiteX0" fmla="*/ 0 w 15239"/>
                        <a:gd name="connsiteY0" fmla="*/ 0 h 57002"/>
                        <a:gd name="connsiteX1" fmla="*/ 15240 w 15239"/>
                        <a:gd name="connsiteY1" fmla="*/ 0 h 57002"/>
                        <a:gd name="connsiteX2" fmla="*/ 15240 w 15239"/>
                        <a:gd name="connsiteY2" fmla="*/ 57003 h 57002"/>
                        <a:gd name="connsiteX3" fmla="*/ 0 w 15239"/>
                        <a:gd name="connsiteY3" fmla="*/ 57003 h 57002"/>
                      </a:gdLst>
                      <a:ahLst/>
                      <a:cxnLst>
                        <a:cxn ang="0">
                          <a:pos x="connsiteX0" y="connsiteY0"/>
                        </a:cxn>
                        <a:cxn ang="0">
                          <a:pos x="connsiteX1" y="connsiteY1"/>
                        </a:cxn>
                        <a:cxn ang="0">
                          <a:pos x="connsiteX2" y="connsiteY2"/>
                        </a:cxn>
                        <a:cxn ang="0">
                          <a:pos x="connsiteX3" y="connsiteY3"/>
                        </a:cxn>
                      </a:cxnLst>
                      <a:rect l="l" t="t" r="r" b="b"/>
                      <a:pathLst>
                        <a:path w="15239" h="57002">
                          <a:moveTo>
                            <a:pt x="0" y="0"/>
                          </a:moveTo>
                          <a:lnTo>
                            <a:pt x="15240" y="0"/>
                          </a:lnTo>
                          <a:lnTo>
                            <a:pt x="15240" y="57003"/>
                          </a:lnTo>
                          <a:lnTo>
                            <a:pt x="0" y="57003"/>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1673" name="Graphic 4773">
                  <a:extLst>
                    <a:ext uri="{FF2B5EF4-FFF2-40B4-BE49-F238E27FC236}">
                      <a16:creationId xmlns:a16="http://schemas.microsoft.com/office/drawing/2014/main" id="{67496EC6-0B12-46C0-81FA-0E541A2F5257}"/>
                    </a:ext>
                  </a:extLst>
                </p:cNvPr>
                <p:cNvGrpSpPr/>
                <p:nvPr/>
              </p:nvGrpSpPr>
              <p:grpSpPr>
                <a:xfrm>
                  <a:off x="4176882" y="1893185"/>
                  <a:ext cx="116840" cy="236869"/>
                  <a:chOff x="4176882" y="1893185"/>
                  <a:chExt cx="116840" cy="236869"/>
                </a:xfrm>
                <a:grpFill/>
              </p:grpSpPr>
              <p:sp>
                <p:nvSpPr>
                  <p:cNvPr id="1780" name="Freeform: Shape 1779">
                    <a:extLst>
                      <a:ext uri="{FF2B5EF4-FFF2-40B4-BE49-F238E27FC236}">
                        <a16:creationId xmlns:a16="http://schemas.microsoft.com/office/drawing/2014/main" id="{110EA526-4150-5D2A-4886-4B996C2AE337}"/>
                      </a:ext>
                    </a:extLst>
                  </p:cNvPr>
                  <p:cNvSpPr/>
                  <p:nvPr/>
                </p:nvSpPr>
                <p:spPr>
                  <a:xfrm>
                    <a:off x="4176941" y="2013274"/>
                    <a:ext cx="116781" cy="116781"/>
                  </a:xfrm>
                  <a:custGeom>
                    <a:avLst/>
                    <a:gdLst>
                      <a:gd name="connsiteX0" fmla="*/ 116781 w 116781"/>
                      <a:gd name="connsiteY0" fmla="*/ 97524 h 116781"/>
                      <a:gd name="connsiteX1" fmla="*/ 39813 w 116781"/>
                      <a:gd name="connsiteY1" fmla="*/ 20556 h 116781"/>
                      <a:gd name="connsiteX2" fmla="*/ 102782 w 116781"/>
                      <a:gd name="connsiteY2" fmla="*/ 20556 h 116781"/>
                      <a:gd name="connsiteX3" fmla="*/ 82225 w 116781"/>
                      <a:gd name="connsiteY3" fmla="*/ 0 h 116781"/>
                      <a:gd name="connsiteX4" fmla="*/ 0 w 116781"/>
                      <a:gd name="connsiteY4" fmla="*/ 0 h 116781"/>
                      <a:gd name="connsiteX5" fmla="*/ 0 w 116781"/>
                      <a:gd name="connsiteY5" fmla="*/ 82225 h 116781"/>
                      <a:gd name="connsiteX6" fmla="*/ 20556 w 116781"/>
                      <a:gd name="connsiteY6" fmla="*/ 102782 h 116781"/>
                      <a:gd name="connsiteX7" fmla="*/ 20556 w 116781"/>
                      <a:gd name="connsiteY7" fmla="*/ 39813 h 116781"/>
                      <a:gd name="connsiteX8" fmla="*/ 97524 w 116781"/>
                      <a:gd name="connsiteY8" fmla="*/ 116781 h 116781"/>
                      <a:gd name="connsiteX9" fmla="*/ 116781 w 116781"/>
                      <a:gd name="connsiteY9" fmla="*/ 97524 h 116781"/>
                      <a:gd name="connsiteX10" fmla="*/ 37746 w 116781"/>
                      <a:gd name="connsiteY10" fmla="*/ 22624 h 116781"/>
                      <a:gd name="connsiteX11" fmla="*/ 112646 w 116781"/>
                      <a:gd name="connsiteY11" fmla="*/ 97524 h 116781"/>
                      <a:gd name="connsiteX12" fmla="*/ 97465 w 116781"/>
                      <a:gd name="connsiteY12" fmla="*/ 112705 h 116781"/>
                      <a:gd name="connsiteX13" fmla="*/ 22565 w 116781"/>
                      <a:gd name="connsiteY13" fmla="*/ 37805 h 116781"/>
                      <a:gd name="connsiteX14" fmla="*/ 17603 w 116781"/>
                      <a:gd name="connsiteY14" fmla="*/ 32843 h 116781"/>
                      <a:gd name="connsiteX15" fmla="*/ 17603 w 116781"/>
                      <a:gd name="connsiteY15" fmla="*/ 39872 h 116781"/>
                      <a:gd name="connsiteX16" fmla="*/ 17603 w 116781"/>
                      <a:gd name="connsiteY16" fmla="*/ 95870 h 116781"/>
                      <a:gd name="connsiteX17" fmla="*/ 2835 w 116781"/>
                      <a:gd name="connsiteY17" fmla="*/ 81103 h 116781"/>
                      <a:gd name="connsiteX18" fmla="*/ 2835 w 116781"/>
                      <a:gd name="connsiteY18" fmla="*/ 2953 h 116781"/>
                      <a:gd name="connsiteX19" fmla="*/ 80985 w 116781"/>
                      <a:gd name="connsiteY19" fmla="*/ 2953 h 116781"/>
                      <a:gd name="connsiteX20" fmla="*/ 95752 w 116781"/>
                      <a:gd name="connsiteY20" fmla="*/ 17721 h 116781"/>
                      <a:gd name="connsiteX21" fmla="*/ 39813 w 116781"/>
                      <a:gd name="connsiteY21" fmla="*/ 17721 h 116781"/>
                      <a:gd name="connsiteX22" fmla="*/ 32784 w 116781"/>
                      <a:gd name="connsiteY22" fmla="*/ 17721 h 116781"/>
                      <a:gd name="connsiteX23" fmla="*/ 37746 w 116781"/>
                      <a:gd name="connsiteY23" fmla="*/ 2262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1">
                        <a:moveTo>
                          <a:pt x="116781" y="97524"/>
                        </a:moveTo>
                        <a:lnTo>
                          <a:pt x="39813" y="20556"/>
                        </a:lnTo>
                        <a:lnTo>
                          <a:pt x="102782" y="20556"/>
                        </a:lnTo>
                        <a:lnTo>
                          <a:pt x="82225" y="0"/>
                        </a:lnTo>
                        <a:lnTo>
                          <a:pt x="0" y="0"/>
                        </a:lnTo>
                        <a:lnTo>
                          <a:pt x="0" y="82225"/>
                        </a:lnTo>
                        <a:lnTo>
                          <a:pt x="20556" y="102782"/>
                        </a:lnTo>
                        <a:lnTo>
                          <a:pt x="20556" y="39813"/>
                        </a:lnTo>
                        <a:lnTo>
                          <a:pt x="97524" y="116781"/>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81" name="Freeform: Shape 1780">
                    <a:extLst>
                      <a:ext uri="{FF2B5EF4-FFF2-40B4-BE49-F238E27FC236}">
                        <a16:creationId xmlns:a16="http://schemas.microsoft.com/office/drawing/2014/main" id="{547BDDB7-E3E7-B28D-617A-F901D83B4A6E}"/>
                      </a:ext>
                    </a:extLst>
                  </p:cNvPr>
                  <p:cNvSpPr/>
                  <p:nvPr/>
                </p:nvSpPr>
                <p:spPr>
                  <a:xfrm>
                    <a:off x="4176882" y="1893185"/>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7 w 116781"/>
                      <a:gd name="connsiteY5" fmla="*/ 76968 h 116780"/>
                      <a:gd name="connsiteX6" fmla="*/ 20557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7 h 116780"/>
                      <a:gd name="connsiteX11" fmla="*/ 2894 w 116781"/>
                      <a:gd name="connsiteY11" fmla="*/ 113887 h 116780"/>
                      <a:gd name="connsiteX12" fmla="*/ 2894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76 h 116780"/>
                      <a:gd name="connsiteX18" fmla="*/ 112705 w 116781"/>
                      <a:gd name="connsiteY18" fmla="*/ 19257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7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7" y="76968"/>
                        </a:lnTo>
                        <a:lnTo>
                          <a:pt x="20557" y="14000"/>
                        </a:lnTo>
                        <a:lnTo>
                          <a:pt x="0" y="34556"/>
                        </a:lnTo>
                        <a:lnTo>
                          <a:pt x="0" y="116781"/>
                        </a:lnTo>
                        <a:lnTo>
                          <a:pt x="82225" y="116781"/>
                        </a:lnTo>
                        <a:close/>
                        <a:moveTo>
                          <a:pt x="81044" y="113887"/>
                        </a:moveTo>
                        <a:lnTo>
                          <a:pt x="2894" y="113887"/>
                        </a:lnTo>
                        <a:lnTo>
                          <a:pt x="2894" y="35737"/>
                        </a:lnTo>
                        <a:lnTo>
                          <a:pt x="17662" y="20970"/>
                        </a:lnTo>
                        <a:lnTo>
                          <a:pt x="17662" y="76909"/>
                        </a:lnTo>
                        <a:lnTo>
                          <a:pt x="17662" y="83938"/>
                        </a:lnTo>
                        <a:lnTo>
                          <a:pt x="22624" y="78976"/>
                        </a:lnTo>
                        <a:lnTo>
                          <a:pt x="97524" y="4076"/>
                        </a:lnTo>
                        <a:lnTo>
                          <a:pt x="112705" y="19257"/>
                        </a:lnTo>
                        <a:lnTo>
                          <a:pt x="37805" y="94157"/>
                        </a:lnTo>
                        <a:lnTo>
                          <a:pt x="32843" y="99119"/>
                        </a:lnTo>
                        <a:lnTo>
                          <a:pt x="39872" y="99119"/>
                        </a:lnTo>
                        <a:lnTo>
                          <a:pt x="95811" y="99119"/>
                        </a:lnTo>
                        <a:lnTo>
                          <a:pt x="81044" y="113887"/>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674" name="Graphic 4773">
                  <a:extLst>
                    <a:ext uri="{FF2B5EF4-FFF2-40B4-BE49-F238E27FC236}">
                      <a16:creationId xmlns:a16="http://schemas.microsoft.com/office/drawing/2014/main" id="{505A1FA4-5373-88D7-5DEC-BDEF4C357FF0}"/>
                    </a:ext>
                  </a:extLst>
                </p:cNvPr>
                <p:cNvGrpSpPr/>
                <p:nvPr/>
              </p:nvGrpSpPr>
              <p:grpSpPr>
                <a:xfrm>
                  <a:off x="632696" y="2425108"/>
                  <a:ext cx="116780" cy="236869"/>
                  <a:chOff x="632696" y="2425108"/>
                  <a:chExt cx="116780" cy="236869"/>
                </a:xfrm>
                <a:grpFill/>
              </p:grpSpPr>
              <p:sp>
                <p:nvSpPr>
                  <p:cNvPr id="1778" name="Freeform: Shape 1777">
                    <a:extLst>
                      <a:ext uri="{FF2B5EF4-FFF2-40B4-BE49-F238E27FC236}">
                        <a16:creationId xmlns:a16="http://schemas.microsoft.com/office/drawing/2014/main" id="{3E7EF8BB-E5D0-CD1B-4872-F53F4219D298}"/>
                      </a:ext>
                    </a:extLst>
                  </p:cNvPr>
                  <p:cNvSpPr/>
                  <p:nvPr/>
                </p:nvSpPr>
                <p:spPr>
                  <a:xfrm>
                    <a:off x="632696" y="2425108"/>
                    <a:ext cx="116780" cy="116781"/>
                  </a:xfrm>
                  <a:custGeom>
                    <a:avLst/>
                    <a:gdLst>
                      <a:gd name="connsiteX0" fmla="*/ 0 w 116780"/>
                      <a:gd name="connsiteY0" fmla="*/ 19257 h 116781"/>
                      <a:gd name="connsiteX1" fmla="*/ 76968 w 116780"/>
                      <a:gd name="connsiteY1" fmla="*/ 96225 h 116781"/>
                      <a:gd name="connsiteX2" fmla="*/ 14000 w 116780"/>
                      <a:gd name="connsiteY2" fmla="*/ 96225 h 116781"/>
                      <a:gd name="connsiteX3" fmla="*/ 34556 w 116780"/>
                      <a:gd name="connsiteY3" fmla="*/ 116781 h 116781"/>
                      <a:gd name="connsiteX4" fmla="*/ 116781 w 116780"/>
                      <a:gd name="connsiteY4" fmla="*/ 116781 h 116781"/>
                      <a:gd name="connsiteX5" fmla="*/ 116781 w 116780"/>
                      <a:gd name="connsiteY5" fmla="*/ 34556 h 116781"/>
                      <a:gd name="connsiteX6" fmla="*/ 96225 w 116780"/>
                      <a:gd name="connsiteY6" fmla="*/ 14000 h 116781"/>
                      <a:gd name="connsiteX7" fmla="*/ 96225 w 116780"/>
                      <a:gd name="connsiteY7" fmla="*/ 76968 h 116781"/>
                      <a:gd name="connsiteX8" fmla="*/ 19257 w 116780"/>
                      <a:gd name="connsiteY8" fmla="*/ 0 h 116781"/>
                      <a:gd name="connsiteX9" fmla="*/ 0 w 116780"/>
                      <a:gd name="connsiteY9" fmla="*/ 19257 h 116781"/>
                      <a:gd name="connsiteX10" fmla="*/ 79035 w 116780"/>
                      <a:gd name="connsiteY10" fmla="*/ 94216 h 116781"/>
                      <a:gd name="connsiteX11" fmla="*/ 4135 w 116780"/>
                      <a:gd name="connsiteY11" fmla="*/ 19316 h 116781"/>
                      <a:gd name="connsiteX12" fmla="*/ 19316 w 116780"/>
                      <a:gd name="connsiteY12" fmla="*/ 4135 h 116781"/>
                      <a:gd name="connsiteX13" fmla="*/ 94216 w 116780"/>
                      <a:gd name="connsiteY13" fmla="*/ 79035 h 116781"/>
                      <a:gd name="connsiteX14" fmla="*/ 99178 w 116780"/>
                      <a:gd name="connsiteY14" fmla="*/ 83997 h 116781"/>
                      <a:gd name="connsiteX15" fmla="*/ 99178 w 116780"/>
                      <a:gd name="connsiteY15" fmla="*/ 76968 h 116781"/>
                      <a:gd name="connsiteX16" fmla="*/ 99178 w 116780"/>
                      <a:gd name="connsiteY16" fmla="*/ 20970 h 116781"/>
                      <a:gd name="connsiteX17" fmla="*/ 113946 w 116780"/>
                      <a:gd name="connsiteY17" fmla="*/ 35737 h 116781"/>
                      <a:gd name="connsiteX18" fmla="*/ 113946 w 116780"/>
                      <a:gd name="connsiteY18" fmla="*/ 113887 h 116781"/>
                      <a:gd name="connsiteX19" fmla="*/ 35796 w 116780"/>
                      <a:gd name="connsiteY19" fmla="*/ 113887 h 116781"/>
                      <a:gd name="connsiteX20" fmla="*/ 21029 w 116780"/>
                      <a:gd name="connsiteY20" fmla="*/ 99119 h 116781"/>
                      <a:gd name="connsiteX21" fmla="*/ 76968 w 116780"/>
                      <a:gd name="connsiteY21" fmla="*/ 99119 h 116781"/>
                      <a:gd name="connsiteX22" fmla="*/ 83997 w 116780"/>
                      <a:gd name="connsiteY22" fmla="*/ 99119 h 116781"/>
                      <a:gd name="connsiteX23" fmla="*/ 79035 w 116780"/>
                      <a:gd name="connsiteY23" fmla="*/ 94216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0" y="19257"/>
                        </a:moveTo>
                        <a:lnTo>
                          <a:pt x="76968" y="96225"/>
                        </a:lnTo>
                        <a:lnTo>
                          <a:pt x="14000" y="96225"/>
                        </a:lnTo>
                        <a:lnTo>
                          <a:pt x="34556" y="116781"/>
                        </a:lnTo>
                        <a:lnTo>
                          <a:pt x="116781" y="116781"/>
                        </a:lnTo>
                        <a:lnTo>
                          <a:pt x="116781" y="34556"/>
                        </a:lnTo>
                        <a:lnTo>
                          <a:pt x="96225" y="14000"/>
                        </a:lnTo>
                        <a:lnTo>
                          <a:pt x="96225" y="76968"/>
                        </a:lnTo>
                        <a:lnTo>
                          <a:pt x="19257" y="0"/>
                        </a:lnTo>
                        <a:lnTo>
                          <a:pt x="0" y="19257"/>
                        </a:lnTo>
                        <a:close/>
                        <a:moveTo>
                          <a:pt x="79035" y="94216"/>
                        </a:moveTo>
                        <a:lnTo>
                          <a:pt x="4135" y="19316"/>
                        </a:lnTo>
                        <a:lnTo>
                          <a:pt x="19316" y="4135"/>
                        </a:lnTo>
                        <a:lnTo>
                          <a:pt x="94216" y="79035"/>
                        </a:lnTo>
                        <a:lnTo>
                          <a:pt x="99178" y="83997"/>
                        </a:lnTo>
                        <a:lnTo>
                          <a:pt x="99178" y="76968"/>
                        </a:lnTo>
                        <a:lnTo>
                          <a:pt x="99178" y="20970"/>
                        </a:lnTo>
                        <a:lnTo>
                          <a:pt x="113946" y="35737"/>
                        </a:lnTo>
                        <a:lnTo>
                          <a:pt x="113946" y="113887"/>
                        </a:lnTo>
                        <a:lnTo>
                          <a:pt x="35796" y="113887"/>
                        </a:lnTo>
                        <a:lnTo>
                          <a:pt x="21029" y="99119"/>
                        </a:lnTo>
                        <a:lnTo>
                          <a:pt x="76968" y="99119"/>
                        </a:lnTo>
                        <a:lnTo>
                          <a:pt x="83997" y="99119"/>
                        </a:lnTo>
                        <a:lnTo>
                          <a:pt x="79035" y="94216"/>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79" name="Freeform: Shape 1778">
                    <a:extLst>
                      <a:ext uri="{FF2B5EF4-FFF2-40B4-BE49-F238E27FC236}">
                        <a16:creationId xmlns:a16="http://schemas.microsoft.com/office/drawing/2014/main" id="{8C16456B-355F-BA35-1E9B-DAE610FD2718}"/>
                      </a:ext>
                    </a:extLst>
                  </p:cNvPr>
                  <p:cNvSpPr/>
                  <p:nvPr/>
                </p:nvSpPr>
                <p:spPr>
                  <a:xfrm>
                    <a:off x="632696" y="2545197"/>
                    <a:ext cx="116780" cy="116780"/>
                  </a:xfrm>
                  <a:custGeom>
                    <a:avLst/>
                    <a:gdLst>
                      <a:gd name="connsiteX0" fmla="*/ 34556 w 116780"/>
                      <a:gd name="connsiteY0" fmla="*/ 0 h 116780"/>
                      <a:gd name="connsiteX1" fmla="*/ 14000 w 116780"/>
                      <a:gd name="connsiteY1" fmla="*/ 20556 h 116780"/>
                      <a:gd name="connsiteX2" fmla="*/ 76968 w 116780"/>
                      <a:gd name="connsiteY2" fmla="*/ 20556 h 116780"/>
                      <a:gd name="connsiteX3" fmla="*/ 0 w 116780"/>
                      <a:gd name="connsiteY3" fmla="*/ 97524 h 116780"/>
                      <a:gd name="connsiteX4" fmla="*/ 19257 w 116780"/>
                      <a:gd name="connsiteY4" fmla="*/ 116781 h 116780"/>
                      <a:gd name="connsiteX5" fmla="*/ 96225 w 116780"/>
                      <a:gd name="connsiteY5" fmla="*/ 39813 h 116780"/>
                      <a:gd name="connsiteX6" fmla="*/ 96225 w 116780"/>
                      <a:gd name="connsiteY6" fmla="*/ 102781 h 116780"/>
                      <a:gd name="connsiteX7" fmla="*/ 116781 w 116780"/>
                      <a:gd name="connsiteY7" fmla="*/ 82225 h 116780"/>
                      <a:gd name="connsiteX8" fmla="*/ 116781 w 116780"/>
                      <a:gd name="connsiteY8" fmla="*/ 0 h 116780"/>
                      <a:gd name="connsiteX9" fmla="*/ 34556 w 116780"/>
                      <a:gd name="connsiteY9" fmla="*/ 0 h 116780"/>
                      <a:gd name="connsiteX10" fmla="*/ 35796 w 116780"/>
                      <a:gd name="connsiteY10" fmla="*/ 2894 h 116780"/>
                      <a:gd name="connsiteX11" fmla="*/ 113946 w 116780"/>
                      <a:gd name="connsiteY11" fmla="*/ 2894 h 116780"/>
                      <a:gd name="connsiteX12" fmla="*/ 113946 w 116780"/>
                      <a:gd name="connsiteY12" fmla="*/ 81044 h 116780"/>
                      <a:gd name="connsiteX13" fmla="*/ 99178 w 116780"/>
                      <a:gd name="connsiteY13" fmla="*/ 95811 h 116780"/>
                      <a:gd name="connsiteX14" fmla="*/ 99178 w 116780"/>
                      <a:gd name="connsiteY14" fmla="*/ 39872 h 116780"/>
                      <a:gd name="connsiteX15" fmla="*/ 99178 w 116780"/>
                      <a:gd name="connsiteY15" fmla="*/ 32843 h 116780"/>
                      <a:gd name="connsiteX16" fmla="*/ 94216 w 116780"/>
                      <a:gd name="connsiteY16" fmla="*/ 37805 h 116780"/>
                      <a:gd name="connsiteX17" fmla="*/ 19316 w 116780"/>
                      <a:gd name="connsiteY17" fmla="*/ 112705 h 116780"/>
                      <a:gd name="connsiteX18" fmla="*/ 4135 w 116780"/>
                      <a:gd name="connsiteY18" fmla="*/ 97524 h 116780"/>
                      <a:gd name="connsiteX19" fmla="*/ 79035 w 116780"/>
                      <a:gd name="connsiteY19" fmla="*/ 22624 h 116780"/>
                      <a:gd name="connsiteX20" fmla="*/ 83997 w 116780"/>
                      <a:gd name="connsiteY20" fmla="*/ 17662 h 116780"/>
                      <a:gd name="connsiteX21" fmla="*/ 76968 w 116780"/>
                      <a:gd name="connsiteY21" fmla="*/ 17662 h 116780"/>
                      <a:gd name="connsiteX22" fmla="*/ 21029 w 116780"/>
                      <a:gd name="connsiteY22" fmla="*/ 17662 h 116780"/>
                      <a:gd name="connsiteX23" fmla="*/ 35796 w 116780"/>
                      <a:gd name="connsiteY23" fmla="*/ 2894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0">
                        <a:moveTo>
                          <a:pt x="34556" y="0"/>
                        </a:moveTo>
                        <a:lnTo>
                          <a:pt x="14000" y="20556"/>
                        </a:lnTo>
                        <a:lnTo>
                          <a:pt x="76968" y="20556"/>
                        </a:lnTo>
                        <a:lnTo>
                          <a:pt x="0" y="97524"/>
                        </a:lnTo>
                        <a:lnTo>
                          <a:pt x="19257" y="116781"/>
                        </a:lnTo>
                        <a:lnTo>
                          <a:pt x="96225" y="39813"/>
                        </a:lnTo>
                        <a:lnTo>
                          <a:pt x="96225" y="102781"/>
                        </a:lnTo>
                        <a:lnTo>
                          <a:pt x="116781" y="82225"/>
                        </a:lnTo>
                        <a:lnTo>
                          <a:pt x="116781" y="0"/>
                        </a:lnTo>
                        <a:lnTo>
                          <a:pt x="34556" y="0"/>
                        </a:lnTo>
                        <a:close/>
                        <a:moveTo>
                          <a:pt x="35796" y="2894"/>
                        </a:moveTo>
                        <a:lnTo>
                          <a:pt x="113946" y="2894"/>
                        </a:lnTo>
                        <a:lnTo>
                          <a:pt x="113946" y="81044"/>
                        </a:lnTo>
                        <a:lnTo>
                          <a:pt x="99178" y="95811"/>
                        </a:lnTo>
                        <a:lnTo>
                          <a:pt x="99178" y="39872"/>
                        </a:lnTo>
                        <a:lnTo>
                          <a:pt x="99178" y="32843"/>
                        </a:lnTo>
                        <a:lnTo>
                          <a:pt x="94216" y="37805"/>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675" name="Graphic 4773">
                  <a:extLst>
                    <a:ext uri="{FF2B5EF4-FFF2-40B4-BE49-F238E27FC236}">
                      <a16:creationId xmlns:a16="http://schemas.microsoft.com/office/drawing/2014/main" id="{D1F3F82B-0ED6-88B3-3A0B-222D825359BF}"/>
                    </a:ext>
                  </a:extLst>
                </p:cNvPr>
                <p:cNvGrpSpPr/>
                <p:nvPr/>
              </p:nvGrpSpPr>
              <p:grpSpPr>
                <a:xfrm>
                  <a:off x="1371068" y="3902502"/>
                  <a:ext cx="116780" cy="236929"/>
                  <a:chOff x="1371068" y="3902502"/>
                  <a:chExt cx="116780" cy="236929"/>
                </a:xfrm>
                <a:grpFill/>
              </p:grpSpPr>
              <p:sp>
                <p:nvSpPr>
                  <p:cNvPr id="1776" name="Freeform: Shape 1775">
                    <a:extLst>
                      <a:ext uri="{FF2B5EF4-FFF2-40B4-BE49-F238E27FC236}">
                        <a16:creationId xmlns:a16="http://schemas.microsoft.com/office/drawing/2014/main" id="{58A15BC5-3A93-DADF-CDCF-ACB368A19DC3}"/>
                      </a:ext>
                    </a:extLst>
                  </p:cNvPr>
                  <p:cNvSpPr/>
                  <p:nvPr/>
                </p:nvSpPr>
                <p:spPr>
                  <a:xfrm>
                    <a:off x="1371068" y="3902502"/>
                    <a:ext cx="116780" cy="116840"/>
                  </a:xfrm>
                  <a:custGeom>
                    <a:avLst/>
                    <a:gdLst>
                      <a:gd name="connsiteX0" fmla="*/ 0 w 116780"/>
                      <a:gd name="connsiteY0" fmla="*/ 19316 h 116840"/>
                      <a:gd name="connsiteX1" fmla="*/ 76968 w 116780"/>
                      <a:gd name="connsiteY1" fmla="*/ 96284 h 116840"/>
                      <a:gd name="connsiteX2" fmla="*/ 14000 w 116780"/>
                      <a:gd name="connsiteY2" fmla="*/ 96284 h 116840"/>
                      <a:gd name="connsiteX3" fmla="*/ 34556 w 116780"/>
                      <a:gd name="connsiteY3" fmla="*/ 116840 h 116840"/>
                      <a:gd name="connsiteX4" fmla="*/ 116781 w 116780"/>
                      <a:gd name="connsiteY4" fmla="*/ 116840 h 116840"/>
                      <a:gd name="connsiteX5" fmla="*/ 116781 w 116780"/>
                      <a:gd name="connsiteY5" fmla="*/ 34556 h 116840"/>
                      <a:gd name="connsiteX6" fmla="*/ 96225 w 116780"/>
                      <a:gd name="connsiteY6" fmla="*/ 14000 h 116840"/>
                      <a:gd name="connsiteX7" fmla="*/ 96225 w 116780"/>
                      <a:gd name="connsiteY7" fmla="*/ 76968 h 116840"/>
                      <a:gd name="connsiteX8" fmla="*/ 19257 w 116780"/>
                      <a:gd name="connsiteY8" fmla="*/ 0 h 116840"/>
                      <a:gd name="connsiteX9" fmla="*/ 0 w 116780"/>
                      <a:gd name="connsiteY9" fmla="*/ 19316 h 116840"/>
                      <a:gd name="connsiteX10" fmla="*/ 79035 w 116780"/>
                      <a:gd name="connsiteY10" fmla="*/ 94216 h 116840"/>
                      <a:gd name="connsiteX11" fmla="*/ 4135 w 116780"/>
                      <a:gd name="connsiteY11" fmla="*/ 19316 h 116840"/>
                      <a:gd name="connsiteX12" fmla="*/ 19316 w 116780"/>
                      <a:gd name="connsiteY12" fmla="*/ 4135 h 116840"/>
                      <a:gd name="connsiteX13" fmla="*/ 94216 w 116780"/>
                      <a:gd name="connsiteY13" fmla="*/ 79035 h 116840"/>
                      <a:gd name="connsiteX14" fmla="*/ 99178 w 116780"/>
                      <a:gd name="connsiteY14" fmla="*/ 83997 h 116840"/>
                      <a:gd name="connsiteX15" fmla="*/ 99178 w 116780"/>
                      <a:gd name="connsiteY15" fmla="*/ 76968 h 116840"/>
                      <a:gd name="connsiteX16" fmla="*/ 99178 w 116780"/>
                      <a:gd name="connsiteY16" fmla="*/ 21029 h 116840"/>
                      <a:gd name="connsiteX17" fmla="*/ 113946 w 116780"/>
                      <a:gd name="connsiteY17" fmla="*/ 35796 h 116840"/>
                      <a:gd name="connsiteX18" fmla="*/ 113946 w 116780"/>
                      <a:gd name="connsiteY18" fmla="*/ 113946 h 116840"/>
                      <a:gd name="connsiteX19" fmla="*/ 35796 w 116780"/>
                      <a:gd name="connsiteY19" fmla="*/ 113946 h 116840"/>
                      <a:gd name="connsiteX20" fmla="*/ 21029 w 116780"/>
                      <a:gd name="connsiteY20" fmla="*/ 99178 h 116840"/>
                      <a:gd name="connsiteX21" fmla="*/ 76968 w 116780"/>
                      <a:gd name="connsiteY21" fmla="*/ 99178 h 116840"/>
                      <a:gd name="connsiteX22" fmla="*/ 83997 w 116780"/>
                      <a:gd name="connsiteY22" fmla="*/ 99178 h 116840"/>
                      <a:gd name="connsiteX23" fmla="*/ 79035 w 116780"/>
                      <a:gd name="connsiteY23" fmla="*/ 94216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840">
                        <a:moveTo>
                          <a:pt x="0" y="19316"/>
                        </a:moveTo>
                        <a:lnTo>
                          <a:pt x="76968" y="96284"/>
                        </a:lnTo>
                        <a:lnTo>
                          <a:pt x="14000" y="96284"/>
                        </a:lnTo>
                        <a:lnTo>
                          <a:pt x="34556" y="116840"/>
                        </a:lnTo>
                        <a:lnTo>
                          <a:pt x="116781" y="116840"/>
                        </a:lnTo>
                        <a:lnTo>
                          <a:pt x="116781" y="34556"/>
                        </a:lnTo>
                        <a:lnTo>
                          <a:pt x="96225" y="14000"/>
                        </a:lnTo>
                        <a:lnTo>
                          <a:pt x="96225" y="76968"/>
                        </a:lnTo>
                        <a:lnTo>
                          <a:pt x="19257" y="0"/>
                        </a:lnTo>
                        <a:lnTo>
                          <a:pt x="0" y="19316"/>
                        </a:lnTo>
                        <a:close/>
                        <a:moveTo>
                          <a:pt x="79035" y="94216"/>
                        </a:moveTo>
                        <a:lnTo>
                          <a:pt x="4135" y="19316"/>
                        </a:lnTo>
                        <a:lnTo>
                          <a:pt x="19316" y="4135"/>
                        </a:lnTo>
                        <a:lnTo>
                          <a:pt x="94216" y="79035"/>
                        </a:lnTo>
                        <a:lnTo>
                          <a:pt x="99178" y="83997"/>
                        </a:lnTo>
                        <a:lnTo>
                          <a:pt x="99178" y="76968"/>
                        </a:lnTo>
                        <a:lnTo>
                          <a:pt x="99178" y="21029"/>
                        </a:lnTo>
                        <a:lnTo>
                          <a:pt x="113946" y="35796"/>
                        </a:lnTo>
                        <a:lnTo>
                          <a:pt x="113946" y="113946"/>
                        </a:lnTo>
                        <a:lnTo>
                          <a:pt x="35796" y="113946"/>
                        </a:lnTo>
                        <a:lnTo>
                          <a:pt x="21029" y="99178"/>
                        </a:lnTo>
                        <a:lnTo>
                          <a:pt x="76968" y="99178"/>
                        </a:lnTo>
                        <a:lnTo>
                          <a:pt x="83997" y="99178"/>
                        </a:lnTo>
                        <a:lnTo>
                          <a:pt x="79035" y="94216"/>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77" name="Freeform: Shape 1776">
                    <a:extLst>
                      <a:ext uri="{FF2B5EF4-FFF2-40B4-BE49-F238E27FC236}">
                        <a16:creationId xmlns:a16="http://schemas.microsoft.com/office/drawing/2014/main" id="{91E1958E-D2AF-B700-5E52-8544422544A5}"/>
                      </a:ext>
                    </a:extLst>
                  </p:cNvPr>
                  <p:cNvSpPr/>
                  <p:nvPr/>
                </p:nvSpPr>
                <p:spPr>
                  <a:xfrm>
                    <a:off x="1371068" y="4022650"/>
                    <a:ext cx="116780" cy="116781"/>
                  </a:xfrm>
                  <a:custGeom>
                    <a:avLst/>
                    <a:gdLst>
                      <a:gd name="connsiteX0" fmla="*/ 34556 w 116780"/>
                      <a:gd name="connsiteY0" fmla="*/ 0 h 116781"/>
                      <a:gd name="connsiteX1" fmla="*/ 14000 w 116780"/>
                      <a:gd name="connsiteY1" fmla="*/ 20556 h 116781"/>
                      <a:gd name="connsiteX2" fmla="*/ 76968 w 116780"/>
                      <a:gd name="connsiteY2" fmla="*/ 20556 h 116781"/>
                      <a:gd name="connsiteX3" fmla="*/ 0 w 116780"/>
                      <a:gd name="connsiteY3" fmla="*/ 97524 h 116781"/>
                      <a:gd name="connsiteX4" fmla="*/ 19257 w 116780"/>
                      <a:gd name="connsiteY4" fmla="*/ 116781 h 116781"/>
                      <a:gd name="connsiteX5" fmla="*/ 96225 w 116780"/>
                      <a:gd name="connsiteY5" fmla="*/ 39813 h 116781"/>
                      <a:gd name="connsiteX6" fmla="*/ 96225 w 116780"/>
                      <a:gd name="connsiteY6" fmla="*/ 102782 h 116781"/>
                      <a:gd name="connsiteX7" fmla="*/ 116781 w 116780"/>
                      <a:gd name="connsiteY7" fmla="*/ 82225 h 116781"/>
                      <a:gd name="connsiteX8" fmla="*/ 116781 w 116780"/>
                      <a:gd name="connsiteY8" fmla="*/ 0 h 116781"/>
                      <a:gd name="connsiteX9" fmla="*/ 34556 w 116780"/>
                      <a:gd name="connsiteY9" fmla="*/ 0 h 116781"/>
                      <a:gd name="connsiteX10" fmla="*/ 35796 w 116780"/>
                      <a:gd name="connsiteY10" fmla="*/ 2894 h 116781"/>
                      <a:gd name="connsiteX11" fmla="*/ 113946 w 116780"/>
                      <a:gd name="connsiteY11" fmla="*/ 2894 h 116781"/>
                      <a:gd name="connsiteX12" fmla="*/ 113946 w 116780"/>
                      <a:gd name="connsiteY12" fmla="*/ 80985 h 116781"/>
                      <a:gd name="connsiteX13" fmla="*/ 99178 w 116780"/>
                      <a:gd name="connsiteY13" fmla="*/ 95752 h 116781"/>
                      <a:gd name="connsiteX14" fmla="*/ 99178 w 116780"/>
                      <a:gd name="connsiteY14" fmla="*/ 39813 h 116781"/>
                      <a:gd name="connsiteX15" fmla="*/ 99178 w 116780"/>
                      <a:gd name="connsiteY15" fmla="*/ 32784 h 116781"/>
                      <a:gd name="connsiteX16" fmla="*/ 94216 w 116780"/>
                      <a:gd name="connsiteY16" fmla="*/ 37746 h 116781"/>
                      <a:gd name="connsiteX17" fmla="*/ 19316 w 116780"/>
                      <a:gd name="connsiteY17" fmla="*/ 112705 h 116781"/>
                      <a:gd name="connsiteX18" fmla="*/ 4135 w 116780"/>
                      <a:gd name="connsiteY18" fmla="*/ 97524 h 116781"/>
                      <a:gd name="connsiteX19" fmla="*/ 79035 w 116780"/>
                      <a:gd name="connsiteY19" fmla="*/ 22624 h 116781"/>
                      <a:gd name="connsiteX20" fmla="*/ 83997 w 116780"/>
                      <a:gd name="connsiteY20" fmla="*/ 17662 h 116781"/>
                      <a:gd name="connsiteX21" fmla="*/ 76968 w 116780"/>
                      <a:gd name="connsiteY21" fmla="*/ 17662 h 116781"/>
                      <a:gd name="connsiteX22" fmla="*/ 21029 w 116780"/>
                      <a:gd name="connsiteY22" fmla="*/ 17662 h 116781"/>
                      <a:gd name="connsiteX23" fmla="*/ 35796 w 116780"/>
                      <a:gd name="connsiteY23" fmla="*/ 2894 h 11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0" h="116781">
                        <a:moveTo>
                          <a:pt x="34556" y="0"/>
                        </a:moveTo>
                        <a:lnTo>
                          <a:pt x="14000" y="20556"/>
                        </a:lnTo>
                        <a:lnTo>
                          <a:pt x="76968" y="20556"/>
                        </a:lnTo>
                        <a:lnTo>
                          <a:pt x="0" y="97524"/>
                        </a:lnTo>
                        <a:lnTo>
                          <a:pt x="19257" y="116781"/>
                        </a:lnTo>
                        <a:lnTo>
                          <a:pt x="96225" y="39813"/>
                        </a:lnTo>
                        <a:lnTo>
                          <a:pt x="96225" y="102782"/>
                        </a:lnTo>
                        <a:lnTo>
                          <a:pt x="116781" y="82225"/>
                        </a:lnTo>
                        <a:lnTo>
                          <a:pt x="116781" y="0"/>
                        </a:lnTo>
                        <a:lnTo>
                          <a:pt x="34556" y="0"/>
                        </a:lnTo>
                        <a:close/>
                        <a:moveTo>
                          <a:pt x="35796" y="2894"/>
                        </a:moveTo>
                        <a:lnTo>
                          <a:pt x="113946" y="2894"/>
                        </a:lnTo>
                        <a:lnTo>
                          <a:pt x="113946" y="80985"/>
                        </a:lnTo>
                        <a:lnTo>
                          <a:pt x="99178" y="95752"/>
                        </a:lnTo>
                        <a:lnTo>
                          <a:pt x="99178" y="39813"/>
                        </a:lnTo>
                        <a:lnTo>
                          <a:pt x="99178" y="32784"/>
                        </a:lnTo>
                        <a:lnTo>
                          <a:pt x="94216" y="37746"/>
                        </a:lnTo>
                        <a:lnTo>
                          <a:pt x="19316" y="112705"/>
                        </a:lnTo>
                        <a:lnTo>
                          <a:pt x="4135" y="97524"/>
                        </a:lnTo>
                        <a:lnTo>
                          <a:pt x="79035" y="22624"/>
                        </a:lnTo>
                        <a:lnTo>
                          <a:pt x="83997" y="17662"/>
                        </a:lnTo>
                        <a:lnTo>
                          <a:pt x="76968" y="17662"/>
                        </a:lnTo>
                        <a:lnTo>
                          <a:pt x="21029" y="17662"/>
                        </a:lnTo>
                        <a:lnTo>
                          <a:pt x="35796" y="2894"/>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676" name="Graphic 4773">
                  <a:extLst>
                    <a:ext uri="{FF2B5EF4-FFF2-40B4-BE49-F238E27FC236}">
                      <a16:creationId xmlns:a16="http://schemas.microsoft.com/office/drawing/2014/main" id="{792BC553-8C65-A0D8-DAB6-57D149AB2B73}"/>
                    </a:ext>
                  </a:extLst>
                </p:cNvPr>
                <p:cNvGrpSpPr/>
                <p:nvPr/>
              </p:nvGrpSpPr>
              <p:grpSpPr>
                <a:xfrm>
                  <a:off x="2079905" y="3900907"/>
                  <a:ext cx="116840" cy="236928"/>
                  <a:chOff x="2079905" y="3900907"/>
                  <a:chExt cx="116840" cy="236928"/>
                </a:xfrm>
                <a:grpFill/>
              </p:grpSpPr>
              <p:sp>
                <p:nvSpPr>
                  <p:cNvPr id="1774" name="Freeform: Shape 1773">
                    <a:extLst>
                      <a:ext uri="{FF2B5EF4-FFF2-40B4-BE49-F238E27FC236}">
                        <a16:creationId xmlns:a16="http://schemas.microsoft.com/office/drawing/2014/main" id="{FAB9B926-5F09-D066-E395-77F4625DEB60}"/>
                      </a:ext>
                    </a:extLst>
                  </p:cNvPr>
                  <p:cNvSpPr/>
                  <p:nvPr/>
                </p:nvSpPr>
                <p:spPr>
                  <a:xfrm>
                    <a:off x="2079964" y="4020996"/>
                    <a:ext cx="116781" cy="116840"/>
                  </a:xfrm>
                  <a:custGeom>
                    <a:avLst/>
                    <a:gdLst>
                      <a:gd name="connsiteX0" fmla="*/ 116781 w 116781"/>
                      <a:gd name="connsiteY0" fmla="*/ 97524 h 116840"/>
                      <a:gd name="connsiteX1" fmla="*/ 39813 w 116781"/>
                      <a:gd name="connsiteY1" fmla="*/ 20557 h 116840"/>
                      <a:gd name="connsiteX2" fmla="*/ 102781 w 116781"/>
                      <a:gd name="connsiteY2" fmla="*/ 20557 h 116840"/>
                      <a:gd name="connsiteX3" fmla="*/ 82225 w 116781"/>
                      <a:gd name="connsiteY3" fmla="*/ 0 h 116840"/>
                      <a:gd name="connsiteX4" fmla="*/ 0 w 116781"/>
                      <a:gd name="connsiteY4" fmla="*/ 0 h 116840"/>
                      <a:gd name="connsiteX5" fmla="*/ 0 w 116781"/>
                      <a:gd name="connsiteY5" fmla="*/ 82225 h 116840"/>
                      <a:gd name="connsiteX6" fmla="*/ 20556 w 116781"/>
                      <a:gd name="connsiteY6" fmla="*/ 102782 h 116840"/>
                      <a:gd name="connsiteX7" fmla="*/ 20556 w 116781"/>
                      <a:gd name="connsiteY7" fmla="*/ 39813 h 116840"/>
                      <a:gd name="connsiteX8" fmla="*/ 97465 w 116781"/>
                      <a:gd name="connsiteY8" fmla="*/ 116840 h 116840"/>
                      <a:gd name="connsiteX9" fmla="*/ 116781 w 116781"/>
                      <a:gd name="connsiteY9" fmla="*/ 97524 h 116840"/>
                      <a:gd name="connsiteX10" fmla="*/ 37746 w 116781"/>
                      <a:gd name="connsiteY10" fmla="*/ 22624 h 116840"/>
                      <a:gd name="connsiteX11" fmla="*/ 112646 w 116781"/>
                      <a:gd name="connsiteY11" fmla="*/ 97524 h 116840"/>
                      <a:gd name="connsiteX12" fmla="*/ 97465 w 116781"/>
                      <a:gd name="connsiteY12" fmla="*/ 112705 h 116840"/>
                      <a:gd name="connsiteX13" fmla="*/ 22565 w 116781"/>
                      <a:gd name="connsiteY13" fmla="*/ 37805 h 116840"/>
                      <a:gd name="connsiteX14" fmla="*/ 17603 w 116781"/>
                      <a:gd name="connsiteY14" fmla="*/ 32843 h 116840"/>
                      <a:gd name="connsiteX15" fmla="*/ 17603 w 116781"/>
                      <a:gd name="connsiteY15" fmla="*/ 39872 h 116840"/>
                      <a:gd name="connsiteX16" fmla="*/ 17603 w 116781"/>
                      <a:gd name="connsiteY16" fmla="*/ 95870 h 116840"/>
                      <a:gd name="connsiteX17" fmla="*/ 2835 w 116781"/>
                      <a:gd name="connsiteY17" fmla="*/ 81103 h 116840"/>
                      <a:gd name="connsiteX18" fmla="*/ 2835 w 116781"/>
                      <a:gd name="connsiteY18" fmla="*/ 2953 h 116840"/>
                      <a:gd name="connsiteX19" fmla="*/ 80985 w 116781"/>
                      <a:gd name="connsiteY19" fmla="*/ 2953 h 116840"/>
                      <a:gd name="connsiteX20" fmla="*/ 95752 w 116781"/>
                      <a:gd name="connsiteY20" fmla="*/ 17721 h 116840"/>
                      <a:gd name="connsiteX21" fmla="*/ 39813 w 116781"/>
                      <a:gd name="connsiteY21" fmla="*/ 17721 h 116840"/>
                      <a:gd name="connsiteX22" fmla="*/ 32784 w 116781"/>
                      <a:gd name="connsiteY22" fmla="*/ 17721 h 116840"/>
                      <a:gd name="connsiteX23" fmla="*/ 37746 w 116781"/>
                      <a:gd name="connsiteY23" fmla="*/ 22624 h 1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840">
                        <a:moveTo>
                          <a:pt x="116781" y="97524"/>
                        </a:moveTo>
                        <a:lnTo>
                          <a:pt x="39813" y="20557"/>
                        </a:lnTo>
                        <a:lnTo>
                          <a:pt x="102781" y="20557"/>
                        </a:lnTo>
                        <a:lnTo>
                          <a:pt x="82225" y="0"/>
                        </a:lnTo>
                        <a:lnTo>
                          <a:pt x="0" y="0"/>
                        </a:lnTo>
                        <a:lnTo>
                          <a:pt x="0" y="82225"/>
                        </a:lnTo>
                        <a:lnTo>
                          <a:pt x="20556" y="102782"/>
                        </a:lnTo>
                        <a:lnTo>
                          <a:pt x="20556" y="39813"/>
                        </a:lnTo>
                        <a:lnTo>
                          <a:pt x="97465" y="116840"/>
                        </a:lnTo>
                        <a:lnTo>
                          <a:pt x="116781" y="97524"/>
                        </a:lnTo>
                        <a:close/>
                        <a:moveTo>
                          <a:pt x="37746" y="22624"/>
                        </a:moveTo>
                        <a:lnTo>
                          <a:pt x="112646" y="97524"/>
                        </a:lnTo>
                        <a:lnTo>
                          <a:pt x="97465" y="112705"/>
                        </a:lnTo>
                        <a:lnTo>
                          <a:pt x="22565" y="37805"/>
                        </a:lnTo>
                        <a:lnTo>
                          <a:pt x="17603" y="32843"/>
                        </a:lnTo>
                        <a:lnTo>
                          <a:pt x="17603" y="39872"/>
                        </a:lnTo>
                        <a:lnTo>
                          <a:pt x="17603" y="95870"/>
                        </a:lnTo>
                        <a:lnTo>
                          <a:pt x="2835" y="81103"/>
                        </a:lnTo>
                        <a:lnTo>
                          <a:pt x="2835" y="2953"/>
                        </a:lnTo>
                        <a:lnTo>
                          <a:pt x="80985" y="2953"/>
                        </a:lnTo>
                        <a:lnTo>
                          <a:pt x="95752" y="17721"/>
                        </a:lnTo>
                        <a:lnTo>
                          <a:pt x="39813" y="17721"/>
                        </a:lnTo>
                        <a:lnTo>
                          <a:pt x="32784" y="17721"/>
                        </a:lnTo>
                        <a:lnTo>
                          <a:pt x="37746" y="22624"/>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75" name="Freeform: Shape 1774">
                    <a:extLst>
                      <a:ext uri="{FF2B5EF4-FFF2-40B4-BE49-F238E27FC236}">
                        <a16:creationId xmlns:a16="http://schemas.microsoft.com/office/drawing/2014/main" id="{D2203629-0E70-0FFB-FFDF-2C9240675AE0}"/>
                      </a:ext>
                    </a:extLst>
                  </p:cNvPr>
                  <p:cNvSpPr/>
                  <p:nvPr/>
                </p:nvSpPr>
                <p:spPr>
                  <a:xfrm>
                    <a:off x="2079905" y="3900907"/>
                    <a:ext cx="116781" cy="116780"/>
                  </a:xfrm>
                  <a:custGeom>
                    <a:avLst/>
                    <a:gdLst>
                      <a:gd name="connsiteX0" fmla="*/ 82225 w 116781"/>
                      <a:gd name="connsiteY0" fmla="*/ 116781 h 116780"/>
                      <a:gd name="connsiteX1" fmla="*/ 102782 w 116781"/>
                      <a:gd name="connsiteY1" fmla="*/ 96225 h 116780"/>
                      <a:gd name="connsiteX2" fmla="*/ 39813 w 116781"/>
                      <a:gd name="connsiteY2" fmla="*/ 96225 h 116780"/>
                      <a:gd name="connsiteX3" fmla="*/ 116781 w 116781"/>
                      <a:gd name="connsiteY3" fmla="*/ 19257 h 116780"/>
                      <a:gd name="connsiteX4" fmla="*/ 97524 w 116781"/>
                      <a:gd name="connsiteY4" fmla="*/ 0 h 116780"/>
                      <a:gd name="connsiteX5" fmla="*/ 20556 w 116781"/>
                      <a:gd name="connsiteY5" fmla="*/ 76968 h 116780"/>
                      <a:gd name="connsiteX6" fmla="*/ 20556 w 116781"/>
                      <a:gd name="connsiteY6" fmla="*/ 14000 h 116780"/>
                      <a:gd name="connsiteX7" fmla="*/ 0 w 116781"/>
                      <a:gd name="connsiteY7" fmla="*/ 34556 h 116780"/>
                      <a:gd name="connsiteX8" fmla="*/ 0 w 116781"/>
                      <a:gd name="connsiteY8" fmla="*/ 116781 h 116780"/>
                      <a:gd name="connsiteX9" fmla="*/ 82225 w 116781"/>
                      <a:gd name="connsiteY9" fmla="*/ 116781 h 116780"/>
                      <a:gd name="connsiteX10" fmla="*/ 81044 w 116781"/>
                      <a:gd name="connsiteY10" fmla="*/ 113886 h 116780"/>
                      <a:gd name="connsiteX11" fmla="*/ 2895 w 116781"/>
                      <a:gd name="connsiteY11" fmla="*/ 113886 h 116780"/>
                      <a:gd name="connsiteX12" fmla="*/ 2895 w 116781"/>
                      <a:gd name="connsiteY12" fmla="*/ 35737 h 116780"/>
                      <a:gd name="connsiteX13" fmla="*/ 17662 w 116781"/>
                      <a:gd name="connsiteY13" fmla="*/ 20970 h 116780"/>
                      <a:gd name="connsiteX14" fmla="*/ 17662 w 116781"/>
                      <a:gd name="connsiteY14" fmla="*/ 76909 h 116780"/>
                      <a:gd name="connsiteX15" fmla="*/ 17662 w 116781"/>
                      <a:gd name="connsiteY15" fmla="*/ 83938 h 116780"/>
                      <a:gd name="connsiteX16" fmla="*/ 22624 w 116781"/>
                      <a:gd name="connsiteY16" fmla="*/ 78976 h 116780"/>
                      <a:gd name="connsiteX17" fmla="*/ 97524 w 116781"/>
                      <a:gd name="connsiteY17" fmla="*/ 4017 h 116780"/>
                      <a:gd name="connsiteX18" fmla="*/ 112705 w 116781"/>
                      <a:gd name="connsiteY18" fmla="*/ 19198 h 116780"/>
                      <a:gd name="connsiteX19" fmla="*/ 37805 w 116781"/>
                      <a:gd name="connsiteY19" fmla="*/ 94157 h 116780"/>
                      <a:gd name="connsiteX20" fmla="*/ 32843 w 116781"/>
                      <a:gd name="connsiteY20" fmla="*/ 99119 h 116780"/>
                      <a:gd name="connsiteX21" fmla="*/ 39872 w 116781"/>
                      <a:gd name="connsiteY21" fmla="*/ 99119 h 116780"/>
                      <a:gd name="connsiteX22" fmla="*/ 95811 w 116781"/>
                      <a:gd name="connsiteY22" fmla="*/ 99119 h 116780"/>
                      <a:gd name="connsiteX23" fmla="*/ 81044 w 116781"/>
                      <a:gd name="connsiteY23" fmla="*/ 113886 h 1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781" h="116780">
                        <a:moveTo>
                          <a:pt x="82225" y="116781"/>
                        </a:moveTo>
                        <a:lnTo>
                          <a:pt x="102782" y="96225"/>
                        </a:lnTo>
                        <a:lnTo>
                          <a:pt x="39813" y="96225"/>
                        </a:lnTo>
                        <a:lnTo>
                          <a:pt x="116781" y="19257"/>
                        </a:lnTo>
                        <a:lnTo>
                          <a:pt x="97524" y="0"/>
                        </a:lnTo>
                        <a:lnTo>
                          <a:pt x="20556" y="76968"/>
                        </a:lnTo>
                        <a:lnTo>
                          <a:pt x="20556" y="14000"/>
                        </a:lnTo>
                        <a:lnTo>
                          <a:pt x="0" y="34556"/>
                        </a:lnTo>
                        <a:lnTo>
                          <a:pt x="0" y="116781"/>
                        </a:lnTo>
                        <a:lnTo>
                          <a:pt x="82225" y="116781"/>
                        </a:lnTo>
                        <a:close/>
                        <a:moveTo>
                          <a:pt x="81044" y="113886"/>
                        </a:moveTo>
                        <a:lnTo>
                          <a:pt x="2895" y="113886"/>
                        </a:lnTo>
                        <a:lnTo>
                          <a:pt x="2895" y="35737"/>
                        </a:lnTo>
                        <a:lnTo>
                          <a:pt x="17662" y="20970"/>
                        </a:lnTo>
                        <a:lnTo>
                          <a:pt x="17662" y="76909"/>
                        </a:lnTo>
                        <a:lnTo>
                          <a:pt x="17662" y="83938"/>
                        </a:lnTo>
                        <a:lnTo>
                          <a:pt x="22624" y="78976"/>
                        </a:lnTo>
                        <a:lnTo>
                          <a:pt x="97524" y="4017"/>
                        </a:lnTo>
                        <a:lnTo>
                          <a:pt x="112705" y="19198"/>
                        </a:lnTo>
                        <a:lnTo>
                          <a:pt x="37805" y="94157"/>
                        </a:lnTo>
                        <a:lnTo>
                          <a:pt x="32843" y="99119"/>
                        </a:lnTo>
                        <a:lnTo>
                          <a:pt x="39872" y="99119"/>
                        </a:lnTo>
                        <a:lnTo>
                          <a:pt x="95811" y="99119"/>
                        </a:lnTo>
                        <a:lnTo>
                          <a:pt x="81044" y="113886"/>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677" name="Graphic 4773">
                  <a:extLst>
                    <a:ext uri="{FF2B5EF4-FFF2-40B4-BE49-F238E27FC236}">
                      <a16:creationId xmlns:a16="http://schemas.microsoft.com/office/drawing/2014/main" id="{DA56A051-1088-45E2-50E5-2ECFB5AD9674}"/>
                    </a:ext>
                  </a:extLst>
                </p:cNvPr>
                <p:cNvGrpSpPr/>
                <p:nvPr/>
              </p:nvGrpSpPr>
              <p:grpSpPr>
                <a:xfrm>
                  <a:off x="1932349" y="1658589"/>
                  <a:ext cx="648231" cy="115451"/>
                  <a:chOff x="1932349" y="1658589"/>
                  <a:chExt cx="648231" cy="115451"/>
                </a:xfrm>
                <a:grpFill/>
              </p:grpSpPr>
              <p:sp>
                <p:nvSpPr>
                  <p:cNvPr id="1758" name="Freeform: Shape 1757">
                    <a:extLst>
                      <a:ext uri="{FF2B5EF4-FFF2-40B4-BE49-F238E27FC236}">
                        <a16:creationId xmlns:a16="http://schemas.microsoft.com/office/drawing/2014/main" id="{97FE681D-301A-0907-FEE5-4363A8F02521}"/>
                      </a:ext>
                    </a:extLst>
                  </p:cNvPr>
                  <p:cNvSpPr/>
                  <p:nvPr/>
                </p:nvSpPr>
                <p:spPr>
                  <a:xfrm>
                    <a:off x="2171286" y="170398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70" y="22210"/>
                          <a:pt x="2540" y="17839"/>
                          <a:pt x="2540" y="12405"/>
                        </a:cubicBezTo>
                        <a:cubicBezTo>
                          <a:pt x="2540" y="6970"/>
                          <a:pt x="6911" y="2599"/>
                          <a:pt x="12346" y="2599"/>
                        </a:cubicBezTo>
                        <a:lnTo>
                          <a:pt x="12346" y="2599"/>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59" name="Freeform: Shape 1758">
                    <a:extLst>
                      <a:ext uri="{FF2B5EF4-FFF2-40B4-BE49-F238E27FC236}">
                        <a16:creationId xmlns:a16="http://schemas.microsoft.com/office/drawing/2014/main" id="{6887A9A3-17E9-A9C7-ADBF-FAC4AAA3C83C}"/>
                      </a:ext>
                    </a:extLst>
                  </p:cNvPr>
                  <p:cNvSpPr/>
                  <p:nvPr/>
                </p:nvSpPr>
                <p:spPr>
                  <a:xfrm>
                    <a:off x="222255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60" name="Freeform: Shape 1759">
                    <a:extLst>
                      <a:ext uri="{FF2B5EF4-FFF2-40B4-BE49-F238E27FC236}">
                        <a16:creationId xmlns:a16="http://schemas.microsoft.com/office/drawing/2014/main" id="{61F5695A-678F-6CF7-FF3D-A3CA76789363}"/>
                      </a:ext>
                    </a:extLst>
                  </p:cNvPr>
                  <p:cNvSpPr/>
                  <p:nvPr/>
                </p:nvSpPr>
                <p:spPr>
                  <a:xfrm>
                    <a:off x="2248254"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61" name="Freeform: Shape 1760">
                    <a:extLst>
                      <a:ext uri="{FF2B5EF4-FFF2-40B4-BE49-F238E27FC236}">
                        <a16:creationId xmlns:a16="http://schemas.microsoft.com/office/drawing/2014/main" id="{C0B7BE95-1605-FC81-EB16-F5195A8E87E6}"/>
                      </a:ext>
                    </a:extLst>
                  </p:cNvPr>
                  <p:cNvSpPr/>
                  <p:nvPr/>
                </p:nvSpPr>
                <p:spPr>
                  <a:xfrm>
                    <a:off x="2299467"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750"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62" name="Freeform: Shape 1761">
                    <a:extLst>
                      <a:ext uri="{FF2B5EF4-FFF2-40B4-BE49-F238E27FC236}">
                        <a16:creationId xmlns:a16="http://schemas.microsoft.com/office/drawing/2014/main" id="{9EEEF000-5022-790C-8100-AD44E0677975}"/>
                      </a:ext>
                    </a:extLst>
                  </p:cNvPr>
                  <p:cNvSpPr/>
                  <p:nvPr/>
                </p:nvSpPr>
                <p:spPr>
                  <a:xfrm>
                    <a:off x="2350799"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63" name="Freeform: Shape 1762">
                    <a:extLst>
                      <a:ext uri="{FF2B5EF4-FFF2-40B4-BE49-F238E27FC236}">
                        <a16:creationId xmlns:a16="http://schemas.microsoft.com/office/drawing/2014/main" id="{F8FA4482-C386-E9C7-1B71-F95AF302754A}"/>
                      </a:ext>
                    </a:extLst>
                  </p:cNvPr>
                  <p:cNvSpPr/>
                  <p:nvPr/>
                </p:nvSpPr>
                <p:spPr>
                  <a:xfrm>
                    <a:off x="2376435"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80"/>
                          <a:pt x="17780" y="22151"/>
                          <a:pt x="12346" y="22151"/>
                        </a:cubicBezTo>
                        <a:cubicBezTo>
                          <a:pt x="6970" y="22151"/>
                          <a:pt x="2540" y="17721"/>
                          <a:pt x="2540" y="12346"/>
                        </a:cubicBezTo>
                        <a:cubicBezTo>
                          <a:pt x="2540" y="6970"/>
                          <a:pt x="6911"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64" name="Freeform: Shape 1763">
                    <a:extLst>
                      <a:ext uri="{FF2B5EF4-FFF2-40B4-BE49-F238E27FC236}">
                        <a16:creationId xmlns:a16="http://schemas.microsoft.com/office/drawing/2014/main" id="{34623893-8D2E-D3F1-43DA-89F5D38998B7}"/>
                      </a:ext>
                    </a:extLst>
                  </p:cNvPr>
                  <p:cNvSpPr/>
                  <p:nvPr/>
                </p:nvSpPr>
                <p:spPr>
                  <a:xfrm>
                    <a:off x="2402072"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39"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65" name="Freeform: Shape 1764">
                    <a:extLst>
                      <a:ext uri="{FF2B5EF4-FFF2-40B4-BE49-F238E27FC236}">
                        <a16:creationId xmlns:a16="http://schemas.microsoft.com/office/drawing/2014/main" id="{9E73D827-590C-598C-324E-1D65C26A1A7E}"/>
                      </a:ext>
                    </a:extLst>
                  </p:cNvPr>
                  <p:cNvSpPr/>
                  <p:nvPr/>
                </p:nvSpPr>
                <p:spPr>
                  <a:xfrm>
                    <a:off x="2453344"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21"/>
                          <a:pt x="2540" y="12346"/>
                        </a:cubicBezTo>
                        <a:cubicBezTo>
                          <a:pt x="2540" y="6970"/>
                          <a:pt x="6911" y="2540"/>
                          <a:pt x="12346" y="2540"/>
                        </a:cubicBezTo>
                        <a:lnTo>
                          <a:pt x="12346" y="2540"/>
                        </a:lnTo>
                        <a:close/>
                        <a:moveTo>
                          <a:pt x="12346" y="0"/>
                        </a:moveTo>
                        <a:cubicBezTo>
                          <a:pt x="5494" y="0"/>
                          <a:pt x="0" y="5553"/>
                          <a:pt x="0" y="12346"/>
                        </a:cubicBezTo>
                        <a:cubicBezTo>
                          <a:pt x="0" y="19198"/>
                          <a:pt x="5553" y="24691"/>
                          <a:pt x="12346" y="24691"/>
                        </a:cubicBezTo>
                        <a:cubicBezTo>
                          <a:pt x="19198" y="24691"/>
                          <a:pt x="24691" y="19139"/>
                          <a:pt x="24691" y="12346"/>
                        </a:cubicBezTo>
                        <a:cubicBezTo>
                          <a:pt x="24691" y="549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66" name="Freeform: Shape 1765">
                    <a:extLst>
                      <a:ext uri="{FF2B5EF4-FFF2-40B4-BE49-F238E27FC236}">
                        <a16:creationId xmlns:a16="http://schemas.microsoft.com/office/drawing/2014/main" id="{C3EC1EAF-1A2C-2524-3393-5C71FA4E3634}"/>
                      </a:ext>
                    </a:extLst>
                  </p:cNvPr>
                  <p:cNvSpPr/>
                  <p:nvPr/>
                </p:nvSpPr>
                <p:spPr>
                  <a:xfrm>
                    <a:off x="2504617"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67" name="Freeform: Shape 1766">
                    <a:extLst>
                      <a:ext uri="{FF2B5EF4-FFF2-40B4-BE49-F238E27FC236}">
                        <a16:creationId xmlns:a16="http://schemas.microsoft.com/office/drawing/2014/main" id="{8ACDE83A-D450-7868-9A5C-84CC4050DC93}"/>
                      </a:ext>
                    </a:extLst>
                  </p:cNvPr>
                  <p:cNvSpPr/>
                  <p:nvPr/>
                </p:nvSpPr>
                <p:spPr>
                  <a:xfrm>
                    <a:off x="2530253" y="1703985"/>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493"/>
                          <a:pt x="5553" y="0"/>
                          <a:pt x="12346" y="0"/>
                        </a:cubicBezTo>
                        <a:cubicBezTo>
                          <a:pt x="19198" y="0"/>
                          <a:pt x="24691" y="549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68" name="Freeform: Shape 1767">
                    <a:extLst>
                      <a:ext uri="{FF2B5EF4-FFF2-40B4-BE49-F238E27FC236}">
                        <a16:creationId xmlns:a16="http://schemas.microsoft.com/office/drawing/2014/main" id="{A1E894B1-4380-20A7-A4A4-70BB1FD98132}"/>
                      </a:ext>
                    </a:extLst>
                  </p:cNvPr>
                  <p:cNvSpPr/>
                  <p:nvPr/>
                </p:nvSpPr>
                <p:spPr>
                  <a:xfrm>
                    <a:off x="2555889" y="1703985"/>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70"/>
                          <a:pt x="22151" y="12346"/>
                        </a:cubicBezTo>
                        <a:cubicBezTo>
                          <a:pt x="22151" y="17780"/>
                          <a:pt x="17780" y="22151"/>
                          <a:pt x="12346" y="22151"/>
                        </a:cubicBezTo>
                        <a:cubicBezTo>
                          <a:pt x="6911" y="22151"/>
                          <a:pt x="2540" y="17721"/>
                          <a:pt x="2540" y="12346"/>
                        </a:cubicBezTo>
                        <a:cubicBezTo>
                          <a:pt x="2540" y="6970"/>
                          <a:pt x="6970" y="2540"/>
                          <a:pt x="12346" y="2540"/>
                        </a:cubicBezTo>
                        <a:lnTo>
                          <a:pt x="12346" y="2540"/>
                        </a:lnTo>
                        <a:close/>
                        <a:moveTo>
                          <a:pt x="12346" y="0"/>
                        </a:moveTo>
                        <a:cubicBezTo>
                          <a:pt x="5493" y="0"/>
                          <a:pt x="0" y="5553"/>
                          <a:pt x="0" y="12346"/>
                        </a:cubicBezTo>
                        <a:cubicBezTo>
                          <a:pt x="0" y="19198"/>
                          <a:pt x="5553" y="24691"/>
                          <a:pt x="12346" y="24691"/>
                        </a:cubicBezTo>
                        <a:cubicBezTo>
                          <a:pt x="19198" y="24691"/>
                          <a:pt x="24691" y="19139"/>
                          <a:pt x="24691" y="12346"/>
                        </a:cubicBezTo>
                        <a:cubicBezTo>
                          <a:pt x="24691" y="549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69" name="Freeform: Shape 1768">
                    <a:extLst>
                      <a:ext uri="{FF2B5EF4-FFF2-40B4-BE49-F238E27FC236}">
                        <a16:creationId xmlns:a16="http://schemas.microsoft.com/office/drawing/2014/main" id="{DE091B7D-43F5-D45A-91C5-48C6B369567E}"/>
                      </a:ext>
                    </a:extLst>
                  </p:cNvPr>
                  <p:cNvSpPr/>
                  <p:nvPr/>
                </p:nvSpPr>
                <p:spPr>
                  <a:xfrm>
                    <a:off x="2137498" y="1658767"/>
                    <a:ext cx="66719" cy="115274"/>
                  </a:xfrm>
                  <a:custGeom>
                    <a:avLst/>
                    <a:gdLst>
                      <a:gd name="connsiteX0" fmla="*/ 60310 w 66719"/>
                      <a:gd name="connsiteY0" fmla="*/ 115275 h 115274"/>
                      <a:gd name="connsiteX1" fmla="*/ 64859 w 66719"/>
                      <a:gd name="connsiteY1" fmla="*/ 113384 h 115274"/>
                      <a:gd name="connsiteX2" fmla="*/ 64859 w 66719"/>
                      <a:gd name="connsiteY2" fmla="*/ 104347 h 115274"/>
                      <a:gd name="connsiteX3" fmla="*/ 18134 w 66719"/>
                      <a:gd name="connsiteY3" fmla="*/ 57623 h 115274"/>
                      <a:gd name="connsiteX4" fmla="*/ 64859 w 66719"/>
                      <a:gd name="connsiteY4" fmla="*/ 10898 h 115274"/>
                      <a:gd name="connsiteX5" fmla="*/ 64859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9" y="113384"/>
                        </a:cubicBezTo>
                        <a:cubicBezTo>
                          <a:pt x="67340" y="110903"/>
                          <a:pt x="67340" y="106828"/>
                          <a:pt x="64859" y="104347"/>
                        </a:cubicBezTo>
                        <a:lnTo>
                          <a:pt x="18134" y="57623"/>
                        </a:lnTo>
                        <a:lnTo>
                          <a:pt x="64859" y="10898"/>
                        </a:lnTo>
                        <a:cubicBezTo>
                          <a:pt x="67340" y="8417"/>
                          <a:pt x="67340" y="4342"/>
                          <a:pt x="64859" y="1861"/>
                        </a:cubicBezTo>
                        <a:cubicBezTo>
                          <a:pt x="62378" y="-620"/>
                          <a:pt x="58302" y="-620"/>
                          <a:pt x="55821" y="1861"/>
                        </a:cubicBezTo>
                        <a:lnTo>
                          <a:pt x="0" y="57682"/>
                        </a:lnTo>
                        <a:lnTo>
                          <a:pt x="55821" y="113503"/>
                        </a:lnTo>
                        <a:cubicBezTo>
                          <a:pt x="57002" y="114684"/>
                          <a:pt x="58656" y="115275"/>
                          <a:pt x="60310" y="115275"/>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70" name="Freeform: Shape 1769">
                    <a:extLst>
                      <a:ext uri="{FF2B5EF4-FFF2-40B4-BE49-F238E27FC236}">
                        <a16:creationId xmlns:a16="http://schemas.microsoft.com/office/drawing/2014/main" id="{7F82B45A-D280-800D-296F-7C6A9A794022}"/>
                      </a:ext>
                    </a:extLst>
                  </p:cNvPr>
                  <p:cNvSpPr/>
                  <p:nvPr/>
                </p:nvSpPr>
                <p:spPr>
                  <a:xfrm>
                    <a:off x="2086107" y="1658708"/>
                    <a:ext cx="66778" cy="115333"/>
                  </a:xfrm>
                  <a:custGeom>
                    <a:avLst/>
                    <a:gdLst>
                      <a:gd name="connsiteX0" fmla="*/ 60369 w 66778"/>
                      <a:gd name="connsiteY0" fmla="*/ 115334 h 115333"/>
                      <a:gd name="connsiteX1" fmla="*/ 64918 w 66778"/>
                      <a:gd name="connsiteY1" fmla="*/ 113443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3"/>
                        </a:cubicBezTo>
                        <a:cubicBezTo>
                          <a:pt x="67399" y="110963"/>
                          <a:pt x="67399" y="106887"/>
                          <a:pt x="64918" y="104347"/>
                        </a:cubicBezTo>
                        <a:lnTo>
                          <a:pt x="18134" y="57623"/>
                        </a:lnTo>
                        <a:lnTo>
                          <a:pt x="64918" y="10898"/>
                        </a:lnTo>
                        <a:cubicBezTo>
                          <a:pt x="67399" y="8417"/>
                          <a:pt x="67399" y="4342"/>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71" name="Freeform: Shape 1770">
                    <a:extLst>
                      <a:ext uri="{FF2B5EF4-FFF2-40B4-BE49-F238E27FC236}">
                        <a16:creationId xmlns:a16="http://schemas.microsoft.com/office/drawing/2014/main" id="{939A7EE6-2EE5-D665-4E73-7C494B9E5E84}"/>
                      </a:ext>
                    </a:extLst>
                  </p:cNvPr>
                  <p:cNvSpPr/>
                  <p:nvPr/>
                </p:nvSpPr>
                <p:spPr>
                  <a:xfrm>
                    <a:off x="2034894" y="165858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7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72" name="Freeform: Shape 1771">
                    <a:extLst>
                      <a:ext uri="{FF2B5EF4-FFF2-40B4-BE49-F238E27FC236}">
                        <a16:creationId xmlns:a16="http://schemas.microsoft.com/office/drawing/2014/main" id="{DBA74A51-C71F-9454-93BB-55E8E64F2A6D}"/>
                      </a:ext>
                    </a:extLst>
                  </p:cNvPr>
                  <p:cNvSpPr/>
                  <p:nvPr/>
                </p:nvSpPr>
                <p:spPr>
                  <a:xfrm>
                    <a:off x="1983621" y="165858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618" y="114684"/>
                          <a:pt x="64859" y="113444"/>
                        </a:cubicBezTo>
                        <a:cubicBezTo>
                          <a:pt x="67340" y="110963"/>
                          <a:pt x="67340" y="106887"/>
                          <a:pt x="64859" y="104406"/>
                        </a:cubicBezTo>
                        <a:lnTo>
                          <a:pt x="18134" y="57682"/>
                        </a:lnTo>
                        <a:lnTo>
                          <a:pt x="64859" y="10957"/>
                        </a:lnTo>
                        <a:cubicBezTo>
                          <a:pt x="67340" y="8477"/>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73" name="Freeform: Shape 1772">
                    <a:extLst>
                      <a:ext uri="{FF2B5EF4-FFF2-40B4-BE49-F238E27FC236}">
                        <a16:creationId xmlns:a16="http://schemas.microsoft.com/office/drawing/2014/main" id="{89571DC1-7531-9FA6-2982-946A2CB497A3}"/>
                      </a:ext>
                    </a:extLst>
                  </p:cNvPr>
                  <p:cNvSpPr/>
                  <p:nvPr/>
                </p:nvSpPr>
                <p:spPr>
                  <a:xfrm>
                    <a:off x="1932349" y="1658648"/>
                    <a:ext cx="66719" cy="115274"/>
                  </a:xfrm>
                  <a:custGeom>
                    <a:avLst/>
                    <a:gdLst>
                      <a:gd name="connsiteX0" fmla="*/ 60310 w 66719"/>
                      <a:gd name="connsiteY0" fmla="*/ 115275 h 115274"/>
                      <a:gd name="connsiteX1" fmla="*/ 64858 w 66719"/>
                      <a:gd name="connsiteY1" fmla="*/ 113384 h 115274"/>
                      <a:gd name="connsiteX2" fmla="*/ 64858 w 66719"/>
                      <a:gd name="connsiteY2" fmla="*/ 104347 h 115274"/>
                      <a:gd name="connsiteX3" fmla="*/ 18134 w 66719"/>
                      <a:gd name="connsiteY3" fmla="*/ 57623 h 115274"/>
                      <a:gd name="connsiteX4" fmla="*/ 64858 w 66719"/>
                      <a:gd name="connsiteY4" fmla="*/ 10898 h 115274"/>
                      <a:gd name="connsiteX5" fmla="*/ 64858 w 66719"/>
                      <a:gd name="connsiteY5" fmla="*/ 1861 h 115274"/>
                      <a:gd name="connsiteX6" fmla="*/ 55821 w 66719"/>
                      <a:gd name="connsiteY6" fmla="*/ 1861 h 115274"/>
                      <a:gd name="connsiteX7" fmla="*/ 0 w 66719"/>
                      <a:gd name="connsiteY7" fmla="*/ 57682 h 115274"/>
                      <a:gd name="connsiteX8" fmla="*/ 55821 w 66719"/>
                      <a:gd name="connsiteY8" fmla="*/ 113503 h 115274"/>
                      <a:gd name="connsiteX9" fmla="*/ 60310 w 66719"/>
                      <a:gd name="connsiteY9" fmla="*/ 115275 h 11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274">
                        <a:moveTo>
                          <a:pt x="60310" y="115275"/>
                        </a:moveTo>
                        <a:cubicBezTo>
                          <a:pt x="61964" y="115275"/>
                          <a:pt x="63559" y="114625"/>
                          <a:pt x="64858" y="113384"/>
                        </a:cubicBezTo>
                        <a:cubicBezTo>
                          <a:pt x="67340" y="110904"/>
                          <a:pt x="67340" y="106828"/>
                          <a:pt x="64858" y="104347"/>
                        </a:cubicBezTo>
                        <a:lnTo>
                          <a:pt x="18134" y="57623"/>
                        </a:lnTo>
                        <a:lnTo>
                          <a:pt x="64858" y="10898"/>
                        </a:lnTo>
                        <a:cubicBezTo>
                          <a:pt x="67340" y="8417"/>
                          <a:pt x="67340" y="4342"/>
                          <a:pt x="64858" y="1861"/>
                        </a:cubicBezTo>
                        <a:cubicBezTo>
                          <a:pt x="62378" y="-620"/>
                          <a:pt x="58302" y="-620"/>
                          <a:pt x="55821" y="1861"/>
                        </a:cubicBezTo>
                        <a:lnTo>
                          <a:pt x="0" y="57682"/>
                        </a:lnTo>
                        <a:lnTo>
                          <a:pt x="55821" y="113503"/>
                        </a:lnTo>
                        <a:cubicBezTo>
                          <a:pt x="57002" y="114625"/>
                          <a:pt x="58656" y="115275"/>
                          <a:pt x="60310" y="115275"/>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678" name="Graphic 4773">
                  <a:extLst>
                    <a:ext uri="{FF2B5EF4-FFF2-40B4-BE49-F238E27FC236}">
                      <a16:creationId xmlns:a16="http://schemas.microsoft.com/office/drawing/2014/main" id="{40B4C0F3-DDA0-1D0C-06B8-56DB9AA66C5E}"/>
                    </a:ext>
                  </a:extLst>
                </p:cNvPr>
                <p:cNvGrpSpPr/>
                <p:nvPr/>
              </p:nvGrpSpPr>
              <p:grpSpPr>
                <a:xfrm>
                  <a:off x="455605" y="4257600"/>
                  <a:ext cx="648231" cy="115511"/>
                  <a:chOff x="455605" y="4257600"/>
                  <a:chExt cx="648231" cy="115511"/>
                </a:xfrm>
                <a:grpFill/>
              </p:grpSpPr>
              <p:sp>
                <p:nvSpPr>
                  <p:cNvPr id="1742" name="Freeform: Shape 1741">
                    <a:extLst>
                      <a:ext uri="{FF2B5EF4-FFF2-40B4-BE49-F238E27FC236}">
                        <a16:creationId xmlns:a16="http://schemas.microsoft.com/office/drawing/2014/main" id="{DC0BA2A6-380E-3F10-E20D-501750B62FD4}"/>
                      </a:ext>
                    </a:extLst>
                  </p:cNvPr>
                  <p:cNvSpPr/>
                  <p:nvPr/>
                </p:nvSpPr>
                <p:spPr>
                  <a:xfrm>
                    <a:off x="694542" y="4303054"/>
                    <a:ext cx="24691" cy="24750"/>
                  </a:xfrm>
                  <a:custGeom>
                    <a:avLst/>
                    <a:gdLst>
                      <a:gd name="connsiteX0" fmla="*/ 12346 w 24691"/>
                      <a:gd name="connsiteY0" fmla="*/ 2599 h 24750"/>
                      <a:gd name="connsiteX1" fmla="*/ 22151 w 24691"/>
                      <a:gd name="connsiteY1" fmla="*/ 12405 h 24750"/>
                      <a:gd name="connsiteX2" fmla="*/ 12346 w 24691"/>
                      <a:gd name="connsiteY2" fmla="*/ 22210 h 24750"/>
                      <a:gd name="connsiteX3" fmla="*/ 2540 w 24691"/>
                      <a:gd name="connsiteY3" fmla="*/ 12405 h 24750"/>
                      <a:gd name="connsiteX4" fmla="*/ 12346 w 24691"/>
                      <a:gd name="connsiteY4" fmla="*/ 2599 h 24750"/>
                      <a:gd name="connsiteX5" fmla="*/ 12346 w 24691"/>
                      <a:gd name="connsiteY5" fmla="*/ 2599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99"/>
                        </a:moveTo>
                        <a:cubicBezTo>
                          <a:pt x="17780" y="2599"/>
                          <a:pt x="22151" y="6971"/>
                          <a:pt x="22151" y="12405"/>
                        </a:cubicBezTo>
                        <a:cubicBezTo>
                          <a:pt x="22151" y="17839"/>
                          <a:pt x="17780" y="22210"/>
                          <a:pt x="12346" y="22210"/>
                        </a:cubicBezTo>
                        <a:cubicBezTo>
                          <a:pt x="6911" y="22210"/>
                          <a:pt x="2540" y="17839"/>
                          <a:pt x="2540" y="12405"/>
                        </a:cubicBezTo>
                        <a:cubicBezTo>
                          <a:pt x="2540" y="6971"/>
                          <a:pt x="6911" y="2599"/>
                          <a:pt x="12346" y="2599"/>
                        </a:cubicBezTo>
                        <a:lnTo>
                          <a:pt x="12346" y="2599"/>
                        </a:lnTo>
                        <a:close/>
                        <a:moveTo>
                          <a:pt x="12346" y="0"/>
                        </a:moveTo>
                        <a:cubicBezTo>
                          <a:pt x="5493" y="0"/>
                          <a:pt x="0" y="5553"/>
                          <a:pt x="0" y="12346"/>
                        </a:cubicBezTo>
                        <a:cubicBezTo>
                          <a:pt x="0" y="19198"/>
                          <a:pt x="5553" y="24750"/>
                          <a:pt x="12346" y="24750"/>
                        </a:cubicBezTo>
                        <a:cubicBezTo>
                          <a:pt x="19198" y="24750"/>
                          <a:pt x="24691" y="19198"/>
                          <a:pt x="24691" y="12346"/>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43" name="Freeform: Shape 1742">
                    <a:extLst>
                      <a:ext uri="{FF2B5EF4-FFF2-40B4-BE49-F238E27FC236}">
                        <a16:creationId xmlns:a16="http://schemas.microsoft.com/office/drawing/2014/main" id="{F463CE99-38AA-4DF4-4E25-12190ABD0615}"/>
                      </a:ext>
                    </a:extLst>
                  </p:cNvPr>
                  <p:cNvSpPr/>
                  <p:nvPr/>
                </p:nvSpPr>
                <p:spPr>
                  <a:xfrm>
                    <a:off x="745814"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98"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44" name="Freeform: Shape 1743">
                    <a:extLst>
                      <a:ext uri="{FF2B5EF4-FFF2-40B4-BE49-F238E27FC236}">
                        <a16:creationId xmlns:a16="http://schemas.microsoft.com/office/drawing/2014/main" id="{67A6533A-81AF-08D8-72BB-E11DA4AE6CD4}"/>
                      </a:ext>
                    </a:extLst>
                  </p:cNvPr>
                  <p:cNvSpPr/>
                  <p:nvPr/>
                </p:nvSpPr>
                <p:spPr>
                  <a:xfrm>
                    <a:off x="771510"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45" name="Freeform: Shape 1744">
                    <a:extLst>
                      <a:ext uri="{FF2B5EF4-FFF2-40B4-BE49-F238E27FC236}">
                        <a16:creationId xmlns:a16="http://schemas.microsoft.com/office/drawing/2014/main" id="{5B81B09A-B739-B317-FB99-A5843CF9E82D}"/>
                      </a:ext>
                    </a:extLst>
                  </p:cNvPr>
                  <p:cNvSpPr/>
                  <p:nvPr/>
                </p:nvSpPr>
                <p:spPr>
                  <a:xfrm>
                    <a:off x="822723" y="4303054"/>
                    <a:ext cx="24691" cy="24750"/>
                  </a:xfrm>
                  <a:custGeom>
                    <a:avLst/>
                    <a:gdLst>
                      <a:gd name="connsiteX0" fmla="*/ 12346 w 24691"/>
                      <a:gd name="connsiteY0" fmla="*/ 2540 h 24750"/>
                      <a:gd name="connsiteX1" fmla="*/ 22151 w 24691"/>
                      <a:gd name="connsiteY1" fmla="*/ 12346 h 24750"/>
                      <a:gd name="connsiteX2" fmla="*/ 12346 w 24691"/>
                      <a:gd name="connsiteY2" fmla="*/ 22151 h 24750"/>
                      <a:gd name="connsiteX3" fmla="*/ 2540 w 24691"/>
                      <a:gd name="connsiteY3" fmla="*/ 12346 h 24750"/>
                      <a:gd name="connsiteX4" fmla="*/ 12346 w 24691"/>
                      <a:gd name="connsiteY4" fmla="*/ 2540 h 24750"/>
                      <a:gd name="connsiteX5" fmla="*/ 12346 w 24691"/>
                      <a:gd name="connsiteY5" fmla="*/ 2540 h 24750"/>
                      <a:gd name="connsiteX6" fmla="*/ 12346 w 24691"/>
                      <a:gd name="connsiteY6" fmla="*/ 0 h 24750"/>
                      <a:gd name="connsiteX7" fmla="*/ 0 w 24691"/>
                      <a:gd name="connsiteY7" fmla="*/ 12346 h 24750"/>
                      <a:gd name="connsiteX8" fmla="*/ 12346 w 24691"/>
                      <a:gd name="connsiteY8" fmla="*/ 24750 h 24750"/>
                      <a:gd name="connsiteX9" fmla="*/ 24691 w 24691"/>
                      <a:gd name="connsiteY9" fmla="*/ 12346 h 24750"/>
                      <a:gd name="connsiteX10" fmla="*/ 12346 w 24691"/>
                      <a:gd name="connsiteY10" fmla="*/ 0 h 24750"/>
                      <a:gd name="connsiteX11" fmla="*/ 12346 w 24691"/>
                      <a:gd name="connsiteY11" fmla="*/ 0 h 2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750">
                        <a:moveTo>
                          <a:pt x="12346" y="2540"/>
                        </a:moveTo>
                        <a:cubicBezTo>
                          <a:pt x="17721" y="2540"/>
                          <a:pt x="22151" y="6911"/>
                          <a:pt x="22151" y="12346"/>
                        </a:cubicBezTo>
                        <a:cubicBezTo>
                          <a:pt x="22151" y="17780"/>
                          <a:pt x="17721" y="22151"/>
                          <a:pt x="12346" y="22151"/>
                        </a:cubicBezTo>
                        <a:cubicBezTo>
                          <a:pt x="6911" y="22151"/>
                          <a:pt x="2540" y="17780"/>
                          <a:pt x="2540" y="12346"/>
                        </a:cubicBezTo>
                        <a:cubicBezTo>
                          <a:pt x="2540" y="6971"/>
                          <a:pt x="6970" y="2540"/>
                          <a:pt x="12346" y="2540"/>
                        </a:cubicBezTo>
                        <a:lnTo>
                          <a:pt x="12346" y="2540"/>
                        </a:lnTo>
                        <a:close/>
                        <a:moveTo>
                          <a:pt x="12346" y="0"/>
                        </a:moveTo>
                        <a:cubicBezTo>
                          <a:pt x="5494" y="0"/>
                          <a:pt x="0" y="5553"/>
                          <a:pt x="0" y="12346"/>
                        </a:cubicBezTo>
                        <a:cubicBezTo>
                          <a:pt x="0" y="19198"/>
                          <a:pt x="5553" y="24750"/>
                          <a:pt x="12346" y="24750"/>
                        </a:cubicBezTo>
                        <a:cubicBezTo>
                          <a:pt x="19198" y="24750"/>
                          <a:pt x="24691" y="19198"/>
                          <a:pt x="24691" y="12346"/>
                        </a:cubicBezTo>
                        <a:cubicBezTo>
                          <a:pt x="24750"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46" name="Freeform: Shape 1745">
                    <a:extLst>
                      <a:ext uri="{FF2B5EF4-FFF2-40B4-BE49-F238E27FC236}">
                        <a16:creationId xmlns:a16="http://schemas.microsoft.com/office/drawing/2014/main" id="{28771F50-5D99-8060-4890-3507B7C84BD3}"/>
                      </a:ext>
                    </a:extLst>
                  </p:cNvPr>
                  <p:cNvSpPr/>
                  <p:nvPr/>
                </p:nvSpPr>
                <p:spPr>
                  <a:xfrm>
                    <a:off x="874055"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3" y="24691"/>
                          <a:pt x="0" y="19139"/>
                          <a:pt x="0" y="12346"/>
                        </a:cubicBezTo>
                        <a:cubicBezTo>
                          <a:pt x="0" y="5553"/>
                          <a:pt x="5553" y="0"/>
                          <a:pt x="12346" y="0"/>
                        </a:cubicBezTo>
                        <a:cubicBezTo>
                          <a:pt x="19139" y="0"/>
                          <a:pt x="24691" y="5553"/>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47" name="Freeform: Shape 1746">
                    <a:extLst>
                      <a:ext uri="{FF2B5EF4-FFF2-40B4-BE49-F238E27FC236}">
                        <a16:creationId xmlns:a16="http://schemas.microsoft.com/office/drawing/2014/main" id="{83DF6907-0636-7E20-E328-8A44937B350B}"/>
                      </a:ext>
                    </a:extLst>
                  </p:cNvPr>
                  <p:cNvSpPr/>
                  <p:nvPr/>
                </p:nvSpPr>
                <p:spPr>
                  <a:xfrm>
                    <a:off x="899691"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80" y="2540"/>
                          <a:pt x="22151" y="6911"/>
                          <a:pt x="22151" y="12346"/>
                        </a:cubicBezTo>
                        <a:cubicBezTo>
                          <a:pt x="22151" y="17721"/>
                          <a:pt x="17780" y="22151"/>
                          <a:pt x="12346" y="22151"/>
                        </a:cubicBezTo>
                        <a:cubicBezTo>
                          <a:pt x="6970" y="22151"/>
                          <a:pt x="2540" y="17721"/>
                          <a:pt x="2540" y="12346"/>
                        </a:cubicBezTo>
                        <a:cubicBezTo>
                          <a:pt x="2540" y="6971"/>
                          <a:pt x="6911" y="2540"/>
                          <a:pt x="12346" y="2540"/>
                        </a:cubicBezTo>
                        <a:lnTo>
                          <a:pt x="12346" y="2540"/>
                        </a:lnTo>
                        <a:close/>
                        <a:moveTo>
                          <a:pt x="12346" y="0"/>
                        </a:moveTo>
                        <a:cubicBezTo>
                          <a:pt x="5494"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48" name="Freeform: Shape 1747">
                    <a:extLst>
                      <a:ext uri="{FF2B5EF4-FFF2-40B4-BE49-F238E27FC236}">
                        <a16:creationId xmlns:a16="http://schemas.microsoft.com/office/drawing/2014/main" id="{C805EBB7-73B4-5EC8-B712-F75E04F61AE0}"/>
                      </a:ext>
                    </a:extLst>
                  </p:cNvPr>
                  <p:cNvSpPr/>
                  <p:nvPr/>
                </p:nvSpPr>
                <p:spPr>
                  <a:xfrm>
                    <a:off x="925327"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4" y="24750"/>
                          <a:pt x="0" y="19198"/>
                          <a:pt x="0" y="12346"/>
                        </a:cubicBezTo>
                        <a:cubicBezTo>
                          <a:pt x="0" y="5494"/>
                          <a:pt x="5553" y="0"/>
                          <a:pt x="12346" y="0"/>
                        </a:cubicBezTo>
                        <a:cubicBezTo>
                          <a:pt x="19139"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49" name="Freeform: Shape 1748">
                    <a:extLst>
                      <a:ext uri="{FF2B5EF4-FFF2-40B4-BE49-F238E27FC236}">
                        <a16:creationId xmlns:a16="http://schemas.microsoft.com/office/drawing/2014/main" id="{0165DD35-0B5C-DA87-26B5-14D525A61343}"/>
                      </a:ext>
                    </a:extLst>
                  </p:cNvPr>
                  <p:cNvSpPr/>
                  <p:nvPr/>
                </p:nvSpPr>
                <p:spPr>
                  <a:xfrm>
                    <a:off x="976600" y="4303054"/>
                    <a:ext cx="24691" cy="24691"/>
                  </a:xfrm>
                  <a:custGeom>
                    <a:avLst/>
                    <a:gdLst>
                      <a:gd name="connsiteX0" fmla="*/ 12346 w 24691"/>
                      <a:gd name="connsiteY0" fmla="*/ 2540 h 24691"/>
                      <a:gd name="connsiteX1" fmla="*/ 22151 w 24691"/>
                      <a:gd name="connsiteY1" fmla="*/ 12346 h 24691"/>
                      <a:gd name="connsiteX2" fmla="*/ 12346 w 24691"/>
                      <a:gd name="connsiteY2" fmla="*/ 22151 h 24691"/>
                      <a:gd name="connsiteX3" fmla="*/ 2540 w 24691"/>
                      <a:gd name="connsiteY3" fmla="*/ 12346 h 24691"/>
                      <a:gd name="connsiteX4" fmla="*/ 12346 w 24691"/>
                      <a:gd name="connsiteY4" fmla="*/ 2540 h 24691"/>
                      <a:gd name="connsiteX5" fmla="*/ 12346 w 24691"/>
                      <a:gd name="connsiteY5" fmla="*/ 2540 h 24691"/>
                      <a:gd name="connsiteX6" fmla="*/ 12346 w 24691"/>
                      <a:gd name="connsiteY6" fmla="*/ 0 h 24691"/>
                      <a:gd name="connsiteX7" fmla="*/ 0 w 24691"/>
                      <a:gd name="connsiteY7" fmla="*/ 12346 h 24691"/>
                      <a:gd name="connsiteX8" fmla="*/ 12346 w 24691"/>
                      <a:gd name="connsiteY8" fmla="*/ 24691 h 24691"/>
                      <a:gd name="connsiteX9" fmla="*/ 24691 w 24691"/>
                      <a:gd name="connsiteY9" fmla="*/ 12346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40"/>
                        </a:moveTo>
                        <a:cubicBezTo>
                          <a:pt x="17721" y="2540"/>
                          <a:pt x="22151" y="6911"/>
                          <a:pt x="22151" y="12346"/>
                        </a:cubicBezTo>
                        <a:cubicBezTo>
                          <a:pt x="22151" y="17780"/>
                          <a:pt x="17780" y="22151"/>
                          <a:pt x="12346" y="22151"/>
                        </a:cubicBezTo>
                        <a:cubicBezTo>
                          <a:pt x="6911" y="22151"/>
                          <a:pt x="2540" y="17780"/>
                          <a:pt x="2540" y="12346"/>
                        </a:cubicBezTo>
                        <a:cubicBezTo>
                          <a:pt x="2540" y="6971"/>
                          <a:pt x="6911" y="2540"/>
                          <a:pt x="12346" y="2540"/>
                        </a:cubicBezTo>
                        <a:lnTo>
                          <a:pt x="12346" y="2540"/>
                        </a:lnTo>
                        <a:close/>
                        <a:moveTo>
                          <a:pt x="12346" y="0"/>
                        </a:moveTo>
                        <a:cubicBezTo>
                          <a:pt x="5493" y="0"/>
                          <a:pt x="0" y="5553"/>
                          <a:pt x="0" y="12346"/>
                        </a:cubicBezTo>
                        <a:cubicBezTo>
                          <a:pt x="0" y="19139"/>
                          <a:pt x="5553" y="24691"/>
                          <a:pt x="12346" y="24691"/>
                        </a:cubicBezTo>
                        <a:cubicBezTo>
                          <a:pt x="19198" y="24691"/>
                          <a:pt x="24691" y="19139"/>
                          <a:pt x="24691" y="12346"/>
                        </a:cubicBezTo>
                        <a:cubicBezTo>
                          <a:pt x="24691" y="5553"/>
                          <a:pt x="19139"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50" name="Freeform: Shape 1749">
                    <a:extLst>
                      <a:ext uri="{FF2B5EF4-FFF2-40B4-BE49-F238E27FC236}">
                        <a16:creationId xmlns:a16="http://schemas.microsoft.com/office/drawing/2014/main" id="{5B250250-59B4-88CC-2718-5E30997BE37B}"/>
                      </a:ext>
                    </a:extLst>
                  </p:cNvPr>
                  <p:cNvSpPr/>
                  <p:nvPr/>
                </p:nvSpPr>
                <p:spPr>
                  <a:xfrm>
                    <a:off x="1027872" y="4303054"/>
                    <a:ext cx="24691" cy="24691"/>
                  </a:xfrm>
                  <a:custGeom>
                    <a:avLst/>
                    <a:gdLst>
                      <a:gd name="connsiteX0" fmla="*/ 24691 w 24691"/>
                      <a:gd name="connsiteY0" fmla="*/ 12346 h 24691"/>
                      <a:gd name="connsiteX1" fmla="*/ 12346 w 24691"/>
                      <a:gd name="connsiteY1" fmla="*/ 24691 h 24691"/>
                      <a:gd name="connsiteX2" fmla="*/ 0 w 24691"/>
                      <a:gd name="connsiteY2" fmla="*/ 12346 h 24691"/>
                      <a:gd name="connsiteX3" fmla="*/ 12346 w 24691"/>
                      <a:gd name="connsiteY3" fmla="*/ 0 h 24691"/>
                      <a:gd name="connsiteX4" fmla="*/ 24691 w 24691"/>
                      <a:gd name="connsiteY4" fmla="*/ 12346 h 24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691">
                        <a:moveTo>
                          <a:pt x="24691" y="12346"/>
                        </a:moveTo>
                        <a:cubicBezTo>
                          <a:pt x="24691" y="19198"/>
                          <a:pt x="19139" y="24691"/>
                          <a:pt x="12346" y="24691"/>
                        </a:cubicBezTo>
                        <a:cubicBezTo>
                          <a:pt x="5494" y="24691"/>
                          <a:pt x="0" y="19139"/>
                          <a:pt x="0" y="12346"/>
                        </a:cubicBezTo>
                        <a:cubicBezTo>
                          <a:pt x="0" y="5553"/>
                          <a:pt x="5553" y="0"/>
                          <a:pt x="12346" y="0"/>
                        </a:cubicBezTo>
                        <a:cubicBezTo>
                          <a:pt x="19198"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51" name="Freeform: Shape 1750">
                    <a:extLst>
                      <a:ext uri="{FF2B5EF4-FFF2-40B4-BE49-F238E27FC236}">
                        <a16:creationId xmlns:a16="http://schemas.microsoft.com/office/drawing/2014/main" id="{6FE32BEC-0D90-2FAB-2416-C456C863EF8C}"/>
                      </a:ext>
                    </a:extLst>
                  </p:cNvPr>
                  <p:cNvSpPr/>
                  <p:nvPr/>
                </p:nvSpPr>
                <p:spPr>
                  <a:xfrm>
                    <a:off x="1053509" y="4303054"/>
                    <a:ext cx="24691" cy="24750"/>
                  </a:xfrm>
                  <a:custGeom>
                    <a:avLst/>
                    <a:gdLst>
                      <a:gd name="connsiteX0" fmla="*/ 24691 w 24691"/>
                      <a:gd name="connsiteY0" fmla="*/ 12346 h 24750"/>
                      <a:gd name="connsiteX1" fmla="*/ 12346 w 24691"/>
                      <a:gd name="connsiteY1" fmla="*/ 24750 h 24750"/>
                      <a:gd name="connsiteX2" fmla="*/ 0 w 24691"/>
                      <a:gd name="connsiteY2" fmla="*/ 12346 h 24750"/>
                      <a:gd name="connsiteX3" fmla="*/ 12346 w 24691"/>
                      <a:gd name="connsiteY3" fmla="*/ 0 h 24750"/>
                      <a:gd name="connsiteX4" fmla="*/ 24691 w 24691"/>
                      <a:gd name="connsiteY4" fmla="*/ 12346 h 2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1" h="24750">
                        <a:moveTo>
                          <a:pt x="24691" y="12346"/>
                        </a:moveTo>
                        <a:cubicBezTo>
                          <a:pt x="24691" y="19198"/>
                          <a:pt x="19139" y="24750"/>
                          <a:pt x="12346" y="24750"/>
                        </a:cubicBezTo>
                        <a:cubicBezTo>
                          <a:pt x="5493" y="24750"/>
                          <a:pt x="0" y="19198"/>
                          <a:pt x="0" y="12346"/>
                        </a:cubicBezTo>
                        <a:cubicBezTo>
                          <a:pt x="0" y="5494"/>
                          <a:pt x="5552" y="0"/>
                          <a:pt x="12346" y="0"/>
                        </a:cubicBezTo>
                        <a:cubicBezTo>
                          <a:pt x="19198" y="0"/>
                          <a:pt x="24691" y="5494"/>
                          <a:pt x="24691" y="1234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52" name="Freeform: Shape 1751">
                    <a:extLst>
                      <a:ext uri="{FF2B5EF4-FFF2-40B4-BE49-F238E27FC236}">
                        <a16:creationId xmlns:a16="http://schemas.microsoft.com/office/drawing/2014/main" id="{F668355C-3D8E-486A-CAAC-8E7C01B85796}"/>
                      </a:ext>
                    </a:extLst>
                  </p:cNvPr>
                  <p:cNvSpPr/>
                  <p:nvPr/>
                </p:nvSpPr>
                <p:spPr>
                  <a:xfrm>
                    <a:off x="1079145" y="4302995"/>
                    <a:ext cx="24691" cy="24691"/>
                  </a:xfrm>
                  <a:custGeom>
                    <a:avLst/>
                    <a:gdLst>
                      <a:gd name="connsiteX0" fmla="*/ 12346 w 24691"/>
                      <a:gd name="connsiteY0" fmla="*/ 2599 h 24691"/>
                      <a:gd name="connsiteX1" fmla="*/ 22151 w 24691"/>
                      <a:gd name="connsiteY1" fmla="*/ 12405 h 24691"/>
                      <a:gd name="connsiteX2" fmla="*/ 12346 w 24691"/>
                      <a:gd name="connsiteY2" fmla="*/ 22210 h 24691"/>
                      <a:gd name="connsiteX3" fmla="*/ 2540 w 24691"/>
                      <a:gd name="connsiteY3" fmla="*/ 12405 h 24691"/>
                      <a:gd name="connsiteX4" fmla="*/ 12346 w 24691"/>
                      <a:gd name="connsiteY4" fmla="*/ 2599 h 24691"/>
                      <a:gd name="connsiteX5" fmla="*/ 12346 w 24691"/>
                      <a:gd name="connsiteY5" fmla="*/ 2599 h 24691"/>
                      <a:gd name="connsiteX6" fmla="*/ 12346 w 24691"/>
                      <a:gd name="connsiteY6" fmla="*/ 0 h 24691"/>
                      <a:gd name="connsiteX7" fmla="*/ 0 w 24691"/>
                      <a:gd name="connsiteY7" fmla="*/ 12345 h 24691"/>
                      <a:gd name="connsiteX8" fmla="*/ 12346 w 24691"/>
                      <a:gd name="connsiteY8" fmla="*/ 24691 h 24691"/>
                      <a:gd name="connsiteX9" fmla="*/ 24691 w 24691"/>
                      <a:gd name="connsiteY9" fmla="*/ 12345 h 24691"/>
                      <a:gd name="connsiteX10" fmla="*/ 12346 w 24691"/>
                      <a:gd name="connsiteY10" fmla="*/ 0 h 24691"/>
                      <a:gd name="connsiteX11" fmla="*/ 12346 w 24691"/>
                      <a:gd name="connsiteY11" fmla="*/ 0 h 2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91" h="24691">
                        <a:moveTo>
                          <a:pt x="12346" y="2599"/>
                        </a:moveTo>
                        <a:cubicBezTo>
                          <a:pt x="17780" y="2599"/>
                          <a:pt x="22151" y="6970"/>
                          <a:pt x="22151" y="12405"/>
                        </a:cubicBezTo>
                        <a:cubicBezTo>
                          <a:pt x="22151" y="17839"/>
                          <a:pt x="17780" y="22210"/>
                          <a:pt x="12346" y="22210"/>
                        </a:cubicBezTo>
                        <a:cubicBezTo>
                          <a:pt x="6911" y="22210"/>
                          <a:pt x="2540" y="17839"/>
                          <a:pt x="2540" y="12405"/>
                        </a:cubicBezTo>
                        <a:cubicBezTo>
                          <a:pt x="2540" y="6970"/>
                          <a:pt x="6970" y="2599"/>
                          <a:pt x="12346" y="2599"/>
                        </a:cubicBezTo>
                        <a:lnTo>
                          <a:pt x="12346" y="2599"/>
                        </a:lnTo>
                        <a:close/>
                        <a:moveTo>
                          <a:pt x="12346" y="0"/>
                        </a:moveTo>
                        <a:cubicBezTo>
                          <a:pt x="5493" y="0"/>
                          <a:pt x="0" y="5553"/>
                          <a:pt x="0" y="12345"/>
                        </a:cubicBezTo>
                        <a:cubicBezTo>
                          <a:pt x="0" y="19198"/>
                          <a:pt x="5553" y="24691"/>
                          <a:pt x="12346" y="24691"/>
                        </a:cubicBezTo>
                        <a:cubicBezTo>
                          <a:pt x="19198" y="24691"/>
                          <a:pt x="24691" y="19139"/>
                          <a:pt x="24691" y="12345"/>
                        </a:cubicBezTo>
                        <a:cubicBezTo>
                          <a:pt x="24691" y="5553"/>
                          <a:pt x="19198" y="0"/>
                          <a:pt x="12346" y="0"/>
                        </a:cubicBezTo>
                        <a:lnTo>
                          <a:pt x="12346"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53" name="Freeform: Shape 1752">
                    <a:extLst>
                      <a:ext uri="{FF2B5EF4-FFF2-40B4-BE49-F238E27FC236}">
                        <a16:creationId xmlns:a16="http://schemas.microsoft.com/office/drawing/2014/main" id="{59AE54AE-191C-5C71-6255-CB9105BB0188}"/>
                      </a:ext>
                    </a:extLst>
                  </p:cNvPr>
                  <p:cNvSpPr/>
                  <p:nvPr/>
                </p:nvSpPr>
                <p:spPr>
                  <a:xfrm>
                    <a:off x="660754" y="4257777"/>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7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7"/>
                        </a:lnTo>
                        <a:cubicBezTo>
                          <a:pt x="67340" y="8476"/>
                          <a:pt x="67340" y="4401"/>
                          <a:pt x="64859" y="1861"/>
                        </a:cubicBezTo>
                        <a:cubicBezTo>
                          <a:pt x="62378" y="-620"/>
                          <a:pt x="58302" y="-620"/>
                          <a:pt x="55821" y="1861"/>
                        </a:cubicBezTo>
                        <a:lnTo>
                          <a:pt x="0" y="57682"/>
                        </a:lnTo>
                        <a:lnTo>
                          <a:pt x="55821" y="113503"/>
                        </a:lnTo>
                        <a:cubicBezTo>
                          <a:pt x="57002" y="114743"/>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54" name="Freeform: Shape 1753">
                    <a:extLst>
                      <a:ext uri="{FF2B5EF4-FFF2-40B4-BE49-F238E27FC236}">
                        <a16:creationId xmlns:a16="http://schemas.microsoft.com/office/drawing/2014/main" id="{6522C0E9-6488-B9AD-A262-45A153C7ED67}"/>
                      </a:ext>
                    </a:extLst>
                  </p:cNvPr>
                  <p:cNvSpPr/>
                  <p:nvPr/>
                </p:nvSpPr>
                <p:spPr>
                  <a:xfrm>
                    <a:off x="609363" y="4257777"/>
                    <a:ext cx="66778" cy="115333"/>
                  </a:xfrm>
                  <a:custGeom>
                    <a:avLst/>
                    <a:gdLst>
                      <a:gd name="connsiteX0" fmla="*/ 60369 w 66778"/>
                      <a:gd name="connsiteY0" fmla="*/ 115334 h 115333"/>
                      <a:gd name="connsiteX1" fmla="*/ 64918 w 66778"/>
                      <a:gd name="connsiteY1" fmla="*/ 113444 h 115333"/>
                      <a:gd name="connsiteX2" fmla="*/ 64918 w 66778"/>
                      <a:gd name="connsiteY2" fmla="*/ 104347 h 115333"/>
                      <a:gd name="connsiteX3" fmla="*/ 18134 w 66778"/>
                      <a:gd name="connsiteY3" fmla="*/ 57623 h 115333"/>
                      <a:gd name="connsiteX4" fmla="*/ 64918 w 66778"/>
                      <a:gd name="connsiteY4" fmla="*/ 10898 h 115333"/>
                      <a:gd name="connsiteX5" fmla="*/ 64918 w 66778"/>
                      <a:gd name="connsiteY5" fmla="*/ 1861 h 115333"/>
                      <a:gd name="connsiteX6" fmla="*/ 55821 w 66778"/>
                      <a:gd name="connsiteY6" fmla="*/ 1861 h 115333"/>
                      <a:gd name="connsiteX7" fmla="*/ 0 w 66778"/>
                      <a:gd name="connsiteY7" fmla="*/ 57682 h 115333"/>
                      <a:gd name="connsiteX8" fmla="*/ 55821 w 66778"/>
                      <a:gd name="connsiteY8" fmla="*/ 113503 h 115333"/>
                      <a:gd name="connsiteX9" fmla="*/ 60369 w 66778"/>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78" h="115333">
                        <a:moveTo>
                          <a:pt x="60369" y="115334"/>
                        </a:moveTo>
                        <a:cubicBezTo>
                          <a:pt x="62023" y="115334"/>
                          <a:pt x="63677" y="114684"/>
                          <a:pt x="64918" y="113444"/>
                        </a:cubicBezTo>
                        <a:cubicBezTo>
                          <a:pt x="67399" y="110963"/>
                          <a:pt x="67399" y="106887"/>
                          <a:pt x="64918" y="104347"/>
                        </a:cubicBezTo>
                        <a:lnTo>
                          <a:pt x="18134" y="57623"/>
                        </a:lnTo>
                        <a:lnTo>
                          <a:pt x="64918" y="10898"/>
                        </a:lnTo>
                        <a:cubicBezTo>
                          <a:pt x="67399" y="8417"/>
                          <a:pt x="67399" y="4341"/>
                          <a:pt x="64918" y="1861"/>
                        </a:cubicBezTo>
                        <a:cubicBezTo>
                          <a:pt x="62437" y="-620"/>
                          <a:pt x="58361" y="-620"/>
                          <a:pt x="55821" y="1861"/>
                        </a:cubicBezTo>
                        <a:lnTo>
                          <a:pt x="0" y="57682"/>
                        </a:lnTo>
                        <a:lnTo>
                          <a:pt x="55821" y="113503"/>
                        </a:lnTo>
                        <a:cubicBezTo>
                          <a:pt x="57120" y="114684"/>
                          <a:pt x="58774" y="115334"/>
                          <a:pt x="60369"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55" name="Freeform: Shape 1754">
                    <a:extLst>
                      <a:ext uri="{FF2B5EF4-FFF2-40B4-BE49-F238E27FC236}">
                        <a16:creationId xmlns:a16="http://schemas.microsoft.com/office/drawing/2014/main" id="{4E1C51F2-C66D-F87C-9D07-5728478ED92B}"/>
                      </a:ext>
                    </a:extLst>
                  </p:cNvPr>
                  <p:cNvSpPr/>
                  <p:nvPr/>
                </p:nvSpPr>
                <p:spPr>
                  <a:xfrm>
                    <a:off x="558150" y="4257659"/>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61" y="114743"/>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56" name="Freeform: Shape 1755">
                    <a:extLst>
                      <a:ext uri="{FF2B5EF4-FFF2-40B4-BE49-F238E27FC236}">
                        <a16:creationId xmlns:a16="http://schemas.microsoft.com/office/drawing/2014/main" id="{995B0197-F2CC-96C1-0E3B-27DB3027BD53}"/>
                      </a:ext>
                    </a:extLst>
                  </p:cNvPr>
                  <p:cNvSpPr/>
                  <p:nvPr/>
                </p:nvSpPr>
                <p:spPr>
                  <a:xfrm>
                    <a:off x="506877" y="4257600"/>
                    <a:ext cx="66719" cy="115392"/>
                  </a:xfrm>
                  <a:custGeom>
                    <a:avLst/>
                    <a:gdLst>
                      <a:gd name="connsiteX0" fmla="*/ 60310 w 66719"/>
                      <a:gd name="connsiteY0" fmla="*/ 115393 h 115392"/>
                      <a:gd name="connsiteX1" fmla="*/ 64859 w 66719"/>
                      <a:gd name="connsiteY1" fmla="*/ 113503 h 115392"/>
                      <a:gd name="connsiteX2" fmla="*/ 64859 w 66719"/>
                      <a:gd name="connsiteY2" fmla="*/ 104406 h 115392"/>
                      <a:gd name="connsiteX3" fmla="*/ 18134 w 66719"/>
                      <a:gd name="connsiteY3" fmla="*/ 57682 h 115392"/>
                      <a:gd name="connsiteX4" fmla="*/ 64859 w 66719"/>
                      <a:gd name="connsiteY4" fmla="*/ 10958 h 115392"/>
                      <a:gd name="connsiteX5" fmla="*/ 64859 w 66719"/>
                      <a:gd name="connsiteY5" fmla="*/ 1861 h 115392"/>
                      <a:gd name="connsiteX6" fmla="*/ 55821 w 66719"/>
                      <a:gd name="connsiteY6" fmla="*/ 1861 h 115392"/>
                      <a:gd name="connsiteX7" fmla="*/ 0 w 66719"/>
                      <a:gd name="connsiteY7" fmla="*/ 57682 h 115392"/>
                      <a:gd name="connsiteX8" fmla="*/ 55821 w 66719"/>
                      <a:gd name="connsiteY8" fmla="*/ 113503 h 115392"/>
                      <a:gd name="connsiteX9" fmla="*/ 60310 w 66719"/>
                      <a:gd name="connsiteY9" fmla="*/ 115393 h 11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92">
                        <a:moveTo>
                          <a:pt x="60310" y="115393"/>
                        </a:moveTo>
                        <a:cubicBezTo>
                          <a:pt x="61964" y="115393"/>
                          <a:pt x="63618" y="114743"/>
                          <a:pt x="64859" y="113503"/>
                        </a:cubicBezTo>
                        <a:cubicBezTo>
                          <a:pt x="67340" y="111022"/>
                          <a:pt x="67340" y="106946"/>
                          <a:pt x="64859" y="104406"/>
                        </a:cubicBezTo>
                        <a:lnTo>
                          <a:pt x="18134" y="57682"/>
                        </a:lnTo>
                        <a:lnTo>
                          <a:pt x="64859" y="10958"/>
                        </a:lnTo>
                        <a:cubicBezTo>
                          <a:pt x="67340" y="8477"/>
                          <a:pt x="67340" y="4401"/>
                          <a:pt x="64859" y="1861"/>
                        </a:cubicBezTo>
                        <a:cubicBezTo>
                          <a:pt x="62378" y="-620"/>
                          <a:pt x="58302" y="-620"/>
                          <a:pt x="55821" y="1861"/>
                        </a:cubicBezTo>
                        <a:lnTo>
                          <a:pt x="0" y="57682"/>
                        </a:lnTo>
                        <a:lnTo>
                          <a:pt x="55821" y="113503"/>
                        </a:lnTo>
                        <a:cubicBezTo>
                          <a:pt x="57002" y="114802"/>
                          <a:pt x="58656" y="115393"/>
                          <a:pt x="60310" y="11539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57" name="Freeform: Shape 1756">
                    <a:extLst>
                      <a:ext uri="{FF2B5EF4-FFF2-40B4-BE49-F238E27FC236}">
                        <a16:creationId xmlns:a16="http://schemas.microsoft.com/office/drawing/2014/main" id="{A5F09D5A-7508-A3B6-B8B4-B62150C1156E}"/>
                      </a:ext>
                    </a:extLst>
                  </p:cNvPr>
                  <p:cNvSpPr/>
                  <p:nvPr/>
                </p:nvSpPr>
                <p:spPr>
                  <a:xfrm>
                    <a:off x="455605" y="4257659"/>
                    <a:ext cx="66719" cy="115333"/>
                  </a:xfrm>
                  <a:custGeom>
                    <a:avLst/>
                    <a:gdLst>
                      <a:gd name="connsiteX0" fmla="*/ 60310 w 66719"/>
                      <a:gd name="connsiteY0" fmla="*/ 115334 h 115333"/>
                      <a:gd name="connsiteX1" fmla="*/ 64859 w 66719"/>
                      <a:gd name="connsiteY1" fmla="*/ 113444 h 115333"/>
                      <a:gd name="connsiteX2" fmla="*/ 64859 w 66719"/>
                      <a:gd name="connsiteY2" fmla="*/ 104406 h 115333"/>
                      <a:gd name="connsiteX3" fmla="*/ 18134 w 66719"/>
                      <a:gd name="connsiteY3" fmla="*/ 57682 h 115333"/>
                      <a:gd name="connsiteX4" fmla="*/ 64859 w 66719"/>
                      <a:gd name="connsiteY4" fmla="*/ 10958 h 115333"/>
                      <a:gd name="connsiteX5" fmla="*/ 64859 w 66719"/>
                      <a:gd name="connsiteY5" fmla="*/ 1861 h 115333"/>
                      <a:gd name="connsiteX6" fmla="*/ 55821 w 66719"/>
                      <a:gd name="connsiteY6" fmla="*/ 1861 h 115333"/>
                      <a:gd name="connsiteX7" fmla="*/ 0 w 66719"/>
                      <a:gd name="connsiteY7" fmla="*/ 57682 h 115333"/>
                      <a:gd name="connsiteX8" fmla="*/ 55821 w 66719"/>
                      <a:gd name="connsiteY8" fmla="*/ 113503 h 115333"/>
                      <a:gd name="connsiteX9" fmla="*/ 60310 w 66719"/>
                      <a:gd name="connsiteY9" fmla="*/ 115334 h 11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19" h="115333">
                        <a:moveTo>
                          <a:pt x="60310" y="115334"/>
                        </a:moveTo>
                        <a:cubicBezTo>
                          <a:pt x="61964" y="115334"/>
                          <a:pt x="63559" y="114684"/>
                          <a:pt x="64859" y="113444"/>
                        </a:cubicBezTo>
                        <a:cubicBezTo>
                          <a:pt x="67340" y="110963"/>
                          <a:pt x="67340" y="106887"/>
                          <a:pt x="64859" y="104406"/>
                        </a:cubicBezTo>
                        <a:lnTo>
                          <a:pt x="18134" y="57682"/>
                        </a:lnTo>
                        <a:lnTo>
                          <a:pt x="64859" y="10958"/>
                        </a:lnTo>
                        <a:cubicBezTo>
                          <a:pt x="67340" y="8476"/>
                          <a:pt x="67340" y="4401"/>
                          <a:pt x="64859" y="1861"/>
                        </a:cubicBezTo>
                        <a:cubicBezTo>
                          <a:pt x="62378" y="-620"/>
                          <a:pt x="58302" y="-620"/>
                          <a:pt x="55821" y="1861"/>
                        </a:cubicBezTo>
                        <a:lnTo>
                          <a:pt x="0" y="57682"/>
                        </a:lnTo>
                        <a:lnTo>
                          <a:pt x="55821" y="113503"/>
                        </a:lnTo>
                        <a:cubicBezTo>
                          <a:pt x="57002" y="114684"/>
                          <a:pt x="58656" y="115334"/>
                          <a:pt x="60310" y="115334"/>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679" name="Graphic 4773">
                  <a:extLst>
                    <a:ext uri="{FF2B5EF4-FFF2-40B4-BE49-F238E27FC236}">
                      <a16:creationId xmlns:a16="http://schemas.microsoft.com/office/drawing/2014/main" id="{8DC1CB3E-0838-5168-5B6D-3B3AFECAFCC9}"/>
                    </a:ext>
                  </a:extLst>
                </p:cNvPr>
                <p:cNvGrpSpPr/>
                <p:nvPr/>
              </p:nvGrpSpPr>
              <p:grpSpPr>
                <a:xfrm>
                  <a:off x="3234542" y="2956736"/>
                  <a:ext cx="583845" cy="119557"/>
                  <a:chOff x="3234542" y="2956736"/>
                  <a:chExt cx="583845" cy="119557"/>
                </a:xfrm>
                <a:grpFill/>
              </p:grpSpPr>
              <p:grpSp>
                <p:nvGrpSpPr>
                  <p:cNvPr id="1731" name="Graphic 4773">
                    <a:extLst>
                      <a:ext uri="{FF2B5EF4-FFF2-40B4-BE49-F238E27FC236}">
                        <a16:creationId xmlns:a16="http://schemas.microsoft.com/office/drawing/2014/main" id="{15284D2F-CBB5-EC29-8FA1-70CD0D6EF49D}"/>
                      </a:ext>
                    </a:extLst>
                  </p:cNvPr>
                  <p:cNvGrpSpPr/>
                  <p:nvPr/>
                </p:nvGrpSpPr>
                <p:grpSpPr>
                  <a:xfrm>
                    <a:off x="3234542" y="2956736"/>
                    <a:ext cx="119557" cy="119557"/>
                    <a:chOff x="3234542" y="2956736"/>
                    <a:chExt cx="119557" cy="119557"/>
                  </a:xfrm>
                  <a:grpFill/>
                </p:grpSpPr>
                <p:sp>
                  <p:nvSpPr>
                    <p:cNvPr id="1740" name="Freeform: Shape 1739">
                      <a:extLst>
                        <a:ext uri="{FF2B5EF4-FFF2-40B4-BE49-F238E27FC236}">
                          <a16:creationId xmlns:a16="http://schemas.microsoft.com/office/drawing/2014/main" id="{4EA49D8E-49AD-6668-41A3-BA246A415FC6}"/>
                        </a:ext>
                      </a:extLst>
                    </p:cNvPr>
                    <p:cNvSpPr/>
                    <p:nvPr/>
                  </p:nvSpPr>
                  <p:spPr>
                    <a:xfrm>
                      <a:off x="3273941" y="2978474"/>
                      <a:ext cx="40698" cy="76199"/>
                    </a:xfrm>
                    <a:custGeom>
                      <a:avLst/>
                      <a:gdLst>
                        <a:gd name="connsiteX0" fmla="*/ 38868 w 40698"/>
                        <a:gd name="connsiteY0" fmla="*/ 76200 h 76199"/>
                        <a:gd name="connsiteX1" fmla="*/ 40167 w 40698"/>
                        <a:gd name="connsiteY1" fmla="*/ 75668 h 76199"/>
                        <a:gd name="connsiteX2" fmla="*/ 40167 w 40698"/>
                        <a:gd name="connsiteY2" fmla="*/ 73128 h 76199"/>
                        <a:gd name="connsiteX3" fmla="*/ 5139 w 40698"/>
                        <a:gd name="connsiteY3" fmla="*/ 38100 h 76199"/>
                        <a:gd name="connsiteX4" fmla="*/ 40167 w 40698"/>
                        <a:gd name="connsiteY4" fmla="*/ 3072 h 76199"/>
                        <a:gd name="connsiteX5" fmla="*/ 40167 w 40698"/>
                        <a:gd name="connsiteY5" fmla="*/ 532 h 76199"/>
                        <a:gd name="connsiteX6" fmla="*/ 37627 w 40698"/>
                        <a:gd name="connsiteY6" fmla="*/ 532 h 76199"/>
                        <a:gd name="connsiteX7" fmla="*/ 0 w 40698"/>
                        <a:gd name="connsiteY7" fmla="*/ 38159 h 76199"/>
                        <a:gd name="connsiteX8" fmla="*/ 37627 w 40698"/>
                        <a:gd name="connsiteY8" fmla="*/ 75786 h 76199"/>
                        <a:gd name="connsiteX9" fmla="*/ 38868 w 40698"/>
                        <a:gd name="connsiteY9" fmla="*/ 76200 h 76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8" h="76199">
                          <a:moveTo>
                            <a:pt x="38868" y="76200"/>
                          </a:moveTo>
                          <a:cubicBezTo>
                            <a:pt x="39340" y="76200"/>
                            <a:pt x="39813" y="76023"/>
                            <a:pt x="40167" y="75668"/>
                          </a:cubicBezTo>
                          <a:cubicBezTo>
                            <a:pt x="40876" y="74960"/>
                            <a:pt x="40876" y="73837"/>
                            <a:pt x="40167" y="73128"/>
                          </a:cubicBezTo>
                          <a:lnTo>
                            <a:pt x="5139" y="38100"/>
                          </a:lnTo>
                          <a:lnTo>
                            <a:pt x="40167" y="3072"/>
                          </a:lnTo>
                          <a:cubicBezTo>
                            <a:pt x="40876" y="2363"/>
                            <a:pt x="40876" y="1240"/>
                            <a:pt x="40167" y="532"/>
                          </a:cubicBezTo>
                          <a:cubicBezTo>
                            <a:pt x="39459" y="-177"/>
                            <a:pt x="38336" y="-177"/>
                            <a:pt x="37627" y="532"/>
                          </a:cubicBezTo>
                          <a:lnTo>
                            <a:pt x="0" y="38159"/>
                          </a:lnTo>
                          <a:lnTo>
                            <a:pt x="37627" y="75786"/>
                          </a:lnTo>
                          <a:cubicBezTo>
                            <a:pt x="37982" y="76023"/>
                            <a:pt x="38454" y="76200"/>
                            <a:pt x="38868" y="7620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41" name="Freeform: Shape 1740">
                      <a:extLst>
                        <a:ext uri="{FF2B5EF4-FFF2-40B4-BE49-F238E27FC236}">
                          <a16:creationId xmlns:a16="http://schemas.microsoft.com/office/drawing/2014/main" id="{E6307297-5928-9E2C-DDFF-55E9FC926D87}"/>
                        </a:ext>
                      </a:extLst>
                    </p:cNvPr>
                    <p:cNvSpPr/>
                    <p:nvPr/>
                  </p:nvSpPr>
                  <p:spPr>
                    <a:xfrm>
                      <a:off x="3234542" y="2956736"/>
                      <a:ext cx="119557" cy="119557"/>
                    </a:xfrm>
                    <a:custGeom>
                      <a:avLst/>
                      <a:gdLst>
                        <a:gd name="connsiteX0" fmla="*/ 59779 w 119557"/>
                        <a:gd name="connsiteY0" fmla="*/ 6025 h 119557"/>
                        <a:gd name="connsiteX1" fmla="*/ 113532 w 119557"/>
                        <a:gd name="connsiteY1" fmla="*/ 59779 h 119557"/>
                        <a:gd name="connsiteX2" fmla="*/ 59779 w 119557"/>
                        <a:gd name="connsiteY2" fmla="*/ 113532 h 119557"/>
                        <a:gd name="connsiteX3" fmla="*/ 6025 w 119557"/>
                        <a:gd name="connsiteY3" fmla="*/ 59779 h 119557"/>
                        <a:gd name="connsiteX4" fmla="*/ 59779 w 119557"/>
                        <a:gd name="connsiteY4" fmla="*/ 6025 h 119557"/>
                        <a:gd name="connsiteX5" fmla="*/ 59779 w 119557"/>
                        <a:gd name="connsiteY5" fmla="*/ 6025 h 119557"/>
                        <a:gd name="connsiteX6" fmla="*/ 59779 w 119557"/>
                        <a:gd name="connsiteY6" fmla="*/ 0 h 119557"/>
                        <a:gd name="connsiteX7" fmla="*/ 0 w 119557"/>
                        <a:gd name="connsiteY7" fmla="*/ 59779 h 119557"/>
                        <a:gd name="connsiteX8" fmla="*/ 59779 w 119557"/>
                        <a:gd name="connsiteY8" fmla="*/ 119557 h 119557"/>
                        <a:gd name="connsiteX9" fmla="*/ 119557 w 119557"/>
                        <a:gd name="connsiteY9" fmla="*/ 59779 h 119557"/>
                        <a:gd name="connsiteX10" fmla="*/ 59779 w 119557"/>
                        <a:gd name="connsiteY10" fmla="*/ 0 h 119557"/>
                        <a:gd name="connsiteX11" fmla="*/ 59779 w 119557"/>
                        <a:gd name="connsiteY11" fmla="*/ 0 h 119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9557" h="119557">
                          <a:moveTo>
                            <a:pt x="59779" y="6025"/>
                          </a:moveTo>
                          <a:cubicBezTo>
                            <a:pt x="89431" y="6025"/>
                            <a:pt x="113532" y="30126"/>
                            <a:pt x="113532" y="59779"/>
                          </a:cubicBezTo>
                          <a:cubicBezTo>
                            <a:pt x="113532" y="89432"/>
                            <a:pt x="89431" y="113532"/>
                            <a:pt x="59779" y="113532"/>
                          </a:cubicBezTo>
                          <a:cubicBezTo>
                            <a:pt x="30125" y="113532"/>
                            <a:pt x="6025" y="89432"/>
                            <a:pt x="6025" y="59779"/>
                          </a:cubicBezTo>
                          <a:cubicBezTo>
                            <a:pt x="6025" y="30126"/>
                            <a:pt x="30125" y="6025"/>
                            <a:pt x="59779" y="6025"/>
                          </a:cubicBezTo>
                          <a:lnTo>
                            <a:pt x="59779" y="6025"/>
                          </a:lnTo>
                          <a:close/>
                          <a:moveTo>
                            <a:pt x="59779" y="0"/>
                          </a:moveTo>
                          <a:cubicBezTo>
                            <a:pt x="26758" y="0"/>
                            <a:pt x="0" y="26759"/>
                            <a:pt x="0" y="59779"/>
                          </a:cubicBezTo>
                          <a:cubicBezTo>
                            <a:pt x="0" y="92799"/>
                            <a:pt x="26758" y="119557"/>
                            <a:pt x="59779" y="119557"/>
                          </a:cubicBezTo>
                          <a:cubicBezTo>
                            <a:pt x="92798" y="119557"/>
                            <a:pt x="119557" y="92799"/>
                            <a:pt x="119557" y="59779"/>
                          </a:cubicBezTo>
                          <a:cubicBezTo>
                            <a:pt x="119498" y="26759"/>
                            <a:pt x="92740" y="0"/>
                            <a:pt x="59779" y="0"/>
                          </a:cubicBezTo>
                          <a:lnTo>
                            <a:pt x="59779"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1732" name="Freeform: Shape 1731">
                    <a:extLst>
                      <a:ext uri="{FF2B5EF4-FFF2-40B4-BE49-F238E27FC236}">
                        <a16:creationId xmlns:a16="http://schemas.microsoft.com/office/drawing/2014/main" id="{BC41C0D4-D2F9-A64D-CA3C-AFE0243D3781}"/>
                      </a:ext>
                    </a:extLst>
                  </p:cNvPr>
                  <p:cNvSpPr/>
                  <p:nvPr/>
                </p:nvSpPr>
                <p:spPr>
                  <a:xfrm>
                    <a:off x="3376250"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33" name="Freeform: Shape 1732">
                    <a:extLst>
                      <a:ext uri="{FF2B5EF4-FFF2-40B4-BE49-F238E27FC236}">
                        <a16:creationId xmlns:a16="http://schemas.microsoft.com/office/drawing/2014/main" id="{1BECA559-EBAF-37D4-9170-480E32CE89B1}"/>
                      </a:ext>
                    </a:extLst>
                  </p:cNvPr>
                  <p:cNvSpPr/>
                  <p:nvPr/>
                </p:nvSpPr>
                <p:spPr>
                  <a:xfrm>
                    <a:off x="345729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51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34" name="Freeform: Shape 1733">
                    <a:extLst>
                      <a:ext uri="{FF2B5EF4-FFF2-40B4-BE49-F238E27FC236}">
                        <a16:creationId xmlns:a16="http://schemas.microsoft.com/office/drawing/2014/main" id="{B2357B52-2AF2-B2C6-7EE5-9C560946F931}"/>
                      </a:ext>
                    </a:extLst>
                  </p:cNvPr>
                  <p:cNvSpPr/>
                  <p:nvPr/>
                </p:nvSpPr>
                <p:spPr>
                  <a:xfrm>
                    <a:off x="3497816"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514"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649"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35" name="Freeform: Shape 1734">
                    <a:extLst>
                      <a:ext uri="{FF2B5EF4-FFF2-40B4-BE49-F238E27FC236}">
                        <a16:creationId xmlns:a16="http://schemas.microsoft.com/office/drawing/2014/main" id="{EC2BFC48-A8D0-1DD3-62C9-E4FDFB021002}"/>
                      </a:ext>
                    </a:extLst>
                  </p:cNvPr>
                  <p:cNvSpPr/>
                  <p:nvPr/>
                </p:nvSpPr>
                <p:spPr>
                  <a:xfrm>
                    <a:off x="353833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36" name="Freeform: Shape 1735">
                    <a:extLst>
                      <a:ext uri="{FF2B5EF4-FFF2-40B4-BE49-F238E27FC236}">
                        <a16:creationId xmlns:a16="http://schemas.microsoft.com/office/drawing/2014/main" id="{AA88EFCD-B073-D74B-031B-86ED70C0E210}"/>
                      </a:ext>
                    </a:extLst>
                  </p:cNvPr>
                  <p:cNvSpPr/>
                  <p:nvPr/>
                </p:nvSpPr>
                <p:spPr>
                  <a:xfrm>
                    <a:off x="3619381"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649"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37" name="Freeform: Shape 1736">
                    <a:extLst>
                      <a:ext uri="{FF2B5EF4-FFF2-40B4-BE49-F238E27FC236}">
                        <a16:creationId xmlns:a16="http://schemas.microsoft.com/office/drawing/2014/main" id="{F683F1DC-6F94-AA8A-22CA-53C9689437D9}"/>
                      </a:ext>
                    </a:extLst>
                  </p:cNvPr>
                  <p:cNvSpPr/>
                  <p:nvPr/>
                </p:nvSpPr>
                <p:spPr>
                  <a:xfrm>
                    <a:off x="3659962"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60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5"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60" y="28590"/>
                          <a:pt x="36860" y="18430"/>
                        </a:cubicBezTo>
                        <a:cubicBezTo>
                          <a:pt x="36860"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38" name="Freeform: Shape 1737">
                    <a:extLst>
                      <a:ext uri="{FF2B5EF4-FFF2-40B4-BE49-F238E27FC236}">
                        <a16:creationId xmlns:a16="http://schemas.microsoft.com/office/drawing/2014/main" id="{C2CC35CF-AB58-AE6D-3CE3-F2920D9DC53E}"/>
                      </a:ext>
                    </a:extLst>
                  </p:cNvPr>
                  <p:cNvSpPr/>
                  <p:nvPr/>
                </p:nvSpPr>
                <p:spPr>
                  <a:xfrm>
                    <a:off x="3700484" y="2998085"/>
                    <a:ext cx="36859" cy="36859"/>
                  </a:xfrm>
                  <a:custGeom>
                    <a:avLst/>
                    <a:gdLst>
                      <a:gd name="connsiteX0" fmla="*/ 18430 w 36859"/>
                      <a:gd name="connsiteY0" fmla="*/ 4017 h 36859"/>
                      <a:gd name="connsiteX1" fmla="*/ 32843 w 36859"/>
                      <a:gd name="connsiteY1" fmla="*/ 18430 h 36859"/>
                      <a:gd name="connsiteX2" fmla="*/ 18430 w 36859"/>
                      <a:gd name="connsiteY2" fmla="*/ 32843 h 36859"/>
                      <a:gd name="connsiteX3" fmla="*/ 4017 w 36859"/>
                      <a:gd name="connsiteY3" fmla="*/ 18430 h 36859"/>
                      <a:gd name="connsiteX4" fmla="*/ 18430 w 36859"/>
                      <a:gd name="connsiteY4" fmla="*/ 4017 h 36859"/>
                      <a:gd name="connsiteX5" fmla="*/ 18430 w 36859"/>
                      <a:gd name="connsiteY5" fmla="*/ 4017 h 36859"/>
                      <a:gd name="connsiteX6" fmla="*/ 18430 w 36859"/>
                      <a:gd name="connsiteY6" fmla="*/ 0 h 36859"/>
                      <a:gd name="connsiteX7" fmla="*/ 0 w 36859"/>
                      <a:gd name="connsiteY7" fmla="*/ 18430 h 36859"/>
                      <a:gd name="connsiteX8" fmla="*/ 18430 w 36859"/>
                      <a:gd name="connsiteY8" fmla="*/ 36860 h 36859"/>
                      <a:gd name="connsiteX9" fmla="*/ 36859 w 36859"/>
                      <a:gd name="connsiteY9" fmla="*/ 18430 h 36859"/>
                      <a:gd name="connsiteX10" fmla="*/ 18430 w 36859"/>
                      <a:gd name="connsiteY10" fmla="*/ 0 h 36859"/>
                      <a:gd name="connsiteX11" fmla="*/ 18430 w 36859"/>
                      <a:gd name="connsiteY11" fmla="*/ 0 h 3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859" h="36859">
                        <a:moveTo>
                          <a:pt x="18430" y="4017"/>
                        </a:moveTo>
                        <a:cubicBezTo>
                          <a:pt x="26345" y="4017"/>
                          <a:pt x="32843" y="10455"/>
                          <a:pt x="32843" y="18430"/>
                        </a:cubicBezTo>
                        <a:cubicBezTo>
                          <a:pt x="32843" y="26345"/>
                          <a:pt x="26404" y="32843"/>
                          <a:pt x="18430" y="32843"/>
                        </a:cubicBezTo>
                        <a:cubicBezTo>
                          <a:pt x="10514" y="32843"/>
                          <a:pt x="4017" y="26404"/>
                          <a:pt x="4017" y="18430"/>
                        </a:cubicBezTo>
                        <a:cubicBezTo>
                          <a:pt x="4017" y="10514"/>
                          <a:pt x="10455" y="4017"/>
                          <a:pt x="18430" y="4017"/>
                        </a:cubicBezTo>
                        <a:lnTo>
                          <a:pt x="18430" y="4017"/>
                        </a:lnTo>
                        <a:close/>
                        <a:moveTo>
                          <a:pt x="18430" y="0"/>
                        </a:moveTo>
                        <a:cubicBezTo>
                          <a:pt x="8270" y="0"/>
                          <a:pt x="0" y="8270"/>
                          <a:pt x="0" y="18430"/>
                        </a:cubicBezTo>
                        <a:cubicBezTo>
                          <a:pt x="0" y="28590"/>
                          <a:pt x="8270" y="36860"/>
                          <a:pt x="18430" y="36860"/>
                        </a:cubicBezTo>
                        <a:cubicBezTo>
                          <a:pt x="28590" y="36860"/>
                          <a:pt x="36859" y="28590"/>
                          <a:pt x="36859" y="18430"/>
                        </a:cubicBezTo>
                        <a:cubicBezTo>
                          <a:pt x="36859" y="8270"/>
                          <a:pt x="28590" y="0"/>
                          <a:pt x="18430" y="0"/>
                        </a:cubicBezTo>
                        <a:lnTo>
                          <a:pt x="1843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39" name="Freeform: Shape 1738">
                    <a:extLst>
                      <a:ext uri="{FF2B5EF4-FFF2-40B4-BE49-F238E27FC236}">
                        <a16:creationId xmlns:a16="http://schemas.microsoft.com/office/drawing/2014/main" id="{C3B5A09D-C52C-79D3-602D-2D284D2CCEB5}"/>
                      </a:ext>
                    </a:extLst>
                  </p:cNvPr>
                  <p:cNvSpPr/>
                  <p:nvPr/>
                </p:nvSpPr>
                <p:spPr>
                  <a:xfrm>
                    <a:off x="3781528" y="2998085"/>
                    <a:ext cx="36859" cy="36859"/>
                  </a:xfrm>
                  <a:custGeom>
                    <a:avLst/>
                    <a:gdLst>
                      <a:gd name="connsiteX0" fmla="*/ 36859 w 36859"/>
                      <a:gd name="connsiteY0" fmla="*/ 18430 h 36859"/>
                      <a:gd name="connsiteX1" fmla="*/ 18430 w 36859"/>
                      <a:gd name="connsiteY1" fmla="*/ 36860 h 36859"/>
                      <a:gd name="connsiteX2" fmla="*/ 0 w 36859"/>
                      <a:gd name="connsiteY2" fmla="*/ 18430 h 36859"/>
                      <a:gd name="connsiteX3" fmla="*/ 18430 w 36859"/>
                      <a:gd name="connsiteY3" fmla="*/ 0 h 36859"/>
                      <a:gd name="connsiteX4" fmla="*/ 36859 w 36859"/>
                      <a:gd name="connsiteY4" fmla="*/ 18430 h 3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9" h="36859">
                        <a:moveTo>
                          <a:pt x="36859" y="18430"/>
                        </a:moveTo>
                        <a:cubicBezTo>
                          <a:pt x="36859" y="28590"/>
                          <a:pt x="28590" y="36860"/>
                          <a:pt x="18430" y="36860"/>
                        </a:cubicBezTo>
                        <a:cubicBezTo>
                          <a:pt x="8270" y="36860"/>
                          <a:pt x="0" y="28590"/>
                          <a:pt x="0" y="18430"/>
                        </a:cubicBezTo>
                        <a:cubicBezTo>
                          <a:pt x="0" y="8270"/>
                          <a:pt x="8270" y="0"/>
                          <a:pt x="18430" y="0"/>
                        </a:cubicBezTo>
                        <a:cubicBezTo>
                          <a:pt x="28590" y="0"/>
                          <a:pt x="36859" y="8270"/>
                          <a:pt x="36859" y="18430"/>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680" name="Graphic 4773">
                  <a:extLst>
                    <a:ext uri="{FF2B5EF4-FFF2-40B4-BE49-F238E27FC236}">
                      <a16:creationId xmlns:a16="http://schemas.microsoft.com/office/drawing/2014/main" id="{49310CC0-0E29-05B6-44C0-8553C4A233FF}"/>
                    </a:ext>
                  </a:extLst>
                </p:cNvPr>
                <p:cNvGrpSpPr/>
                <p:nvPr/>
              </p:nvGrpSpPr>
              <p:grpSpPr>
                <a:xfrm>
                  <a:off x="2640418" y="2129759"/>
                  <a:ext cx="886046" cy="59069"/>
                  <a:chOff x="2640418" y="2129759"/>
                  <a:chExt cx="886046" cy="59069"/>
                </a:xfrm>
                <a:grpFill/>
              </p:grpSpPr>
              <p:sp>
                <p:nvSpPr>
                  <p:cNvPr id="1723" name="Freeform: Shape 1722">
                    <a:extLst>
                      <a:ext uri="{FF2B5EF4-FFF2-40B4-BE49-F238E27FC236}">
                        <a16:creationId xmlns:a16="http://schemas.microsoft.com/office/drawing/2014/main" id="{20D061D1-4565-AAE3-0CCB-21BFA1D2CD7A}"/>
                      </a:ext>
                    </a:extLst>
                  </p:cNvPr>
                  <p:cNvSpPr/>
                  <p:nvPr/>
                </p:nvSpPr>
                <p:spPr>
                  <a:xfrm>
                    <a:off x="3467395"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24" name="Freeform: Shape 1723">
                    <a:extLst>
                      <a:ext uri="{FF2B5EF4-FFF2-40B4-BE49-F238E27FC236}">
                        <a16:creationId xmlns:a16="http://schemas.microsoft.com/office/drawing/2014/main" id="{C212A3B2-C54A-E1D5-2458-139C964E3C54}"/>
                      </a:ext>
                    </a:extLst>
                  </p:cNvPr>
                  <p:cNvSpPr/>
                  <p:nvPr/>
                </p:nvSpPr>
                <p:spPr>
                  <a:xfrm>
                    <a:off x="3349255"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25" name="Freeform: Shape 1724">
                    <a:extLst>
                      <a:ext uri="{FF2B5EF4-FFF2-40B4-BE49-F238E27FC236}">
                        <a16:creationId xmlns:a16="http://schemas.microsoft.com/office/drawing/2014/main" id="{4EF4F749-9EB7-404B-9B13-FFCDEABB82E2}"/>
                      </a:ext>
                    </a:extLst>
                  </p:cNvPr>
                  <p:cNvSpPr/>
                  <p:nvPr/>
                </p:nvSpPr>
                <p:spPr>
                  <a:xfrm>
                    <a:off x="3231116"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26" name="Freeform: Shape 1725">
                    <a:extLst>
                      <a:ext uri="{FF2B5EF4-FFF2-40B4-BE49-F238E27FC236}">
                        <a16:creationId xmlns:a16="http://schemas.microsoft.com/office/drawing/2014/main" id="{D4A79402-84B3-4F5B-D2A2-994E4CFFEAFC}"/>
                      </a:ext>
                    </a:extLst>
                  </p:cNvPr>
                  <p:cNvSpPr/>
                  <p:nvPr/>
                </p:nvSpPr>
                <p:spPr>
                  <a:xfrm>
                    <a:off x="3112976"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27" name="Freeform: Shape 1726">
                    <a:extLst>
                      <a:ext uri="{FF2B5EF4-FFF2-40B4-BE49-F238E27FC236}">
                        <a16:creationId xmlns:a16="http://schemas.microsoft.com/office/drawing/2014/main" id="{EC2B9FC6-BE7F-7E61-6948-DBBF17E466F2}"/>
                      </a:ext>
                    </a:extLst>
                  </p:cNvPr>
                  <p:cNvSpPr/>
                  <p:nvPr/>
                </p:nvSpPr>
                <p:spPr>
                  <a:xfrm>
                    <a:off x="2994837"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28" name="Freeform: Shape 1727">
                    <a:extLst>
                      <a:ext uri="{FF2B5EF4-FFF2-40B4-BE49-F238E27FC236}">
                        <a16:creationId xmlns:a16="http://schemas.microsoft.com/office/drawing/2014/main" id="{EAA4AFFB-A958-A4CD-24F6-89F6A439FF68}"/>
                      </a:ext>
                    </a:extLst>
                  </p:cNvPr>
                  <p:cNvSpPr/>
                  <p:nvPr/>
                </p:nvSpPr>
                <p:spPr>
                  <a:xfrm>
                    <a:off x="2876697"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29" name="Freeform: Shape 1728">
                    <a:extLst>
                      <a:ext uri="{FF2B5EF4-FFF2-40B4-BE49-F238E27FC236}">
                        <a16:creationId xmlns:a16="http://schemas.microsoft.com/office/drawing/2014/main" id="{ACF3C986-45B3-078A-4605-F6C4BCF48026}"/>
                      </a:ext>
                    </a:extLst>
                  </p:cNvPr>
                  <p:cNvSpPr/>
                  <p:nvPr/>
                </p:nvSpPr>
                <p:spPr>
                  <a:xfrm>
                    <a:off x="2758558" y="2129759"/>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30" name="Freeform: Shape 1729">
                    <a:extLst>
                      <a:ext uri="{FF2B5EF4-FFF2-40B4-BE49-F238E27FC236}">
                        <a16:creationId xmlns:a16="http://schemas.microsoft.com/office/drawing/2014/main" id="{CA81C5C2-2931-CF7E-4135-91D0DF079D23}"/>
                      </a:ext>
                    </a:extLst>
                  </p:cNvPr>
                  <p:cNvSpPr/>
                  <p:nvPr/>
                </p:nvSpPr>
                <p:spPr>
                  <a:xfrm>
                    <a:off x="2640418" y="2129759"/>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nvGrpSpPr>
                <p:cNvPr id="1681" name="Graphic 4773">
                  <a:extLst>
                    <a:ext uri="{FF2B5EF4-FFF2-40B4-BE49-F238E27FC236}">
                      <a16:creationId xmlns:a16="http://schemas.microsoft.com/office/drawing/2014/main" id="{CE229CD2-9067-5594-82AA-62851530D47D}"/>
                    </a:ext>
                  </a:extLst>
                </p:cNvPr>
                <p:cNvGrpSpPr/>
                <p:nvPr/>
              </p:nvGrpSpPr>
              <p:grpSpPr>
                <a:xfrm>
                  <a:off x="1990651" y="4610690"/>
                  <a:ext cx="886046" cy="59069"/>
                  <a:chOff x="1990651" y="4610690"/>
                  <a:chExt cx="886046" cy="59069"/>
                </a:xfrm>
                <a:grpFill/>
              </p:grpSpPr>
              <p:sp>
                <p:nvSpPr>
                  <p:cNvPr id="1715" name="Freeform: Shape 1714">
                    <a:extLst>
                      <a:ext uri="{FF2B5EF4-FFF2-40B4-BE49-F238E27FC236}">
                        <a16:creationId xmlns:a16="http://schemas.microsoft.com/office/drawing/2014/main" id="{AD416232-871D-0054-19AE-55565680A5E0}"/>
                      </a:ext>
                    </a:extLst>
                  </p:cNvPr>
                  <p:cNvSpPr/>
                  <p:nvPr/>
                </p:nvSpPr>
                <p:spPr>
                  <a:xfrm>
                    <a:off x="2817627"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16" name="Freeform: Shape 1715">
                    <a:extLst>
                      <a:ext uri="{FF2B5EF4-FFF2-40B4-BE49-F238E27FC236}">
                        <a16:creationId xmlns:a16="http://schemas.microsoft.com/office/drawing/2014/main" id="{9E9C6223-D2F6-F270-FF58-6344C73F5822}"/>
                      </a:ext>
                    </a:extLst>
                  </p:cNvPr>
                  <p:cNvSpPr/>
                  <p:nvPr/>
                </p:nvSpPr>
                <p:spPr>
                  <a:xfrm>
                    <a:off x="2699488"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17" name="Freeform: Shape 1716">
                    <a:extLst>
                      <a:ext uri="{FF2B5EF4-FFF2-40B4-BE49-F238E27FC236}">
                        <a16:creationId xmlns:a16="http://schemas.microsoft.com/office/drawing/2014/main" id="{31AF52EB-CAAA-B176-ACC2-D38926CDE851}"/>
                      </a:ext>
                    </a:extLst>
                  </p:cNvPr>
                  <p:cNvSpPr/>
                  <p:nvPr/>
                </p:nvSpPr>
                <p:spPr>
                  <a:xfrm>
                    <a:off x="2581348"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18" name="Freeform: Shape 1717">
                    <a:extLst>
                      <a:ext uri="{FF2B5EF4-FFF2-40B4-BE49-F238E27FC236}">
                        <a16:creationId xmlns:a16="http://schemas.microsoft.com/office/drawing/2014/main" id="{243815DC-9A6A-C4ED-815C-7152366620E2}"/>
                      </a:ext>
                    </a:extLst>
                  </p:cNvPr>
                  <p:cNvSpPr/>
                  <p:nvPr/>
                </p:nvSpPr>
                <p:spPr>
                  <a:xfrm>
                    <a:off x="246320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19" name="Freeform: Shape 1718">
                    <a:extLst>
                      <a:ext uri="{FF2B5EF4-FFF2-40B4-BE49-F238E27FC236}">
                        <a16:creationId xmlns:a16="http://schemas.microsoft.com/office/drawing/2014/main" id="{8C118448-9A2B-7E05-1F3A-9D172820D144}"/>
                      </a:ext>
                    </a:extLst>
                  </p:cNvPr>
                  <p:cNvSpPr/>
                  <p:nvPr/>
                </p:nvSpPr>
                <p:spPr>
                  <a:xfrm>
                    <a:off x="2345069"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20" name="Freeform: Shape 1719">
                    <a:extLst>
                      <a:ext uri="{FF2B5EF4-FFF2-40B4-BE49-F238E27FC236}">
                        <a16:creationId xmlns:a16="http://schemas.microsoft.com/office/drawing/2014/main" id="{B3617D6C-DCDF-B040-8ED3-E7121FFBF92D}"/>
                      </a:ext>
                    </a:extLst>
                  </p:cNvPr>
                  <p:cNvSpPr/>
                  <p:nvPr/>
                </p:nvSpPr>
                <p:spPr>
                  <a:xfrm>
                    <a:off x="2226930"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21" name="Freeform: Shape 1720">
                    <a:extLst>
                      <a:ext uri="{FF2B5EF4-FFF2-40B4-BE49-F238E27FC236}">
                        <a16:creationId xmlns:a16="http://schemas.microsoft.com/office/drawing/2014/main" id="{3BE6111B-EE1D-F6F6-E664-F85B87F94BE1}"/>
                      </a:ext>
                    </a:extLst>
                  </p:cNvPr>
                  <p:cNvSpPr/>
                  <p:nvPr/>
                </p:nvSpPr>
                <p:spPr>
                  <a:xfrm>
                    <a:off x="2108790" y="4610690"/>
                    <a:ext cx="59069" cy="59069"/>
                  </a:xfrm>
                  <a:custGeom>
                    <a:avLst/>
                    <a:gdLst>
                      <a:gd name="connsiteX0" fmla="*/ 5907 w 59069"/>
                      <a:gd name="connsiteY0" fmla="*/ 5907 h 59069"/>
                      <a:gd name="connsiteX1" fmla="*/ 53163 w 59069"/>
                      <a:gd name="connsiteY1" fmla="*/ 5907 h 59069"/>
                      <a:gd name="connsiteX2" fmla="*/ 53163 w 59069"/>
                      <a:gd name="connsiteY2" fmla="*/ 53163 h 59069"/>
                      <a:gd name="connsiteX3" fmla="*/ 5907 w 59069"/>
                      <a:gd name="connsiteY3" fmla="*/ 53163 h 59069"/>
                      <a:gd name="connsiteX4" fmla="*/ 5907 w 59069"/>
                      <a:gd name="connsiteY4" fmla="*/ 5907 h 59069"/>
                      <a:gd name="connsiteX5" fmla="*/ 5907 w 59069"/>
                      <a:gd name="connsiteY5" fmla="*/ 5907 h 59069"/>
                      <a:gd name="connsiteX6" fmla="*/ 0 w 59069"/>
                      <a:gd name="connsiteY6" fmla="*/ 0 h 59069"/>
                      <a:gd name="connsiteX7" fmla="*/ 0 w 59069"/>
                      <a:gd name="connsiteY7" fmla="*/ 59070 h 59069"/>
                      <a:gd name="connsiteX8" fmla="*/ 59070 w 59069"/>
                      <a:gd name="connsiteY8" fmla="*/ 59070 h 59069"/>
                      <a:gd name="connsiteX9" fmla="*/ 59070 w 59069"/>
                      <a:gd name="connsiteY9" fmla="*/ 0 h 59069"/>
                      <a:gd name="connsiteX10" fmla="*/ 0 w 59069"/>
                      <a:gd name="connsiteY10" fmla="*/ 0 h 59069"/>
                      <a:gd name="connsiteX11" fmla="*/ 0 w 59069"/>
                      <a:gd name="connsiteY11" fmla="*/ 0 h 5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69" h="59069">
                        <a:moveTo>
                          <a:pt x="5907" y="5907"/>
                        </a:moveTo>
                        <a:lnTo>
                          <a:pt x="53163" y="5907"/>
                        </a:lnTo>
                        <a:lnTo>
                          <a:pt x="53163" y="53163"/>
                        </a:lnTo>
                        <a:lnTo>
                          <a:pt x="5907" y="53163"/>
                        </a:lnTo>
                        <a:lnTo>
                          <a:pt x="5907" y="5907"/>
                        </a:lnTo>
                        <a:lnTo>
                          <a:pt x="5907" y="5907"/>
                        </a:lnTo>
                        <a:close/>
                        <a:moveTo>
                          <a:pt x="0" y="0"/>
                        </a:moveTo>
                        <a:lnTo>
                          <a:pt x="0" y="59070"/>
                        </a:lnTo>
                        <a:lnTo>
                          <a:pt x="59070" y="59070"/>
                        </a:lnTo>
                        <a:lnTo>
                          <a:pt x="59070" y="0"/>
                        </a:lnTo>
                        <a:lnTo>
                          <a:pt x="0" y="0"/>
                        </a:lnTo>
                        <a:lnTo>
                          <a:pt x="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22" name="Freeform: Shape 1721">
                    <a:extLst>
                      <a:ext uri="{FF2B5EF4-FFF2-40B4-BE49-F238E27FC236}">
                        <a16:creationId xmlns:a16="http://schemas.microsoft.com/office/drawing/2014/main" id="{51D1DF23-5394-B5BD-BF3D-8488F01A6A66}"/>
                      </a:ext>
                    </a:extLst>
                  </p:cNvPr>
                  <p:cNvSpPr/>
                  <p:nvPr/>
                </p:nvSpPr>
                <p:spPr>
                  <a:xfrm>
                    <a:off x="1990651" y="4610690"/>
                    <a:ext cx="59069" cy="59069"/>
                  </a:xfrm>
                  <a:custGeom>
                    <a:avLst/>
                    <a:gdLst>
                      <a:gd name="connsiteX0" fmla="*/ 0 w 59069"/>
                      <a:gd name="connsiteY0" fmla="*/ 0 h 59069"/>
                      <a:gd name="connsiteX1" fmla="*/ 59070 w 59069"/>
                      <a:gd name="connsiteY1" fmla="*/ 0 h 59069"/>
                      <a:gd name="connsiteX2" fmla="*/ 59070 w 59069"/>
                      <a:gd name="connsiteY2" fmla="*/ 59070 h 59069"/>
                      <a:gd name="connsiteX3" fmla="*/ 0 w 59069"/>
                      <a:gd name="connsiteY3" fmla="*/ 59070 h 59069"/>
                    </a:gdLst>
                    <a:ahLst/>
                    <a:cxnLst>
                      <a:cxn ang="0">
                        <a:pos x="connsiteX0" y="connsiteY0"/>
                      </a:cxn>
                      <a:cxn ang="0">
                        <a:pos x="connsiteX1" y="connsiteY1"/>
                      </a:cxn>
                      <a:cxn ang="0">
                        <a:pos x="connsiteX2" y="connsiteY2"/>
                      </a:cxn>
                      <a:cxn ang="0">
                        <a:pos x="connsiteX3" y="connsiteY3"/>
                      </a:cxn>
                    </a:cxnLst>
                    <a:rect l="l" t="t" r="r" b="b"/>
                    <a:pathLst>
                      <a:path w="59069" h="59069">
                        <a:moveTo>
                          <a:pt x="0" y="0"/>
                        </a:moveTo>
                        <a:lnTo>
                          <a:pt x="59070" y="0"/>
                        </a:lnTo>
                        <a:lnTo>
                          <a:pt x="59070" y="59070"/>
                        </a:lnTo>
                        <a:lnTo>
                          <a:pt x="0" y="5907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sp>
              <p:nvSpPr>
                <p:cNvPr id="1682" name="Freeform: Shape 1681">
                  <a:extLst>
                    <a:ext uri="{FF2B5EF4-FFF2-40B4-BE49-F238E27FC236}">
                      <a16:creationId xmlns:a16="http://schemas.microsoft.com/office/drawing/2014/main" id="{253B0502-8DCD-695C-F9BB-EEB8E3BDD3E8}"/>
                    </a:ext>
                  </a:extLst>
                </p:cNvPr>
                <p:cNvSpPr/>
                <p:nvPr/>
              </p:nvSpPr>
              <p:spPr>
                <a:xfrm rot="-2700000">
                  <a:off x="3497758" y="3223441"/>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83" name="Freeform: Shape 1682">
                  <a:extLst>
                    <a:ext uri="{FF2B5EF4-FFF2-40B4-BE49-F238E27FC236}">
                      <a16:creationId xmlns:a16="http://schemas.microsoft.com/office/drawing/2014/main" id="{4B126991-EFF9-B6B2-0ED7-B321BCE9AC88}"/>
                    </a:ext>
                  </a:extLst>
                </p:cNvPr>
                <p:cNvSpPr/>
                <p:nvPr/>
              </p:nvSpPr>
              <p:spPr>
                <a:xfrm>
                  <a:off x="3350142"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84" name="Freeform: Shape 1683">
                  <a:extLst>
                    <a:ext uri="{FF2B5EF4-FFF2-40B4-BE49-F238E27FC236}">
                      <a16:creationId xmlns:a16="http://schemas.microsoft.com/office/drawing/2014/main" id="{42BE2338-19F4-0B21-AF2A-9FA860B12238}"/>
                    </a:ext>
                  </a:extLst>
                </p:cNvPr>
                <p:cNvSpPr/>
                <p:nvPr/>
              </p:nvSpPr>
              <p:spPr>
                <a:xfrm>
                  <a:off x="3202467" y="3223436"/>
                  <a:ext cx="116367" cy="116367"/>
                </a:xfrm>
                <a:custGeom>
                  <a:avLst/>
                  <a:gdLst>
                    <a:gd name="connsiteX0" fmla="*/ 58184 w 116367"/>
                    <a:gd name="connsiteY0" fmla="*/ 5907 h 116367"/>
                    <a:gd name="connsiteX1" fmla="*/ 110460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7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0" y="29358"/>
                        <a:pt x="110460" y="58184"/>
                      </a:cubicBezTo>
                      <a:cubicBezTo>
                        <a:pt x="110460"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7" y="90318"/>
                        <a:pt x="116367" y="58184"/>
                      </a:cubicBezTo>
                      <a:cubicBezTo>
                        <a:pt x="116367"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85" name="Freeform: Shape 1684">
                  <a:extLst>
                    <a:ext uri="{FF2B5EF4-FFF2-40B4-BE49-F238E27FC236}">
                      <a16:creationId xmlns:a16="http://schemas.microsoft.com/office/drawing/2014/main" id="{4F29E54D-E9B3-55EE-76AF-DEE6DAD58262}"/>
                    </a:ext>
                  </a:extLst>
                </p:cNvPr>
                <p:cNvSpPr/>
                <p:nvPr/>
              </p:nvSpPr>
              <p:spPr>
                <a:xfrm rot="-2700000">
                  <a:off x="3054737" y="3223438"/>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86" name="Freeform: Shape 1685">
                  <a:extLst>
                    <a:ext uri="{FF2B5EF4-FFF2-40B4-BE49-F238E27FC236}">
                      <a16:creationId xmlns:a16="http://schemas.microsoft.com/office/drawing/2014/main" id="{51045DFB-180B-A61A-ABCA-1353326FD0FE}"/>
                    </a:ext>
                  </a:extLst>
                </p:cNvPr>
                <p:cNvSpPr/>
                <p:nvPr/>
              </p:nvSpPr>
              <p:spPr>
                <a:xfrm rot="-2700000">
                  <a:off x="2907066" y="3223435"/>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87" name="Freeform: Shape 1686">
                  <a:extLst>
                    <a:ext uri="{FF2B5EF4-FFF2-40B4-BE49-F238E27FC236}">
                      <a16:creationId xmlns:a16="http://schemas.microsoft.com/office/drawing/2014/main" id="{E8BF776A-A4C7-A748-3D95-99B76554F975}"/>
                    </a:ext>
                  </a:extLst>
                </p:cNvPr>
                <p:cNvSpPr/>
                <p:nvPr/>
              </p:nvSpPr>
              <p:spPr>
                <a:xfrm>
                  <a:off x="2759444"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88" name="Freeform: Shape 1687">
                  <a:extLst>
                    <a:ext uri="{FF2B5EF4-FFF2-40B4-BE49-F238E27FC236}">
                      <a16:creationId xmlns:a16="http://schemas.microsoft.com/office/drawing/2014/main" id="{5E821C4B-6BA9-B00B-8862-E0008D3E0FEA}"/>
                    </a:ext>
                  </a:extLst>
                </p:cNvPr>
                <p:cNvSpPr/>
                <p:nvPr/>
              </p:nvSpPr>
              <p:spPr>
                <a:xfrm>
                  <a:off x="2611769" y="3223436"/>
                  <a:ext cx="116367" cy="116367"/>
                </a:xfrm>
                <a:custGeom>
                  <a:avLst/>
                  <a:gdLst>
                    <a:gd name="connsiteX0" fmla="*/ 58184 w 116367"/>
                    <a:gd name="connsiteY0" fmla="*/ 5907 h 116367"/>
                    <a:gd name="connsiteX1" fmla="*/ 110461 w 116367"/>
                    <a:gd name="connsiteY1" fmla="*/ 58184 h 116367"/>
                    <a:gd name="connsiteX2" fmla="*/ 58184 w 116367"/>
                    <a:gd name="connsiteY2" fmla="*/ 110460 h 116367"/>
                    <a:gd name="connsiteX3" fmla="*/ 5907 w 116367"/>
                    <a:gd name="connsiteY3" fmla="*/ 58184 h 116367"/>
                    <a:gd name="connsiteX4" fmla="*/ 58184 w 116367"/>
                    <a:gd name="connsiteY4" fmla="*/ 5907 h 116367"/>
                    <a:gd name="connsiteX5" fmla="*/ 58184 w 116367"/>
                    <a:gd name="connsiteY5" fmla="*/ 5907 h 116367"/>
                    <a:gd name="connsiteX6" fmla="*/ 58184 w 116367"/>
                    <a:gd name="connsiteY6" fmla="*/ 0 h 116367"/>
                    <a:gd name="connsiteX7" fmla="*/ 0 w 116367"/>
                    <a:gd name="connsiteY7" fmla="*/ 58184 h 116367"/>
                    <a:gd name="connsiteX8" fmla="*/ 58184 w 116367"/>
                    <a:gd name="connsiteY8" fmla="*/ 116367 h 116367"/>
                    <a:gd name="connsiteX9" fmla="*/ 116368 w 116367"/>
                    <a:gd name="connsiteY9" fmla="*/ 58184 h 116367"/>
                    <a:gd name="connsiteX10" fmla="*/ 58184 w 116367"/>
                    <a:gd name="connsiteY10" fmla="*/ 0 h 116367"/>
                    <a:gd name="connsiteX11" fmla="*/ 58184 w 116367"/>
                    <a:gd name="connsiteY11" fmla="*/ 0 h 11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367" h="116367">
                      <a:moveTo>
                        <a:pt x="58184" y="5907"/>
                      </a:moveTo>
                      <a:cubicBezTo>
                        <a:pt x="87010" y="5907"/>
                        <a:pt x="110461" y="29358"/>
                        <a:pt x="110461" y="58184"/>
                      </a:cubicBezTo>
                      <a:cubicBezTo>
                        <a:pt x="110461" y="87010"/>
                        <a:pt x="87010" y="110460"/>
                        <a:pt x="58184" y="110460"/>
                      </a:cubicBezTo>
                      <a:cubicBezTo>
                        <a:pt x="29358" y="110460"/>
                        <a:pt x="5907" y="87010"/>
                        <a:pt x="5907" y="58184"/>
                      </a:cubicBezTo>
                      <a:cubicBezTo>
                        <a:pt x="5907" y="29358"/>
                        <a:pt x="29358" y="5907"/>
                        <a:pt x="58184" y="5907"/>
                      </a:cubicBezTo>
                      <a:lnTo>
                        <a:pt x="58184" y="5907"/>
                      </a:lnTo>
                      <a:close/>
                      <a:moveTo>
                        <a:pt x="58184" y="0"/>
                      </a:moveTo>
                      <a:cubicBezTo>
                        <a:pt x="26050" y="0"/>
                        <a:pt x="0" y="26050"/>
                        <a:pt x="0" y="58184"/>
                      </a:cubicBezTo>
                      <a:cubicBezTo>
                        <a:pt x="0" y="90318"/>
                        <a:pt x="26050" y="116367"/>
                        <a:pt x="58184" y="116367"/>
                      </a:cubicBezTo>
                      <a:cubicBezTo>
                        <a:pt x="90318" y="116367"/>
                        <a:pt x="116368" y="90318"/>
                        <a:pt x="116368" y="58184"/>
                      </a:cubicBezTo>
                      <a:cubicBezTo>
                        <a:pt x="116368" y="26050"/>
                        <a:pt x="90318" y="0"/>
                        <a:pt x="58184" y="0"/>
                      </a:cubicBezTo>
                      <a:lnTo>
                        <a:pt x="58184"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89" name="Freeform: Shape 1688">
                  <a:extLst>
                    <a:ext uri="{FF2B5EF4-FFF2-40B4-BE49-F238E27FC236}">
                      <a16:creationId xmlns:a16="http://schemas.microsoft.com/office/drawing/2014/main" id="{697DEC8D-F72B-B2FB-AE27-C19949098423}"/>
                    </a:ext>
                  </a:extLst>
                </p:cNvPr>
                <p:cNvSpPr/>
                <p:nvPr/>
              </p:nvSpPr>
              <p:spPr>
                <a:xfrm rot="-2700000">
                  <a:off x="2464040" y="3223432"/>
                  <a:ext cx="116366" cy="116366"/>
                </a:xfrm>
                <a:custGeom>
                  <a:avLst/>
                  <a:gdLst>
                    <a:gd name="connsiteX0" fmla="*/ 116366 w 116366"/>
                    <a:gd name="connsiteY0" fmla="*/ 58183 h 116366"/>
                    <a:gd name="connsiteX1" fmla="*/ 58183 w 116366"/>
                    <a:gd name="connsiteY1" fmla="*/ 116366 h 116366"/>
                    <a:gd name="connsiteX2" fmla="*/ 0 w 116366"/>
                    <a:gd name="connsiteY2" fmla="*/ 58183 h 116366"/>
                    <a:gd name="connsiteX3" fmla="*/ 58183 w 116366"/>
                    <a:gd name="connsiteY3" fmla="*/ 0 h 116366"/>
                    <a:gd name="connsiteX4" fmla="*/ 116366 w 116366"/>
                    <a:gd name="connsiteY4" fmla="*/ 58183 h 116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66" h="116366">
                      <a:moveTo>
                        <a:pt x="116366" y="58183"/>
                      </a:moveTo>
                      <a:cubicBezTo>
                        <a:pt x="116366" y="90317"/>
                        <a:pt x="90317" y="116366"/>
                        <a:pt x="58183" y="116366"/>
                      </a:cubicBezTo>
                      <a:cubicBezTo>
                        <a:pt x="26049" y="116366"/>
                        <a:pt x="0" y="90317"/>
                        <a:pt x="0" y="58183"/>
                      </a:cubicBezTo>
                      <a:cubicBezTo>
                        <a:pt x="0" y="26049"/>
                        <a:pt x="26049" y="0"/>
                        <a:pt x="58183" y="0"/>
                      </a:cubicBezTo>
                      <a:cubicBezTo>
                        <a:pt x="90317" y="0"/>
                        <a:pt x="116366" y="26049"/>
                        <a:pt x="116366" y="58183"/>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90" name="Freeform: Shape 1689">
                  <a:extLst>
                    <a:ext uri="{FF2B5EF4-FFF2-40B4-BE49-F238E27FC236}">
                      <a16:creationId xmlns:a16="http://schemas.microsoft.com/office/drawing/2014/main" id="{DDDF9507-108C-090C-5B38-24CC6273F86C}"/>
                    </a:ext>
                  </a:extLst>
                </p:cNvPr>
                <p:cNvSpPr/>
                <p:nvPr/>
              </p:nvSpPr>
              <p:spPr>
                <a:xfrm>
                  <a:off x="1038446" y="3340749"/>
                  <a:ext cx="191326" cy="177091"/>
                </a:xfrm>
                <a:custGeom>
                  <a:avLst/>
                  <a:gdLst>
                    <a:gd name="connsiteX0" fmla="*/ 88546 w 191326"/>
                    <a:gd name="connsiteY0" fmla="*/ 0 h 177091"/>
                    <a:gd name="connsiteX1" fmla="*/ 113887 w 191326"/>
                    <a:gd name="connsiteY1" fmla="*/ 25341 h 177091"/>
                    <a:gd name="connsiteX2" fmla="*/ 71474 w 191326"/>
                    <a:gd name="connsiteY2" fmla="*/ 67694 h 177091"/>
                    <a:gd name="connsiteX3" fmla="*/ 191327 w 191326"/>
                    <a:gd name="connsiteY3" fmla="*/ 67694 h 177091"/>
                    <a:gd name="connsiteX4" fmla="*/ 191327 w 191326"/>
                    <a:gd name="connsiteY4" fmla="*/ 106916 h 177091"/>
                    <a:gd name="connsiteX5" fmla="*/ 68934 w 191326"/>
                    <a:gd name="connsiteY5" fmla="*/ 106916 h 177091"/>
                    <a:gd name="connsiteX6" fmla="*/ 113887 w 191326"/>
                    <a:gd name="connsiteY6" fmla="*/ 151809 h 177091"/>
                    <a:gd name="connsiteX7" fmla="*/ 88546 w 191326"/>
                    <a:gd name="connsiteY7" fmla="*/ 177091 h 177091"/>
                    <a:gd name="connsiteX8" fmla="*/ 0 w 191326"/>
                    <a:gd name="connsiteY8" fmla="*/ 88546 h 177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326" h="177091">
                      <a:moveTo>
                        <a:pt x="88546" y="0"/>
                      </a:moveTo>
                      <a:lnTo>
                        <a:pt x="113887" y="25341"/>
                      </a:lnTo>
                      <a:lnTo>
                        <a:pt x="71474" y="67694"/>
                      </a:lnTo>
                      <a:lnTo>
                        <a:pt x="191327" y="67694"/>
                      </a:lnTo>
                      <a:lnTo>
                        <a:pt x="191327" y="106916"/>
                      </a:lnTo>
                      <a:lnTo>
                        <a:pt x="68934" y="106916"/>
                      </a:lnTo>
                      <a:lnTo>
                        <a:pt x="113887" y="151809"/>
                      </a:lnTo>
                      <a:lnTo>
                        <a:pt x="88546" y="177091"/>
                      </a:lnTo>
                      <a:lnTo>
                        <a:pt x="0" y="88546"/>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91" name="Freeform: Shape 1690">
                  <a:extLst>
                    <a:ext uri="{FF2B5EF4-FFF2-40B4-BE49-F238E27FC236}">
                      <a16:creationId xmlns:a16="http://schemas.microsoft.com/office/drawing/2014/main" id="{D8EB7877-715E-849A-187B-E3F1D0CBFEF0}"/>
                    </a:ext>
                  </a:extLst>
                </p:cNvPr>
                <p:cNvSpPr/>
                <p:nvPr/>
              </p:nvSpPr>
              <p:spPr>
                <a:xfrm>
                  <a:off x="5004626" y="1576512"/>
                  <a:ext cx="174374" cy="161437"/>
                </a:xfrm>
                <a:custGeom>
                  <a:avLst/>
                  <a:gdLst>
                    <a:gd name="connsiteX0" fmla="*/ 80690 w 174374"/>
                    <a:gd name="connsiteY0" fmla="*/ 0 h 161437"/>
                    <a:gd name="connsiteX1" fmla="*/ 103727 w 174374"/>
                    <a:gd name="connsiteY1" fmla="*/ 23037 h 161437"/>
                    <a:gd name="connsiteX2" fmla="*/ 65154 w 174374"/>
                    <a:gd name="connsiteY2" fmla="*/ 61669 h 161437"/>
                    <a:gd name="connsiteX3" fmla="*/ 174374 w 174374"/>
                    <a:gd name="connsiteY3" fmla="*/ 61669 h 161437"/>
                    <a:gd name="connsiteX4" fmla="*/ 174374 w 174374"/>
                    <a:gd name="connsiteY4" fmla="*/ 97406 h 161437"/>
                    <a:gd name="connsiteX5" fmla="*/ 62850 w 174374"/>
                    <a:gd name="connsiteY5" fmla="*/ 97406 h 161437"/>
                    <a:gd name="connsiteX6" fmla="*/ 103727 w 174374"/>
                    <a:gd name="connsiteY6" fmla="*/ 138341 h 161437"/>
                    <a:gd name="connsiteX7" fmla="*/ 80690 w 174374"/>
                    <a:gd name="connsiteY7" fmla="*/ 161438 h 161437"/>
                    <a:gd name="connsiteX8" fmla="*/ 0 w 174374"/>
                    <a:gd name="connsiteY8" fmla="*/ 80689 h 16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4374" h="161437">
                      <a:moveTo>
                        <a:pt x="80690" y="0"/>
                      </a:moveTo>
                      <a:lnTo>
                        <a:pt x="103727" y="23037"/>
                      </a:lnTo>
                      <a:lnTo>
                        <a:pt x="65154" y="61669"/>
                      </a:lnTo>
                      <a:lnTo>
                        <a:pt x="174374" y="61669"/>
                      </a:lnTo>
                      <a:lnTo>
                        <a:pt x="174374" y="97406"/>
                      </a:lnTo>
                      <a:lnTo>
                        <a:pt x="62850" y="97406"/>
                      </a:lnTo>
                      <a:lnTo>
                        <a:pt x="103727" y="138341"/>
                      </a:lnTo>
                      <a:lnTo>
                        <a:pt x="80690" y="161438"/>
                      </a:lnTo>
                      <a:lnTo>
                        <a:pt x="0" y="80689"/>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nvGrpSpPr>
                <p:cNvPr id="1692" name="Graphic 4773">
                  <a:extLst>
                    <a:ext uri="{FF2B5EF4-FFF2-40B4-BE49-F238E27FC236}">
                      <a16:creationId xmlns:a16="http://schemas.microsoft.com/office/drawing/2014/main" id="{1F93E26B-96F6-23C6-B5BC-2639F6AC9F8A}"/>
                    </a:ext>
                  </a:extLst>
                </p:cNvPr>
                <p:cNvGrpSpPr/>
                <p:nvPr/>
              </p:nvGrpSpPr>
              <p:grpSpPr>
                <a:xfrm>
                  <a:off x="457259" y="2897903"/>
                  <a:ext cx="526784" cy="117726"/>
                  <a:chOff x="457259" y="2897903"/>
                  <a:chExt cx="526784" cy="117726"/>
                </a:xfrm>
                <a:grpFill/>
              </p:grpSpPr>
              <p:sp>
                <p:nvSpPr>
                  <p:cNvPr id="1693" name="Freeform: Shape 1692">
                    <a:extLst>
                      <a:ext uri="{FF2B5EF4-FFF2-40B4-BE49-F238E27FC236}">
                        <a16:creationId xmlns:a16="http://schemas.microsoft.com/office/drawing/2014/main" id="{7F702AED-31BD-AB55-B4CF-DD7AF5917495}"/>
                      </a:ext>
                    </a:extLst>
                  </p:cNvPr>
                  <p:cNvSpPr/>
                  <p:nvPr/>
                </p:nvSpPr>
                <p:spPr>
                  <a:xfrm>
                    <a:off x="882147" y="2924248"/>
                    <a:ext cx="8269" cy="9214"/>
                  </a:xfrm>
                  <a:custGeom>
                    <a:avLst/>
                    <a:gdLst>
                      <a:gd name="connsiteX0" fmla="*/ 0 w 8269"/>
                      <a:gd name="connsiteY0" fmla="*/ 3131 h 9214"/>
                      <a:gd name="connsiteX1" fmla="*/ 5316 w 8269"/>
                      <a:gd name="connsiteY1" fmla="*/ 0 h 9214"/>
                      <a:gd name="connsiteX2" fmla="*/ 8270 w 8269"/>
                      <a:gd name="connsiteY2" fmla="*/ 5139 h 9214"/>
                      <a:gd name="connsiteX3" fmla="*/ 5907 w 8269"/>
                      <a:gd name="connsiteY3" fmla="*/ 6498 h 9214"/>
                      <a:gd name="connsiteX4" fmla="*/ 5907 w 8269"/>
                      <a:gd name="connsiteY4" fmla="*/ 9215 h 9214"/>
                      <a:gd name="connsiteX5" fmla="*/ 0 w 8269"/>
                      <a:gd name="connsiteY5" fmla="*/ 9215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0" y="3131"/>
                        </a:moveTo>
                        <a:lnTo>
                          <a:pt x="5316" y="0"/>
                        </a:lnTo>
                        <a:lnTo>
                          <a:pt x="8270" y="5139"/>
                        </a:lnTo>
                        <a:lnTo>
                          <a:pt x="5907" y="6498"/>
                        </a:lnTo>
                        <a:lnTo>
                          <a:pt x="5907" y="9215"/>
                        </a:lnTo>
                        <a:lnTo>
                          <a:pt x="0" y="9215"/>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94" name="Freeform: Shape 1693">
                    <a:extLst>
                      <a:ext uri="{FF2B5EF4-FFF2-40B4-BE49-F238E27FC236}">
                        <a16:creationId xmlns:a16="http://schemas.microsoft.com/office/drawing/2014/main" id="{09D006AD-C685-091B-8E31-E1EF9AD0C842}"/>
                      </a:ext>
                    </a:extLst>
                  </p:cNvPr>
                  <p:cNvSpPr/>
                  <p:nvPr/>
                </p:nvSpPr>
                <p:spPr>
                  <a:xfrm rot="-1800341">
                    <a:off x="896354" y="2917003"/>
                    <a:ext cx="9333" cy="5907"/>
                  </a:xfrm>
                  <a:custGeom>
                    <a:avLst/>
                    <a:gdLst>
                      <a:gd name="connsiteX0" fmla="*/ 0 w 9333"/>
                      <a:gd name="connsiteY0" fmla="*/ 0 h 5907"/>
                      <a:gd name="connsiteX1" fmla="*/ 9333 w 9333"/>
                      <a:gd name="connsiteY1" fmla="*/ 0 h 5907"/>
                      <a:gd name="connsiteX2" fmla="*/ 9333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3" y="0"/>
                        </a:lnTo>
                        <a:lnTo>
                          <a:pt x="9333"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95" name="Freeform: Shape 1694">
                    <a:extLst>
                      <a:ext uri="{FF2B5EF4-FFF2-40B4-BE49-F238E27FC236}">
                        <a16:creationId xmlns:a16="http://schemas.microsoft.com/office/drawing/2014/main" id="{8ED64B00-D21B-AF81-CEA2-9B057F2B4D73}"/>
                      </a:ext>
                    </a:extLst>
                  </p:cNvPr>
                  <p:cNvSpPr/>
                  <p:nvPr/>
                </p:nvSpPr>
                <p:spPr>
                  <a:xfrm>
                    <a:off x="911682" y="2905641"/>
                    <a:ext cx="10986" cy="9805"/>
                  </a:xfrm>
                  <a:custGeom>
                    <a:avLst/>
                    <a:gdLst>
                      <a:gd name="connsiteX0" fmla="*/ 8033 w 10986"/>
                      <a:gd name="connsiteY0" fmla="*/ 0 h 9805"/>
                      <a:gd name="connsiteX1" fmla="*/ 10987 w 10986"/>
                      <a:gd name="connsiteY1" fmla="*/ 5139 h 9805"/>
                      <a:gd name="connsiteX2" fmla="*/ 2953 w 10986"/>
                      <a:gd name="connsiteY2" fmla="*/ 9806 h 9805"/>
                      <a:gd name="connsiteX3" fmla="*/ 0 w 10986"/>
                      <a:gd name="connsiteY3" fmla="*/ 4667 h 9805"/>
                    </a:gdLst>
                    <a:ahLst/>
                    <a:cxnLst>
                      <a:cxn ang="0">
                        <a:pos x="connsiteX0" y="connsiteY0"/>
                      </a:cxn>
                      <a:cxn ang="0">
                        <a:pos x="connsiteX1" y="connsiteY1"/>
                      </a:cxn>
                      <a:cxn ang="0">
                        <a:pos x="connsiteX2" y="connsiteY2"/>
                      </a:cxn>
                      <a:cxn ang="0">
                        <a:pos x="connsiteX3" y="connsiteY3"/>
                      </a:cxn>
                    </a:cxnLst>
                    <a:rect l="l" t="t" r="r" b="b"/>
                    <a:pathLst>
                      <a:path w="10986" h="9805">
                        <a:moveTo>
                          <a:pt x="8033" y="0"/>
                        </a:moveTo>
                        <a:lnTo>
                          <a:pt x="10987" y="5139"/>
                        </a:lnTo>
                        <a:lnTo>
                          <a:pt x="2953" y="9806"/>
                        </a:lnTo>
                        <a:lnTo>
                          <a:pt x="0" y="4667"/>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96" name="Freeform: Shape 1695">
                    <a:extLst>
                      <a:ext uri="{FF2B5EF4-FFF2-40B4-BE49-F238E27FC236}">
                        <a16:creationId xmlns:a16="http://schemas.microsoft.com/office/drawing/2014/main" id="{561A985A-1093-E3BC-CFE0-FE7D7643415C}"/>
                      </a:ext>
                    </a:extLst>
                  </p:cNvPr>
                  <p:cNvSpPr/>
                  <p:nvPr/>
                </p:nvSpPr>
                <p:spPr>
                  <a:xfrm>
                    <a:off x="927808" y="2897903"/>
                    <a:ext cx="10632" cy="8210"/>
                  </a:xfrm>
                  <a:custGeom>
                    <a:avLst/>
                    <a:gdLst>
                      <a:gd name="connsiteX0" fmla="*/ 5257 w 10632"/>
                      <a:gd name="connsiteY0" fmla="*/ 0 h 8210"/>
                      <a:gd name="connsiteX1" fmla="*/ 10632 w 10632"/>
                      <a:gd name="connsiteY1" fmla="*/ 3072 h 8210"/>
                      <a:gd name="connsiteX2" fmla="*/ 7679 w 10632"/>
                      <a:gd name="connsiteY2" fmla="*/ 8211 h 8210"/>
                      <a:gd name="connsiteX3" fmla="*/ 5257 w 10632"/>
                      <a:gd name="connsiteY3" fmla="*/ 6852 h 8210"/>
                      <a:gd name="connsiteX4" fmla="*/ 2953 w 10632"/>
                      <a:gd name="connsiteY4" fmla="*/ 8211 h 8210"/>
                      <a:gd name="connsiteX5" fmla="*/ 0 w 10632"/>
                      <a:gd name="connsiteY5" fmla="*/ 3072 h 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10">
                        <a:moveTo>
                          <a:pt x="5257" y="0"/>
                        </a:moveTo>
                        <a:lnTo>
                          <a:pt x="10632" y="3072"/>
                        </a:lnTo>
                        <a:lnTo>
                          <a:pt x="7679" y="8211"/>
                        </a:lnTo>
                        <a:lnTo>
                          <a:pt x="5257" y="6852"/>
                        </a:lnTo>
                        <a:lnTo>
                          <a:pt x="2953" y="8211"/>
                        </a:lnTo>
                        <a:lnTo>
                          <a:pt x="0" y="3072"/>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97" name="Freeform: Shape 1696">
                    <a:extLst>
                      <a:ext uri="{FF2B5EF4-FFF2-40B4-BE49-F238E27FC236}">
                        <a16:creationId xmlns:a16="http://schemas.microsoft.com/office/drawing/2014/main" id="{14FDAEBF-1F68-6D95-A243-5625E01EBAF4}"/>
                      </a:ext>
                    </a:extLst>
                  </p:cNvPr>
                  <p:cNvSpPr/>
                  <p:nvPr/>
                </p:nvSpPr>
                <p:spPr>
                  <a:xfrm>
                    <a:off x="959647" y="2914915"/>
                    <a:ext cx="11046" cy="9805"/>
                  </a:xfrm>
                  <a:custGeom>
                    <a:avLst/>
                    <a:gdLst>
                      <a:gd name="connsiteX0" fmla="*/ 2953 w 11046"/>
                      <a:gd name="connsiteY0" fmla="*/ 0 h 9805"/>
                      <a:gd name="connsiteX1" fmla="*/ 11046 w 11046"/>
                      <a:gd name="connsiteY1" fmla="*/ 4726 h 9805"/>
                      <a:gd name="connsiteX2" fmla="*/ 8033 w 11046"/>
                      <a:gd name="connsiteY2" fmla="*/ 9806 h 9805"/>
                      <a:gd name="connsiteX3" fmla="*/ 0 w 11046"/>
                      <a:gd name="connsiteY3" fmla="*/ 5139 h 9805"/>
                    </a:gdLst>
                    <a:ahLst/>
                    <a:cxnLst>
                      <a:cxn ang="0">
                        <a:pos x="connsiteX0" y="connsiteY0"/>
                      </a:cxn>
                      <a:cxn ang="0">
                        <a:pos x="connsiteX1" y="connsiteY1"/>
                      </a:cxn>
                      <a:cxn ang="0">
                        <a:pos x="connsiteX2" y="connsiteY2"/>
                      </a:cxn>
                      <a:cxn ang="0">
                        <a:pos x="connsiteX3" y="connsiteY3"/>
                      </a:cxn>
                    </a:cxnLst>
                    <a:rect l="l" t="t" r="r" b="b"/>
                    <a:pathLst>
                      <a:path w="11046" h="9805">
                        <a:moveTo>
                          <a:pt x="2953" y="0"/>
                        </a:moveTo>
                        <a:lnTo>
                          <a:pt x="11046" y="4726"/>
                        </a:lnTo>
                        <a:lnTo>
                          <a:pt x="8033" y="9806"/>
                        </a:lnTo>
                        <a:lnTo>
                          <a:pt x="0" y="5139"/>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98" name="Freeform: Shape 1697">
                    <a:extLst>
                      <a:ext uri="{FF2B5EF4-FFF2-40B4-BE49-F238E27FC236}">
                        <a16:creationId xmlns:a16="http://schemas.microsoft.com/office/drawing/2014/main" id="{347A750C-F217-B945-7822-BCFCC50B981E}"/>
                      </a:ext>
                    </a:extLst>
                  </p:cNvPr>
                  <p:cNvSpPr/>
                  <p:nvPr/>
                </p:nvSpPr>
                <p:spPr>
                  <a:xfrm rot="-3600896">
                    <a:off x="946174" y="2906009"/>
                    <a:ext cx="5907" cy="9274"/>
                  </a:xfrm>
                  <a:custGeom>
                    <a:avLst/>
                    <a:gdLst>
                      <a:gd name="connsiteX0" fmla="*/ 0 w 5907"/>
                      <a:gd name="connsiteY0" fmla="*/ 0 h 9274"/>
                      <a:gd name="connsiteX1" fmla="*/ 5907 w 5907"/>
                      <a:gd name="connsiteY1" fmla="*/ 0 h 9274"/>
                      <a:gd name="connsiteX2" fmla="*/ 5907 w 5907"/>
                      <a:gd name="connsiteY2" fmla="*/ 9275 h 9274"/>
                      <a:gd name="connsiteX3" fmla="*/ 0 w 5907"/>
                      <a:gd name="connsiteY3" fmla="*/ 9275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5"/>
                        </a:lnTo>
                        <a:lnTo>
                          <a:pt x="0" y="9275"/>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99" name="Freeform: Shape 1698">
                    <a:extLst>
                      <a:ext uri="{FF2B5EF4-FFF2-40B4-BE49-F238E27FC236}">
                        <a16:creationId xmlns:a16="http://schemas.microsoft.com/office/drawing/2014/main" id="{57AA4A63-73A4-2FE8-63A7-4D27C9A9BD79}"/>
                      </a:ext>
                    </a:extLst>
                  </p:cNvPr>
                  <p:cNvSpPr/>
                  <p:nvPr/>
                </p:nvSpPr>
                <p:spPr>
                  <a:xfrm>
                    <a:off x="975773" y="2924248"/>
                    <a:ext cx="8269" cy="9214"/>
                  </a:xfrm>
                  <a:custGeom>
                    <a:avLst/>
                    <a:gdLst>
                      <a:gd name="connsiteX0" fmla="*/ 2953 w 8269"/>
                      <a:gd name="connsiteY0" fmla="*/ 0 h 9214"/>
                      <a:gd name="connsiteX1" fmla="*/ 8270 w 8269"/>
                      <a:gd name="connsiteY1" fmla="*/ 3131 h 9214"/>
                      <a:gd name="connsiteX2" fmla="*/ 8270 w 8269"/>
                      <a:gd name="connsiteY2" fmla="*/ 9215 h 9214"/>
                      <a:gd name="connsiteX3" fmla="*/ 2304 w 8269"/>
                      <a:gd name="connsiteY3" fmla="*/ 9215 h 9214"/>
                      <a:gd name="connsiteX4" fmla="*/ 2304 w 8269"/>
                      <a:gd name="connsiteY4" fmla="*/ 6498 h 9214"/>
                      <a:gd name="connsiteX5" fmla="*/ 0 w 8269"/>
                      <a:gd name="connsiteY5" fmla="*/ 5139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2953" y="0"/>
                        </a:moveTo>
                        <a:lnTo>
                          <a:pt x="8270" y="3131"/>
                        </a:lnTo>
                        <a:lnTo>
                          <a:pt x="8270" y="9215"/>
                        </a:lnTo>
                        <a:lnTo>
                          <a:pt x="2304" y="9215"/>
                        </a:lnTo>
                        <a:lnTo>
                          <a:pt x="2304" y="6498"/>
                        </a:lnTo>
                        <a:lnTo>
                          <a:pt x="0" y="5139"/>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00" name="Freeform: Shape 1699">
                    <a:extLst>
                      <a:ext uri="{FF2B5EF4-FFF2-40B4-BE49-F238E27FC236}">
                        <a16:creationId xmlns:a16="http://schemas.microsoft.com/office/drawing/2014/main" id="{FF33B206-37CD-4714-54A6-19C03DDA1788}"/>
                      </a:ext>
                    </a:extLst>
                  </p:cNvPr>
                  <p:cNvSpPr/>
                  <p:nvPr/>
                </p:nvSpPr>
                <p:spPr>
                  <a:xfrm>
                    <a:off x="978077" y="2961403"/>
                    <a:ext cx="5966" cy="9273"/>
                  </a:xfrm>
                  <a:custGeom>
                    <a:avLst/>
                    <a:gdLst>
                      <a:gd name="connsiteX0" fmla="*/ 0 w 5966"/>
                      <a:gd name="connsiteY0" fmla="*/ 0 h 9273"/>
                      <a:gd name="connsiteX1" fmla="*/ 5966 w 5966"/>
                      <a:gd name="connsiteY1" fmla="*/ 0 h 9273"/>
                      <a:gd name="connsiteX2" fmla="*/ 5966 w 5966"/>
                      <a:gd name="connsiteY2" fmla="*/ 9274 h 9273"/>
                      <a:gd name="connsiteX3" fmla="*/ 0 w 5966"/>
                      <a:gd name="connsiteY3" fmla="*/ 9274 h 9273"/>
                    </a:gdLst>
                    <a:ahLst/>
                    <a:cxnLst>
                      <a:cxn ang="0">
                        <a:pos x="connsiteX0" y="connsiteY0"/>
                      </a:cxn>
                      <a:cxn ang="0">
                        <a:pos x="connsiteX1" y="connsiteY1"/>
                      </a:cxn>
                      <a:cxn ang="0">
                        <a:pos x="connsiteX2" y="connsiteY2"/>
                      </a:cxn>
                      <a:cxn ang="0">
                        <a:pos x="connsiteX3" y="connsiteY3"/>
                      </a:cxn>
                    </a:cxnLst>
                    <a:rect l="l" t="t" r="r" b="b"/>
                    <a:pathLst>
                      <a:path w="5966" h="9273">
                        <a:moveTo>
                          <a:pt x="0" y="0"/>
                        </a:moveTo>
                        <a:lnTo>
                          <a:pt x="5966" y="0"/>
                        </a:lnTo>
                        <a:lnTo>
                          <a:pt x="5966"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01" name="Freeform: Shape 1700">
                    <a:extLst>
                      <a:ext uri="{FF2B5EF4-FFF2-40B4-BE49-F238E27FC236}">
                        <a16:creationId xmlns:a16="http://schemas.microsoft.com/office/drawing/2014/main" id="{63AB014A-3D09-0473-509B-2FEF6A06BA69}"/>
                      </a:ext>
                    </a:extLst>
                  </p:cNvPr>
                  <p:cNvSpPr/>
                  <p:nvPr/>
                </p:nvSpPr>
                <p:spPr>
                  <a:xfrm>
                    <a:off x="978077" y="2942796"/>
                    <a:ext cx="5966" cy="9333"/>
                  </a:xfrm>
                  <a:custGeom>
                    <a:avLst/>
                    <a:gdLst>
                      <a:gd name="connsiteX0" fmla="*/ 0 w 5966"/>
                      <a:gd name="connsiteY0" fmla="*/ 0 h 9333"/>
                      <a:gd name="connsiteX1" fmla="*/ 5966 w 5966"/>
                      <a:gd name="connsiteY1" fmla="*/ 0 h 9333"/>
                      <a:gd name="connsiteX2" fmla="*/ 5966 w 5966"/>
                      <a:gd name="connsiteY2" fmla="*/ 9333 h 9333"/>
                      <a:gd name="connsiteX3" fmla="*/ 0 w 5966"/>
                      <a:gd name="connsiteY3" fmla="*/ 9333 h 9333"/>
                    </a:gdLst>
                    <a:ahLst/>
                    <a:cxnLst>
                      <a:cxn ang="0">
                        <a:pos x="connsiteX0" y="connsiteY0"/>
                      </a:cxn>
                      <a:cxn ang="0">
                        <a:pos x="connsiteX1" y="connsiteY1"/>
                      </a:cxn>
                      <a:cxn ang="0">
                        <a:pos x="connsiteX2" y="connsiteY2"/>
                      </a:cxn>
                      <a:cxn ang="0">
                        <a:pos x="connsiteX3" y="connsiteY3"/>
                      </a:cxn>
                    </a:cxnLst>
                    <a:rect l="l" t="t" r="r" b="b"/>
                    <a:pathLst>
                      <a:path w="5966" h="9333">
                        <a:moveTo>
                          <a:pt x="0" y="0"/>
                        </a:moveTo>
                        <a:lnTo>
                          <a:pt x="5966" y="0"/>
                        </a:lnTo>
                        <a:lnTo>
                          <a:pt x="5966" y="9333"/>
                        </a:lnTo>
                        <a:lnTo>
                          <a:pt x="0" y="9333"/>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02" name="Freeform: Shape 1701">
                    <a:extLst>
                      <a:ext uri="{FF2B5EF4-FFF2-40B4-BE49-F238E27FC236}">
                        <a16:creationId xmlns:a16="http://schemas.microsoft.com/office/drawing/2014/main" id="{719BCE3D-59A3-EADE-6D7A-2D7828FB765D}"/>
                      </a:ext>
                    </a:extLst>
                  </p:cNvPr>
                  <p:cNvSpPr/>
                  <p:nvPr/>
                </p:nvSpPr>
                <p:spPr>
                  <a:xfrm>
                    <a:off x="975773" y="2980010"/>
                    <a:ext cx="8269" cy="9214"/>
                  </a:xfrm>
                  <a:custGeom>
                    <a:avLst/>
                    <a:gdLst>
                      <a:gd name="connsiteX0" fmla="*/ 8270 w 8269"/>
                      <a:gd name="connsiteY0" fmla="*/ 6143 h 9214"/>
                      <a:gd name="connsiteX1" fmla="*/ 2953 w 8269"/>
                      <a:gd name="connsiteY1" fmla="*/ 9215 h 9214"/>
                      <a:gd name="connsiteX2" fmla="*/ 0 w 8269"/>
                      <a:gd name="connsiteY2" fmla="*/ 4135 h 9214"/>
                      <a:gd name="connsiteX3" fmla="*/ 2304 w 8269"/>
                      <a:gd name="connsiteY3" fmla="*/ 2776 h 9214"/>
                      <a:gd name="connsiteX4" fmla="*/ 2304 w 8269"/>
                      <a:gd name="connsiteY4" fmla="*/ 0 h 9214"/>
                      <a:gd name="connsiteX5" fmla="*/ 8270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8270" y="6143"/>
                        </a:moveTo>
                        <a:lnTo>
                          <a:pt x="2953" y="9215"/>
                        </a:lnTo>
                        <a:lnTo>
                          <a:pt x="0" y="4135"/>
                        </a:lnTo>
                        <a:lnTo>
                          <a:pt x="2304" y="2776"/>
                        </a:lnTo>
                        <a:lnTo>
                          <a:pt x="2304" y="0"/>
                        </a:lnTo>
                        <a:lnTo>
                          <a:pt x="8270"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03" name="Freeform: Shape 1702">
                    <a:extLst>
                      <a:ext uri="{FF2B5EF4-FFF2-40B4-BE49-F238E27FC236}">
                        <a16:creationId xmlns:a16="http://schemas.microsoft.com/office/drawing/2014/main" id="{61DEFF3A-6E47-306B-AAE8-D4C2E96B1742}"/>
                      </a:ext>
                    </a:extLst>
                  </p:cNvPr>
                  <p:cNvSpPr/>
                  <p:nvPr/>
                </p:nvSpPr>
                <p:spPr>
                  <a:xfrm rot="-1801109">
                    <a:off x="960619" y="2990764"/>
                    <a:ext cx="9274" cy="5907"/>
                  </a:xfrm>
                  <a:custGeom>
                    <a:avLst/>
                    <a:gdLst>
                      <a:gd name="connsiteX0" fmla="*/ 0 w 9274"/>
                      <a:gd name="connsiteY0" fmla="*/ 0 h 5907"/>
                      <a:gd name="connsiteX1" fmla="*/ 9274 w 9274"/>
                      <a:gd name="connsiteY1" fmla="*/ 0 h 5907"/>
                      <a:gd name="connsiteX2" fmla="*/ 9274 w 9274"/>
                      <a:gd name="connsiteY2" fmla="*/ 5907 h 5907"/>
                      <a:gd name="connsiteX3" fmla="*/ 0 w 9274"/>
                      <a:gd name="connsiteY3" fmla="*/ 5907 h 5907"/>
                    </a:gdLst>
                    <a:ahLst/>
                    <a:cxnLst>
                      <a:cxn ang="0">
                        <a:pos x="connsiteX0" y="connsiteY0"/>
                      </a:cxn>
                      <a:cxn ang="0">
                        <a:pos x="connsiteX1" y="connsiteY1"/>
                      </a:cxn>
                      <a:cxn ang="0">
                        <a:pos x="connsiteX2" y="connsiteY2"/>
                      </a:cxn>
                      <a:cxn ang="0">
                        <a:pos x="connsiteX3" y="connsiteY3"/>
                      </a:cxn>
                    </a:cxnLst>
                    <a:rect l="l" t="t" r="r" b="b"/>
                    <a:pathLst>
                      <a:path w="9274" h="5907">
                        <a:moveTo>
                          <a:pt x="0" y="0"/>
                        </a:moveTo>
                        <a:lnTo>
                          <a:pt x="9274" y="0"/>
                        </a:lnTo>
                        <a:lnTo>
                          <a:pt x="9274"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04" name="Freeform: Shape 1703">
                    <a:extLst>
                      <a:ext uri="{FF2B5EF4-FFF2-40B4-BE49-F238E27FC236}">
                        <a16:creationId xmlns:a16="http://schemas.microsoft.com/office/drawing/2014/main" id="{99033AFA-C060-1138-0D48-C33805ADA074}"/>
                      </a:ext>
                    </a:extLst>
                  </p:cNvPr>
                  <p:cNvSpPr/>
                  <p:nvPr/>
                </p:nvSpPr>
                <p:spPr>
                  <a:xfrm rot="-1806651">
                    <a:off x="944560" y="3000057"/>
                    <a:ext cx="9333" cy="5907"/>
                  </a:xfrm>
                  <a:custGeom>
                    <a:avLst/>
                    <a:gdLst>
                      <a:gd name="connsiteX0" fmla="*/ 0 w 9333"/>
                      <a:gd name="connsiteY0" fmla="*/ 0 h 5907"/>
                      <a:gd name="connsiteX1" fmla="*/ 9334 w 9333"/>
                      <a:gd name="connsiteY1" fmla="*/ 0 h 5907"/>
                      <a:gd name="connsiteX2" fmla="*/ 9334 w 9333"/>
                      <a:gd name="connsiteY2" fmla="*/ 5907 h 5907"/>
                      <a:gd name="connsiteX3" fmla="*/ 0 w 9333"/>
                      <a:gd name="connsiteY3" fmla="*/ 5907 h 5907"/>
                    </a:gdLst>
                    <a:ahLst/>
                    <a:cxnLst>
                      <a:cxn ang="0">
                        <a:pos x="connsiteX0" y="connsiteY0"/>
                      </a:cxn>
                      <a:cxn ang="0">
                        <a:pos x="connsiteX1" y="connsiteY1"/>
                      </a:cxn>
                      <a:cxn ang="0">
                        <a:pos x="connsiteX2" y="connsiteY2"/>
                      </a:cxn>
                      <a:cxn ang="0">
                        <a:pos x="connsiteX3" y="connsiteY3"/>
                      </a:cxn>
                    </a:cxnLst>
                    <a:rect l="l" t="t" r="r" b="b"/>
                    <a:pathLst>
                      <a:path w="9333" h="5907">
                        <a:moveTo>
                          <a:pt x="0" y="0"/>
                        </a:moveTo>
                        <a:lnTo>
                          <a:pt x="9334" y="0"/>
                        </a:lnTo>
                        <a:lnTo>
                          <a:pt x="9334"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05" name="Freeform: Shape 1704">
                    <a:extLst>
                      <a:ext uri="{FF2B5EF4-FFF2-40B4-BE49-F238E27FC236}">
                        <a16:creationId xmlns:a16="http://schemas.microsoft.com/office/drawing/2014/main" id="{64078293-9A6F-5451-E841-FAE0B8D51A60}"/>
                      </a:ext>
                    </a:extLst>
                  </p:cNvPr>
                  <p:cNvSpPr/>
                  <p:nvPr/>
                </p:nvSpPr>
                <p:spPr>
                  <a:xfrm>
                    <a:off x="927808" y="3007359"/>
                    <a:ext cx="10632" cy="8269"/>
                  </a:xfrm>
                  <a:custGeom>
                    <a:avLst/>
                    <a:gdLst>
                      <a:gd name="connsiteX0" fmla="*/ 5257 w 10632"/>
                      <a:gd name="connsiteY0" fmla="*/ 1418 h 8269"/>
                      <a:gd name="connsiteX1" fmla="*/ 7679 w 10632"/>
                      <a:gd name="connsiteY1" fmla="*/ 0 h 8269"/>
                      <a:gd name="connsiteX2" fmla="*/ 10632 w 10632"/>
                      <a:gd name="connsiteY2" fmla="*/ 5139 h 8269"/>
                      <a:gd name="connsiteX3" fmla="*/ 5257 w 10632"/>
                      <a:gd name="connsiteY3" fmla="*/ 8270 h 8269"/>
                      <a:gd name="connsiteX4" fmla="*/ 0 w 10632"/>
                      <a:gd name="connsiteY4" fmla="*/ 5139 h 8269"/>
                      <a:gd name="connsiteX5" fmla="*/ 2953 w 10632"/>
                      <a:gd name="connsiteY5" fmla="*/ 0 h 8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32" h="8269">
                        <a:moveTo>
                          <a:pt x="5257" y="1418"/>
                        </a:moveTo>
                        <a:lnTo>
                          <a:pt x="7679" y="0"/>
                        </a:lnTo>
                        <a:lnTo>
                          <a:pt x="10632" y="5139"/>
                        </a:lnTo>
                        <a:lnTo>
                          <a:pt x="5257" y="8270"/>
                        </a:lnTo>
                        <a:lnTo>
                          <a:pt x="0" y="5139"/>
                        </a:lnTo>
                        <a:lnTo>
                          <a:pt x="2953"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06" name="Freeform: Shape 1705">
                    <a:extLst>
                      <a:ext uri="{FF2B5EF4-FFF2-40B4-BE49-F238E27FC236}">
                        <a16:creationId xmlns:a16="http://schemas.microsoft.com/office/drawing/2014/main" id="{A23199F7-E012-E218-B7CA-505EC28DAC1F}"/>
                      </a:ext>
                    </a:extLst>
                  </p:cNvPr>
                  <p:cNvSpPr/>
                  <p:nvPr/>
                </p:nvSpPr>
                <p:spPr>
                  <a:xfrm rot="-3604434">
                    <a:off x="898141" y="2989017"/>
                    <a:ext cx="5966" cy="9274"/>
                  </a:xfrm>
                  <a:custGeom>
                    <a:avLst/>
                    <a:gdLst>
                      <a:gd name="connsiteX0" fmla="*/ 0 w 5966"/>
                      <a:gd name="connsiteY0" fmla="*/ 0 h 9274"/>
                      <a:gd name="connsiteX1" fmla="*/ 5966 w 5966"/>
                      <a:gd name="connsiteY1" fmla="*/ 0 h 9274"/>
                      <a:gd name="connsiteX2" fmla="*/ 5966 w 5966"/>
                      <a:gd name="connsiteY2" fmla="*/ 9274 h 9274"/>
                      <a:gd name="connsiteX3" fmla="*/ 0 w 5966"/>
                      <a:gd name="connsiteY3" fmla="*/ 9274 h 9274"/>
                    </a:gdLst>
                    <a:ahLst/>
                    <a:cxnLst>
                      <a:cxn ang="0">
                        <a:pos x="connsiteX0" y="connsiteY0"/>
                      </a:cxn>
                      <a:cxn ang="0">
                        <a:pos x="connsiteX1" y="connsiteY1"/>
                      </a:cxn>
                      <a:cxn ang="0">
                        <a:pos x="connsiteX2" y="connsiteY2"/>
                      </a:cxn>
                      <a:cxn ang="0">
                        <a:pos x="connsiteX3" y="connsiteY3"/>
                      </a:cxn>
                    </a:cxnLst>
                    <a:rect l="l" t="t" r="r" b="b"/>
                    <a:pathLst>
                      <a:path w="5966" h="9274">
                        <a:moveTo>
                          <a:pt x="0" y="0"/>
                        </a:moveTo>
                        <a:lnTo>
                          <a:pt x="5966" y="0"/>
                        </a:lnTo>
                        <a:lnTo>
                          <a:pt x="5966"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07" name="Freeform: Shape 1706">
                    <a:extLst>
                      <a:ext uri="{FF2B5EF4-FFF2-40B4-BE49-F238E27FC236}">
                        <a16:creationId xmlns:a16="http://schemas.microsoft.com/office/drawing/2014/main" id="{1AE61EB3-DB1D-6EC2-463B-FD1AA1B6794F}"/>
                      </a:ext>
                    </a:extLst>
                  </p:cNvPr>
                  <p:cNvSpPr/>
                  <p:nvPr/>
                </p:nvSpPr>
                <p:spPr>
                  <a:xfrm rot="-3587633">
                    <a:off x="914188" y="2998227"/>
                    <a:ext cx="5906" cy="9332"/>
                  </a:xfrm>
                  <a:custGeom>
                    <a:avLst/>
                    <a:gdLst>
                      <a:gd name="connsiteX0" fmla="*/ 0 w 5906"/>
                      <a:gd name="connsiteY0" fmla="*/ 0 h 9332"/>
                      <a:gd name="connsiteX1" fmla="*/ 5907 w 5906"/>
                      <a:gd name="connsiteY1" fmla="*/ 0 h 9332"/>
                      <a:gd name="connsiteX2" fmla="*/ 5907 w 5906"/>
                      <a:gd name="connsiteY2" fmla="*/ 9333 h 9332"/>
                      <a:gd name="connsiteX3" fmla="*/ 0 w 5906"/>
                      <a:gd name="connsiteY3" fmla="*/ 9333 h 9332"/>
                    </a:gdLst>
                    <a:ahLst/>
                    <a:cxnLst>
                      <a:cxn ang="0">
                        <a:pos x="connsiteX0" y="connsiteY0"/>
                      </a:cxn>
                      <a:cxn ang="0">
                        <a:pos x="connsiteX1" y="connsiteY1"/>
                      </a:cxn>
                      <a:cxn ang="0">
                        <a:pos x="connsiteX2" y="connsiteY2"/>
                      </a:cxn>
                      <a:cxn ang="0">
                        <a:pos x="connsiteX3" y="connsiteY3"/>
                      </a:cxn>
                    </a:cxnLst>
                    <a:rect l="l" t="t" r="r" b="b"/>
                    <a:pathLst>
                      <a:path w="5906" h="9332">
                        <a:moveTo>
                          <a:pt x="0" y="0"/>
                        </a:moveTo>
                        <a:lnTo>
                          <a:pt x="5907" y="0"/>
                        </a:lnTo>
                        <a:lnTo>
                          <a:pt x="5907" y="9333"/>
                        </a:lnTo>
                        <a:lnTo>
                          <a:pt x="0" y="9333"/>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08" name="Freeform: Shape 1707">
                    <a:extLst>
                      <a:ext uri="{FF2B5EF4-FFF2-40B4-BE49-F238E27FC236}">
                        <a16:creationId xmlns:a16="http://schemas.microsoft.com/office/drawing/2014/main" id="{B6A6F3B6-4E4D-445E-BD8D-4C3DEFE9A915}"/>
                      </a:ext>
                    </a:extLst>
                  </p:cNvPr>
                  <p:cNvSpPr/>
                  <p:nvPr/>
                </p:nvSpPr>
                <p:spPr>
                  <a:xfrm>
                    <a:off x="882147" y="2980010"/>
                    <a:ext cx="8269" cy="9214"/>
                  </a:xfrm>
                  <a:custGeom>
                    <a:avLst/>
                    <a:gdLst>
                      <a:gd name="connsiteX0" fmla="*/ 5907 w 8269"/>
                      <a:gd name="connsiteY0" fmla="*/ 2776 h 9214"/>
                      <a:gd name="connsiteX1" fmla="*/ 8270 w 8269"/>
                      <a:gd name="connsiteY1" fmla="*/ 4135 h 9214"/>
                      <a:gd name="connsiteX2" fmla="*/ 5316 w 8269"/>
                      <a:gd name="connsiteY2" fmla="*/ 9215 h 9214"/>
                      <a:gd name="connsiteX3" fmla="*/ 0 w 8269"/>
                      <a:gd name="connsiteY3" fmla="*/ 6143 h 9214"/>
                      <a:gd name="connsiteX4" fmla="*/ 0 w 8269"/>
                      <a:gd name="connsiteY4" fmla="*/ 0 h 9214"/>
                      <a:gd name="connsiteX5" fmla="*/ 5907 w 8269"/>
                      <a:gd name="connsiteY5" fmla="*/ 0 h 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9" h="9214">
                        <a:moveTo>
                          <a:pt x="5907" y="2776"/>
                        </a:moveTo>
                        <a:lnTo>
                          <a:pt x="8270" y="4135"/>
                        </a:lnTo>
                        <a:lnTo>
                          <a:pt x="5316" y="9215"/>
                        </a:lnTo>
                        <a:lnTo>
                          <a:pt x="0" y="6143"/>
                        </a:lnTo>
                        <a:lnTo>
                          <a:pt x="0" y="0"/>
                        </a:lnTo>
                        <a:lnTo>
                          <a:pt x="5907" y="0"/>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09" name="Freeform: Shape 1708">
                    <a:extLst>
                      <a:ext uri="{FF2B5EF4-FFF2-40B4-BE49-F238E27FC236}">
                        <a16:creationId xmlns:a16="http://schemas.microsoft.com/office/drawing/2014/main" id="{BD9F12DA-B6D7-BE2B-FCD6-9452A7DC2179}"/>
                      </a:ext>
                    </a:extLst>
                  </p:cNvPr>
                  <p:cNvSpPr/>
                  <p:nvPr/>
                </p:nvSpPr>
                <p:spPr>
                  <a:xfrm rot="-23376">
                    <a:off x="882168" y="2961460"/>
                    <a:ext cx="5907" cy="9274"/>
                  </a:xfrm>
                  <a:custGeom>
                    <a:avLst/>
                    <a:gdLst>
                      <a:gd name="connsiteX0" fmla="*/ 0 w 5907"/>
                      <a:gd name="connsiteY0" fmla="*/ 0 h 9274"/>
                      <a:gd name="connsiteX1" fmla="*/ 5907 w 5907"/>
                      <a:gd name="connsiteY1" fmla="*/ 0 h 9274"/>
                      <a:gd name="connsiteX2" fmla="*/ 5907 w 5907"/>
                      <a:gd name="connsiteY2" fmla="*/ 9274 h 9274"/>
                      <a:gd name="connsiteX3" fmla="*/ 0 w 5907"/>
                      <a:gd name="connsiteY3" fmla="*/ 9274 h 9274"/>
                    </a:gdLst>
                    <a:ahLst/>
                    <a:cxnLst>
                      <a:cxn ang="0">
                        <a:pos x="connsiteX0" y="connsiteY0"/>
                      </a:cxn>
                      <a:cxn ang="0">
                        <a:pos x="connsiteX1" y="connsiteY1"/>
                      </a:cxn>
                      <a:cxn ang="0">
                        <a:pos x="connsiteX2" y="connsiteY2"/>
                      </a:cxn>
                      <a:cxn ang="0">
                        <a:pos x="connsiteX3" y="connsiteY3"/>
                      </a:cxn>
                    </a:cxnLst>
                    <a:rect l="l" t="t" r="r" b="b"/>
                    <a:pathLst>
                      <a:path w="5907" h="9274">
                        <a:moveTo>
                          <a:pt x="0" y="0"/>
                        </a:moveTo>
                        <a:lnTo>
                          <a:pt x="5907" y="0"/>
                        </a:lnTo>
                        <a:lnTo>
                          <a:pt x="5907" y="9274"/>
                        </a:lnTo>
                        <a:lnTo>
                          <a:pt x="0" y="9274"/>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10" name="Freeform: Shape 1709">
                    <a:extLst>
                      <a:ext uri="{FF2B5EF4-FFF2-40B4-BE49-F238E27FC236}">
                        <a16:creationId xmlns:a16="http://schemas.microsoft.com/office/drawing/2014/main" id="{3A4E99A4-5FFE-B80E-88A7-5A28447BE53E}"/>
                      </a:ext>
                    </a:extLst>
                  </p:cNvPr>
                  <p:cNvSpPr/>
                  <p:nvPr/>
                </p:nvSpPr>
                <p:spPr>
                  <a:xfrm rot="-5391765">
                    <a:off x="880458" y="2944505"/>
                    <a:ext cx="9333" cy="5906"/>
                  </a:xfrm>
                  <a:custGeom>
                    <a:avLst/>
                    <a:gdLst>
                      <a:gd name="connsiteX0" fmla="*/ 0 w 9333"/>
                      <a:gd name="connsiteY0" fmla="*/ 0 h 5906"/>
                      <a:gd name="connsiteX1" fmla="*/ 9333 w 9333"/>
                      <a:gd name="connsiteY1" fmla="*/ 0 h 5906"/>
                      <a:gd name="connsiteX2" fmla="*/ 9333 w 9333"/>
                      <a:gd name="connsiteY2" fmla="*/ 5907 h 5906"/>
                      <a:gd name="connsiteX3" fmla="*/ 0 w 9333"/>
                      <a:gd name="connsiteY3" fmla="*/ 5907 h 5906"/>
                    </a:gdLst>
                    <a:ahLst/>
                    <a:cxnLst>
                      <a:cxn ang="0">
                        <a:pos x="connsiteX0" y="connsiteY0"/>
                      </a:cxn>
                      <a:cxn ang="0">
                        <a:pos x="connsiteX1" y="connsiteY1"/>
                      </a:cxn>
                      <a:cxn ang="0">
                        <a:pos x="connsiteX2" y="connsiteY2"/>
                      </a:cxn>
                      <a:cxn ang="0">
                        <a:pos x="connsiteX3" y="connsiteY3"/>
                      </a:cxn>
                    </a:cxnLst>
                    <a:rect l="l" t="t" r="r" b="b"/>
                    <a:pathLst>
                      <a:path w="9333" h="5906">
                        <a:moveTo>
                          <a:pt x="0" y="0"/>
                        </a:moveTo>
                        <a:lnTo>
                          <a:pt x="9333" y="0"/>
                        </a:lnTo>
                        <a:lnTo>
                          <a:pt x="9333" y="5907"/>
                        </a:lnTo>
                        <a:lnTo>
                          <a:pt x="0" y="5907"/>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11" name="Freeform: Shape 1710">
                    <a:extLst>
                      <a:ext uri="{FF2B5EF4-FFF2-40B4-BE49-F238E27FC236}">
                        <a16:creationId xmlns:a16="http://schemas.microsoft.com/office/drawing/2014/main" id="{5A8A0B14-F9F9-8335-AF2E-189359D37075}"/>
                      </a:ext>
                    </a:extLst>
                  </p:cNvPr>
                  <p:cNvSpPr/>
                  <p:nvPr/>
                </p:nvSpPr>
                <p:spPr>
                  <a:xfrm>
                    <a:off x="564234" y="2900915"/>
                    <a:ext cx="96047" cy="110873"/>
                  </a:xfrm>
                  <a:custGeom>
                    <a:avLst/>
                    <a:gdLst>
                      <a:gd name="connsiteX0" fmla="*/ 96047 w 96047"/>
                      <a:gd name="connsiteY0" fmla="*/ 83111 h 110873"/>
                      <a:gd name="connsiteX1" fmla="*/ 48024 w 96047"/>
                      <a:gd name="connsiteY1" fmla="*/ 110874 h 110873"/>
                      <a:gd name="connsiteX2" fmla="*/ 0 w 96047"/>
                      <a:gd name="connsiteY2" fmla="*/ 83111 h 110873"/>
                      <a:gd name="connsiteX3" fmla="*/ 0 w 96047"/>
                      <a:gd name="connsiteY3" fmla="*/ 27763 h 110873"/>
                      <a:gd name="connsiteX4" fmla="*/ 48024 w 96047"/>
                      <a:gd name="connsiteY4" fmla="*/ 0 h 110873"/>
                      <a:gd name="connsiteX5" fmla="*/ 96047 w 96047"/>
                      <a:gd name="connsiteY5" fmla="*/ 27763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47" h="110873">
                        <a:moveTo>
                          <a:pt x="96047" y="83111"/>
                        </a:moveTo>
                        <a:lnTo>
                          <a:pt x="48024" y="110874"/>
                        </a:lnTo>
                        <a:lnTo>
                          <a:pt x="0" y="83111"/>
                        </a:lnTo>
                        <a:lnTo>
                          <a:pt x="0" y="27763"/>
                        </a:lnTo>
                        <a:lnTo>
                          <a:pt x="48024" y="0"/>
                        </a:lnTo>
                        <a:lnTo>
                          <a:pt x="96047" y="27763"/>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12" name="Freeform: Shape 1711">
                    <a:extLst>
                      <a:ext uri="{FF2B5EF4-FFF2-40B4-BE49-F238E27FC236}">
                        <a16:creationId xmlns:a16="http://schemas.microsoft.com/office/drawing/2014/main" id="{D4743F74-EF60-DD97-124E-892067A1A24D}"/>
                      </a:ext>
                    </a:extLst>
                  </p:cNvPr>
                  <p:cNvSpPr/>
                  <p:nvPr/>
                </p:nvSpPr>
                <p:spPr>
                  <a:xfrm>
                    <a:off x="669437" y="2901329"/>
                    <a:ext cx="95988" cy="110873"/>
                  </a:xfrm>
                  <a:custGeom>
                    <a:avLst/>
                    <a:gdLst>
                      <a:gd name="connsiteX0" fmla="*/ 47965 w 95988"/>
                      <a:gd name="connsiteY0" fmla="*/ 0 h 110873"/>
                      <a:gd name="connsiteX1" fmla="*/ 0 w 95988"/>
                      <a:gd name="connsiteY1" fmla="*/ 27763 h 110873"/>
                      <a:gd name="connsiteX2" fmla="*/ 0 w 95988"/>
                      <a:gd name="connsiteY2" fmla="*/ 83170 h 110873"/>
                      <a:gd name="connsiteX3" fmla="*/ 47965 w 95988"/>
                      <a:gd name="connsiteY3" fmla="*/ 110874 h 110873"/>
                      <a:gd name="connsiteX4" fmla="*/ 95988 w 95988"/>
                      <a:gd name="connsiteY4" fmla="*/ 83170 h 110873"/>
                      <a:gd name="connsiteX5" fmla="*/ 95988 w 95988"/>
                      <a:gd name="connsiteY5" fmla="*/ 27763 h 110873"/>
                      <a:gd name="connsiteX6" fmla="*/ 47965 w 95988"/>
                      <a:gd name="connsiteY6" fmla="*/ 0 h 110873"/>
                      <a:gd name="connsiteX7" fmla="*/ 70707 w 95988"/>
                      <a:gd name="connsiteY7" fmla="*/ 46074 h 110873"/>
                      <a:gd name="connsiteX8" fmla="*/ 60842 w 95988"/>
                      <a:gd name="connsiteY8" fmla="*/ 40404 h 110873"/>
                      <a:gd name="connsiteX9" fmla="*/ 60842 w 95988"/>
                      <a:gd name="connsiteY9" fmla="*/ 29003 h 110873"/>
                      <a:gd name="connsiteX10" fmla="*/ 70707 w 95988"/>
                      <a:gd name="connsiteY10" fmla="*/ 23332 h 110873"/>
                      <a:gd name="connsiteX11" fmla="*/ 80571 w 95988"/>
                      <a:gd name="connsiteY11" fmla="*/ 29003 h 110873"/>
                      <a:gd name="connsiteX12" fmla="*/ 80571 w 95988"/>
                      <a:gd name="connsiteY12" fmla="*/ 40404 h 110873"/>
                      <a:gd name="connsiteX13" fmla="*/ 70707 w 95988"/>
                      <a:gd name="connsiteY13" fmla="*/ 46074 h 110873"/>
                      <a:gd name="connsiteX14" fmla="*/ 47965 w 95988"/>
                      <a:gd name="connsiteY14" fmla="*/ 77086 h 110873"/>
                      <a:gd name="connsiteX15" fmla="*/ 57829 w 95988"/>
                      <a:gd name="connsiteY15" fmla="*/ 71415 h 110873"/>
                      <a:gd name="connsiteX16" fmla="*/ 67694 w 95988"/>
                      <a:gd name="connsiteY16" fmla="*/ 77086 h 110873"/>
                      <a:gd name="connsiteX17" fmla="*/ 67694 w 95988"/>
                      <a:gd name="connsiteY17" fmla="*/ 88427 h 110873"/>
                      <a:gd name="connsiteX18" fmla="*/ 57829 w 95988"/>
                      <a:gd name="connsiteY18" fmla="*/ 94098 h 110873"/>
                      <a:gd name="connsiteX19" fmla="*/ 47965 w 95988"/>
                      <a:gd name="connsiteY19" fmla="*/ 88427 h 110873"/>
                      <a:gd name="connsiteX20" fmla="*/ 47965 w 95988"/>
                      <a:gd name="connsiteY20" fmla="*/ 77086 h 110873"/>
                      <a:gd name="connsiteX21" fmla="*/ 35206 w 95988"/>
                      <a:gd name="connsiteY21" fmla="*/ 61137 h 110873"/>
                      <a:gd name="connsiteX22" fmla="*/ 25341 w 95988"/>
                      <a:gd name="connsiteY22" fmla="*/ 66808 h 110873"/>
                      <a:gd name="connsiteX23" fmla="*/ 15476 w 95988"/>
                      <a:gd name="connsiteY23" fmla="*/ 61137 h 110873"/>
                      <a:gd name="connsiteX24" fmla="*/ 15476 w 95988"/>
                      <a:gd name="connsiteY24" fmla="*/ 49737 h 110873"/>
                      <a:gd name="connsiteX25" fmla="*/ 25341 w 95988"/>
                      <a:gd name="connsiteY25" fmla="*/ 44066 h 110873"/>
                      <a:gd name="connsiteX26" fmla="*/ 35206 w 95988"/>
                      <a:gd name="connsiteY26" fmla="*/ 49737 h 110873"/>
                      <a:gd name="connsiteX27" fmla="*/ 35206 w 95988"/>
                      <a:gd name="connsiteY27" fmla="*/ 61137 h 11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5988" h="110873">
                        <a:moveTo>
                          <a:pt x="47965" y="0"/>
                        </a:moveTo>
                        <a:lnTo>
                          <a:pt x="0" y="27763"/>
                        </a:lnTo>
                        <a:lnTo>
                          <a:pt x="0" y="83170"/>
                        </a:lnTo>
                        <a:lnTo>
                          <a:pt x="47965" y="110874"/>
                        </a:lnTo>
                        <a:lnTo>
                          <a:pt x="95988" y="83170"/>
                        </a:lnTo>
                        <a:lnTo>
                          <a:pt x="95988" y="27763"/>
                        </a:lnTo>
                        <a:lnTo>
                          <a:pt x="47965" y="0"/>
                        </a:lnTo>
                        <a:close/>
                        <a:moveTo>
                          <a:pt x="70707" y="46074"/>
                        </a:moveTo>
                        <a:lnTo>
                          <a:pt x="60842" y="40404"/>
                        </a:lnTo>
                        <a:lnTo>
                          <a:pt x="60842" y="29003"/>
                        </a:lnTo>
                        <a:lnTo>
                          <a:pt x="70707" y="23332"/>
                        </a:lnTo>
                        <a:lnTo>
                          <a:pt x="80571" y="29003"/>
                        </a:lnTo>
                        <a:lnTo>
                          <a:pt x="80571" y="40404"/>
                        </a:lnTo>
                        <a:lnTo>
                          <a:pt x="70707" y="46074"/>
                        </a:lnTo>
                        <a:close/>
                        <a:moveTo>
                          <a:pt x="47965" y="77086"/>
                        </a:moveTo>
                        <a:lnTo>
                          <a:pt x="57829" y="71415"/>
                        </a:lnTo>
                        <a:lnTo>
                          <a:pt x="67694" y="77086"/>
                        </a:lnTo>
                        <a:lnTo>
                          <a:pt x="67694" y="88427"/>
                        </a:lnTo>
                        <a:lnTo>
                          <a:pt x="57829" y="94098"/>
                        </a:lnTo>
                        <a:lnTo>
                          <a:pt x="47965" y="88427"/>
                        </a:lnTo>
                        <a:lnTo>
                          <a:pt x="47965" y="77086"/>
                        </a:lnTo>
                        <a:close/>
                        <a:moveTo>
                          <a:pt x="35206" y="61137"/>
                        </a:moveTo>
                        <a:lnTo>
                          <a:pt x="25341" y="66808"/>
                        </a:lnTo>
                        <a:lnTo>
                          <a:pt x="15476" y="61137"/>
                        </a:lnTo>
                        <a:lnTo>
                          <a:pt x="15476" y="49737"/>
                        </a:lnTo>
                        <a:lnTo>
                          <a:pt x="25341" y="44066"/>
                        </a:lnTo>
                        <a:lnTo>
                          <a:pt x="35206" y="49737"/>
                        </a:lnTo>
                        <a:lnTo>
                          <a:pt x="35206" y="61137"/>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13" name="Freeform: Shape 1712">
                    <a:extLst>
                      <a:ext uri="{FF2B5EF4-FFF2-40B4-BE49-F238E27FC236}">
                        <a16:creationId xmlns:a16="http://schemas.microsoft.com/office/drawing/2014/main" id="{677AADC1-C396-0A63-BFEC-4489C69B56C3}"/>
                      </a:ext>
                    </a:extLst>
                  </p:cNvPr>
                  <p:cNvSpPr/>
                  <p:nvPr/>
                </p:nvSpPr>
                <p:spPr>
                  <a:xfrm>
                    <a:off x="775172" y="2900974"/>
                    <a:ext cx="95988" cy="110874"/>
                  </a:xfrm>
                  <a:custGeom>
                    <a:avLst/>
                    <a:gdLst>
                      <a:gd name="connsiteX0" fmla="*/ 95988 w 95988"/>
                      <a:gd name="connsiteY0" fmla="*/ 27704 h 110874"/>
                      <a:gd name="connsiteX1" fmla="*/ 47965 w 95988"/>
                      <a:gd name="connsiteY1" fmla="*/ 0 h 110874"/>
                      <a:gd name="connsiteX2" fmla="*/ 0 w 95988"/>
                      <a:gd name="connsiteY2" fmla="*/ 27704 h 110874"/>
                      <a:gd name="connsiteX3" fmla="*/ 0 w 95988"/>
                      <a:gd name="connsiteY3" fmla="*/ 83111 h 110874"/>
                      <a:gd name="connsiteX4" fmla="*/ 47965 w 95988"/>
                      <a:gd name="connsiteY4" fmla="*/ 110874 h 110874"/>
                      <a:gd name="connsiteX5" fmla="*/ 95988 w 95988"/>
                      <a:gd name="connsiteY5" fmla="*/ 83111 h 110874"/>
                      <a:gd name="connsiteX6" fmla="*/ 95988 w 95988"/>
                      <a:gd name="connsiteY6" fmla="*/ 27704 h 110874"/>
                      <a:gd name="connsiteX7" fmla="*/ 65390 w 95988"/>
                      <a:gd name="connsiteY7" fmla="*/ 45307 h 110874"/>
                      <a:gd name="connsiteX8" fmla="*/ 65390 w 95988"/>
                      <a:gd name="connsiteY8" fmla="*/ 65449 h 110874"/>
                      <a:gd name="connsiteX9" fmla="*/ 48024 w 95988"/>
                      <a:gd name="connsiteY9" fmla="*/ 75491 h 110874"/>
                      <a:gd name="connsiteX10" fmla="*/ 30598 w 95988"/>
                      <a:gd name="connsiteY10" fmla="*/ 65449 h 110874"/>
                      <a:gd name="connsiteX11" fmla="*/ 30598 w 95988"/>
                      <a:gd name="connsiteY11" fmla="*/ 45307 h 110874"/>
                      <a:gd name="connsiteX12" fmla="*/ 48024 w 95988"/>
                      <a:gd name="connsiteY12" fmla="*/ 35265 h 110874"/>
                      <a:gd name="connsiteX13" fmla="*/ 65390 w 95988"/>
                      <a:gd name="connsiteY13" fmla="*/ 45307 h 11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88" h="110874">
                        <a:moveTo>
                          <a:pt x="95988" y="27704"/>
                        </a:moveTo>
                        <a:lnTo>
                          <a:pt x="47965" y="0"/>
                        </a:lnTo>
                        <a:lnTo>
                          <a:pt x="0" y="27704"/>
                        </a:lnTo>
                        <a:lnTo>
                          <a:pt x="0" y="83111"/>
                        </a:lnTo>
                        <a:lnTo>
                          <a:pt x="47965" y="110874"/>
                        </a:lnTo>
                        <a:lnTo>
                          <a:pt x="95988" y="83111"/>
                        </a:lnTo>
                        <a:lnTo>
                          <a:pt x="95988" y="27704"/>
                        </a:lnTo>
                        <a:close/>
                        <a:moveTo>
                          <a:pt x="65390" y="45307"/>
                        </a:moveTo>
                        <a:lnTo>
                          <a:pt x="65390" y="65449"/>
                        </a:lnTo>
                        <a:lnTo>
                          <a:pt x="48024" y="75491"/>
                        </a:lnTo>
                        <a:lnTo>
                          <a:pt x="30598" y="65449"/>
                        </a:lnTo>
                        <a:lnTo>
                          <a:pt x="30598" y="45307"/>
                        </a:lnTo>
                        <a:lnTo>
                          <a:pt x="48024" y="35265"/>
                        </a:lnTo>
                        <a:lnTo>
                          <a:pt x="65390" y="45307"/>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714" name="Freeform: Shape 1713">
                    <a:extLst>
                      <a:ext uri="{FF2B5EF4-FFF2-40B4-BE49-F238E27FC236}">
                        <a16:creationId xmlns:a16="http://schemas.microsoft.com/office/drawing/2014/main" id="{0195CD37-5D0E-C2C3-F613-9600F462440D}"/>
                      </a:ext>
                    </a:extLst>
                  </p:cNvPr>
                  <p:cNvSpPr/>
                  <p:nvPr/>
                </p:nvSpPr>
                <p:spPr>
                  <a:xfrm>
                    <a:off x="457259" y="2900974"/>
                    <a:ext cx="95929" cy="110814"/>
                  </a:xfrm>
                  <a:custGeom>
                    <a:avLst/>
                    <a:gdLst>
                      <a:gd name="connsiteX0" fmla="*/ 47965 w 95929"/>
                      <a:gd name="connsiteY0" fmla="*/ 110815 h 110814"/>
                      <a:gd name="connsiteX1" fmla="*/ 95929 w 95929"/>
                      <a:gd name="connsiteY1" fmla="*/ 83052 h 110814"/>
                      <a:gd name="connsiteX2" fmla="*/ 95929 w 95929"/>
                      <a:gd name="connsiteY2" fmla="*/ 27704 h 110814"/>
                      <a:gd name="connsiteX3" fmla="*/ 47965 w 95929"/>
                      <a:gd name="connsiteY3" fmla="*/ 0 h 110814"/>
                      <a:gd name="connsiteX4" fmla="*/ 0 w 95929"/>
                      <a:gd name="connsiteY4" fmla="*/ 27704 h 110814"/>
                      <a:gd name="connsiteX5" fmla="*/ 0 w 95929"/>
                      <a:gd name="connsiteY5" fmla="*/ 83052 h 110814"/>
                      <a:gd name="connsiteX6" fmla="*/ 47965 w 95929"/>
                      <a:gd name="connsiteY6" fmla="*/ 110815 h 110814"/>
                      <a:gd name="connsiteX7" fmla="*/ 61373 w 95929"/>
                      <a:gd name="connsiteY7" fmla="*/ 78681 h 110814"/>
                      <a:gd name="connsiteX8" fmla="*/ 34497 w 95929"/>
                      <a:gd name="connsiteY8" fmla="*/ 78681 h 110814"/>
                      <a:gd name="connsiteX9" fmla="*/ 21029 w 95929"/>
                      <a:gd name="connsiteY9" fmla="*/ 55349 h 110814"/>
                      <a:gd name="connsiteX10" fmla="*/ 34497 w 95929"/>
                      <a:gd name="connsiteY10" fmla="*/ 32016 h 110814"/>
                      <a:gd name="connsiteX11" fmla="*/ 61373 w 95929"/>
                      <a:gd name="connsiteY11" fmla="*/ 32016 h 110814"/>
                      <a:gd name="connsiteX12" fmla="*/ 74841 w 95929"/>
                      <a:gd name="connsiteY12" fmla="*/ 55349 h 110814"/>
                      <a:gd name="connsiteX13" fmla="*/ 61373 w 95929"/>
                      <a:gd name="connsiteY13" fmla="*/ 78681 h 110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929" h="110814">
                        <a:moveTo>
                          <a:pt x="47965" y="110815"/>
                        </a:moveTo>
                        <a:lnTo>
                          <a:pt x="95929" y="83052"/>
                        </a:lnTo>
                        <a:lnTo>
                          <a:pt x="95929" y="27704"/>
                        </a:lnTo>
                        <a:lnTo>
                          <a:pt x="47965" y="0"/>
                        </a:lnTo>
                        <a:lnTo>
                          <a:pt x="0" y="27704"/>
                        </a:lnTo>
                        <a:lnTo>
                          <a:pt x="0" y="83052"/>
                        </a:lnTo>
                        <a:lnTo>
                          <a:pt x="47965" y="110815"/>
                        </a:lnTo>
                        <a:close/>
                        <a:moveTo>
                          <a:pt x="61373" y="78681"/>
                        </a:moveTo>
                        <a:lnTo>
                          <a:pt x="34497" y="78681"/>
                        </a:lnTo>
                        <a:lnTo>
                          <a:pt x="21029" y="55349"/>
                        </a:lnTo>
                        <a:lnTo>
                          <a:pt x="34497" y="32016"/>
                        </a:lnTo>
                        <a:lnTo>
                          <a:pt x="61373" y="32016"/>
                        </a:lnTo>
                        <a:lnTo>
                          <a:pt x="74841" y="55349"/>
                        </a:lnTo>
                        <a:lnTo>
                          <a:pt x="61373" y="78681"/>
                        </a:ln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nvGrpSpPr>
              <p:cNvPr id="1660" name="Graphic 4773">
                <a:extLst>
                  <a:ext uri="{FF2B5EF4-FFF2-40B4-BE49-F238E27FC236}">
                    <a16:creationId xmlns:a16="http://schemas.microsoft.com/office/drawing/2014/main" id="{A91B8FAE-DA01-16A7-0730-0DFDD9CE9C78}"/>
                  </a:ext>
                </a:extLst>
              </p:cNvPr>
              <p:cNvGrpSpPr/>
              <p:nvPr/>
            </p:nvGrpSpPr>
            <p:grpSpPr>
              <a:xfrm>
                <a:off x="3924418" y="4634731"/>
                <a:ext cx="680365" cy="187664"/>
                <a:chOff x="3924418" y="4634731"/>
                <a:chExt cx="680365" cy="187664"/>
              </a:xfrm>
              <a:grpFill/>
            </p:grpSpPr>
            <p:sp>
              <p:nvSpPr>
                <p:cNvPr id="1661" name="Freeform: Shape 1660">
                  <a:extLst>
                    <a:ext uri="{FF2B5EF4-FFF2-40B4-BE49-F238E27FC236}">
                      <a16:creationId xmlns:a16="http://schemas.microsoft.com/office/drawing/2014/main" id="{FC097987-6F81-E8FA-7F6F-588EA4144645}"/>
                    </a:ext>
                  </a:extLst>
                </p:cNvPr>
                <p:cNvSpPr/>
                <p:nvPr/>
              </p:nvSpPr>
              <p:spPr>
                <a:xfrm>
                  <a:off x="3924418" y="4634731"/>
                  <a:ext cx="680365" cy="187664"/>
                </a:xfrm>
                <a:custGeom>
                  <a:avLst/>
                  <a:gdLst>
                    <a:gd name="connsiteX0" fmla="*/ 89491 w 680365"/>
                    <a:gd name="connsiteY0" fmla="*/ 122452 h 187664"/>
                    <a:gd name="connsiteX1" fmla="*/ 497545 w 680365"/>
                    <a:gd name="connsiteY1" fmla="*/ 122452 h 187664"/>
                    <a:gd name="connsiteX2" fmla="*/ 586445 w 680365"/>
                    <a:gd name="connsiteY2" fmla="*/ 187665 h 187664"/>
                    <a:gd name="connsiteX3" fmla="*/ 680366 w 680365"/>
                    <a:gd name="connsiteY3" fmla="*/ 93862 h 187664"/>
                    <a:gd name="connsiteX4" fmla="*/ 586445 w 680365"/>
                    <a:gd name="connsiteY4" fmla="*/ 0 h 187664"/>
                    <a:gd name="connsiteX5" fmla="*/ 497308 w 680365"/>
                    <a:gd name="connsiteY5" fmla="*/ 66099 h 187664"/>
                    <a:gd name="connsiteX6" fmla="*/ 89491 w 680365"/>
                    <a:gd name="connsiteY6" fmla="*/ 66099 h 187664"/>
                    <a:gd name="connsiteX7" fmla="*/ 89491 w 680365"/>
                    <a:gd name="connsiteY7" fmla="*/ 71711 h 187664"/>
                    <a:gd name="connsiteX8" fmla="*/ 495536 w 680365"/>
                    <a:gd name="connsiteY8" fmla="*/ 71711 h 187664"/>
                    <a:gd name="connsiteX9" fmla="*/ 492878 w 680365"/>
                    <a:gd name="connsiteY9" fmla="*/ 91085 h 187664"/>
                    <a:gd name="connsiteX10" fmla="*/ 0 w 680365"/>
                    <a:gd name="connsiteY10" fmla="*/ 91085 h 187664"/>
                    <a:gd name="connsiteX11" fmla="*/ 0 w 680365"/>
                    <a:gd name="connsiteY11" fmla="*/ 96638 h 187664"/>
                    <a:gd name="connsiteX12" fmla="*/ 492878 w 680365"/>
                    <a:gd name="connsiteY12" fmla="*/ 96638 h 187664"/>
                    <a:gd name="connsiteX13" fmla="*/ 495773 w 680365"/>
                    <a:gd name="connsiteY13" fmla="*/ 116899 h 187664"/>
                    <a:gd name="connsiteX14" fmla="*/ 89432 w 680365"/>
                    <a:gd name="connsiteY14" fmla="*/ 116840 h 187664"/>
                    <a:gd name="connsiteX15" fmla="*/ 89432 w 680365"/>
                    <a:gd name="connsiteY15" fmla="*/ 122452 h 187664"/>
                    <a:gd name="connsiteX16" fmla="*/ 586504 w 680365"/>
                    <a:gd name="connsiteY16" fmla="*/ 19729 h 187664"/>
                    <a:gd name="connsiteX17" fmla="*/ 660577 w 680365"/>
                    <a:gd name="connsiteY17" fmla="*/ 93803 h 187664"/>
                    <a:gd name="connsiteX18" fmla="*/ 586445 w 680365"/>
                    <a:gd name="connsiteY18" fmla="*/ 167876 h 187664"/>
                    <a:gd name="connsiteX19" fmla="*/ 512371 w 680365"/>
                    <a:gd name="connsiteY19" fmla="*/ 93803 h 187664"/>
                    <a:gd name="connsiteX20" fmla="*/ 586504 w 680365"/>
                    <a:gd name="connsiteY20" fmla="*/ 19729 h 187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80365" h="187664">
                      <a:moveTo>
                        <a:pt x="89491" y="122452"/>
                      </a:moveTo>
                      <a:lnTo>
                        <a:pt x="497545" y="122452"/>
                      </a:lnTo>
                      <a:cubicBezTo>
                        <a:pt x="509713" y="160197"/>
                        <a:pt x="544682" y="187665"/>
                        <a:pt x="586445" y="187665"/>
                      </a:cubicBezTo>
                      <a:cubicBezTo>
                        <a:pt x="638308" y="187665"/>
                        <a:pt x="680366" y="145666"/>
                        <a:pt x="680366" y="93862"/>
                      </a:cubicBezTo>
                      <a:cubicBezTo>
                        <a:pt x="680366" y="41999"/>
                        <a:pt x="638367" y="0"/>
                        <a:pt x="586445" y="0"/>
                      </a:cubicBezTo>
                      <a:cubicBezTo>
                        <a:pt x="544387" y="0"/>
                        <a:pt x="509181" y="27940"/>
                        <a:pt x="497308" y="66099"/>
                      </a:cubicBezTo>
                      <a:lnTo>
                        <a:pt x="89491" y="66099"/>
                      </a:lnTo>
                      <a:lnTo>
                        <a:pt x="89491" y="71711"/>
                      </a:lnTo>
                      <a:lnTo>
                        <a:pt x="495536" y="71711"/>
                      </a:lnTo>
                      <a:cubicBezTo>
                        <a:pt x="494060" y="77972"/>
                        <a:pt x="493114" y="84411"/>
                        <a:pt x="492878" y="91085"/>
                      </a:cubicBezTo>
                      <a:lnTo>
                        <a:pt x="0" y="91085"/>
                      </a:lnTo>
                      <a:lnTo>
                        <a:pt x="0" y="96638"/>
                      </a:lnTo>
                      <a:lnTo>
                        <a:pt x="492878" y="96638"/>
                      </a:lnTo>
                      <a:cubicBezTo>
                        <a:pt x="493056" y="103608"/>
                        <a:pt x="494119" y="110401"/>
                        <a:pt x="495773" y="116899"/>
                      </a:cubicBezTo>
                      <a:lnTo>
                        <a:pt x="89432" y="116840"/>
                      </a:lnTo>
                      <a:lnTo>
                        <a:pt x="89432" y="122452"/>
                      </a:lnTo>
                      <a:close/>
                      <a:moveTo>
                        <a:pt x="586504" y="19729"/>
                      </a:moveTo>
                      <a:cubicBezTo>
                        <a:pt x="627439" y="19729"/>
                        <a:pt x="660636" y="52927"/>
                        <a:pt x="660577" y="93803"/>
                      </a:cubicBezTo>
                      <a:cubicBezTo>
                        <a:pt x="660577" y="134738"/>
                        <a:pt x="627439" y="167876"/>
                        <a:pt x="586445" y="167876"/>
                      </a:cubicBezTo>
                      <a:cubicBezTo>
                        <a:pt x="545509" y="167876"/>
                        <a:pt x="512371" y="134679"/>
                        <a:pt x="512371" y="93803"/>
                      </a:cubicBezTo>
                      <a:cubicBezTo>
                        <a:pt x="512430" y="52868"/>
                        <a:pt x="545568" y="19729"/>
                        <a:pt x="586504" y="19729"/>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sp>
              <p:nvSpPr>
                <p:cNvPr id="1662" name="Freeform: Shape 1661">
                  <a:extLst>
                    <a:ext uri="{FF2B5EF4-FFF2-40B4-BE49-F238E27FC236}">
                      <a16:creationId xmlns:a16="http://schemas.microsoft.com/office/drawing/2014/main" id="{2828127D-C861-6FAA-B49C-4EECC3DFD0CF}"/>
                    </a:ext>
                  </a:extLst>
                </p:cNvPr>
                <p:cNvSpPr/>
                <p:nvPr/>
              </p:nvSpPr>
              <p:spPr>
                <a:xfrm>
                  <a:off x="4453269" y="4670941"/>
                  <a:ext cx="115186" cy="115186"/>
                </a:xfrm>
                <a:custGeom>
                  <a:avLst/>
                  <a:gdLst>
                    <a:gd name="connsiteX0" fmla="*/ 57593 w 115186"/>
                    <a:gd name="connsiteY0" fmla="*/ 115186 h 115186"/>
                    <a:gd name="connsiteX1" fmla="*/ 115186 w 115186"/>
                    <a:gd name="connsiteY1" fmla="*/ 57593 h 115186"/>
                    <a:gd name="connsiteX2" fmla="*/ 57593 w 115186"/>
                    <a:gd name="connsiteY2" fmla="*/ 0 h 115186"/>
                    <a:gd name="connsiteX3" fmla="*/ 0 w 115186"/>
                    <a:gd name="connsiteY3" fmla="*/ 57593 h 115186"/>
                    <a:gd name="connsiteX4" fmla="*/ 57593 w 115186"/>
                    <a:gd name="connsiteY4" fmla="*/ 115186 h 115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86" h="115186">
                      <a:moveTo>
                        <a:pt x="57593" y="115186"/>
                      </a:moveTo>
                      <a:cubicBezTo>
                        <a:pt x="89490" y="115186"/>
                        <a:pt x="115186" y="89432"/>
                        <a:pt x="115186" y="57593"/>
                      </a:cubicBezTo>
                      <a:cubicBezTo>
                        <a:pt x="115186" y="25813"/>
                        <a:pt x="89490" y="0"/>
                        <a:pt x="57593" y="0"/>
                      </a:cubicBezTo>
                      <a:cubicBezTo>
                        <a:pt x="25813" y="0"/>
                        <a:pt x="0" y="25813"/>
                        <a:pt x="0" y="57593"/>
                      </a:cubicBezTo>
                      <a:cubicBezTo>
                        <a:pt x="59" y="89432"/>
                        <a:pt x="25813" y="115186"/>
                        <a:pt x="57593" y="115186"/>
                      </a:cubicBezTo>
                      <a:close/>
                    </a:path>
                  </a:pathLst>
                </a:custGeom>
                <a:grpFill/>
                <a:ln w="5907" cap="flat">
                  <a:solidFill>
                    <a:schemeClr val="bg1">
                      <a:lumMod val="95000"/>
                      <a:alpha val="16000"/>
                    </a:schemeClr>
                  </a:solidFill>
                  <a:prstDash val="solid"/>
                  <a:miter/>
                </a:ln>
              </p:spPr>
              <p:txBody>
                <a:bodyPr rtlCol="0" anchor="ctr"/>
                <a:lstStyle/>
                <a:p>
                  <a:pPr marL="0" marR="0" lvl="0" indent="0" defTabSz="45261" rtl="0" eaLnBrk="1" fontAlgn="auto" latinLnBrk="0" hangingPunct="1">
                    <a:lnSpc>
                      <a:spcPct val="100000"/>
                    </a:lnSpc>
                    <a:spcBef>
                      <a:spcPts val="0"/>
                    </a:spcBef>
                    <a:spcAft>
                      <a:spcPts val="0"/>
                    </a:spcAft>
                    <a:buClrTx/>
                    <a:buSzTx/>
                    <a:buFontTx/>
                    <a:buNone/>
                    <a:tabLst/>
                    <a:defRPr/>
                  </a:pPr>
                  <a:endParaRPr kumimoji="0" lang="en-US" sz="100" b="0" i="0" u="none" strike="noStrike" kern="0" cap="none" spc="0" normalizeH="0" baseline="0" noProof="0" dirty="0">
                    <a:ln>
                      <a:noFill/>
                    </a:ln>
                    <a:solidFill>
                      <a:prstClr val="black"/>
                    </a:solidFill>
                    <a:effectLst/>
                    <a:uLnTx/>
                    <a:uFillTx/>
                  </a:endParaRPr>
                </a:p>
              </p:txBody>
            </p:sp>
          </p:grpSp>
        </p:grpSp>
      </p:grpSp>
    </p:spTree>
    <p:extLst>
      <p:ext uri="{BB962C8B-B14F-4D97-AF65-F5344CB8AC3E}">
        <p14:creationId xmlns:p14="http://schemas.microsoft.com/office/powerpoint/2010/main" val="1655078552"/>
      </p:ext>
    </p:extLst>
  </p:cSld>
  <p:clrMap bg1="lt1" tx1="dk1" bg2="lt2" tx2="dk2" accent1="accent1" accent2="accent2" accent3="accent3" accent4="accent4" accent5="accent5" accent6="accent6" hlink="hlink" folHlink="folHlink"/>
  <p:sldLayoutIdLst>
    <p:sldLayoutId id="2147484127" r:id="rId1"/>
    <p:sldLayoutId id="2147484128" r:id="rId2"/>
    <p:sldLayoutId id="2147484129" r:id="rId3"/>
    <p:sldLayoutId id="2147484130" r:id="rId4"/>
    <p:sldLayoutId id="2147484131" r:id="rId5"/>
    <p:sldLayoutId id="2147484132" r:id="rId6"/>
    <p:sldLayoutId id="2147484133" r:id="rId7"/>
    <p:sldLayoutId id="2147484134" r:id="rId8"/>
    <p:sldLayoutId id="2147484135" r:id="rId9"/>
    <p:sldLayoutId id="2147484136" r:id="rId10"/>
    <p:sldLayoutId id="2147484137" r:id="rId11"/>
    <p:sldLayoutId id="2147484138" r:id="rId12"/>
  </p:sldLayoutIdLst>
  <p:txStyles>
    <p:titleStyle>
      <a:lvl1pPr algn="l" defTabSz="1103845" rtl="0" eaLnBrk="1" latinLnBrk="0" hangingPunct="1">
        <a:lnSpc>
          <a:spcPct val="90000"/>
        </a:lnSpc>
        <a:spcBef>
          <a:spcPct val="0"/>
        </a:spcBef>
        <a:buNone/>
        <a:defRPr sz="5312" kern="1200">
          <a:solidFill>
            <a:schemeClr val="tx1"/>
          </a:solidFill>
          <a:latin typeface="+mj-lt"/>
          <a:ea typeface="+mj-ea"/>
          <a:cs typeface="+mj-cs"/>
        </a:defRPr>
      </a:lvl1pPr>
    </p:titleStyle>
    <p:bodyStyle>
      <a:lvl1pPr marL="275961" indent="-275961" algn="l" defTabSz="1103845" rtl="0" eaLnBrk="1" latinLnBrk="0" hangingPunct="1">
        <a:lnSpc>
          <a:spcPct val="90000"/>
        </a:lnSpc>
        <a:spcBef>
          <a:spcPts val="1207"/>
        </a:spcBef>
        <a:buFont typeface="Arial" panose="020B0604020202020204" pitchFamily="34" charset="0"/>
        <a:buChar char="•"/>
        <a:defRPr sz="3380" kern="1200">
          <a:solidFill>
            <a:schemeClr val="tx1"/>
          </a:solidFill>
          <a:latin typeface="+mn-lt"/>
          <a:ea typeface="+mn-ea"/>
          <a:cs typeface="+mn-cs"/>
        </a:defRPr>
      </a:lvl1pPr>
      <a:lvl2pPr marL="827884" indent="-275961" algn="l" defTabSz="1103845" rtl="0" eaLnBrk="1" latinLnBrk="0" hangingPunct="1">
        <a:lnSpc>
          <a:spcPct val="90000"/>
        </a:lnSpc>
        <a:spcBef>
          <a:spcPts val="604"/>
        </a:spcBef>
        <a:buFont typeface="Arial" panose="020B0604020202020204" pitchFamily="34" charset="0"/>
        <a:buChar char="•"/>
        <a:defRPr sz="2897" kern="1200">
          <a:solidFill>
            <a:schemeClr val="tx1"/>
          </a:solidFill>
          <a:latin typeface="+mn-lt"/>
          <a:ea typeface="+mn-ea"/>
          <a:cs typeface="+mn-cs"/>
        </a:defRPr>
      </a:lvl2pPr>
      <a:lvl3pPr marL="1379807" indent="-275961" algn="l" defTabSz="1103845" rtl="0" eaLnBrk="1" latinLnBrk="0" hangingPunct="1">
        <a:lnSpc>
          <a:spcPct val="90000"/>
        </a:lnSpc>
        <a:spcBef>
          <a:spcPts val="604"/>
        </a:spcBef>
        <a:buFont typeface="Arial" panose="020B0604020202020204" pitchFamily="34" charset="0"/>
        <a:buChar char="•"/>
        <a:defRPr sz="2414" kern="1200">
          <a:solidFill>
            <a:schemeClr val="tx1"/>
          </a:solidFill>
          <a:latin typeface="+mn-lt"/>
          <a:ea typeface="+mn-ea"/>
          <a:cs typeface="+mn-cs"/>
        </a:defRPr>
      </a:lvl3pPr>
      <a:lvl4pPr marL="1931729" indent="-275961" algn="l" defTabSz="1103845"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4pPr>
      <a:lvl5pPr marL="2483652" indent="-275961" algn="l" defTabSz="1103845"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5pPr>
      <a:lvl6pPr marL="3035575" indent="-275961" algn="l" defTabSz="1103845"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6pPr>
      <a:lvl7pPr marL="3587498" indent="-275961" algn="l" defTabSz="1103845"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7pPr>
      <a:lvl8pPr marL="4139420" indent="-275961" algn="l" defTabSz="1103845"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8pPr>
      <a:lvl9pPr marL="4691343" indent="-275961" algn="l" defTabSz="1103845"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9pPr>
    </p:bodyStyle>
    <p:otherStyle>
      <a:defPPr>
        <a:defRPr lang="en-US"/>
      </a:defPPr>
      <a:lvl1pPr marL="0" algn="l" defTabSz="1103845" rtl="0" eaLnBrk="1" latinLnBrk="0" hangingPunct="1">
        <a:defRPr sz="2173" kern="1200">
          <a:solidFill>
            <a:schemeClr val="tx1"/>
          </a:solidFill>
          <a:latin typeface="+mn-lt"/>
          <a:ea typeface="+mn-ea"/>
          <a:cs typeface="+mn-cs"/>
        </a:defRPr>
      </a:lvl1pPr>
      <a:lvl2pPr marL="551923" algn="l" defTabSz="1103845" rtl="0" eaLnBrk="1" latinLnBrk="0" hangingPunct="1">
        <a:defRPr sz="2173" kern="1200">
          <a:solidFill>
            <a:schemeClr val="tx1"/>
          </a:solidFill>
          <a:latin typeface="+mn-lt"/>
          <a:ea typeface="+mn-ea"/>
          <a:cs typeface="+mn-cs"/>
        </a:defRPr>
      </a:lvl2pPr>
      <a:lvl3pPr marL="1103845" algn="l" defTabSz="1103845" rtl="0" eaLnBrk="1" latinLnBrk="0" hangingPunct="1">
        <a:defRPr sz="2173" kern="1200">
          <a:solidFill>
            <a:schemeClr val="tx1"/>
          </a:solidFill>
          <a:latin typeface="+mn-lt"/>
          <a:ea typeface="+mn-ea"/>
          <a:cs typeface="+mn-cs"/>
        </a:defRPr>
      </a:lvl3pPr>
      <a:lvl4pPr marL="1655768" algn="l" defTabSz="1103845" rtl="0" eaLnBrk="1" latinLnBrk="0" hangingPunct="1">
        <a:defRPr sz="2173" kern="1200">
          <a:solidFill>
            <a:schemeClr val="tx1"/>
          </a:solidFill>
          <a:latin typeface="+mn-lt"/>
          <a:ea typeface="+mn-ea"/>
          <a:cs typeface="+mn-cs"/>
        </a:defRPr>
      </a:lvl4pPr>
      <a:lvl5pPr marL="2207691" algn="l" defTabSz="1103845" rtl="0" eaLnBrk="1" latinLnBrk="0" hangingPunct="1">
        <a:defRPr sz="2173" kern="1200">
          <a:solidFill>
            <a:schemeClr val="tx1"/>
          </a:solidFill>
          <a:latin typeface="+mn-lt"/>
          <a:ea typeface="+mn-ea"/>
          <a:cs typeface="+mn-cs"/>
        </a:defRPr>
      </a:lvl5pPr>
      <a:lvl6pPr marL="2759613" algn="l" defTabSz="1103845" rtl="0" eaLnBrk="1" latinLnBrk="0" hangingPunct="1">
        <a:defRPr sz="2173" kern="1200">
          <a:solidFill>
            <a:schemeClr val="tx1"/>
          </a:solidFill>
          <a:latin typeface="+mn-lt"/>
          <a:ea typeface="+mn-ea"/>
          <a:cs typeface="+mn-cs"/>
        </a:defRPr>
      </a:lvl6pPr>
      <a:lvl7pPr marL="3311536" algn="l" defTabSz="1103845" rtl="0" eaLnBrk="1" latinLnBrk="0" hangingPunct="1">
        <a:defRPr sz="2173" kern="1200">
          <a:solidFill>
            <a:schemeClr val="tx1"/>
          </a:solidFill>
          <a:latin typeface="+mn-lt"/>
          <a:ea typeface="+mn-ea"/>
          <a:cs typeface="+mn-cs"/>
        </a:defRPr>
      </a:lvl7pPr>
      <a:lvl8pPr marL="3863459" algn="l" defTabSz="1103845" rtl="0" eaLnBrk="1" latinLnBrk="0" hangingPunct="1">
        <a:defRPr sz="2173" kern="1200">
          <a:solidFill>
            <a:schemeClr val="tx1"/>
          </a:solidFill>
          <a:latin typeface="+mn-lt"/>
          <a:ea typeface="+mn-ea"/>
          <a:cs typeface="+mn-cs"/>
        </a:defRPr>
      </a:lvl8pPr>
      <a:lvl9pPr marL="4415382" algn="l" defTabSz="1103845" rtl="0" eaLnBrk="1" latinLnBrk="0" hangingPunct="1">
        <a:defRPr sz="217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jpg"/></Relationships>
</file>

<file path=ppt/slides/_rels/slide2.xml.rels><?xml version="1.0" encoding="UTF-8" standalone="yes"?>
<Relationships xmlns="http://schemas.openxmlformats.org/package/2006/relationships"><Relationship Id="rId8" Type="http://schemas.openxmlformats.org/officeDocument/2006/relationships/chart" Target="../charts/chart3.xml"/><Relationship Id="rId13" Type="http://schemas.openxmlformats.org/officeDocument/2006/relationships/image" Target="../media/image9.png"/><Relationship Id="rId18" Type="http://schemas.openxmlformats.org/officeDocument/2006/relationships/image" Target="../media/image13.png"/><Relationship Id="rId3" Type="http://schemas.openxmlformats.org/officeDocument/2006/relationships/slideLayout" Target="../slideLayouts/slideLayout24.xml"/><Relationship Id="rId7" Type="http://schemas.openxmlformats.org/officeDocument/2006/relationships/image" Target="../media/image1.png"/><Relationship Id="rId12" Type="http://schemas.openxmlformats.org/officeDocument/2006/relationships/image" Target="../media/image8.png"/><Relationship Id="rId17" Type="http://schemas.openxmlformats.org/officeDocument/2006/relationships/image" Target="../media/image12.png"/><Relationship Id="rId2" Type="http://schemas.openxmlformats.org/officeDocument/2006/relationships/tags" Target="../tags/tag2.xml"/><Relationship Id="rId16" Type="http://schemas.openxmlformats.org/officeDocument/2006/relationships/chart" Target="../charts/chart6.xml"/><Relationship Id="rId1" Type="http://schemas.openxmlformats.org/officeDocument/2006/relationships/tags" Target="../tags/tag1.xml"/><Relationship Id="rId6" Type="http://schemas.openxmlformats.org/officeDocument/2006/relationships/chart" Target="../charts/chart2.xml"/><Relationship Id="rId11" Type="http://schemas.openxmlformats.org/officeDocument/2006/relationships/image" Target="../media/image7.png"/><Relationship Id="rId5" Type="http://schemas.openxmlformats.org/officeDocument/2006/relationships/chart" Target="../charts/chart1.xml"/><Relationship Id="rId15" Type="http://schemas.openxmlformats.org/officeDocument/2006/relationships/image" Target="../media/image11.png"/><Relationship Id="rId10" Type="http://schemas.openxmlformats.org/officeDocument/2006/relationships/chart" Target="../charts/chart5.xml"/><Relationship Id="rId4" Type="http://schemas.openxmlformats.org/officeDocument/2006/relationships/notesSlide" Target="../notesSlides/notesSlide2.xml"/><Relationship Id="rId9" Type="http://schemas.openxmlformats.org/officeDocument/2006/relationships/chart" Target="../charts/chart4.xml"/><Relationship Id="rId1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451316-47AC-6BD4-241F-C545741B1601}"/>
            </a:ext>
          </a:extLst>
        </p:cNvPr>
        <p:cNvGrpSpPr/>
        <p:nvPr/>
      </p:nvGrpSpPr>
      <p:grpSpPr>
        <a:xfrm>
          <a:off x="0" y="0"/>
          <a:ext cx="0" cy="0"/>
          <a:chOff x="0" y="0"/>
          <a:chExt cx="0" cy="0"/>
        </a:xfrm>
      </p:grpSpPr>
      <p:sp>
        <p:nvSpPr>
          <p:cNvPr id="27467" name="Shape 1">
            <a:extLst>
              <a:ext uri="{FF2B5EF4-FFF2-40B4-BE49-F238E27FC236}">
                <a16:creationId xmlns:a16="http://schemas.microsoft.com/office/drawing/2014/main" id="{2F586B13-AD04-88D9-E2A8-5AF9B8A445BD}"/>
              </a:ext>
            </a:extLst>
          </p:cNvPr>
          <p:cNvSpPr/>
          <p:nvPr/>
        </p:nvSpPr>
        <p:spPr>
          <a:xfrm>
            <a:off x="2" y="5968446"/>
            <a:ext cx="11887201" cy="130731"/>
          </a:xfrm>
          <a:prstGeom prst="rect">
            <a:avLst/>
          </a:prstGeom>
          <a:solidFill>
            <a:srgbClr val="F9FAFB"/>
          </a:solidFill>
          <a:ln w="12700">
            <a:solidFill>
              <a:srgbClr val="FFFFFF">
                <a:alpha val="0"/>
              </a:srgbClr>
            </a:solidFill>
            <a:prstDash val="solid"/>
          </a:ln>
        </p:spPr>
        <p:txBody>
          <a:bodyPr/>
          <a:lstStyle/>
          <a:p>
            <a:endParaRPr lang="en-US"/>
          </a:p>
        </p:txBody>
      </p:sp>
      <p:sp>
        <p:nvSpPr>
          <p:cNvPr id="27468" name="Shape 1">
            <a:extLst>
              <a:ext uri="{FF2B5EF4-FFF2-40B4-BE49-F238E27FC236}">
                <a16:creationId xmlns:a16="http://schemas.microsoft.com/office/drawing/2014/main" id="{5D754963-452A-BC83-3774-25B030B87740}"/>
              </a:ext>
            </a:extLst>
          </p:cNvPr>
          <p:cNvSpPr/>
          <p:nvPr/>
        </p:nvSpPr>
        <p:spPr>
          <a:xfrm>
            <a:off x="-1" y="13773149"/>
            <a:ext cx="11887201" cy="10001251"/>
          </a:xfrm>
          <a:prstGeom prst="rect">
            <a:avLst/>
          </a:prstGeom>
          <a:solidFill>
            <a:srgbClr val="F9FAFB"/>
          </a:solidFill>
          <a:ln w="12700">
            <a:solidFill>
              <a:srgbClr val="FFFFFF">
                <a:alpha val="0"/>
              </a:srgbClr>
            </a:solidFill>
            <a:prstDash val="solid"/>
          </a:ln>
        </p:spPr>
        <p:txBody>
          <a:bodyPr/>
          <a:lstStyle/>
          <a:p>
            <a:endParaRPr lang="en-US"/>
          </a:p>
        </p:txBody>
      </p:sp>
      <p:sp>
        <p:nvSpPr>
          <p:cNvPr id="27469" name="Shape 1">
            <a:extLst>
              <a:ext uri="{FF2B5EF4-FFF2-40B4-BE49-F238E27FC236}">
                <a16:creationId xmlns:a16="http://schemas.microsoft.com/office/drawing/2014/main" id="{4D881A5A-F5B2-3177-A682-C8026AD3E7BF}"/>
              </a:ext>
            </a:extLst>
          </p:cNvPr>
          <p:cNvSpPr/>
          <p:nvPr/>
        </p:nvSpPr>
        <p:spPr>
          <a:xfrm>
            <a:off x="2" y="3231596"/>
            <a:ext cx="11887201" cy="1875005"/>
          </a:xfrm>
          <a:prstGeom prst="rect">
            <a:avLst/>
          </a:prstGeom>
          <a:solidFill>
            <a:srgbClr val="F9FAFB"/>
          </a:solidFill>
          <a:ln w="12700">
            <a:solidFill>
              <a:srgbClr val="FFFFFF">
                <a:alpha val="0"/>
              </a:srgbClr>
            </a:solidFill>
            <a:prstDash val="solid"/>
          </a:ln>
        </p:spPr>
        <p:txBody>
          <a:bodyPr/>
          <a:lstStyle/>
          <a:p>
            <a:endParaRPr lang="en-US" dirty="0"/>
          </a:p>
        </p:txBody>
      </p:sp>
      <p:grpSp>
        <p:nvGrpSpPr>
          <p:cNvPr id="27470" name="Group 27469">
            <a:extLst>
              <a:ext uri="{FF2B5EF4-FFF2-40B4-BE49-F238E27FC236}">
                <a16:creationId xmlns:a16="http://schemas.microsoft.com/office/drawing/2014/main" id="{96EDE979-EDA7-431F-F0C4-5AF2BBFACEB6}"/>
              </a:ext>
            </a:extLst>
          </p:cNvPr>
          <p:cNvGrpSpPr/>
          <p:nvPr/>
        </p:nvGrpSpPr>
        <p:grpSpPr>
          <a:xfrm>
            <a:off x="86634" y="2551435"/>
            <a:ext cx="2377166" cy="552449"/>
            <a:chOff x="86634" y="2551433"/>
            <a:chExt cx="2377166" cy="552449"/>
          </a:xfrm>
        </p:grpSpPr>
        <p:pic>
          <p:nvPicPr>
            <p:cNvPr id="27471" name="Image 3" descr="preencoded.png">
              <a:extLst>
                <a:ext uri="{FF2B5EF4-FFF2-40B4-BE49-F238E27FC236}">
                  <a16:creationId xmlns:a16="http://schemas.microsoft.com/office/drawing/2014/main" id="{8ED26F08-9E6F-9DBE-36D2-546A28ABD595}"/>
                </a:ext>
              </a:extLst>
            </p:cNvPr>
            <p:cNvPicPr>
              <a:picLocks noChangeAspect="1"/>
            </p:cNvPicPr>
            <p:nvPr/>
          </p:nvPicPr>
          <p:blipFill>
            <a:blip r:embed="rId3"/>
            <a:srcRect t="-360" b="-360"/>
            <a:stretch/>
          </p:blipFill>
          <p:spPr>
            <a:xfrm>
              <a:off x="86634" y="2655674"/>
              <a:ext cx="381305" cy="38405"/>
            </a:xfrm>
            <a:prstGeom prst="rect">
              <a:avLst/>
            </a:prstGeom>
          </p:spPr>
        </p:pic>
        <p:sp>
          <p:nvSpPr>
            <p:cNvPr id="27472" name="Text 1">
              <a:extLst>
                <a:ext uri="{FF2B5EF4-FFF2-40B4-BE49-F238E27FC236}">
                  <a16:creationId xmlns:a16="http://schemas.microsoft.com/office/drawing/2014/main" id="{22971901-950B-8A08-8EB0-EEE88618584F}"/>
                </a:ext>
              </a:extLst>
            </p:cNvPr>
            <p:cNvSpPr txBox="1"/>
            <p:nvPr/>
          </p:nvSpPr>
          <p:spPr>
            <a:xfrm>
              <a:off x="581324" y="2551433"/>
              <a:ext cx="1295101" cy="246887"/>
            </a:xfrm>
            <a:prstGeom prst="rect">
              <a:avLst/>
            </a:prstGeom>
            <a:noFill/>
            <a:ln/>
          </p:spPr>
          <p:txBody>
            <a:bodyPr wrap="square" lIns="0" tIns="0" rIns="0" bIns="0" rtlCol="0" anchor="ctr"/>
            <a:lstStyle/>
            <a:p>
              <a:r>
                <a:rPr lang="en-US" sz="600" b="1" kern="0" spc="105" dirty="0">
                  <a:solidFill>
                    <a:srgbClr val="6B7280"/>
                  </a:solidFill>
                  <a:latin typeface="STC Forward" panose="00000500000000000000" pitchFamily="2" charset="-78"/>
                  <a:ea typeface="Inter" pitchFamily="34" charset="-122"/>
                  <a:cs typeface="STC Forward" panose="00000500000000000000" pitchFamily="2" charset="-78"/>
                </a:rPr>
                <a:t>Sector Weekly Report</a:t>
              </a:r>
              <a:endParaRPr lang="en-US" sz="600" dirty="0">
                <a:latin typeface="STC Forward" panose="00000500000000000000" pitchFamily="2" charset="-78"/>
                <a:cs typeface="STC Forward" panose="00000500000000000000" pitchFamily="2" charset="-78"/>
              </a:endParaRPr>
            </a:p>
          </p:txBody>
        </p:sp>
        <p:sp>
          <p:nvSpPr>
            <p:cNvPr id="27473" name="Text 2">
              <a:extLst>
                <a:ext uri="{FF2B5EF4-FFF2-40B4-BE49-F238E27FC236}">
                  <a16:creationId xmlns:a16="http://schemas.microsoft.com/office/drawing/2014/main" id="{C43C7A4C-FA4D-134F-2A28-F7C212C1DFF1}"/>
                </a:ext>
              </a:extLst>
            </p:cNvPr>
            <p:cNvSpPr txBox="1"/>
            <p:nvPr/>
          </p:nvSpPr>
          <p:spPr>
            <a:xfrm>
              <a:off x="86634" y="2722577"/>
              <a:ext cx="2377166" cy="381305"/>
            </a:xfrm>
            <a:prstGeom prst="rect">
              <a:avLst/>
            </a:prstGeom>
            <a:noFill/>
            <a:ln/>
          </p:spPr>
          <p:txBody>
            <a:bodyPr wrap="square" lIns="0" tIns="0" rIns="0" bIns="0" rtlCol="0" anchor="ctr"/>
            <a:lstStyle/>
            <a:p>
              <a:r>
                <a:rPr lang="en-US" b="1" dirty="0">
                  <a:solidFill>
                    <a:srgbClr val="4F008C"/>
                  </a:solidFill>
                  <a:latin typeface="STC Forward" panose="00000500000000000000" pitchFamily="2" charset="-78"/>
                  <a:cs typeface="STC Forward" panose="00000500000000000000" pitchFamily="2" charset="-78"/>
                </a:rPr>
                <a:t>GCTO Updates</a:t>
              </a:r>
            </a:p>
          </p:txBody>
        </p:sp>
      </p:grpSp>
      <p:grpSp>
        <p:nvGrpSpPr>
          <p:cNvPr id="27474" name="Group 27473">
            <a:extLst>
              <a:ext uri="{FF2B5EF4-FFF2-40B4-BE49-F238E27FC236}">
                <a16:creationId xmlns:a16="http://schemas.microsoft.com/office/drawing/2014/main" id="{79885FB9-CF15-85D5-B26B-F00BC99A4563}"/>
              </a:ext>
            </a:extLst>
          </p:cNvPr>
          <p:cNvGrpSpPr/>
          <p:nvPr/>
        </p:nvGrpSpPr>
        <p:grpSpPr>
          <a:xfrm>
            <a:off x="86636" y="5274464"/>
            <a:ext cx="2353963" cy="552449"/>
            <a:chOff x="86634" y="5871153"/>
            <a:chExt cx="2353963" cy="552449"/>
          </a:xfrm>
        </p:grpSpPr>
        <p:pic>
          <p:nvPicPr>
            <p:cNvPr id="27475" name="Image 3" descr="preencoded.png">
              <a:extLst>
                <a:ext uri="{FF2B5EF4-FFF2-40B4-BE49-F238E27FC236}">
                  <a16:creationId xmlns:a16="http://schemas.microsoft.com/office/drawing/2014/main" id="{9FF2AA2A-763C-049B-B0E8-A7DA17EEFCF6}"/>
                </a:ext>
              </a:extLst>
            </p:cNvPr>
            <p:cNvPicPr>
              <a:picLocks noChangeAspect="1"/>
            </p:cNvPicPr>
            <p:nvPr/>
          </p:nvPicPr>
          <p:blipFill>
            <a:blip r:embed="rId3"/>
            <a:srcRect t="-360" b="-360"/>
            <a:stretch/>
          </p:blipFill>
          <p:spPr>
            <a:xfrm>
              <a:off x="86634" y="5975394"/>
              <a:ext cx="381305" cy="38405"/>
            </a:xfrm>
            <a:prstGeom prst="rect">
              <a:avLst/>
            </a:prstGeom>
          </p:spPr>
        </p:pic>
        <p:sp>
          <p:nvSpPr>
            <p:cNvPr id="27476" name="Text 1">
              <a:extLst>
                <a:ext uri="{FF2B5EF4-FFF2-40B4-BE49-F238E27FC236}">
                  <a16:creationId xmlns:a16="http://schemas.microsoft.com/office/drawing/2014/main" id="{043AC8F0-CDD0-3628-2B84-8A6D6144A9E0}"/>
                </a:ext>
              </a:extLst>
            </p:cNvPr>
            <p:cNvSpPr txBox="1"/>
            <p:nvPr/>
          </p:nvSpPr>
          <p:spPr>
            <a:xfrm>
              <a:off x="581324" y="5871153"/>
              <a:ext cx="1295101" cy="246887"/>
            </a:xfrm>
            <a:prstGeom prst="rect">
              <a:avLst/>
            </a:prstGeom>
            <a:noFill/>
            <a:ln/>
          </p:spPr>
          <p:txBody>
            <a:bodyPr wrap="square" lIns="0" tIns="0" rIns="0" bIns="0" rtlCol="0" anchor="ctr"/>
            <a:lstStyle/>
            <a:p>
              <a:r>
                <a:rPr lang="en-US" sz="600" b="1" kern="0" spc="105" dirty="0">
                  <a:solidFill>
                    <a:srgbClr val="6B7280"/>
                  </a:solidFill>
                  <a:latin typeface="STC Forward" panose="00000500000000000000" pitchFamily="2" charset="-78"/>
                  <a:ea typeface="Inter" pitchFamily="34" charset="-122"/>
                  <a:cs typeface="STC Forward" panose="00000500000000000000" pitchFamily="2" charset="-78"/>
                </a:rPr>
                <a:t>Sector Weekly Report</a:t>
              </a:r>
              <a:endParaRPr lang="en-US" sz="600" dirty="0">
                <a:latin typeface="STC Forward" panose="00000500000000000000" pitchFamily="2" charset="-78"/>
                <a:cs typeface="STC Forward" panose="00000500000000000000" pitchFamily="2" charset="-78"/>
              </a:endParaRPr>
            </a:p>
          </p:txBody>
        </p:sp>
        <p:sp>
          <p:nvSpPr>
            <p:cNvPr id="27477" name="Text 2">
              <a:extLst>
                <a:ext uri="{FF2B5EF4-FFF2-40B4-BE49-F238E27FC236}">
                  <a16:creationId xmlns:a16="http://schemas.microsoft.com/office/drawing/2014/main" id="{3C253AF8-2393-7F1E-8347-982F62257730}"/>
                </a:ext>
              </a:extLst>
            </p:cNvPr>
            <p:cNvSpPr txBox="1"/>
            <p:nvPr/>
          </p:nvSpPr>
          <p:spPr>
            <a:xfrm>
              <a:off x="86634" y="6042297"/>
              <a:ext cx="2353963" cy="381305"/>
            </a:xfrm>
            <a:prstGeom prst="rect">
              <a:avLst/>
            </a:prstGeom>
            <a:noFill/>
            <a:ln/>
          </p:spPr>
          <p:txBody>
            <a:bodyPr wrap="square" lIns="0" tIns="0" rIns="0" bIns="0" rtlCol="0" anchor="ctr"/>
            <a:lstStyle/>
            <a:p>
              <a:r>
                <a:rPr lang="en-US" b="1" dirty="0">
                  <a:solidFill>
                    <a:srgbClr val="4F008C"/>
                  </a:solidFill>
                  <a:latin typeface="STC Forward" panose="00000500000000000000" pitchFamily="2" charset="-78"/>
                  <a:ea typeface="Poppins" pitchFamily="34" charset="-122"/>
                  <a:cs typeface="STC Forward" panose="00000500000000000000" pitchFamily="2" charset="-78"/>
                </a:rPr>
                <a:t>Weekly Digest</a:t>
              </a:r>
              <a:endParaRPr lang="en-US" dirty="0">
                <a:solidFill>
                  <a:srgbClr val="4F008C"/>
                </a:solidFill>
                <a:latin typeface="STC Forward" panose="00000500000000000000" pitchFamily="2" charset="-78"/>
                <a:cs typeface="STC Forward" panose="00000500000000000000" pitchFamily="2" charset="-78"/>
              </a:endParaRPr>
            </a:p>
          </p:txBody>
        </p:sp>
      </p:grpSp>
      <p:sp>
        <p:nvSpPr>
          <p:cNvPr id="27478" name="Shape 22">
            <a:extLst>
              <a:ext uri="{FF2B5EF4-FFF2-40B4-BE49-F238E27FC236}">
                <a16:creationId xmlns:a16="http://schemas.microsoft.com/office/drawing/2014/main" id="{AC932E96-8A7D-8168-D865-9E8FA141D7ED}"/>
              </a:ext>
            </a:extLst>
          </p:cNvPr>
          <p:cNvSpPr/>
          <p:nvPr/>
        </p:nvSpPr>
        <p:spPr>
          <a:xfrm>
            <a:off x="1752202" y="3047443"/>
            <a:ext cx="1904695" cy="1904695"/>
          </a:xfrm>
          <a:prstGeom prst="ellipse">
            <a:avLst/>
          </a:prstGeom>
          <a:solidFill>
            <a:srgbClr val="FFFFFF">
              <a:alpha val="5000"/>
            </a:srgbClr>
          </a:solidFill>
          <a:ln w="12700">
            <a:solidFill>
              <a:srgbClr val="FFFFFF">
                <a:alpha val="0"/>
              </a:srgbClr>
            </a:solidFill>
            <a:prstDash val="solid"/>
          </a:ln>
        </p:spPr>
        <p:txBody>
          <a:bodyPr/>
          <a:lstStyle/>
          <a:p>
            <a:endParaRPr lang="en-US"/>
          </a:p>
        </p:txBody>
      </p:sp>
      <p:sp>
        <p:nvSpPr>
          <p:cNvPr id="27479" name="Shape 22">
            <a:extLst>
              <a:ext uri="{FF2B5EF4-FFF2-40B4-BE49-F238E27FC236}">
                <a16:creationId xmlns:a16="http://schemas.microsoft.com/office/drawing/2014/main" id="{2C18CF7F-E4FB-2AF3-9D85-1CB8FDCE3418}"/>
              </a:ext>
            </a:extLst>
          </p:cNvPr>
          <p:cNvSpPr/>
          <p:nvPr/>
        </p:nvSpPr>
        <p:spPr>
          <a:xfrm>
            <a:off x="9020242" y="3047443"/>
            <a:ext cx="1904695" cy="1904695"/>
          </a:xfrm>
          <a:prstGeom prst="ellipse">
            <a:avLst/>
          </a:prstGeom>
          <a:solidFill>
            <a:srgbClr val="FFFFFF">
              <a:alpha val="5000"/>
            </a:srgbClr>
          </a:solidFill>
          <a:ln w="12700">
            <a:solidFill>
              <a:srgbClr val="FFFFFF">
                <a:alpha val="0"/>
              </a:srgbClr>
            </a:solidFill>
            <a:prstDash val="solid"/>
          </a:ln>
        </p:spPr>
        <p:txBody>
          <a:bodyPr/>
          <a:lstStyle/>
          <a:p>
            <a:endParaRPr lang="en-US"/>
          </a:p>
        </p:txBody>
      </p:sp>
      <p:grpSp>
        <p:nvGrpSpPr>
          <p:cNvPr id="27480" name="Group 27479">
            <a:extLst>
              <a:ext uri="{FF2B5EF4-FFF2-40B4-BE49-F238E27FC236}">
                <a16:creationId xmlns:a16="http://schemas.microsoft.com/office/drawing/2014/main" id="{791261C8-7964-7DC6-56CA-F2EDD1A6054B}"/>
              </a:ext>
            </a:extLst>
          </p:cNvPr>
          <p:cNvGrpSpPr/>
          <p:nvPr/>
        </p:nvGrpSpPr>
        <p:grpSpPr>
          <a:xfrm>
            <a:off x="153087" y="6088280"/>
            <a:ext cx="11516232" cy="1629917"/>
            <a:chOff x="153087" y="6088278"/>
            <a:chExt cx="11516232" cy="1629917"/>
          </a:xfrm>
        </p:grpSpPr>
        <p:sp>
          <p:nvSpPr>
            <p:cNvPr id="27481" name="Shape 5">
              <a:extLst>
                <a:ext uri="{FF2B5EF4-FFF2-40B4-BE49-F238E27FC236}">
                  <a16:creationId xmlns:a16="http://schemas.microsoft.com/office/drawing/2014/main" id="{590B1769-6A46-94EA-44AD-341B6584EFA8}"/>
                </a:ext>
              </a:extLst>
            </p:cNvPr>
            <p:cNvSpPr/>
            <p:nvPr/>
          </p:nvSpPr>
          <p:spPr>
            <a:xfrm>
              <a:off x="153087" y="6088278"/>
              <a:ext cx="3756317" cy="1629917"/>
            </a:xfrm>
            <a:prstGeom prst="roundRect">
              <a:avLst>
                <a:gd name="adj" fmla="val 2774"/>
              </a:avLst>
            </a:prstGeom>
            <a:noFill/>
            <a:ln w="12700">
              <a:solidFill>
                <a:srgbClr val="E5E7EB"/>
              </a:solidFill>
              <a:prstDash val="solid"/>
            </a:ln>
          </p:spPr>
          <p:txBody>
            <a:bodyPr/>
            <a:lstStyle/>
            <a:p>
              <a:endParaRPr lang="en-US"/>
            </a:p>
          </p:txBody>
        </p:sp>
        <p:sp>
          <p:nvSpPr>
            <p:cNvPr id="27482" name="Shape 7">
              <a:extLst>
                <a:ext uri="{FF2B5EF4-FFF2-40B4-BE49-F238E27FC236}">
                  <a16:creationId xmlns:a16="http://schemas.microsoft.com/office/drawing/2014/main" id="{B0C4035F-3F94-9D8B-AEA4-987223D470EA}"/>
                </a:ext>
              </a:extLst>
            </p:cNvPr>
            <p:cNvSpPr/>
            <p:nvPr/>
          </p:nvSpPr>
          <p:spPr>
            <a:xfrm>
              <a:off x="3621547" y="6149031"/>
              <a:ext cx="207115" cy="267602"/>
            </a:xfrm>
            <a:prstGeom prst="roundRect">
              <a:avLst>
                <a:gd name="adj" fmla="val 73385"/>
              </a:avLst>
            </a:prstGeom>
            <a:solidFill>
              <a:srgbClr val="5C068C"/>
            </a:solidFill>
            <a:ln w="12700">
              <a:solidFill>
                <a:srgbClr val="FFFFFF">
                  <a:alpha val="0"/>
                </a:srgbClr>
              </a:solidFill>
              <a:prstDash val="solid"/>
            </a:ln>
          </p:spPr>
          <p:txBody>
            <a:bodyPr anchor="ctr"/>
            <a:lstStyle/>
            <a:p>
              <a:pPr algn="ctr"/>
              <a:r>
                <a:rPr lang="en-US" sz="1000" b="1" dirty="0">
                  <a:solidFill>
                    <a:schemeClr val="bg1"/>
                  </a:solidFill>
                  <a:latin typeface="STC Forward" panose="00000500000000000000" pitchFamily="2" charset="-78"/>
                  <a:cs typeface="STC Forward" panose="00000500000000000000" pitchFamily="2" charset="-78"/>
                </a:rPr>
                <a:t>1</a:t>
              </a:r>
            </a:p>
          </p:txBody>
        </p:sp>
        <p:sp>
          <p:nvSpPr>
            <p:cNvPr id="27483" name="Text 8">
              <a:extLst>
                <a:ext uri="{FF2B5EF4-FFF2-40B4-BE49-F238E27FC236}">
                  <a16:creationId xmlns:a16="http://schemas.microsoft.com/office/drawing/2014/main" id="{E44A0127-A9E0-4B31-F26B-24BBA73B4BDE}"/>
                </a:ext>
              </a:extLst>
            </p:cNvPr>
            <p:cNvSpPr txBox="1"/>
            <p:nvPr/>
          </p:nvSpPr>
          <p:spPr>
            <a:xfrm>
              <a:off x="330352" y="6380637"/>
              <a:ext cx="3326545" cy="296417"/>
            </a:xfrm>
            <a:prstGeom prst="rect">
              <a:avLst/>
            </a:prstGeom>
            <a:noFill/>
            <a:ln/>
          </p:spPr>
          <p:txBody>
            <a:bodyPr wrap="square" lIns="0" tIns="0" rIns="0" bIns="0" rtlCol="0" anchor="ctr"/>
            <a:lstStyle/>
            <a:p>
              <a:pPr defTabSz="914400">
                <a:defRPr/>
              </a:pPr>
              <a:r>
                <a:rPr lang="en-US" sz="1200" b="1" kern="0" dirty="0">
                  <a:solidFill>
                    <a:srgbClr val="5C068C"/>
                  </a:solidFill>
                  <a:latin typeface="STC Forward" panose="00000500000000000000" pitchFamily="2" charset="-78"/>
                  <a:ea typeface="Montserrat" pitchFamily="34" charset="-122"/>
                  <a:cs typeface="STC Forward" panose="00000500000000000000" pitchFamily="2" charset="-78"/>
                </a:rPr>
                <a:t>Technology Strategy Maturity Assessment</a:t>
              </a:r>
              <a:endParaRPr lang="en-US" sz="1200" kern="0" dirty="0">
                <a:solidFill>
                  <a:srgbClr val="5C068C"/>
                </a:solidFill>
                <a:latin typeface="STC Forward" panose="00000500000000000000" pitchFamily="2" charset="-78"/>
                <a:cs typeface="STC Forward" panose="00000500000000000000" pitchFamily="2" charset="-78"/>
              </a:endParaRPr>
            </a:p>
          </p:txBody>
        </p:sp>
        <p:sp>
          <p:nvSpPr>
            <p:cNvPr id="27484" name="Text 9">
              <a:extLst>
                <a:ext uri="{FF2B5EF4-FFF2-40B4-BE49-F238E27FC236}">
                  <a16:creationId xmlns:a16="http://schemas.microsoft.com/office/drawing/2014/main" id="{B5DF2F24-81AD-1E06-ABEF-E879194FABCF}"/>
                </a:ext>
              </a:extLst>
            </p:cNvPr>
            <p:cNvSpPr txBox="1"/>
            <p:nvPr/>
          </p:nvSpPr>
          <p:spPr>
            <a:xfrm>
              <a:off x="281481" y="6752898"/>
              <a:ext cx="3528519" cy="571825"/>
            </a:xfrm>
            <a:prstGeom prst="rect">
              <a:avLst/>
            </a:prstGeom>
            <a:noFill/>
            <a:ln/>
          </p:spPr>
          <p:txBody>
            <a:bodyPr wrap="square" lIns="0" tIns="0" rIns="0" bIns="0" rtlCol="0" anchor="t"/>
            <a:lstStyle/>
            <a:p>
              <a:pPr marL="171450" indent="-171450" defTabSz="914400">
                <a:buClr>
                  <a:srgbClr val="F5375E"/>
                </a:buClr>
                <a:buFont typeface="Wingdings" panose="05000000000000000000" pitchFamily="2" charset="2"/>
                <a:buChar char="§"/>
                <a:defRPr/>
              </a:pPr>
              <a:r>
                <a:rPr lang="en-US" sz="900" kern="0" dirty="0">
                  <a:solidFill>
                    <a:srgbClr val="4B5563"/>
                  </a:solidFill>
                  <a:latin typeface="STC Forward" panose="00000500000000000000" pitchFamily="2" charset="-78"/>
                  <a:ea typeface="Roboto" pitchFamily="34" charset="-122"/>
                  <a:cs typeface="STC Forward" panose="00000500000000000000" pitchFamily="2" charset="-78"/>
                </a:rPr>
                <a:t>The stc Kuwait assessment has been completed. Comments were received during the internal review session and the material is now ready to be presented to the Kuwait team.</a:t>
              </a:r>
            </a:p>
            <a:p>
              <a:pPr marL="171450" indent="-171450" defTabSz="914400">
                <a:buClr>
                  <a:srgbClr val="F5375E"/>
                </a:buClr>
                <a:buFont typeface="Wingdings" panose="05000000000000000000" pitchFamily="2" charset="2"/>
                <a:buChar char="§"/>
                <a:defRPr/>
              </a:pPr>
              <a:endParaRPr lang="en-US" sz="900" kern="0" dirty="0">
                <a:solidFill>
                  <a:srgbClr val="4B5563"/>
                </a:solidFill>
                <a:latin typeface="STC Forward" panose="00000500000000000000" pitchFamily="2" charset="-78"/>
                <a:ea typeface="Roboto" pitchFamily="34" charset="-122"/>
                <a:cs typeface="STC Forward" panose="00000500000000000000" pitchFamily="2" charset="-78"/>
              </a:endParaRPr>
            </a:p>
            <a:p>
              <a:pPr marL="171450" indent="-171450" defTabSz="914400">
                <a:buClr>
                  <a:srgbClr val="F5375E"/>
                </a:buClr>
                <a:buFont typeface="Wingdings" panose="05000000000000000000" pitchFamily="2" charset="2"/>
                <a:buChar char="§"/>
                <a:defRPr/>
              </a:pPr>
              <a:r>
                <a:rPr lang="en-US" sz="900" kern="0" dirty="0">
                  <a:solidFill>
                    <a:srgbClr val="4B5563"/>
                  </a:solidFill>
                  <a:latin typeface="STC Forward" panose="00000500000000000000" pitchFamily="2" charset="-78"/>
                  <a:ea typeface="Roboto" pitchFamily="34" charset="-122"/>
                  <a:cs typeface="STC Forward" panose="00000500000000000000" pitchFamily="2" charset="-78"/>
                </a:rPr>
                <a:t>stc Bahrain engagement is currently in progress and under evaluation following the closure of the survey</a:t>
              </a:r>
            </a:p>
          </p:txBody>
        </p:sp>
        <p:cxnSp>
          <p:nvCxnSpPr>
            <p:cNvPr id="27485" name="Straight Connector 27484">
              <a:extLst>
                <a:ext uri="{FF2B5EF4-FFF2-40B4-BE49-F238E27FC236}">
                  <a16:creationId xmlns:a16="http://schemas.microsoft.com/office/drawing/2014/main" id="{919E56CC-A690-A3FC-5068-4245DA093542}"/>
                </a:ext>
              </a:extLst>
            </p:cNvPr>
            <p:cNvCxnSpPr/>
            <p:nvPr/>
          </p:nvCxnSpPr>
          <p:spPr>
            <a:xfrm>
              <a:off x="330353" y="6667500"/>
              <a:ext cx="2212848" cy="0"/>
            </a:xfrm>
            <a:prstGeom prst="line">
              <a:avLst/>
            </a:prstGeom>
            <a:ln>
              <a:solidFill>
                <a:srgbClr val="F5375E"/>
              </a:solidFill>
            </a:ln>
          </p:spPr>
          <p:style>
            <a:lnRef idx="1">
              <a:schemeClr val="accent1"/>
            </a:lnRef>
            <a:fillRef idx="0">
              <a:schemeClr val="accent1"/>
            </a:fillRef>
            <a:effectRef idx="0">
              <a:schemeClr val="accent1"/>
            </a:effectRef>
            <a:fontRef idx="minor">
              <a:schemeClr val="tx1"/>
            </a:fontRef>
          </p:style>
        </p:cxnSp>
        <p:sp>
          <p:nvSpPr>
            <p:cNvPr id="27486" name="Shape 5">
              <a:extLst>
                <a:ext uri="{FF2B5EF4-FFF2-40B4-BE49-F238E27FC236}">
                  <a16:creationId xmlns:a16="http://schemas.microsoft.com/office/drawing/2014/main" id="{2D9AFA73-04E8-0519-4D61-41485EDBCE8E}"/>
                </a:ext>
              </a:extLst>
            </p:cNvPr>
            <p:cNvSpPr/>
            <p:nvPr/>
          </p:nvSpPr>
          <p:spPr>
            <a:xfrm>
              <a:off x="4033044" y="6088278"/>
              <a:ext cx="3756317" cy="1629917"/>
            </a:xfrm>
            <a:prstGeom prst="roundRect">
              <a:avLst>
                <a:gd name="adj" fmla="val 2774"/>
              </a:avLst>
            </a:prstGeom>
            <a:noFill/>
            <a:ln w="12700">
              <a:solidFill>
                <a:srgbClr val="E5E7EB"/>
              </a:solidFill>
              <a:prstDash val="solid"/>
            </a:ln>
          </p:spPr>
          <p:txBody>
            <a:bodyPr/>
            <a:lstStyle/>
            <a:p>
              <a:endParaRPr lang="en-US"/>
            </a:p>
          </p:txBody>
        </p:sp>
        <p:sp>
          <p:nvSpPr>
            <p:cNvPr id="27487" name="Text 8">
              <a:extLst>
                <a:ext uri="{FF2B5EF4-FFF2-40B4-BE49-F238E27FC236}">
                  <a16:creationId xmlns:a16="http://schemas.microsoft.com/office/drawing/2014/main" id="{1D6696DB-DA76-D9F6-705B-230879915B2A}"/>
                </a:ext>
              </a:extLst>
            </p:cNvPr>
            <p:cNvSpPr txBox="1"/>
            <p:nvPr/>
          </p:nvSpPr>
          <p:spPr>
            <a:xfrm>
              <a:off x="4210310" y="6387443"/>
              <a:ext cx="3126398" cy="296417"/>
            </a:xfrm>
            <a:prstGeom prst="rect">
              <a:avLst/>
            </a:prstGeom>
            <a:noFill/>
            <a:ln/>
          </p:spPr>
          <p:txBody>
            <a:bodyPr wrap="square" lIns="0" tIns="0" rIns="0" bIns="0" rtlCol="0" anchor="ctr"/>
            <a:lstStyle/>
            <a:p>
              <a:pPr defTabSz="914400"/>
              <a:r>
                <a:rPr lang="en-US" sz="1200" b="1" kern="0" dirty="0">
                  <a:solidFill>
                    <a:srgbClr val="5C068C"/>
                  </a:solidFill>
                  <a:latin typeface="STC Forward" panose="00000500000000000000" pitchFamily="2" charset="-78"/>
                  <a:cs typeface="STC Forward" panose="00000500000000000000" pitchFamily="2" charset="-78"/>
                </a:rPr>
                <a:t>Governance &amp; Risk</a:t>
              </a:r>
            </a:p>
          </p:txBody>
        </p:sp>
        <p:sp>
          <p:nvSpPr>
            <p:cNvPr id="27488" name="Text 9">
              <a:extLst>
                <a:ext uri="{FF2B5EF4-FFF2-40B4-BE49-F238E27FC236}">
                  <a16:creationId xmlns:a16="http://schemas.microsoft.com/office/drawing/2014/main" id="{DD86BAFE-7635-031D-0745-6D0B5C6F03B8}"/>
                </a:ext>
              </a:extLst>
            </p:cNvPr>
            <p:cNvSpPr txBox="1"/>
            <p:nvPr/>
          </p:nvSpPr>
          <p:spPr>
            <a:xfrm>
              <a:off x="4153818" y="6752898"/>
              <a:ext cx="3523332" cy="842386"/>
            </a:xfrm>
            <a:prstGeom prst="rect">
              <a:avLst/>
            </a:prstGeom>
            <a:noFill/>
            <a:ln/>
          </p:spPr>
          <p:txBody>
            <a:bodyPr wrap="square" lIns="0" tIns="0" rIns="0" bIns="0" rtlCol="0" anchor="t"/>
            <a:lstStyle/>
            <a:p>
              <a:pPr marL="171450" indent="-171450" defTabSz="914400">
                <a:lnSpc>
                  <a:spcPct val="150000"/>
                </a:lnSpc>
                <a:buClr>
                  <a:srgbClr val="F5375E"/>
                </a:buClr>
                <a:buFont typeface="Wingdings" panose="05000000000000000000" pitchFamily="2" charset="2"/>
                <a:buChar char="§"/>
                <a:defRPr/>
              </a:pPr>
              <a:r>
                <a:rPr lang="en-US" sz="900" kern="0" dirty="0">
                  <a:solidFill>
                    <a:srgbClr val="4B5563"/>
                  </a:solidFill>
                  <a:latin typeface="STC Forward" panose="00000500000000000000" pitchFamily="2" charset="-78"/>
                  <a:ea typeface="Roboto" pitchFamily="34" charset="-122"/>
                  <a:cs typeface="STC Forward" panose="00000500000000000000" pitchFamily="2" charset="-78"/>
                </a:rPr>
                <a:t>The GATE risks mitigation and control plan has been  uploaded to ARCHER.</a:t>
              </a:r>
            </a:p>
          </p:txBody>
        </p:sp>
        <p:cxnSp>
          <p:nvCxnSpPr>
            <p:cNvPr id="27489" name="Straight Connector 27488">
              <a:extLst>
                <a:ext uri="{FF2B5EF4-FFF2-40B4-BE49-F238E27FC236}">
                  <a16:creationId xmlns:a16="http://schemas.microsoft.com/office/drawing/2014/main" id="{08710B39-D103-32E6-239C-D8287A6D6A0D}"/>
                </a:ext>
              </a:extLst>
            </p:cNvPr>
            <p:cNvCxnSpPr/>
            <p:nvPr/>
          </p:nvCxnSpPr>
          <p:spPr>
            <a:xfrm>
              <a:off x="4210310" y="6667500"/>
              <a:ext cx="2212848" cy="0"/>
            </a:xfrm>
            <a:prstGeom prst="line">
              <a:avLst/>
            </a:prstGeom>
            <a:ln>
              <a:solidFill>
                <a:srgbClr val="F5375E"/>
              </a:solidFill>
            </a:ln>
          </p:spPr>
          <p:style>
            <a:lnRef idx="1">
              <a:schemeClr val="accent1"/>
            </a:lnRef>
            <a:fillRef idx="0">
              <a:schemeClr val="accent1"/>
            </a:fillRef>
            <a:effectRef idx="0">
              <a:schemeClr val="accent1"/>
            </a:effectRef>
            <a:fontRef idx="minor">
              <a:schemeClr val="tx1"/>
            </a:fontRef>
          </p:style>
        </p:cxnSp>
        <p:sp>
          <p:nvSpPr>
            <p:cNvPr id="27490" name="Shape 5">
              <a:extLst>
                <a:ext uri="{FF2B5EF4-FFF2-40B4-BE49-F238E27FC236}">
                  <a16:creationId xmlns:a16="http://schemas.microsoft.com/office/drawing/2014/main" id="{FD48A866-8348-F90F-8197-34B5F62E9F76}"/>
                </a:ext>
              </a:extLst>
            </p:cNvPr>
            <p:cNvSpPr/>
            <p:nvPr/>
          </p:nvSpPr>
          <p:spPr>
            <a:xfrm>
              <a:off x="7913002" y="6088278"/>
              <a:ext cx="3756317" cy="1629917"/>
            </a:xfrm>
            <a:prstGeom prst="roundRect">
              <a:avLst>
                <a:gd name="adj" fmla="val 2774"/>
              </a:avLst>
            </a:prstGeom>
            <a:noFill/>
            <a:ln w="12700">
              <a:solidFill>
                <a:srgbClr val="E5E7EB"/>
              </a:solidFill>
              <a:prstDash val="solid"/>
            </a:ln>
          </p:spPr>
          <p:txBody>
            <a:bodyPr/>
            <a:lstStyle/>
            <a:p>
              <a:endParaRPr lang="en-US"/>
            </a:p>
          </p:txBody>
        </p:sp>
        <p:sp>
          <p:nvSpPr>
            <p:cNvPr id="27491" name="Text 8">
              <a:extLst>
                <a:ext uri="{FF2B5EF4-FFF2-40B4-BE49-F238E27FC236}">
                  <a16:creationId xmlns:a16="http://schemas.microsoft.com/office/drawing/2014/main" id="{BD7B94BD-74D4-0A59-A47E-5C501B20E544}"/>
                </a:ext>
              </a:extLst>
            </p:cNvPr>
            <p:cNvSpPr txBox="1"/>
            <p:nvPr/>
          </p:nvSpPr>
          <p:spPr>
            <a:xfrm>
              <a:off x="8041396" y="6387443"/>
              <a:ext cx="3126398" cy="296417"/>
            </a:xfrm>
            <a:prstGeom prst="rect">
              <a:avLst/>
            </a:prstGeom>
            <a:noFill/>
            <a:ln/>
          </p:spPr>
          <p:txBody>
            <a:bodyPr wrap="square" lIns="0" tIns="0" rIns="0" bIns="0" rtlCol="0" anchor="ctr"/>
            <a:lstStyle/>
            <a:p>
              <a:pPr defTabSz="914400"/>
              <a:r>
                <a:rPr lang="en-US" sz="1200" b="1" kern="0" dirty="0">
                  <a:solidFill>
                    <a:srgbClr val="5C068C"/>
                  </a:solidFill>
                  <a:latin typeface="STC Forward" panose="00000500000000000000" pitchFamily="2" charset="-78"/>
                  <a:cs typeface="STC Forward" panose="00000500000000000000" pitchFamily="2" charset="-78"/>
                </a:rPr>
                <a:t>Group Strategic Sourcing</a:t>
              </a:r>
            </a:p>
          </p:txBody>
        </p:sp>
        <p:sp>
          <p:nvSpPr>
            <p:cNvPr id="27492" name="Text 9">
              <a:extLst>
                <a:ext uri="{FF2B5EF4-FFF2-40B4-BE49-F238E27FC236}">
                  <a16:creationId xmlns:a16="http://schemas.microsoft.com/office/drawing/2014/main" id="{24E51052-FCCA-C8B5-B5D4-1316DBD8A25D}"/>
                </a:ext>
              </a:extLst>
            </p:cNvPr>
            <p:cNvSpPr txBox="1"/>
            <p:nvPr/>
          </p:nvSpPr>
          <p:spPr>
            <a:xfrm>
              <a:off x="8041396" y="6752898"/>
              <a:ext cx="3586724" cy="752802"/>
            </a:xfrm>
            <a:prstGeom prst="rect">
              <a:avLst/>
            </a:prstGeom>
            <a:noFill/>
            <a:ln/>
          </p:spPr>
          <p:txBody>
            <a:bodyPr wrap="square" lIns="0" tIns="0" rIns="0" bIns="0" rtlCol="0" anchor="t"/>
            <a:lstStyle/>
            <a:p>
              <a:pPr marL="171450" indent="-171450" defTabSz="914400">
                <a:buClr>
                  <a:srgbClr val="F5375E"/>
                </a:buClr>
                <a:buFont typeface="Wingdings" panose="05000000000000000000" pitchFamily="2" charset="2"/>
                <a:buChar char="§"/>
                <a:defRPr/>
              </a:pPr>
              <a:r>
                <a:rPr lang="en-US" sz="900" kern="0" dirty="0">
                  <a:solidFill>
                    <a:srgbClr val="4B5563"/>
                  </a:solidFill>
                  <a:latin typeface="STC Forward" panose="00000500000000000000" pitchFamily="2" charset="-78"/>
                  <a:ea typeface="Roboto" pitchFamily="34" charset="-122"/>
                  <a:cs typeface="STC Forward" panose="00000500000000000000" pitchFamily="2" charset="-78"/>
                </a:rPr>
                <a:t>The 2026 strategic sourcing plan and Q1 circular economy opportunity analysis for three subsidiaries have been identified and shared with procurements.</a:t>
              </a:r>
            </a:p>
          </p:txBody>
        </p:sp>
        <p:cxnSp>
          <p:nvCxnSpPr>
            <p:cNvPr id="27493" name="Straight Connector 27492">
              <a:extLst>
                <a:ext uri="{FF2B5EF4-FFF2-40B4-BE49-F238E27FC236}">
                  <a16:creationId xmlns:a16="http://schemas.microsoft.com/office/drawing/2014/main" id="{A693F271-1EAE-5C6E-9573-82F29D16586B}"/>
                </a:ext>
              </a:extLst>
            </p:cNvPr>
            <p:cNvCxnSpPr/>
            <p:nvPr/>
          </p:nvCxnSpPr>
          <p:spPr>
            <a:xfrm>
              <a:off x="8090268" y="6667500"/>
              <a:ext cx="2212848" cy="0"/>
            </a:xfrm>
            <a:prstGeom prst="line">
              <a:avLst/>
            </a:prstGeom>
            <a:ln>
              <a:solidFill>
                <a:srgbClr val="F5375E"/>
              </a:solidFill>
            </a:ln>
          </p:spPr>
          <p:style>
            <a:lnRef idx="1">
              <a:schemeClr val="accent1"/>
            </a:lnRef>
            <a:fillRef idx="0">
              <a:schemeClr val="accent1"/>
            </a:fillRef>
            <a:effectRef idx="0">
              <a:schemeClr val="accent1"/>
            </a:effectRef>
            <a:fontRef idx="minor">
              <a:schemeClr val="tx1"/>
            </a:fontRef>
          </p:style>
        </p:cxnSp>
        <p:sp>
          <p:nvSpPr>
            <p:cNvPr id="27494" name="Shape 7">
              <a:extLst>
                <a:ext uri="{FF2B5EF4-FFF2-40B4-BE49-F238E27FC236}">
                  <a16:creationId xmlns:a16="http://schemas.microsoft.com/office/drawing/2014/main" id="{94666A6A-67DC-C19A-E02B-63B95BF66965}"/>
                </a:ext>
              </a:extLst>
            </p:cNvPr>
            <p:cNvSpPr/>
            <p:nvPr/>
          </p:nvSpPr>
          <p:spPr>
            <a:xfrm>
              <a:off x="7491491" y="6149031"/>
              <a:ext cx="207115" cy="267602"/>
            </a:xfrm>
            <a:prstGeom prst="roundRect">
              <a:avLst>
                <a:gd name="adj" fmla="val 73385"/>
              </a:avLst>
            </a:prstGeom>
            <a:solidFill>
              <a:srgbClr val="5C068C"/>
            </a:solidFill>
            <a:ln w="12700">
              <a:solidFill>
                <a:srgbClr val="FFFFFF">
                  <a:alpha val="0"/>
                </a:srgbClr>
              </a:solidFill>
              <a:prstDash val="solid"/>
            </a:ln>
          </p:spPr>
          <p:txBody>
            <a:bodyPr anchor="ctr"/>
            <a:lstStyle/>
            <a:p>
              <a:pPr algn="ctr"/>
              <a:r>
                <a:rPr lang="en-US" sz="1000" b="1" dirty="0">
                  <a:solidFill>
                    <a:schemeClr val="bg1"/>
                  </a:solidFill>
                  <a:latin typeface="STC Forward" panose="00000500000000000000" pitchFamily="2" charset="-78"/>
                  <a:cs typeface="STC Forward" panose="00000500000000000000" pitchFamily="2" charset="-78"/>
                </a:rPr>
                <a:t>2</a:t>
              </a:r>
            </a:p>
          </p:txBody>
        </p:sp>
        <p:sp>
          <p:nvSpPr>
            <p:cNvPr id="27495" name="Shape 7">
              <a:extLst>
                <a:ext uri="{FF2B5EF4-FFF2-40B4-BE49-F238E27FC236}">
                  <a16:creationId xmlns:a16="http://schemas.microsoft.com/office/drawing/2014/main" id="{2867CE54-32BC-B3DC-EA10-39F9F9F26933}"/>
                </a:ext>
              </a:extLst>
            </p:cNvPr>
            <p:cNvSpPr/>
            <p:nvPr/>
          </p:nvSpPr>
          <p:spPr>
            <a:xfrm>
              <a:off x="11393514" y="6149031"/>
              <a:ext cx="207115" cy="267602"/>
            </a:xfrm>
            <a:prstGeom prst="roundRect">
              <a:avLst>
                <a:gd name="adj" fmla="val 73385"/>
              </a:avLst>
            </a:prstGeom>
            <a:solidFill>
              <a:srgbClr val="5C068C"/>
            </a:solidFill>
            <a:ln w="12700">
              <a:solidFill>
                <a:srgbClr val="FFFFFF">
                  <a:alpha val="0"/>
                </a:srgbClr>
              </a:solidFill>
              <a:prstDash val="solid"/>
            </a:ln>
          </p:spPr>
          <p:txBody>
            <a:bodyPr anchor="ctr"/>
            <a:lstStyle/>
            <a:p>
              <a:pPr algn="ctr"/>
              <a:r>
                <a:rPr lang="en-US" sz="1000" b="1" dirty="0">
                  <a:solidFill>
                    <a:schemeClr val="bg1"/>
                  </a:solidFill>
                  <a:latin typeface="STC Forward" panose="00000500000000000000" pitchFamily="2" charset="-78"/>
                  <a:cs typeface="STC Forward" panose="00000500000000000000" pitchFamily="2" charset="-78"/>
                </a:rPr>
                <a:t>3</a:t>
              </a:r>
            </a:p>
          </p:txBody>
        </p:sp>
      </p:grpSp>
      <p:grpSp>
        <p:nvGrpSpPr>
          <p:cNvPr id="27496" name="Group 27495">
            <a:extLst>
              <a:ext uri="{FF2B5EF4-FFF2-40B4-BE49-F238E27FC236}">
                <a16:creationId xmlns:a16="http://schemas.microsoft.com/office/drawing/2014/main" id="{0B34546A-5926-231D-1439-563F8397D36A}"/>
              </a:ext>
            </a:extLst>
          </p:cNvPr>
          <p:cNvGrpSpPr/>
          <p:nvPr/>
        </p:nvGrpSpPr>
        <p:grpSpPr>
          <a:xfrm>
            <a:off x="153087" y="7820728"/>
            <a:ext cx="11516232" cy="1629917"/>
            <a:chOff x="153087" y="7863746"/>
            <a:chExt cx="11516232" cy="1629917"/>
          </a:xfrm>
        </p:grpSpPr>
        <p:sp>
          <p:nvSpPr>
            <p:cNvPr id="27497" name="Shape 5">
              <a:extLst>
                <a:ext uri="{FF2B5EF4-FFF2-40B4-BE49-F238E27FC236}">
                  <a16:creationId xmlns:a16="http://schemas.microsoft.com/office/drawing/2014/main" id="{2DF65B8E-B9B5-1425-5ECF-679CDE28E266}"/>
                </a:ext>
              </a:extLst>
            </p:cNvPr>
            <p:cNvSpPr/>
            <p:nvPr/>
          </p:nvSpPr>
          <p:spPr>
            <a:xfrm>
              <a:off x="153087" y="7863746"/>
              <a:ext cx="3756317" cy="1629917"/>
            </a:xfrm>
            <a:prstGeom prst="roundRect">
              <a:avLst>
                <a:gd name="adj" fmla="val 2774"/>
              </a:avLst>
            </a:prstGeom>
            <a:noFill/>
            <a:ln w="12700">
              <a:solidFill>
                <a:srgbClr val="E5E7EB"/>
              </a:solidFill>
              <a:prstDash val="solid"/>
            </a:ln>
          </p:spPr>
          <p:txBody>
            <a:bodyPr/>
            <a:lstStyle/>
            <a:p>
              <a:endParaRPr lang="en-US"/>
            </a:p>
          </p:txBody>
        </p:sp>
        <p:sp>
          <p:nvSpPr>
            <p:cNvPr id="27498" name="Text 8">
              <a:extLst>
                <a:ext uri="{FF2B5EF4-FFF2-40B4-BE49-F238E27FC236}">
                  <a16:creationId xmlns:a16="http://schemas.microsoft.com/office/drawing/2014/main" id="{F2FA66DC-85AE-7019-A28E-C91B7DCD9EFF}"/>
                </a:ext>
              </a:extLst>
            </p:cNvPr>
            <p:cNvSpPr txBox="1"/>
            <p:nvPr/>
          </p:nvSpPr>
          <p:spPr>
            <a:xfrm>
              <a:off x="330353" y="8163211"/>
              <a:ext cx="3126398" cy="296417"/>
            </a:xfrm>
            <a:prstGeom prst="rect">
              <a:avLst/>
            </a:prstGeom>
            <a:noFill/>
            <a:ln/>
          </p:spPr>
          <p:txBody>
            <a:bodyPr wrap="square" lIns="0" tIns="0" rIns="0" bIns="0" rtlCol="0" anchor="ctr"/>
            <a:lstStyle/>
            <a:p>
              <a:pPr defTabSz="914400"/>
              <a:r>
                <a:rPr lang="en-US" sz="1200" b="1" kern="0" dirty="0">
                  <a:solidFill>
                    <a:srgbClr val="5C068C"/>
                  </a:solidFill>
                  <a:latin typeface="STC Forward" panose="00000500000000000000" pitchFamily="2" charset="-78"/>
                  <a:cs typeface="STC Forward" panose="00000500000000000000" pitchFamily="2" charset="-78"/>
                </a:rPr>
                <a:t>Group Demand </a:t>
              </a:r>
            </a:p>
          </p:txBody>
        </p:sp>
        <p:sp>
          <p:nvSpPr>
            <p:cNvPr id="27499" name="Text 9">
              <a:extLst>
                <a:ext uri="{FF2B5EF4-FFF2-40B4-BE49-F238E27FC236}">
                  <a16:creationId xmlns:a16="http://schemas.microsoft.com/office/drawing/2014/main" id="{8D5F7E32-C5FB-F572-4BC6-86369E7A5873}"/>
                </a:ext>
              </a:extLst>
            </p:cNvPr>
            <p:cNvSpPr txBox="1"/>
            <p:nvPr/>
          </p:nvSpPr>
          <p:spPr>
            <a:xfrm>
              <a:off x="281481" y="8528366"/>
              <a:ext cx="3528519" cy="752802"/>
            </a:xfrm>
            <a:prstGeom prst="rect">
              <a:avLst/>
            </a:prstGeom>
            <a:noFill/>
            <a:ln/>
          </p:spPr>
          <p:txBody>
            <a:bodyPr wrap="square" lIns="0" tIns="0" rIns="0" bIns="0" rtlCol="0" anchor="t"/>
            <a:lstStyle/>
            <a:p>
              <a:pPr marL="171450" indent="-171450" defTabSz="914400">
                <a:buClr>
                  <a:srgbClr val="F5375E"/>
                </a:buClr>
                <a:buFont typeface="Wingdings" panose="05000000000000000000" pitchFamily="2" charset="2"/>
                <a:buChar char="§"/>
              </a:pPr>
              <a:r>
                <a:rPr lang="en-US" sz="900" kern="0" dirty="0">
                  <a:solidFill>
                    <a:srgbClr val="4B5563"/>
                  </a:solidFill>
                  <a:latin typeface="STC Forward" panose="00000500000000000000" pitchFamily="2" charset="-78"/>
                  <a:ea typeface="Roboto" pitchFamily="34" charset="-122"/>
                  <a:cs typeface="STC Forward" panose="00000500000000000000" pitchFamily="2" charset="-78"/>
                </a:rPr>
                <a:t>A request has been received from the New Market team to assess Sirar’s pricing structure and evaluate options for extending Group-level SOC support to stc Bahrain.</a:t>
              </a:r>
            </a:p>
          </p:txBody>
        </p:sp>
        <p:cxnSp>
          <p:nvCxnSpPr>
            <p:cNvPr id="27500" name="Straight Connector 27499">
              <a:extLst>
                <a:ext uri="{FF2B5EF4-FFF2-40B4-BE49-F238E27FC236}">
                  <a16:creationId xmlns:a16="http://schemas.microsoft.com/office/drawing/2014/main" id="{E0852F3A-2A0D-41F3-06BA-078E4C917986}"/>
                </a:ext>
              </a:extLst>
            </p:cNvPr>
            <p:cNvCxnSpPr/>
            <p:nvPr/>
          </p:nvCxnSpPr>
          <p:spPr>
            <a:xfrm>
              <a:off x="330353" y="8442968"/>
              <a:ext cx="2212848" cy="0"/>
            </a:xfrm>
            <a:prstGeom prst="line">
              <a:avLst/>
            </a:prstGeom>
            <a:ln>
              <a:solidFill>
                <a:srgbClr val="F5375E"/>
              </a:solidFill>
            </a:ln>
          </p:spPr>
          <p:style>
            <a:lnRef idx="1">
              <a:schemeClr val="accent1"/>
            </a:lnRef>
            <a:fillRef idx="0">
              <a:schemeClr val="accent1"/>
            </a:fillRef>
            <a:effectRef idx="0">
              <a:schemeClr val="accent1"/>
            </a:effectRef>
            <a:fontRef idx="minor">
              <a:schemeClr val="tx1"/>
            </a:fontRef>
          </p:style>
        </p:cxnSp>
        <p:sp>
          <p:nvSpPr>
            <p:cNvPr id="27501" name="Shape 5">
              <a:extLst>
                <a:ext uri="{FF2B5EF4-FFF2-40B4-BE49-F238E27FC236}">
                  <a16:creationId xmlns:a16="http://schemas.microsoft.com/office/drawing/2014/main" id="{F21E4A34-1D1E-2793-0489-8AB4FE4107B8}"/>
                </a:ext>
              </a:extLst>
            </p:cNvPr>
            <p:cNvSpPr/>
            <p:nvPr/>
          </p:nvSpPr>
          <p:spPr>
            <a:xfrm>
              <a:off x="4033044" y="7863746"/>
              <a:ext cx="3756317" cy="1629917"/>
            </a:xfrm>
            <a:prstGeom prst="roundRect">
              <a:avLst>
                <a:gd name="adj" fmla="val 2774"/>
              </a:avLst>
            </a:prstGeom>
            <a:noFill/>
            <a:ln w="12700">
              <a:solidFill>
                <a:srgbClr val="E5E7EB"/>
              </a:solidFill>
              <a:prstDash val="solid"/>
            </a:ln>
          </p:spPr>
          <p:txBody>
            <a:bodyPr/>
            <a:lstStyle/>
            <a:p>
              <a:endParaRPr lang="en-US"/>
            </a:p>
          </p:txBody>
        </p:sp>
        <p:sp>
          <p:nvSpPr>
            <p:cNvPr id="27502" name="Text 8">
              <a:extLst>
                <a:ext uri="{FF2B5EF4-FFF2-40B4-BE49-F238E27FC236}">
                  <a16:creationId xmlns:a16="http://schemas.microsoft.com/office/drawing/2014/main" id="{C4FF4221-FA19-ED5F-DF16-BE70DEF16A4D}"/>
                </a:ext>
              </a:extLst>
            </p:cNvPr>
            <p:cNvSpPr txBox="1"/>
            <p:nvPr/>
          </p:nvSpPr>
          <p:spPr>
            <a:xfrm>
              <a:off x="4210310" y="8163211"/>
              <a:ext cx="3126398" cy="29641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5C068C"/>
                  </a:solidFill>
                  <a:effectLst/>
                  <a:uLnTx/>
                  <a:uFillTx/>
                  <a:latin typeface="STC Forward" panose="00000500000000000000" pitchFamily="2" charset="-78"/>
                  <a:ea typeface="+mn-ea"/>
                  <a:cs typeface="STC Forward" panose="00000500000000000000" pitchFamily="2" charset="-78"/>
                </a:rPr>
                <a:t>Public Cloud Adoption Awareness</a:t>
              </a:r>
            </a:p>
          </p:txBody>
        </p:sp>
        <p:sp>
          <p:nvSpPr>
            <p:cNvPr id="27503" name="Text 9">
              <a:extLst>
                <a:ext uri="{FF2B5EF4-FFF2-40B4-BE49-F238E27FC236}">
                  <a16:creationId xmlns:a16="http://schemas.microsoft.com/office/drawing/2014/main" id="{3BB365D4-A645-1DCB-D676-7E124284E970}"/>
                </a:ext>
              </a:extLst>
            </p:cNvPr>
            <p:cNvSpPr txBox="1"/>
            <p:nvPr/>
          </p:nvSpPr>
          <p:spPr>
            <a:xfrm>
              <a:off x="4161438" y="8480740"/>
              <a:ext cx="3528519" cy="930567"/>
            </a:xfrm>
            <a:prstGeom prst="rect">
              <a:avLst/>
            </a:prstGeom>
            <a:noFill/>
            <a:ln/>
          </p:spPr>
          <p:txBody>
            <a:bodyPr wrap="square" lIns="0" tIns="0" rIns="0" bIns="0" rtlCol="0" anchor="t"/>
            <a:lstStyle/>
            <a:p>
              <a:pPr marL="171450" indent="-171450" defTabSz="914400">
                <a:buClr>
                  <a:srgbClr val="F5375E"/>
                </a:buClr>
                <a:buFont typeface="Wingdings" panose="05000000000000000000" pitchFamily="2" charset="2"/>
                <a:buChar char="§"/>
                <a:defRPr/>
              </a:pPr>
              <a:r>
                <a:rPr lang="en-US" sz="900" kern="0" dirty="0">
                  <a:solidFill>
                    <a:srgbClr val="4B5563"/>
                  </a:solidFill>
                  <a:latin typeface="STC Forward" panose="00000500000000000000" pitchFamily="2" charset="-78"/>
                  <a:ea typeface="Roboto" pitchFamily="34" charset="-122"/>
                  <a:cs typeface="STC Forward" panose="00000500000000000000" pitchFamily="2" charset="-78"/>
                </a:rPr>
                <a:t>Conducted a cross-sector discussion with TU stakeholders and GCTO advisory to share recent public cloud industry updates and highlight potential resilience considerations related to regional deployments.</a:t>
              </a:r>
            </a:p>
          </p:txBody>
        </p:sp>
        <p:cxnSp>
          <p:nvCxnSpPr>
            <p:cNvPr id="27504" name="Straight Connector 27503">
              <a:extLst>
                <a:ext uri="{FF2B5EF4-FFF2-40B4-BE49-F238E27FC236}">
                  <a16:creationId xmlns:a16="http://schemas.microsoft.com/office/drawing/2014/main" id="{EC95DF29-80CE-2B01-9038-860B7CCC27E6}"/>
                </a:ext>
              </a:extLst>
            </p:cNvPr>
            <p:cNvCxnSpPr/>
            <p:nvPr/>
          </p:nvCxnSpPr>
          <p:spPr>
            <a:xfrm>
              <a:off x="4210310" y="8442968"/>
              <a:ext cx="2212848" cy="0"/>
            </a:xfrm>
            <a:prstGeom prst="line">
              <a:avLst/>
            </a:prstGeom>
            <a:ln>
              <a:solidFill>
                <a:srgbClr val="F5375E"/>
              </a:solidFill>
            </a:ln>
          </p:spPr>
          <p:style>
            <a:lnRef idx="1">
              <a:schemeClr val="accent1"/>
            </a:lnRef>
            <a:fillRef idx="0">
              <a:schemeClr val="accent1"/>
            </a:fillRef>
            <a:effectRef idx="0">
              <a:schemeClr val="accent1"/>
            </a:effectRef>
            <a:fontRef idx="minor">
              <a:schemeClr val="tx1"/>
            </a:fontRef>
          </p:style>
        </p:cxnSp>
        <p:sp>
          <p:nvSpPr>
            <p:cNvPr id="27505" name="Shape 5">
              <a:extLst>
                <a:ext uri="{FF2B5EF4-FFF2-40B4-BE49-F238E27FC236}">
                  <a16:creationId xmlns:a16="http://schemas.microsoft.com/office/drawing/2014/main" id="{5AF4D549-A38F-3176-51AC-C802788AEE20}"/>
                </a:ext>
              </a:extLst>
            </p:cNvPr>
            <p:cNvSpPr/>
            <p:nvPr/>
          </p:nvSpPr>
          <p:spPr>
            <a:xfrm>
              <a:off x="7913002" y="7863746"/>
              <a:ext cx="3756317" cy="1629917"/>
            </a:xfrm>
            <a:prstGeom prst="roundRect">
              <a:avLst>
                <a:gd name="adj" fmla="val 2774"/>
              </a:avLst>
            </a:prstGeom>
            <a:noFill/>
            <a:ln w="12700">
              <a:solidFill>
                <a:srgbClr val="E5E7EB"/>
              </a:solidFill>
              <a:prstDash val="solid"/>
            </a:ln>
          </p:spPr>
          <p:txBody>
            <a:bodyPr/>
            <a:lstStyle/>
            <a:p>
              <a:endParaRPr lang="en-US"/>
            </a:p>
          </p:txBody>
        </p:sp>
        <p:sp>
          <p:nvSpPr>
            <p:cNvPr id="27506" name="Text 8">
              <a:extLst>
                <a:ext uri="{FF2B5EF4-FFF2-40B4-BE49-F238E27FC236}">
                  <a16:creationId xmlns:a16="http://schemas.microsoft.com/office/drawing/2014/main" id="{57D805AD-EE46-5247-93A7-8AA2B4623685}"/>
                </a:ext>
              </a:extLst>
            </p:cNvPr>
            <p:cNvSpPr txBox="1"/>
            <p:nvPr/>
          </p:nvSpPr>
          <p:spPr>
            <a:xfrm>
              <a:off x="8041396" y="8163211"/>
              <a:ext cx="3340978" cy="296417"/>
            </a:xfrm>
            <a:prstGeom prst="rect">
              <a:avLst/>
            </a:prstGeom>
            <a:noFill/>
            <a:ln/>
          </p:spPr>
          <p:txBody>
            <a:bodyPr wrap="square" lIns="0" tIns="0" rIns="0" bIns="0" rtlCol="0" anchor="ctr"/>
            <a:lstStyle/>
            <a:p>
              <a:pPr defTabSz="914400"/>
              <a:r>
                <a:rPr lang="en-US" sz="1200" b="1" kern="0" dirty="0">
                  <a:solidFill>
                    <a:srgbClr val="5C068C"/>
                  </a:solidFill>
                  <a:latin typeface="STC Forward" panose="00000500000000000000" pitchFamily="2" charset="-78"/>
                  <a:cs typeface="STC Forward" panose="00000500000000000000" pitchFamily="2" charset="-78"/>
                </a:rPr>
                <a:t>IT Cloud Backup Standard – Value Addition</a:t>
              </a:r>
            </a:p>
          </p:txBody>
        </p:sp>
        <p:sp>
          <p:nvSpPr>
            <p:cNvPr id="27507" name="Text 9">
              <a:extLst>
                <a:ext uri="{FF2B5EF4-FFF2-40B4-BE49-F238E27FC236}">
                  <a16:creationId xmlns:a16="http://schemas.microsoft.com/office/drawing/2014/main" id="{8665A9FA-3959-46D3-125B-17E240021587}"/>
                </a:ext>
              </a:extLst>
            </p:cNvPr>
            <p:cNvSpPr txBox="1"/>
            <p:nvPr/>
          </p:nvSpPr>
          <p:spPr>
            <a:xfrm>
              <a:off x="8041396" y="8528365"/>
              <a:ext cx="3579104" cy="915827"/>
            </a:xfrm>
            <a:prstGeom prst="rect">
              <a:avLst/>
            </a:prstGeom>
            <a:noFill/>
            <a:ln/>
          </p:spPr>
          <p:txBody>
            <a:bodyPr wrap="square" lIns="0" tIns="0" rIns="0" bIns="0" rtlCol="0" anchor="t"/>
            <a:lstStyle/>
            <a:p>
              <a:pPr marL="171450" indent="-171450" defTabSz="914400">
                <a:buClr>
                  <a:srgbClr val="F5375E"/>
                </a:buClr>
                <a:buFont typeface="Wingdings" panose="05000000000000000000" pitchFamily="2" charset="2"/>
                <a:buChar char="§"/>
              </a:pPr>
              <a:r>
                <a:rPr lang="en-US" sz="900" kern="0" dirty="0">
                  <a:solidFill>
                    <a:srgbClr val="4B5563"/>
                  </a:solidFill>
                  <a:latin typeface="STC Forward" panose="00000500000000000000" pitchFamily="2" charset="-78"/>
                  <a:ea typeface="Roboto" pitchFamily="34" charset="-122"/>
                  <a:cs typeface="STC Forward" panose="00000500000000000000" pitchFamily="2" charset="-78"/>
                </a:rPr>
                <a:t>Developing IT cloud backup standards provides a structured and secure approach to safeguarding organizational data, enabling reliable recovery, minimizing operational disruptions and risk, supporting regulatory compliance, &amp; strengthening business continuity while improving operational efficiency and cost effectiveness</a:t>
              </a:r>
            </a:p>
          </p:txBody>
        </p:sp>
        <p:cxnSp>
          <p:nvCxnSpPr>
            <p:cNvPr id="27508" name="Straight Connector 27507">
              <a:extLst>
                <a:ext uri="{FF2B5EF4-FFF2-40B4-BE49-F238E27FC236}">
                  <a16:creationId xmlns:a16="http://schemas.microsoft.com/office/drawing/2014/main" id="{A36D354F-E295-CC57-D64D-F33D3835852D}"/>
                </a:ext>
              </a:extLst>
            </p:cNvPr>
            <p:cNvCxnSpPr/>
            <p:nvPr/>
          </p:nvCxnSpPr>
          <p:spPr>
            <a:xfrm>
              <a:off x="8090268" y="8442968"/>
              <a:ext cx="2212848" cy="0"/>
            </a:xfrm>
            <a:prstGeom prst="line">
              <a:avLst/>
            </a:prstGeom>
            <a:ln>
              <a:solidFill>
                <a:srgbClr val="F5375E"/>
              </a:solidFill>
            </a:ln>
          </p:spPr>
          <p:style>
            <a:lnRef idx="1">
              <a:schemeClr val="accent1"/>
            </a:lnRef>
            <a:fillRef idx="0">
              <a:schemeClr val="accent1"/>
            </a:fillRef>
            <a:effectRef idx="0">
              <a:schemeClr val="accent1"/>
            </a:effectRef>
            <a:fontRef idx="minor">
              <a:schemeClr val="tx1"/>
            </a:fontRef>
          </p:style>
        </p:cxnSp>
        <p:sp>
          <p:nvSpPr>
            <p:cNvPr id="27509" name="Shape 7">
              <a:extLst>
                <a:ext uri="{FF2B5EF4-FFF2-40B4-BE49-F238E27FC236}">
                  <a16:creationId xmlns:a16="http://schemas.microsoft.com/office/drawing/2014/main" id="{36F0F4D9-F421-C994-A0B9-E25254E3FC44}"/>
                </a:ext>
              </a:extLst>
            </p:cNvPr>
            <p:cNvSpPr/>
            <p:nvPr/>
          </p:nvSpPr>
          <p:spPr>
            <a:xfrm>
              <a:off x="3621547" y="7931026"/>
              <a:ext cx="207115" cy="267602"/>
            </a:xfrm>
            <a:prstGeom prst="roundRect">
              <a:avLst>
                <a:gd name="adj" fmla="val 73385"/>
              </a:avLst>
            </a:prstGeom>
            <a:solidFill>
              <a:srgbClr val="5C068C"/>
            </a:solidFill>
            <a:ln w="12700">
              <a:solidFill>
                <a:srgbClr val="FFFFFF">
                  <a:alpha val="0"/>
                </a:srgbClr>
              </a:solidFill>
              <a:prstDash val="solid"/>
            </a:ln>
          </p:spPr>
          <p:txBody>
            <a:bodyPr anchor="ctr"/>
            <a:lstStyle/>
            <a:p>
              <a:pPr algn="ctr"/>
              <a:r>
                <a:rPr lang="en-US" sz="1000" b="1" dirty="0">
                  <a:solidFill>
                    <a:schemeClr val="bg1"/>
                  </a:solidFill>
                  <a:latin typeface="STC Forward" panose="00000500000000000000" pitchFamily="2" charset="-78"/>
                  <a:cs typeface="STC Forward" panose="00000500000000000000" pitchFamily="2" charset="-78"/>
                </a:rPr>
                <a:t>4</a:t>
              </a:r>
            </a:p>
          </p:txBody>
        </p:sp>
        <p:sp>
          <p:nvSpPr>
            <p:cNvPr id="27510" name="Shape 7">
              <a:extLst>
                <a:ext uri="{FF2B5EF4-FFF2-40B4-BE49-F238E27FC236}">
                  <a16:creationId xmlns:a16="http://schemas.microsoft.com/office/drawing/2014/main" id="{5136F2CD-E90D-CD92-8DC2-7E119F82FCC7}"/>
                </a:ext>
              </a:extLst>
            </p:cNvPr>
            <p:cNvSpPr/>
            <p:nvPr/>
          </p:nvSpPr>
          <p:spPr>
            <a:xfrm>
              <a:off x="7491491" y="7931026"/>
              <a:ext cx="207115" cy="267602"/>
            </a:xfrm>
            <a:prstGeom prst="roundRect">
              <a:avLst>
                <a:gd name="adj" fmla="val 73385"/>
              </a:avLst>
            </a:prstGeom>
            <a:solidFill>
              <a:srgbClr val="5C068C"/>
            </a:solidFill>
            <a:ln w="12700">
              <a:solidFill>
                <a:srgbClr val="FFFFFF">
                  <a:alpha val="0"/>
                </a:srgbClr>
              </a:solidFill>
              <a:prstDash val="solid"/>
            </a:ln>
          </p:spPr>
          <p:txBody>
            <a:bodyPr anchor="ctr"/>
            <a:lstStyle/>
            <a:p>
              <a:pPr algn="ctr"/>
              <a:r>
                <a:rPr lang="en-US" sz="1000" b="1" dirty="0">
                  <a:solidFill>
                    <a:schemeClr val="bg1"/>
                  </a:solidFill>
                  <a:latin typeface="STC Forward" panose="00000500000000000000" pitchFamily="2" charset="-78"/>
                  <a:cs typeface="STC Forward" panose="00000500000000000000" pitchFamily="2" charset="-78"/>
                </a:rPr>
                <a:t>5</a:t>
              </a:r>
            </a:p>
          </p:txBody>
        </p:sp>
        <p:sp>
          <p:nvSpPr>
            <p:cNvPr id="27511" name="Shape 7">
              <a:extLst>
                <a:ext uri="{FF2B5EF4-FFF2-40B4-BE49-F238E27FC236}">
                  <a16:creationId xmlns:a16="http://schemas.microsoft.com/office/drawing/2014/main" id="{E573A320-4242-B1FD-7F95-1C31686E57E6}"/>
                </a:ext>
              </a:extLst>
            </p:cNvPr>
            <p:cNvSpPr/>
            <p:nvPr/>
          </p:nvSpPr>
          <p:spPr>
            <a:xfrm>
              <a:off x="11393514" y="7931026"/>
              <a:ext cx="207115" cy="267602"/>
            </a:xfrm>
            <a:prstGeom prst="roundRect">
              <a:avLst>
                <a:gd name="adj" fmla="val 73385"/>
              </a:avLst>
            </a:prstGeom>
            <a:solidFill>
              <a:srgbClr val="5C068C"/>
            </a:solidFill>
            <a:ln w="12700">
              <a:solidFill>
                <a:srgbClr val="FFFFFF">
                  <a:alpha val="0"/>
                </a:srgbClr>
              </a:solidFill>
              <a:prstDash val="solid"/>
            </a:ln>
          </p:spPr>
          <p:txBody>
            <a:bodyPr anchor="ctr"/>
            <a:lstStyle/>
            <a:p>
              <a:pPr algn="ctr"/>
              <a:r>
                <a:rPr lang="en-US" sz="1000" b="1" dirty="0">
                  <a:solidFill>
                    <a:schemeClr val="bg1"/>
                  </a:solidFill>
                  <a:latin typeface="STC Forward" panose="00000500000000000000" pitchFamily="2" charset="-78"/>
                  <a:cs typeface="STC Forward" panose="00000500000000000000" pitchFamily="2" charset="-78"/>
                </a:rPr>
                <a:t>6</a:t>
              </a:r>
            </a:p>
          </p:txBody>
        </p:sp>
      </p:grpSp>
      <p:grpSp>
        <p:nvGrpSpPr>
          <p:cNvPr id="27512" name="Group 27511">
            <a:extLst>
              <a:ext uri="{FF2B5EF4-FFF2-40B4-BE49-F238E27FC236}">
                <a16:creationId xmlns:a16="http://schemas.microsoft.com/office/drawing/2014/main" id="{F8B8B3EE-287B-35F9-D227-06DC8986D10A}"/>
              </a:ext>
            </a:extLst>
          </p:cNvPr>
          <p:cNvGrpSpPr/>
          <p:nvPr/>
        </p:nvGrpSpPr>
        <p:grpSpPr>
          <a:xfrm>
            <a:off x="153089" y="11285624"/>
            <a:ext cx="11529937" cy="1629917"/>
            <a:chOff x="153087" y="11397251"/>
            <a:chExt cx="11529937" cy="1629917"/>
          </a:xfrm>
        </p:grpSpPr>
        <p:sp>
          <p:nvSpPr>
            <p:cNvPr id="27513" name="Shape 5">
              <a:extLst>
                <a:ext uri="{FF2B5EF4-FFF2-40B4-BE49-F238E27FC236}">
                  <a16:creationId xmlns:a16="http://schemas.microsoft.com/office/drawing/2014/main" id="{4DD8173A-4456-39AC-C13B-48256E32B70F}"/>
                </a:ext>
              </a:extLst>
            </p:cNvPr>
            <p:cNvSpPr/>
            <p:nvPr/>
          </p:nvSpPr>
          <p:spPr>
            <a:xfrm>
              <a:off x="153087" y="11397251"/>
              <a:ext cx="3756317" cy="1629917"/>
            </a:xfrm>
            <a:prstGeom prst="roundRect">
              <a:avLst>
                <a:gd name="adj" fmla="val 2774"/>
              </a:avLst>
            </a:prstGeom>
            <a:noFill/>
            <a:ln w="12700">
              <a:solidFill>
                <a:srgbClr val="E5E7EB"/>
              </a:solidFill>
              <a:prstDash val="solid"/>
            </a:ln>
          </p:spPr>
          <p:txBody>
            <a:bodyPr/>
            <a:lstStyle/>
            <a:p>
              <a:endParaRPr lang="en-US"/>
            </a:p>
          </p:txBody>
        </p:sp>
        <p:sp>
          <p:nvSpPr>
            <p:cNvPr id="27514" name="Text 8">
              <a:extLst>
                <a:ext uri="{FF2B5EF4-FFF2-40B4-BE49-F238E27FC236}">
                  <a16:creationId xmlns:a16="http://schemas.microsoft.com/office/drawing/2014/main" id="{E3A33A98-1A7E-4397-A0EF-84E9B621ED04}"/>
                </a:ext>
              </a:extLst>
            </p:cNvPr>
            <p:cNvSpPr txBox="1"/>
            <p:nvPr/>
          </p:nvSpPr>
          <p:spPr>
            <a:xfrm>
              <a:off x="330353" y="11610991"/>
              <a:ext cx="3126398" cy="296417"/>
            </a:xfrm>
            <a:prstGeom prst="rect">
              <a:avLst/>
            </a:prstGeom>
            <a:noFill/>
            <a:ln/>
          </p:spPr>
          <p:txBody>
            <a:bodyPr wrap="square" lIns="0" tIns="0" rIns="0" bIns="0" rtlCol="0" anchor="ctr"/>
            <a:lstStyle/>
            <a:p>
              <a:pPr defTabSz="914400"/>
              <a:r>
                <a:rPr lang="en-US" sz="1200" b="1" kern="0" dirty="0">
                  <a:solidFill>
                    <a:srgbClr val="5C068C"/>
                  </a:solidFill>
                  <a:latin typeface="STC Forward" panose="00000500000000000000" pitchFamily="2" charset="-78"/>
                  <a:cs typeface="STC Forward" panose="00000500000000000000" pitchFamily="2" charset="-78"/>
                </a:rPr>
                <a:t>Unknown Servers</a:t>
              </a:r>
            </a:p>
          </p:txBody>
        </p:sp>
        <p:sp>
          <p:nvSpPr>
            <p:cNvPr id="27515" name="Text 9">
              <a:extLst>
                <a:ext uri="{FF2B5EF4-FFF2-40B4-BE49-F238E27FC236}">
                  <a16:creationId xmlns:a16="http://schemas.microsoft.com/office/drawing/2014/main" id="{797055FA-B21E-314D-E931-9D308A728064}"/>
                </a:ext>
              </a:extLst>
            </p:cNvPr>
            <p:cNvSpPr txBox="1"/>
            <p:nvPr/>
          </p:nvSpPr>
          <p:spPr>
            <a:xfrm>
              <a:off x="281481" y="12061871"/>
              <a:ext cx="3528519" cy="752802"/>
            </a:xfrm>
            <a:prstGeom prst="rect">
              <a:avLst/>
            </a:prstGeom>
            <a:noFill/>
            <a:ln/>
          </p:spPr>
          <p:txBody>
            <a:bodyPr wrap="square" lIns="0" tIns="0" rIns="0" bIns="0" rtlCol="0" anchor="t"/>
            <a:lstStyle/>
            <a:p>
              <a:pPr marL="171450" indent="-171450" defTabSz="914400">
                <a:buClr>
                  <a:srgbClr val="F5375E"/>
                </a:buClr>
                <a:buFont typeface="Wingdings" panose="05000000000000000000" pitchFamily="2" charset="2"/>
                <a:buChar char="§"/>
              </a:pPr>
              <a:r>
                <a:rPr lang="en-US" sz="900" kern="0" dirty="0">
                  <a:solidFill>
                    <a:srgbClr val="4B5563"/>
                  </a:solidFill>
                  <a:latin typeface="STC Forward" panose="00000500000000000000" pitchFamily="2" charset="-78"/>
                  <a:ea typeface="Roboto" pitchFamily="34" charset="-122"/>
                  <a:cs typeface="STC Forward" panose="00000500000000000000" pitchFamily="2" charset="-78"/>
                </a:rPr>
                <a:t>Received final CS Verification for potential owners for 500+ servers out of the total 2500+ unknown servers.</a:t>
              </a:r>
            </a:p>
          </p:txBody>
        </p:sp>
        <p:cxnSp>
          <p:nvCxnSpPr>
            <p:cNvPr id="27516" name="Straight Connector 27515">
              <a:extLst>
                <a:ext uri="{FF2B5EF4-FFF2-40B4-BE49-F238E27FC236}">
                  <a16:creationId xmlns:a16="http://schemas.microsoft.com/office/drawing/2014/main" id="{ACCF8D1E-8D38-BDB5-2C5A-33EBAF0171CE}"/>
                </a:ext>
              </a:extLst>
            </p:cNvPr>
            <p:cNvCxnSpPr/>
            <p:nvPr/>
          </p:nvCxnSpPr>
          <p:spPr>
            <a:xfrm>
              <a:off x="330353" y="11976473"/>
              <a:ext cx="2212848" cy="0"/>
            </a:xfrm>
            <a:prstGeom prst="line">
              <a:avLst/>
            </a:prstGeom>
            <a:ln>
              <a:solidFill>
                <a:srgbClr val="F5375E"/>
              </a:solidFill>
            </a:ln>
          </p:spPr>
          <p:style>
            <a:lnRef idx="1">
              <a:schemeClr val="accent1"/>
            </a:lnRef>
            <a:fillRef idx="0">
              <a:schemeClr val="accent1"/>
            </a:fillRef>
            <a:effectRef idx="0">
              <a:schemeClr val="accent1"/>
            </a:effectRef>
            <a:fontRef idx="minor">
              <a:schemeClr val="tx1"/>
            </a:fontRef>
          </p:style>
        </p:cxnSp>
        <p:sp>
          <p:nvSpPr>
            <p:cNvPr id="27517" name="Shape 5">
              <a:extLst>
                <a:ext uri="{FF2B5EF4-FFF2-40B4-BE49-F238E27FC236}">
                  <a16:creationId xmlns:a16="http://schemas.microsoft.com/office/drawing/2014/main" id="{78501694-7F97-A515-97AC-C56A1B15A0F4}"/>
                </a:ext>
              </a:extLst>
            </p:cNvPr>
            <p:cNvSpPr/>
            <p:nvPr/>
          </p:nvSpPr>
          <p:spPr>
            <a:xfrm>
              <a:off x="4033044" y="11397251"/>
              <a:ext cx="3756317" cy="1629917"/>
            </a:xfrm>
            <a:prstGeom prst="roundRect">
              <a:avLst>
                <a:gd name="adj" fmla="val 2774"/>
              </a:avLst>
            </a:prstGeom>
            <a:noFill/>
            <a:ln w="12700">
              <a:solidFill>
                <a:srgbClr val="E5E7EB"/>
              </a:solidFill>
              <a:prstDash val="solid"/>
            </a:ln>
          </p:spPr>
          <p:txBody>
            <a:bodyPr/>
            <a:lstStyle/>
            <a:p>
              <a:endParaRPr lang="en-US"/>
            </a:p>
          </p:txBody>
        </p:sp>
        <p:sp>
          <p:nvSpPr>
            <p:cNvPr id="27518" name="Text 8">
              <a:extLst>
                <a:ext uri="{FF2B5EF4-FFF2-40B4-BE49-F238E27FC236}">
                  <a16:creationId xmlns:a16="http://schemas.microsoft.com/office/drawing/2014/main" id="{6D5D6FD4-96DC-BAF0-61B4-BBF30DD6AC06}"/>
                </a:ext>
              </a:extLst>
            </p:cNvPr>
            <p:cNvSpPr txBox="1"/>
            <p:nvPr/>
          </p:nvSpPr>
          <p:spPr>
            <a:xfrm>
              <a:off x="4210310" y="11610991"/>
              <a:ext cx="3126398" cy="296417"/>
            </a:xfrm>
            <a:prstGeom prst="rect">
              <a:avLst/>
            </a:prstGeom>
            <a:noFill/>
            <a:ln/>
          </p:spPr>
          <p:txBody>
            <a:bodyPr wrap="square" lIns="0" tIns="0" rIns="0" bIns="0" rtlCol="0" anchor="ctr"/>
            <a:lstStyle/>
            <a:p>
              <a:pPr defTabSz="914400"/>
              <a:r>
                <a:rPr lang="en-US" sz="1200" b="1" kern="0" dirty="0">
                  <a:solidFill>
                    <a:srgbClr val="5C068C"/>
                  </a:solidFill>
                  <a:latin typeface="STC Forward" panose="00000500000000000000" pitchFamily="2" charset="-78"/>
                  <a:cs typeface="STC Forward" panose="00000500000000000000" pitchFamily="2" charset="-78"/>
                </a:rPr>
                <a:t>Jawwy Matrix Retirement</a:t>
              </a:r>
            </a:p>
          </p:txBody>
        </p:sp>
        <p:sp>
          <p:nvSpPr>
            <p:cNvPr id="27519" name="Text 9">
              <a:extLst>
                <a:ext uri="{FF2B5EF4-FFF2-40B4-BE49-F238E27FC236}">
                  <a16:creationId xmlns:a16="http://schemas.microsoft.com/office/drawing/2014/main" id="{D6822854-5DC1-E5D5-691F-7C9A35A86375}"/>
                </a:ext>
              </a:extLst>
            </p:cNvPr>
            <p:cNvSpPr txBox="1"/>
            <p:nvPr/>
          </p:nvSpPr>
          <p:spPr>
            <a:xfrm>
              <a:off x="4161438" y="12061871"/>
              <a:ext cx="3528519" cy="752802"/>
            </a:xfrm>
            <a:prstGeom prst="rect">
              <a:avLst/>
            </a:prstGeom>
            <a:noFill/>
            <a:ln/>
          </p:spPr>
          <p:txBody>
            <a:bodyPr wrap="square" lIns="0" tIns="0" rIns="0" bIns="0" rtlCol="0" anchor="t"/>
            <a:lstStyle/>
            <a:p>
              <a:pPr marL="171450" indent="-171450" defTabSz="914400">
                <a:buClr>
                  <a:srgbClr val="F5375E"/>
                </a:buClr>
                <a:buFont typeface="Wingdings" panose="05000000000000000000" pitchFamily="2" charset="2"/>
                <a:buChar char="§"/>
                <a:defRPr/>
              </a:pPr>
              <a:r>
                <a:rPr lang="en-US" sz="900" kern="0" dirty="0">
                  <a:solidFill>
                    <a:srgbClr val="4B5563"/>
                  </a:solidFill>
                  <a:latin typeface="STC Forward" panose="00000500000000000000" pitchFamily="2" charset="-78"/>
                  <a:ea typeface="Roboto" pitchFamily="34" charset="-122"/>
                  <a:cs typeface="STC Forward" panose="00000500000000000000" pitchFamily="2" charset="-78"/>
                </a:rPr>
                <a:t>As a result of our asset retirement assessment, all Hardware will be reused, requested reuse plan from Jawwy team, requesting the plan/target project for redeployments.</a:t>
              </a:r>
            </a:p>
          </p:txBody>
        </p:sp>
        <p:cxnSp>
          <p:nvCxnSpPr>
            <p:cNvPr id="27520" name="Straight Connector 27519">
              <a:extLst>
                <a:ext uri="{FF2B5EF4-FFF2-40B4-BE49-F238E27FC236}">
                  <a16:creationId xmlns:a16="http://schemas.microsoft.com/office/drawing/2014/main" id="{256B1D64-FDFB-5A1B-383E-0A93C23708C4}"/>
                </a:ext>
              </a:extLst>
            </p:cNvPr>
            <p:cNvCxnSpPr/>
            <p:nvPr/>
          </p:nvCxnSpPr>
          <p:spPr>
            <a:xfrm>
              <a:off x="4210310" y="11976473"/>
              <a:ext cx="2212848" cy="0"/>
            </a:xfrm>
            <a:prstGeom prst="line">
              <a:avLst/>
            </a:prstGeom>
            <a:ln>
              <a:solidFill>
                <a:srgbClr val="F5375E"/>
              </a:solidFill>
            </a:ln>
          </p:spPr>
          <p:style>
            <a:lnRef idx="1">
              <a:schemeClr val="accent1"/>
            </a:lnRef>
            <a:fillRef idx="0">
              <a:schemeClr val="accent1"/>
            </a:fillRef>
            <a:effectRef idx="0">
              <a:schemeClr val="accent1"/>
            </a:effectRef>
            <a:fontRef idx="minor">
              <a:schemeClr val="tx1"/>
            </a:fontRef>
          </p:style>
        </p:cxnSp>
        <p:sp>
          <p:nvSpPr>
            <p:cNvPr id="27521" name="Shape 5">
              <a:extLst>
                <a:ext uri="{FF2B5EF4-FFF2-40B4-BE49-F238E27FC236}">
                  <a16:creationId xmlns:a16="http://schemas.microsoft.com/office/drawing/2014/main" id="{8497CF10-C184-2DF4-150C-C68BC1D56E05}"/>
                </a:ext>
              </a:extLst>
            </p:cNvPr>
            <p:cNvSpPr/>
            <p:nvPr/>
          </p:nvSpPr>
          <p:spPr>
            <a:xfrm>
              <a:off x="7913002" y="11397251"/>
              <a:ext cx="3756317" cy="1629917"/>
            </a:xfrm>
            <a:prstGeom prst="roundRect">
              <a:avLst>
                <a:gd name="adj" fmla="val 2774"/>
              </a:avLst>
            </a:prstGeom>
            <a:noFill/>
            <a:ln w="12700">
              <a:solidFill>
                <a:srgbClr val="E5E7EB"/>
              </a:solidFill>
              <a:prstDash val="solid"/>
            </a:ln>
          </p:spPr>
          <p:txBody>
            <a:bodyPr/>
            <a:lstStyle/>
            <a:p>
              <a:endParaRPr lang="en-US"/>
            </a:p>
          </p:txBody>
        </p:sp>
        <p:sp>
          <p:nvSpPr>
            <p:cNvPr id="27522" name="Text 8">
              <a:extLst>
                <a:ext uri="{FF2B5EF4-FFF2-40B4-BE49-F238E27FC236}">
                  <a16:creationId xmlns:a16="http://schemas.microsoft.com/office/drawing/2014/main" id="{FFBB3969-F8D1-A130-41CC-E58BD87D4256}"/>
                </a:ext>
              </a:extLst>
            </p:cNvPr>
            <p:cNvSpPr txBox="1"/>
            <p:nvPr/>
          </p:nvSpPr>
          <p:spPr>
            <a:xfrm>
              <a:off x="8041396" y="11610991"/>
              <a:ext cx="3126398" cy="296417"/>
            </a:xfrm>
            <a:prstGeom prst="rect">
              <a:avLst/>
            </a:prstGeom>
            <a:noFill/>
            <a:ln/>
          </p:spPr>
          <p:txBody>
            <a:bodyPr wrap="square" lIns="0" tIns="0" rIns="0" bIns="0" rtlCol="0" anchor="ctr"/>
            <a:lstStyle/>
            <a:p>
              <a:pPr defTabSz="914400"/>
              <a:r>
                <a:rPr lang="en-US" sz="1200" b="1" kern="0" dirty="0">
                  <a:solidFill>
                    <a:srgbClr val="5C068C"/>
                  </a:solidFill>
                  <a:latin typeface="STC Forward" panose="00000500000000000000" pitchFamily="2" charset="-78"/>
                  <a:cs typeface="STC Forward" panose="00000500000000000000" pitchFamily="2" charset="-78"/>
                </a:rPr>
                <a:t>GTU Priorities</a:t>
              </a:r>
            </a:p>
          </p:txBody>
        </p:sp>
        <p:sp>
          <p:nvSpPr>
            <p:cNvPr id="27523" name="Text 9">
              <a:extLst>
                <a:ext uri="{FF2B5EF4-FFF2-40B4-BE49-F238E27FC236}">
                  <a16:creationId xmlns:a16="http://schemas.microsoft.com/office/drawing/2014/main" id="{A888D7E7-8186-2FA2-29BE-8536CF2CB074}"/>
                </a:ext>
              </a:extLst>
            </p:cNvPr>
            <p:cNvSpPr txBox="1"/>
            <p:nvPr/>
          </p:nvSpPr>
          <p:spPr>
            <a:xfrm>
              <a:off x="8041396" y="12061871"/>
              <a:ext cx="3528519" cy="752802"/>
            </a:xfrm>
            <a:prstGeom prst="rect">
              <a:avLst/>
            </a:prstGeom>
            <a:noFill/>
            <a:ln/>
          </p:spPr>
          <p:txBody>
            <a:bodyPr wrap="square" lIns="0" tIns="0" rIns="0" bIns="0" rtlCol="0" anchor="t"/>
            <a:lstStyle/>
            <a:p>
              <a:pPr marL="171450" indent="-171450" defTabSz="914400">
                <a:buClr>
                  <a:srgbClr val="F5375E"/>
                </a:buClr>
                <a:buFont typeface="Wingdings" panose="05000000000000000000" pitchFamily="2" charset="2"/>
                <a:buChar char="§"/>
                <a:defRPr/>
              </a:pPr>
              <a:r>
                <a:rPr lang="en-US" sz="900" kern="0" dirty="0">
                  <a:solidFill>
                    <a:srgbClr val="4B5563"/>
                  </a:solidFill>
                  <a:latin typeface="STC Forward" panose="00000500000000000000" pitchFamily="2" charset="-78"/>
                  <a:ea typeface="Roboto" pitchFamily="34" charset="-122"/>
                  <a:cs typeface="STC Forward" panose="00000500000000000000" pitchFamily="2" charset="-78"/>
                </a:rPr>
                <a:t>Received feedback from CSDM ,AI&amp;DS and INFRA on the GTU priorities for 2026; CSDM comments has been addressed and closed, while AI&amp;DS &amp; INFRA comments are currently under analysis by the Architecture team.</a:t>
              </a:r>
            </a:p>
          </p:txBody>
        </p:sp>
        <p:cxnSp>
          <p:nvCxnSpPr>
            <p:cNvPr id="27524" name="Straight Connector 27523">
              <a:extLst>
                <a:ext uri="{FF2B5EF4-FFF2-40B4-BE49-F238E27FC236}">
                  <a16:creationId xmlns:a16="http://schemas.microsoft.com/office/drawing/2014/main" id="{CF66B556-3680-8C0E-8D63-9199B853ACA1}"/>
                </a:ext>
              </a:extLst>
            </p:cNvPr>
            <p:cNvCxnSpPr/>
            <p:nvPr/>
          </p:nvCxnSpPr>
          <p:spPr>
            <a:xfrm>
              <a:off x="8090268" y="11976473"/>
              <a:ext cx="2212848" cy="0"/>
            </a:xfrm>
            <a:prstGeom prst="line">
              <a:avLst/>
            </a:prstGeom>
            <a:ln>
              <a:solidFill>
                <a:srgbClr val="F5375E"/>
              </a:solidFill>
            </a:ln>
          </p:spPr>
          <p:style>
            <a:lnRef idx="1">
              <a:schemeClr val="accent1"/>
            </a:lnRef>
            <a:fillRef idx="0">
              <a:schemeClr val="accent1"/>
            </a:fillRef>
            <a:effectRef idx="0">
              <a:schemeClr val="accent1"/>
            </a:effectRef>
            <a:fontRef idx="minor">
              <a:schemeClr val="tx1"/>
            </a:fontRef>
          </p:style>
        </p:cxnSp>
        <p:sp>
          <p:nvSpPr>
            <p:cNvPr id="27525" name="Shape 7">
              <a:extLst>
                <a:ext uri="{FF2B5EF4-FFF2-40B4-BE49-F238E27FC236}">
                  <a16:creationId xmlns:a16="http://schemas.microsoft.com/office/drawing/2014/main" id="{1093FA0D-07EE-FBDA-68AD-E9AF8DA164DE}"/>
                </a:ext>
              </a:extLst>
            </p:cNvPr>
            <p:cNvSpPr/>
            <p:nvPr/>
          </p:nvSpPr>
          <p:spPr>
            <a:xfrm>
              <a:off x="3621547" y="11464619"/>
              <a:ext cx="207115" cy="267602"/>
            </a:xfrm>
            <a:prstGeom prst="roundRect">
              <a:avLst>
                <a:gd name="adj" fmla="val 73385"/>
              </a:avLst>
            </a:prstGeom>
            <a:solidFill>
              <a:srgbClr val="5C068C"/>
            </a:solidFill>
            <a:ln w="12700">
              <a:solidFill>
                <a:srgbClr val="FFFFFF">
                  <a:alpha val="0"/>
                </a:srgbClr>
              </a:solidFill>
              <a:prstDash val="solid"/>
            </a:ln>
          </p:spPr>
          <p:txBody>
            <a:bodyPr anchor="ctr"/>
            <a:lstStyle/>
            <a:p>
              <a:pPr algn="ctr"/>
              <a:endParaRPr lang="en-US" sz="1000" b="1" dirty="0">
                <a:solidFill>
                  <a:schemeClr val="bg1"/>
                </a:solidFill>
                <a:latin typeface="STC Forward" panose="00000500000000000000" pitchFamily="2" charset="-78"/>
                <a:cs typeface="STC Forward" panose="00000500000000000000" pitchFamily="2" charset="-78"/>
              </a:endParaRPr>
            </a:p>
          </p:txBody>
        </p:sp>
        <p:sp>
          <p:nvSpPr>
            <p:cNvPr id="27526" name="Shape 7">
              <a:extLst>
                <a:ext uri="{FF2B5EF4-FFF2-40B4-BE49-F238E27FC236}">
                  <a16:creationId xmlns:a16="http://schemas.microsoft.com/office/drawing/2014/main" id="{821235C5-8005-A43C-9F17-4721F9115C64}"/>
                </a:ext>
              </a:extLst>
            </p:cNvPr>
            <p:cNvSpPr/>
            <p:nvPr/>
          </p:nvSpPr>
          <p:spPr>
            <a:xfrm>
              <a:off x="7491491" y="11464619"/>
              <a:ext cx="207115" cy="267602"/>
            </a:xfrm>
            <a:prstGeom prst="roundRect">
              <a:avLst>
                <a:gd name="adj" fmla="val 73385"/>
              </a:avLst>
            </a:prstGeom>
            <a:solidFill>
              <a:srgbClr val="5C068C"/>
            </a:solidFill>
            <a:ln w="12700">
              <a:solidFill>
                <a:srgbClr val="FFFFFF">
                  <a:alpha val="0"/>
                </a:srgbClr>
              </a:solidFill>
              <a:prstDash val="solid"/>
            </a:ln>
          </p:spPr>
          <p:txBody>
            <a:bodyPr anchor="ctr"/>
            <a:lstStyle/>
            <a:p>
              <a:pPr algn="ctr"/>
              <a:endParaRPr lang="en-US" sz="1000" b="1" dirty="0">
                <a:solidFill>
                  <a:schemeClr val="bg1"/>
                </a:solidFill>
                <a:latin typeface="STC Forward" panose="00000500000000000000" pitchFamily="2" charset="-78"/>
                <a:cs typeface="STC Forward" panose="00000500000000000000" pitchFamily="2" charset="-78"/>
              </a:endParaRPr>
            </a:p>
          </p:txBody>
        </p:sp>
        <p:sp>
          <p:nvSpPr>
            <p:cNvPr id="27527" name="Shape 7">
              <a:extLst>
                <a:ext uri="{FF2B5EF4-FFF2-40B4-BE49-F238E27FC236}">
                  <a16:creationId xmlns:a16="http://schemas.microsoft.com/office/drawing/2014/main" id="{C9AC147F-201A-1F7E-DFD2-B91AE6EBFB4E}"/>
                </a:ext>
              </a:extLst>
            </p:cNvPr>
            <p:cNvSpPr/>
            <p:nvPr/>
          </p:nvSpPr>
          <p:spPr>
            <a:xfrm>
              <a:off x="11393514" y="11464619"/>
              <a:ext cx="207115" cy="267602"/>
            </a:xfrm>
            <a:prstGeom prst="roundRect">
              <a:avLst>
                <a:gd name="adj" fmla="val 73385"/>
              </a:avLst>
            </a:prstGeom>
            <a:solidFill>
              <a:srgbClr val="5C068C"/>
            </a:solidFill>
            <a:ln w="12700">
              <a:solidFill>
                <a:srgbClr val="FFFFFF">
                  <a:alpha val="0"/>
                </a:srgbClr>
              </a:solidFill>
              <a:prstDash val="solid"/>
            </a:ln>
          </p:spPr>
          <p:txBody>
            <a:bodyPr anchor="ctr"/>
            <a:lstStyle/>
            <a:p>
              <a:pPr algn="ctr"/>
              <a:endParaRPr lang="en-US" sz="1000" b="1" dirty="0">
                <a:solidFill>
                  <a:schemeClr val="bg1"/>
                </a:solidFill>
                <a:latin typeface="STC Forward" panose="00000500000000000000" pitchFamily="2" charset="-78"/>
                <a:cs typeface="STC Forward" panose="00000500000000000000" pitchFamily="2" charset="-78"/>
              </a:endParaRPr>
            </a:p>
          </p:txBody>
        </p:sp>
        <p:sp>
          <p:nvSpPr>
            <p:cNvPr id="27528" name="TextBox 27527">
              <a:extLst>
                <a:ext uri="{FF2B5EF4-FFF2-40B4-BE49-F238E27FC236}">
                  <a16:creationId xmlns:a16="http://schemas.microsoft.com/office/drawing/2014/main" id="{A2036954-1212-9EFC-B09B-F35B974CDE65}"/>
                </a:ext>
              </a:extLst>
            </p:cNvPr>
            <p:cNvSpPr txBox="1"/>
            <p:nvPr/>
          </p:nvSpPr>
          <p:spPr>
            <a:xfrm>
              <a:off x="3545319" y="11476679"/>
              <a:ext cx="359569" cy="261610"/>
            </a:xfrm>
            <a:prstGeom prst="rect">
              <a:avLst/>
            </a:prstGeom>
            <a:noFill/>
          </p:spPr>
          <p:txBody>
            <a:bodyPr wrap="square">
              <a:spAutoFit/>
            </a:bodyPr>
            <a:lstStyle/>
            <a:p>
              <a:pPr algn="ctr">
                <a:defRPr/>
              </a:pPr>
              <a:r>
                <a:rPr lang="en-US" sz="1050" b="1" dirty="0">
                  <a:solidFill>
                    <a:prstClr val="white"/>
                  </a:solidFill>
                  <a:latin typeface="STC Forward" panose="00000500000000000000" pitchFamily="2" charset="-78"/>
                  <a:cs typeface="STC Forward" panose="00000500000000000000" pitchFamily="2" charset="-78"/>
                </a:rPr>
                <a:t>10</a:t>
              </a:r>
            </a:p>
          </p:txBody>
        </p:sp>
        <p:sp>
          <p:nvSpPr>
            <p:cNvPr id="27529" name="TextBox 27528">
              <a:extLst>
                <a:ext uri="{FF2B5EF4-FFF2-40B4-BE49-F238E27FC236}">
                  <a16:creationId xmlns:a16="http://schemas.microsoft.com/office/drawing/2014/main" id="{3D021988-52C0-F0AB-4EAD-A2392B89D312}"/>
                </a:ext>
              </a:extLst>
            </p:cNvPr>
            <p:cNvSpPr txBox="1"/>
            <p:nvPr/>
          </p:nvSpPr>
          <p:spPr>
            <a:xfrm>
              <a:off x="7415263" y="11476679"/>
              <a:ext cx="359569" cy="261610"/>
            </a:xfrm>
            <a:prstGeom prst="rect">
              <a:avLst/>
            </a:prstGeom>
            <a:noFill/>
          </p:spPr>
          <p:txBody>
            <a:bodyPr wrap="square">
              <a:spAutoFit/>
            </a:bodyPr>
            <a:lstStyle/>
            <a:p>
              <a:pPr algn="ctr">
                <a:defRPr/>
              </a:pPr>
              <a:r>
                <a:rPr lang="en-US" sz="1050" b="1" dirty="0">
                  <a:solidFill>
                    <a:prstClr val="white"/>
                  </a:solidFill>
                  <a:latin typeface="STC Forward" panose="00000500000000000000" pitchFamily="2" charset="-78"/>
                  <a:cs typeface="STC Forward" panose="00000500000000000000" pitchFamily="2" charset="-78"/>
                </a:rPr>
                <a:t>11</a:t>
              </a:r>
            </a:p>
          </p:txBody>
        </p:sp>
        <p:sp>
          <p:nvSpPr>
            <p:cNvPr id="27530" name="TextBox 27529">
              <a:extLst>
                <a:ext uri="{FF2B5EF4-FFF2-40B4-BE49-F238E27FC236}">
                  <a16:creationId xmlns:a16="http://schemas.microsoft.com/office/drawing/2014/main" id="{884DE087-CA6B-4548-532E-38260FDCA885}"/>
                </a:ext>
              </a:extLst>
            </p:cNvPr>
            <p:cNvSpPr txBox="1"/>
            <p:nvPr/>
          </p:nvSpPr>
          <p:spPr>
            <a:xfrm>
              <a:off x="11323455" y="11476679"/>
              <a:ext cx="359569" cy="261610"/>
            </a:xfrm>
            <a:prstGeom prst="rect">
              <a:avLst/>
            </a:prstGeom>
            <a:noFill/>
          </p:spPr>
          <p:txBody>
            <a:bodyPr wrap="square">
              <a:spAutoFit/>
            </a:bodyPr>
            <a:lstStyle/>
            <a:p>
              <a:pPr algn="ctr">
                <a:defRPr/>
              </a:pPr>
              <a:r>
                <a:rPr lang="en-US" sz="1050" b="1" dirty="0">
                  <a:solidFill>
                    <a:prstClr val="white"/>
                  </a:solidFill>
                  <a:latin typeface="STC Forward" panose="00000500000000000000" pitchFamily="2" charset="-78"/>
                  <a:cs typeface="STC Forward" panose="00000500000000000000" pitchFamily="2" charset="-78"/>
                </a:rPr>
                <a:t>12</a:t>
              </a:r>
            </a:p>
          </p:txBody>
        </p:sp>
      </p:grpSp>
      <p:sp>
        <p:nvSpPr>
          <p:cNvPr id="27531" name="Shape 5">
            <a:extLst>
              <a:ext uri="{FF2B5EF4-FFF2-40B4-BE49-F238E27FC236}">
                <a16:creationId xmlns:a16="http://schemas.microsoft.com/office/drawing/2014/main" id="{C379E251-7B32-4AF5-94FF-326D66D2F4C6}"/>
              </a:ext>
            </a:extLst>
          </p:cNvPr>
          <p:cNvSpPr/>
          <p:nvPr/>
        </p:nvSpPr>
        <p:spPr>
          <a:xfrm>
            <a:off x="160194" y="3350476"/>
            <a:ext cx="11555556" cy="1629917"/>
          </a:xfrm>
          <a:prstGeom prst="roundRect">
            <a:avLst>
              <a:gd name="adj" fmla="val 2774"/>
            </a:avLst>
          </a:prstGeom>
          <a:solidFill>
            <a:srgbClr val="4F008C"/>
          </a:solidFill>
          <a:ln w="12700">
            <a:solidFill>
              <a:srgbClr val="E5E7EB"/>
            </a:solidFill>
            <a:prstDash val="solid"/>
          </a:ln>
        </p:spPr>
        <p:txBody>
          <a:bodyPr/>
          <a:lstStyle/>
          <a:p>
            <a:endParaRPr lang="en-US"/>
          </a:p>
        </p:txBody>
      </p:sp>
      <p:grpSp>
        <p:nvGrpSpPr>
          <p:cNvPr id="27532" name="Group 27531">
            <a:extLst>
              <a:ext uri="{FF2B5EF4-FFF2-40B4-BE49-F238E27FC236}">
                <a16:creationId xmlns:a16="http://schemas.microsoft.com/office/drawing/2014/main" id="{461D4734-9C91-DF49-FE5E-88829DAFD6AD}"/>
              </a:ext>
            </a:extLst>
          </p:cNvPr>
          <p:cNvGrpSpPr/>
          <p:nvPr/>
        </p:nvGrpSpPr>
        <p:grpSpPr>
          <a:xfrm>
            <a:off x="284510" y="3440152"/>
            <a:ext cx="802077" cy="226157"/>
            <a:chOff x="1358339" y="3587028"/>
            <a:chExt cx="802077" cy="226157"/>
          </a:xfrm>
        </p:grpSpPr>
        <p:sp>
          <p:nvSpPr>
            <p:cNvPr id="27533" name="Shape 20">
              <a:extLst>
                <a:ext uri="{FF2B5EF4-FFF2-40B4-BE49-F238E27FC236}">
                  <a16:creationId xmlns:a16="http://schemas.microsoft.com/office/drawing/2014/main" id="{DA6A3021-4618-9DAA-6770-B7C3C60C1593}"/>
                </a:ext>
              </a:extLst>
            </p:cNvPr>
            <p:cNvSpPr/>
            <p:nvPr/>
          </p:nvSpPr>
          <p:spPr>
            <a:xfrm>
              <a:off x="1358339" y="3587028"/>
              <a:ext cx="802077" cy="225354"/>
            </a:xfrm>
            <a:prstGeom prst="roundRect">
              <a:avLst>
                <a:gd name="adj" fmla="val 263609"/>
              </a:avLst>
            </a:prstGeom>
            <a:solidFill>
              <a:schemeClr val="bg1"/>
            </a:solidFill>
            <a:ln w="12700">
              <a:noFill/>
              <a:prstDash val="solid"/>
            </a:ln>
          </p:spPr>
          <p:txBody>
            <a:bodyPr/>
            <a:lstStyle/>
            <a:p>
              <a:endParaRPr lang="en-US"/>
            </a:p>
          </p:txBody>
        </p:sp>
        <p:pic>
          <p:nvPicPr>
            <p:cNvPr id="27534" name="Image 6" descr="preencoded.png">
              <a:extLst>
                <a:ext uri="{FF2B5EF4-FFF2-40B4-BE49-F238E27FC236}">
                  <a16:creationId xmlns:a16="http://schemas.microsoft.com/office/drawing/2014/main" id="{9B9282E5-C6F0-0FDD-97CC-26F958A4B5D6}"/>
                </a:ext>
              </a:extLst>
            </p:cNvPr>
            <p:cNvPicPr>
              <a:picLocks noChangeAspect="1"/>
            </p:cNvPicPr>
            <p:nvPr/>
          </p:nvPicPr>
          <p:blipFill>
            <a:blip r:embed="rId4"/>
            <a:srcRect/>
            <a:stretch/>
          </p:blipFill>
          <p:spPr>
            <a:xfrm>
              <a:off x="1437866" y="3651186"/>
              <a:ext cx="92226" cy="92226"/>
            </a:xfrm>
            <a:prstGeom prst="rect">
              <a:avLst/>
            </a:prstGeom>
          </p:spPr>
        </p:pic>
        <p:sp>
          <p:nvSpPr>
            <p:cNvPr id="27535" name="Text 21">
              <a:extLst>
                <a:ext uri="{FF2B5EF4-FFF2-40B4-BE49-F238E27FC236}">
                  <a16:creationId xmlns:a16="http://schemas.microsoft.com/office/drawing/2014/main" id="{4AE0D51F-A2F3-3A26-B73F-991DDF66B179}"/>
                </a:ext>
              </a:extLst>
            </p:cNvPr>
            <p:cNvSpPr txBox="1"/>
            <p:nvPr/>
          </p:nvSpPr>
          <p:spPr>
            <a:xfrm>
              <a:off x="1575674" y="3587028"/>
              <a:ext cx="500776" cy="226157"/>
            </a:xfrm>
            <a:prstGeom prst="rect">
              <a:avLst/>
            </a:prstGeom>
            <a:noFill/>
            <a:ln/>
          </p:spPr>
          <p:txBody>
            <a:bodyPr wrap="square" lIns="0" tIns="0" rIns="0" bIns="0" rtlCol="0" anchor="ctr"/>
            <a:lstStyle/>
            <a:p>
              <a:pPr>
                <a:defRPr/>
              </a:pPr>
              <a:r>
                <a:rPr lang="en-US" sz="700" b="1" dirty="0">
                  <a:solidFill>
                    <a:srgbClr val="4F008C"/>
                  </a:solidFill>
                  <a:latin typeface="STC Forward" panose="00000500000000000000" pitchFamily="2" charset="-78"/>
                  <a:ea typeface="Inter" pitchFamily="34" charset="-122"/>
                  <a:cs typeface="STC Forward" panose="00000500000000000000" pitchFamily="2" charset="-78"/>
                </a:rPr>
                <a:t>On Track</a:t>
              </a:r>
              <a:endParaRPr lang="en-US" sz="700" dirty="0">
                <a:solidFill>
                  <a:srgbClr val="4F008C"/>
                </a:solidFill>
                <a:latin typeface="STC Forward" panose="00000500000000000000" pitchFamily="2" charset="-78"/>
                <a:cs typeface="STC Forward" panose="00000500000000000000" pitchFamily="2" charset="-78"/>
              </a:endParaRPr>
            </a:p>
          </p:txBody>
        </p:sp>
      </p:grpSp>
      <p:sp>
        <p:nvSpPr>
          <p:cNvPr id="27536" name="Shape 22">
            <a:extLst>
              <a:ext uri="{FF2B5EF4-FFF2-40B4-BE49-F238E27FC236}">
                <a16:creationId xmlns:a16="http://schemas.microsoft.com/office/drawing/2014/main" id="{42869748-FAB4-CEB3-0E82-6375503E1AE7}"/>
              </a:ext>
            </a:extLst>
          </p:cNvPr>
          <p:cNvSpPr/>
          <p:nvPr/>
        </p:nvSpPr>
        <p:spPr>
          <a:xfrm>
            <a:off x="276890" y="3828306"/>
            <a:ext cx="2681797" cy="493213"/>
          </a:xfrm>
          <a:prstGeom prst="rect">
            <a:avLst/>
          </a:prstGeom>
          <a:noFill/>
          <a:ln w="12700">
            <a:solidFill>
              <a:srgbClr val="F1F5F9"/>
            </a:solidFill>
            <a:prstDash val="solid"/>
          </a:ln>
        </p:spPr>
        <p:txBody>
          <a:bodyPr/>
          <a:lstStyle/>
          <a:p>
            <a:endParaRPr lang="en-US"/>
          </a:p>
        </p:txBody>
      </p:sp>
      <p:sp>
        <p:nvSpPr>
          <p:cNvPr id="27537" name="Text 25">
            <a:extLst>
              <a:ext uri="{FF2B5EF4-FFF2-40B4-BE49-F238E27FC236}">
                <a16:creationId xmlns:a16="http://schemas.microsoft.com/office/drawing/2014/main" id="{E41AF101-8C88-9044-9596-7676E82C3FEC}"/>
              </a:ext>
            </a:extLst>
          </p:cNvPr>
          <p:cNvSpPr txBox="1"/>
          <p:nvPr/>
        </p:nvSpPr>
        <p:spPr>
          <a:xfrm>
            <a:off x="628154" y="3936573"/>
            <a:ext cx="1777201" cy="140973"/>
          </a:xfrm>
          <a:prstGeom prst="rect">
            <a:avLst/>
          </a:prstGeom>
          <a:noFill/>
          <a:ln/>
        </p:spPr>
        <p:txBody>
          <a:bodyPr wrap="square" lIns="0" tIns="0" rIns="0" bIns="0" rtlCol="0" anchor="ctr"/>
          <a:lstStyle/>
          <a:p>
            <a:r>
              <a:rPr lang="en-US" sz="1000" b="1" dirty="0">
                <a:solidFill>
                  <a:schemeClr val="bg1"/>
                </a:solidFill>
                <a:latin typeface="STC Forward" panose="00000500000000000000" pitchFamily="2" charset="-78"/>
                <a:ea typeface="Inter" pitchFamily="34" charset="-122"/>
                <a:cs typeface="STC Forward" panose="00000500000000000000" pitchFamily="2" charset="-78"/>
              </a:rPr>
              <a:t>Sami H. Alzomaia</a:t>
            </a:r>
          </a:p>
        </p:txBody>
      </p:sp>
      <p:sp>
        <p:nvSpPr>
          <p:cNvPr id="27538" name="Text 26">
            <a:extLst>
              <a:ext uri="{FF2B5EF4-FFF2-40B4-BE49-F238E27FC236}">
                <a16:creationId xmlns:a16="http://schemas.microsoft.com/office/drawing/2014/main" id="{9E4B1263-03E9-9BC4-1430-75803F721A9C}"/>
              </a:ext>
            </a:extLst>
          </p:cNvPr>
          <p:cNvSpPr txBox="1"/>
          <p:nvPr/>
        </p:nvSpPr>
        <p:spPr>
          <a:xfrm>
            <a:off x="628154" y="4087343"/>
            <a:ext cx="1036149" cy="125910"/>
          </a:xfrm>
          <a:prstGeom prst="rect">
            <a:avLst/>
          </a:prstGeom>
          <a:noFill/>
          <a:ln/>
        </p:spPr>
        <p:txBody>
          <a:bodyPr wrap="square" lIns="0" tIns="0" rIns="0" bIns="0" rtlCol="0" anchor="ctr"/>
          <a:lstStyle/>
          <a:p>
            <a:r>
              <a:rPr lang="en-US" sz="700" dirty="0">
                <a:solidFill>
                  <a:schemeClr val="bg1"/>
                </a:solidFill>
                <a:latin typeface="STC Forward" panose="00000500000000000000" pitchFamily="2" charset="-78"/>
                <a:ea typeface="Inter" pitchFamily="34" charset="-122"/>
                <a:cs typeface="STC Forward" panose="00000500000000000000" pitchFamily="2" charset="-78"/>
              </a:rPr>
              <a:t>Project Owner</a:t>
            </a:r>
            <a:endParaRPr lang="en-US" sz="700" dirty="0">
              <a:solidFill>
                <a:schemeClr val="bg1"/>
              </a:solidFill>
              <a:latin typeface="STC Forward" panose="00000500000000000000" pitchFamily="2" charset="-78"/>
              <a:cs typeface="STC Forward" panose="00000500000000000000" pitchFamily="2" charset="-78"/>
            </a:endParaRPr>
          </a:p>
        </p:txBody>
      </p:sp>
      <p:sp>
        <p:nvSpPr>
          <p:cNvPr id="27539" name="Text 27">
            <a:extLst>
              <a:ext uri="{FF2B5EF4-FFF2-40B4-BE49-F238E27FC236}">
                <a16:creationId xmlns:a16="http://schemas.microsoft.com/office/drawing/2014/main" id="{95C8109B-1C30-F63E-ADC0-D101AF84C5F2}"/>
              </a:ext>
            </a:extLst>
          </p:cNvPr>
          <p:cNvSpPr txBox="1"/>
          <p:nvPr/>
        </p:nvSpPr>
        <p:spPr>
          <a:xfrm>
            <a:off x="292126" y="4392946"/>
            <a:ext cx="10458424" cy="494799"/>
          </a:xfrm>
          <a:prstGeom prst="rect">
            <a:avLst/>
          </a:prstGeom>
          <a:noFill/>
          <a:ln/>
        </p:spPr>
        <p:txBody>
          <a:bodyPr wrap="square" lIns="0" tIns="0" rIns="0" bIns="0" rtlCol="0" anchor="ctr"/>
          <a:lstStyle/>
          <a:p>
            <a:r>
              <a:rPr lang="en-US" sz="900" dirty="0">
                <a:solidFill>
                  <a:schemeClr val="bg1"/>
                </a:solidFill>
                <a:latin typeface="STC Forward" panose="00000500000000000000" pitchFamily="2" charset="-78"/>
                <a:ea typeface="Inter" pitchFamily="34" charset="-122"/>
                <a:cs typeface="STC Forward" panose="00000500000000000000" pitchFamily="2" charset="-78"/>
              </a:rPr>
              <a:t>Develop a Proposal For Implementing Circular Economy Principles Across All Subsidiaries, Starting With It Services Offered By Solutions</a:t>
            </a:r>
          </a:p>
        </p:txBody>
      </p:sp>
      <p:grpSp>
        <p:nvGrpSpPr>
          <p:cNvPr id="27540" name="Group 27539">
            <a:extLst>
              <a:ext uri="{FF2B5EF4-FFF2-40B4-BE49-F238E27FC236}">
                <a16:creationId xmlns:a16="http://schemas.microsoft.com/office/drawing/2014/main" id="{EC8B2181-22D2-4553-7ADE-F600ACFCB17D}"/>
              </a:ext>
            </a:extLst>
          </p:cNvPr>
          <p:cNvGrpSpPr/>
          <p:nvPr/>
        </p:nvGrpSpPr>
        <p:grpSpPr>
          <a:xfrm>
            <a:off x="10893863" y="3496776"/>
            <a:ext cx="758281" cy="142751"/>
            <a:chOff x="3121463" y="3496776"/>
            <a:chExt cx="758281" cy="142751"/>
          </a:xfrm>
        </p:grpSpPr>
        <p:pic>
          <p:nvPicPr>
            <p:cNvPr id="27541" name="Image 8" descr="preencoded.png">
              <a:extLst>
                <a:ext uri="{FF2B5EF4-FFF2-40B4-BE49-F238E27FC236}">
                  <a16:creationId xmlns:a16="http://schemas.microsoft.com/office/drawing/2014/main" id="{453E6AE3-44F8-0056-9D1A-419BA5C267DF}"/>
                </a:ext>
              </a:extLst>
            </p:cNvPr>
            <p:cNvPicPr>
              <a:picLocks noChangeAspect="1"/>
            </p:cNvPicPr>
            <p:nvPr/>
          </p:nvPicPr>
          <p:blipFill>
            <a:blip r:embed="rId5">
              <a:lum bright="70000" contrast="-70000"/>
              <a:extLst>
                <a:ext uri="{BEBA8EAE-BF5A-486C-A8C5-ECC9F3942E4B}">
                  <a14:imgProps xmlns:a14="http://schemas.microsoft.com/office/drawing/2010/main">
                    <a14:imgLayer r:embed="rId6">
                      <a14:imgEffect>
                        <a14:artisticPhotocopy/>
                      </a14:imgEffect>
                    </a14:imgLayer>
                  </a14:imgProps>
                </a:ext>
              </a:extLst>
            </a:blip>
            <a:srcRect l="-1677" r="-1677"/>
            <a:stretch/>
          </p:blipFill>
          <p:spPr>
            <a:xfrm>
              <a:off x="3121463" y="3525779"/>
              <a:ext cx="83406" cy="92226"/>
            </a:xfrm>
            <a:prstGeom prst="rect">
              <a:avLst/>
            </a:prstGeom>
          </p:spPr>
        </p:pic>
        <p:sp>
          <p:nvSpPr>
            <p:cNvPr id="27542" name="Text 30">
              <a:extLst>
                <a:ext uri="{FF2B5EF4-FFF2-40B4-BE49-F238E27FC236}">
                  <a16:creationId xmlns:a16="http://schemas.microsoft.com/office/drawing/2014/main" id="{88DD1B2E-A81F-B8D0-59B2-0DD9720C05F4}"/>
                </a:ext>
              </a:extLst>
            </p:cNvPr>
            <p:cNvSpPr txBox="1"/>
            <p:nvPr/>
          </p:nvSpPr>
          <p:spPr>
            <a:xfrm>
              <a:off x="3230146" y="3496776"/>
              <a:ext cx="649598" cy="142751"/>
            </a:xfrm>
            <a:prstGeom prst="rect">
              <a:avLst/>
            </a:prstGeom>
            <a:noFill/>
            <a:ln/>
          </p:spPr>
          <p:txBody>
            <a:bodyPr wrap="square" lIns="0" tIns="0" rIns="0" bIns="0" rtlCol="0" anchor="ctr"/>
            <a:lstStyle/>
            <a:p>
              <a:pPr algn="ctr"/>
              <a:r>
                <a:rPr lang="en-US" sz="700" b="1" dirty="0">
                  <a:solidFill>
                    <a:schemeClr val="bg1"/>
                  </a:solidFill>
                  <a:latin typeface="STC Forward" panose="00000500000000000000" pitchFamily="2" charset="-78"/>
                  <a:ea typeface="Inter" pitchFamily="34" charset="-122"/>
                  <a:cs typeface="STC Forward" panose="00000500000000000000" pitchFamily="2" charset="-78"/>
                </a:rPr>
                <a:t>30 June 2026</a:t>
              </a:r>
            </a:p>
          </p:txBody>
        </p:sp>
      </p:grpSp>
      <p:grpSp>
        <p:nvGrpSpPr>
          <p:cNvPr id="27543" name="Group 27542">
            <a:extLst>
              <a:ext uri="{FF2B5EF4-FFF2-40B4-BE49-F238E27FC236}">
                <a16:creationId xmlns:a16="http://schemas.microsoft.com/office/drawing/2014/main" id="{B5B026F0-3688-AFA4-F1C4-A46A7B3DF7BD}"/>
              </a:ext>
            </a:extLst>
          </p:cNvPr>
          <p:cNvGrpSpPr/>
          <p:nvPr/>
        </p:nvGrpSpPr>
        <p:grpSpPr>
          <a:xfrm>
            <a:off x="219979" y="3785917"/>
            <a:ext cx="267057" cy="267057"/>
            <a:chOff x="1301428" y="3932793"/>
            <a:chExt cx="267057" cy="267057"/>
          </a:xfrm>
        </p:grpSpPr>
        <p:grpSp>
          <p:nvGrpSpPr>
            <p:cNvPr id="27544" name="Group 27543">
              <a:extLst>
                <a:ext uri="{FF2B5EF4-FFF2-40B4-BE49-F238E27FC236}">
                  <a16:creationId xmlns:a16="http://schemas.microsoft.com/office/drawing/2014/main" id="{F7F8BD3D-5B9C-46F9-8F9F-49F554D7D1C9}"/>
                </a:ext>
              </a:extLst>
            </p:cNvPr>
            <p:cNvGrpSpPr/>
            <p:nvPr/>
          </p:nvGrpSpPr>
          <p:grpSpPr>
            <a:xfrm>
              <a:off x="1301428" y="3932793"/>
              <a:ext cx="267057" cy="267057"/>
              <a:chOff x="1679752" y="4409201"/>
              <a:chExt cx="244574" cy="244574"/>
            </a:xfrm>
            <a:solidFill>
              <a:schemeClr val="bg1"/>
            </a:solidFill>
          </p:grpSpPr>
          <p:sp>
            <p:nvSpPr>
              <p:cNvPr id="27546" name="Shape 23">
                <a:extLst>
                  <a:ext uri="{FF2B5EF4-FFF2-40B4-BE49-F238E27FC236}">
                    <a16:creationId xmlns:a16="http://schemas.microsoft.com/office/drawing/2014/main" id="{32EDC288-0BD6-E514-A597-0C5163FB9991}"/>
                  </a:ext>
                </a:extLst>
              </p:cNvPr>
              <p:cNvSpPr/>
              <p:nvPr/>
            </p:nvSpPr>
            <p:spPr>
              <a:xfrm>
                <a:off x="1679752" y="4409201"/>
                <a:ext cx="244574" cy="244574"/>
              </a:xfrm>
              <a:prstGeom prst="ellipse">
                <a:avLst/>
              </a:prstGeom>
              <a:grpFill/>
              <a:ln w="12700">
                <a:solidFill>
                  <a:srgbClr val="FFFFFF">
                    <a:alpha val="0"/>
                  </a:srgbClr>
                </a:solidFill>
                <a:prstDash val="solid"/>
              </a:ln>
            </p:spPr>
            <p:txBody>
              <a:bodyPr/>
              <a:lstStyle/>
              <a:p>
                <a:endParaRPr lang="en-US"/>
              </a:p>
            </p:txBody>
          </p:sp>
          <p:sp>
            <p:nvSpPr>
              <p:cNvPr id="27547" name="Text 24">
                <a:extLst>
                  <a:ext uri="{FF2B5EF4-FFF2-40B4-BE49-F238E27FC236}">
                    <a16:creationId xmlns:a16="http://schemas.microsoft.com/office/drawing/2014/main" id="{CE616850-CA46-5766-CFD0-6AFF86964C07}"/>
                  </a:ext>
                </a:extLst>
              </p:cNvPr>
              <p:cNvSpPr txBox="1"/>
              <p:nvPr/>
            </p:nvSpPr>
            <p:spPr>
              <a:xfrm>
                <a:off x="1730216" y="4451282"/>
                <a:ext cx="143647" cy="160411"/>
              </a:xfrm>
              <a:prstGeom prst="rect">
                <a:avLst/>
              </a:prstGeom>
              <a:grpFill/>
              <a:ln/>
            </p:spPr>
            <p:txBody>
              <a:bodyPr wrap="square" lIns="0" tIns="0" rIns="0" bIns="0" rtlCol="0" anchor="ctr"/>
              <a:lstStyle/>
              <a:p>
                <a:pPr algn="ctr"/>
                <a:endParaRPr lang="en-US" sz="800" dirty="0">
                  <a:solidFill>
                    <a:schemeClr val="bg1"/>
                  </a:solidFill>
                  <a:latin typeface="STC Forward" panose="00000500000000000000" pitchFamily="2" charset="-78"/>
                  <a:cs typeface="STC Forward" panose="00000500000000000000" pitchFamily="2" charset="-78"/>
                </a:endParaRPr>
              </a:p>
            </p:txBody>
          </p:sp>
        </p:grpSp>
        <p:pic>
          <p:nvPicPr>
            <p:cNvPr id="27545" name="Picture 2">
              <a:extLst>
                <a:ext uri="{FF2B5EF4-FFF2-40B4-BE49-F238E27FC236}">
                  <a16:creationId xmlns:a16="http://schemas.microsoft.com/office/drawing/2014/main" id="{C790D798-5875-BF2B-B058-2BA3BC864D0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84168" y="4000035"/>
              <a:ext cx="101577" cy="13257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7548" name="Group 27547">
            <a:extLst>
              <a:ext uri="{FF2B5EF4-FFF2-40B4-BE49-F238E27FC236}">
                <a16:creationId xmlns:a16="http://schemas.microsoft.com/office/drawing/2014/main" id="{1E1557FE-E581-B94D-5454-E7773EB767F1}"/>
              </a:ext>
            </a:extLst>
          </p:cNvPr>
          <p:cNvGrpSpPr/>
          <p:nvPr/>
        </p:nvGrpSpPr>
        <p:grpSpPr>
          <a:xfrm>
            <a:off x="153087" y="9553176"/>
            <a:ext cx="11516232" cy="1629917"/>
            <a:chOff x="153087" y="9614741"/>
            <a:chExt cx="11516232" cy="1629917"/>
          </a:xfrm>
        </p:grpSpPr>
        <p:sp>
          <p:nvSpPr>
            <p:cNvPr id="27549" name="Shape 5">
              <a:extLst>
                <a:ext uri="{FF2B5EF4-FFF2-40B4-BE49-F238E27FC236}">
                  <a16:creationId xmlns:a16="http://schemas.microsoft.com/office/drawing/2014/main" id="{74DC50F7-BDAB-3B97-C5DE-EBF054B550D4}"/>
                </a:ext>
              </a:extLst>
            </p:cNvPr>
            <p:cNvSpPr/>
            <p:nvPr/>
          </p:nvSpPr>
          <p:spPr>
            <a:xfrm>
              <a:off x="153087" y="9614741"/>
              <a:ext cx="3756317" cy="1629917"/>
            </a:xfrm>
            <a:prstGeom prst="roundRect">
              <a:avLst>
                <a:gd name="adj" fmla="val 2774"/>
              </a:avLst>
            </a:prstGeom>
            <a:noFill/>
            <a:ln w="12700">
              <a:solidFill>
                <a:srgbClr val="E5E7EB"/>
              </a:solidFill>
              <a:prstDash val="solid"/>
            </a:ln>
          </p:spPr>
          <p:txBody>
            <a:bodyPr/>
            <a:lstStyle/>
            <a:p>
              <a:endParaRPr lang="en-US"/>
            </a:p>
          </p:txBody>
        </p:sp>
        <p:sp>
          <p:nvSpPr>
            <p:cNvPr id="27550" name="Text 9">
              <a:extLst>
                <a:ext uri="{FF2B5EF4-FFF2-40B4-BE49-F238E27FC236}">
                  <a16:creationId xmlns:a16="http://schemas.microsoft.com/office/drawing/2014/main" id="{7581ED67-F0E1-69A2-A0B2-7F3CD732AF8B}"/>
                </a:ext>
              </a:extLst>
            </p:cNvPr>
            <p:cNvSpPr txBox="1"/>
            <p:nvPr/>
          </p:nvSpPr>
          <p:spPr>
            <a:xfrm>
              <a:off x="281481" y="10279361"/>
              <a:ext cx="3528519" cy="752802"/>
            </a:xfrm>
            <a:prstGeom prst="rect">
              <a:avLst/>
            </a:prstGeom>
            <a:noFill/>
            <a:ln/>
          </p:spPr>
          <p:txBody>
            <a:bodyPr wrap="square" lIns="0" tIns="0" rIns="0" bIns="0" rtlCol="0" anchor="t"/>
            <a:lstStyle/>
            <a:p>
              <a:pPr marL="171450" indent="-171450" defTabSz="914400">
                <a:buClr>
                  <a:srgbClr val="F5375E"/>
                </a:buClr>
                <a:buFont typeface="Wingdings" panose="05000000000000000000" pitchFamily="2" charset="2"/>
                <a:buChar char="§"/>
              </a:pPr>
              <a:r>
                <a:rPr lang="en-US" sz="900" kern="0" dirty="0">
                  <a:solidFill>
                    <a:srgbClr val="4B5563"/>
                  </a:solidFill>
                  <a:latin typeface="STC Forward" panose="00000500000000000000" pitchFamily="2" charset="-78"/>
                  <a:ea typeface="Roboto" pitchFamily="34" charset="-122"/>
                  <a:cs typeface="STC Forward" panose="00000500000000000000" pitchFamily="2" charset="-78"/>
                </a:rPr>
                <a:t>Sector processes updates: As per standard processes approval cycle, the E2E Architecture development and Architecture Alignment processes have been offered in APG for GM level approvals target to close approvals and officially publish the two processes before March 19th.</a:t>
              </a:r>
            </a:p>
          </p:txBody>
        </p:sp>
        <p:cxnSp>
          <p:nvCxnSpPr>
            <p:cNvPr id="27551" name="Straight Connector 27550">
              <a:extLst>
                <a:ext uri="{FF2B5EF4-FFF2-40B4-BE49-F238E27FC236}">
                  <a16:creationId xmlns:a16="http://schemas.microsoft.com/office/drawing/2014/main" id="{2F5E9E70-C2BA-4818-8F56-3387FD360340}"/>
                </a:ext>
              </a:extLst>
            </p:cNvPr>
            <p:cNvCxnSpPr/>
            <p:nvPr/>
          </p:nvCxnSpPr>
          <p:spPr>
            <a:xfrm>
              <a:off x="330353" y="10193963"/>
              <a:ext cx="2212848" cy="0"/>
            </a:xfrm>
            <a:prstGeom prst="line">
              <a:avLst/>
            </a:prstGeom>
            <a:ln>
              <a:solidFill>
                <a:srgbClr val="F5375E"/>
              </a:solidFill>
            </a:ln>
          </p:spPr>
          <p:style>
            <a:lnRef idx="1">
              <a:schemeClr val="accent1"/>
            </a:lnRef>
            <a:fillRef idx="0">
              <a:schemeClr val="accent1"/>
            </a:fillRef>
            <a:effectRef idx="0">
              <a:schemeClr val="accent1"/>
            </a:effectRef>
            <a:fontRef idx="minor">
              <a:schemeClr val="tx1"/>
            </a:fontRef>
          </p:style>
        </p:cxnSp>
        <p:sp>
          <p:nvSpPr>
            <p:cNvPr id="27552" name="Shape 5">
              <a:extLst>
                <a:ext uri="{FF2B5EF4-FFF2-40B4-BE49-F238E27FC236}">
                  <a16:creationId xmlns:a16="http://schemas.microsoft.com/office/drawing/2014/main" id="{0AACC2CE-D4BA-2CC2-83FC-27D15DE32E87}"/>
                </a:ext>
              </a:extLst>
            </p:cNvPr>
            <p:cNvSpPr/>
            <p:nvPr/>
          </p:nvSpPr>
          <p:spPr>
            <a:xfrm>
              <a:off x="4033044" y="9614741"/>
              <a:ext cx="3756317" cy="1629917"/>
            </a:xfrm>
            <a:prstGeom prst="roundRect">
              <a:avLst>
                <a:gd name="adj" fmla="val 2774"/>
              </a:avLst>
            </a:prstGeom>
            <a:noFill/>
            <a:ln w="12700">
              <a:solidFill>
                <a:srgbClr val="E5E7EB"/>
              </a:solidFill>
              <a:prstDash val="solid"/>
            </a:ln>
          </p:spPr>
          <p:txBody>
            <a:bodyPr/>
            <a:lstStyle/>
            <a:p>
              <a:endParaRPr lang="en-US"/>
            </a:p>
          </p:txBody>
        </p:sp>
        <p:sp>
          <p:nvSpPr>
            <p:cNvPr id="27553" name="Text 9">
              <a:extLst>
                <a:ext uri="{FF2B5EF4-FFF2-40B4-BE49-F238E27FC236}">
                  <a16:creationId xmlns:a16="http://schemas.microsoft.com/office/drawing/2014/main" id="{C343E1E0-7AB3-8B80-AA50-525B69ADCB2C}"/>
                </a:ext>
              </a:extLst>
            </p:cNvPr>
            <p:cNvSpPr txBox="1"/>
            <p:nvPr/>
          </p:nvSpPr>
          <p:spPr>
            <a:xfrm>
              <a:off x="4161438" y="10279361"/>
              <a:ext cx="3572862" cy="752802"/>
            </a:xfrm>
            <a:prstGeom prst="rect">
              <a:avLst/>
            </a:prstGeom>
            <a:noFill/>
            <a:ln/>
          </p:spPr>
          <p:txBody>
            <a:bodyPr wrap="square" lIns="0" tIns="0" rIns="0" bIns="0" rtlCol="0" anchor="t"/>
            <a:lstStyle/>
            <a:p>
              <a:pPr marL="171450" indent="-171450" defTabSz="914400">
                <a:buClr>
                  <a:srgbClr val="F5375E"/>
                </a:buClr>
                <a:buFont typeface="Wingdings" panose="05000000000000000000" pitchFamily="2" charset="2"/>
                <a:buChar char="§"/>
              </a:pPr>
              <a:r>
                <a:rPr lang="en-US" sz="800" kern="0" dirty="0">
                  <a:solidFill>
                    <a:srgbClr val="4B5563"/>
                  </a:solidFill>
                  <a:latin typeface="STC Forward" panose="00000500000000000000" pitchFamily="2" charset="-78"/>
                  <a:ea typeface="Roboto" pitchFamily="34" charset="-122"/>
                  <a:cs typeface="STC Forward" panose="00000500000000000000" pitchFamily="2" charset="-78"/>
                </a:rPr>
                <a:t>FTTH Postal Code Area (PCA) classifications, along with ARPU and uptake granularities, have been discussed with the Commercial Unit (CU) and forwarded for their confirmation.</a:t>
              </a:r>
              <a:endParaRPr lang="en-US" sz="800" b="1" kern="0" dirty="0">
                <a:solidFill>
                  <a:srgbClr val="4B5563"/>
                </a:solidFill>
                <a:latin typeface="STC Forward" panose="00000500000000000000" pitchFamily="2" charset="-78"/>
                <a:ea typeface="Roboto" pitchFamily="34" charset="-122"/>
                <a:cs typeface="STC Forward" panose="00000500000000000000" pitchFamily="2" charset="-78"/>
              </a:endParaRPr>
            </a:p>
          </p:txBody>
        </p:sp>
        <p:cxnSp>
          <p:nvCxnSpPr>
            <p:cNvPr id="27554" name="Straight Connector 27553">
              <a:extLst>
                <a:ext uri="{FF2B5EF4-FFF2-40B4-BE49-F238E27FC236}">
                  <a16:creationId xmlns:a16="http://schemas.microsoft.com/office/drawing/2014/main" id="{47F71A58-A410-B068-E3EB-C2036A6B43D0}"/>
                </a:ext>
              </a:extLst>
            </p:cNvPr>
            <p:cNvCxnSpPr/>
            <p:nvPr/>
          </p:nvCxnSpPr>
          <p:spPr>
            <a:xfrm>
              <a:off x="4210310" y="10193963"/>
              <a:ext cx="2212848" cy="0"/>
            </a:xfrm>
            <a:prstGeom prst="line">
              <a:avLst/>
            </a:prstGeom>
            <a:ln>
              <a:solidFill>
                <a:srgbClr val="F5375E"/>
              </a:solidFill>
            </a:ln>
          </p:spPr>
          <p:style>
            <a:lnRef idx="1">
              <a:schemeClr val="accent1"/>
            </a:lnRef>
            <a:fillRef idx="0">
              <a:schemeClr val="accent1"/>
            </a:fillRef>
            <a:effectRef idx="0">
              <a:schemeClr val="accent1"/>
            </a:effectRef>
            <a:fontRef idx="minor">
              <a:schemeClr val="tx1"/>
            </a:fontRef>
          </p:style>
        </p:cxnSp>
        <p:sp>
          <p:nvSpPr>
            <p:cNvPr id="27555" name="Shape 5">
              <a:extLst>
                <a:ext uri="{FF2B5EF4-FFF2-40B4-BE49-F238E27FC236}">
                  <a16:creationId xmlns:a16="http://schemas.microsoft.com/office/drawing/2014/main" id="{8E9C306B-B87E-86DF-88E1-CE5E3DFDB7CF}"/>
                </a:ext>
              </a:extLst>
            </p:cNvPr>
            <p:cNvSpPr/>
            <p:nvPr/>
          </p:nvSpPr>
          <p:spPr>
            <a:xfrm>
              <a:off x="7913002" y="9614741"/>
              <a:ext cx="3756317" cy="1629917"/>
            </a:xfrm>
            <a:prstGeom prst="roundRect">
              <a:avLst>
                <a:gd name="adj" fmla="val 2774"/>
              </a:avLst>
            </a:prstGeom>
            <a:noFill/>
            <a:ln w="12700">
              <a:solidFill>
                <a:srgbClr val="E5E7EB"/>
              </a:solidFill>
              <a:prstDash val="solid"/>
            </a:ln>
          </p:spPr>
          <p:txBody>
            <a:bodyPr/>
            <a:lstStyle/>
            <a:p>
              <a:endParaRPr lang="en-US"/>
            </a:p>
          </p:txBody>
        </p:sp>
        <p:sp>
          <p:nvSpPr>
            <p:cNvPr id="27556" name="Text 9">
              <a:extLst>
                <a:ext uri="{FF2B5EF4-FFF2-40B4-BE49-F238E27FC236}">
                  <a16:creationId xmlns:a16="http://schemas.microsoft.com/office/drawing/2014/main" id="{8F98C425-FD32-F867-4B3F-2288D3F1E6CB}"/>
                </a:ext>
              </a:extLst>
            </p:cNvPr>
            <p:cNvSpPr txBox="1"/>
            <p:nvPr/>
          </p:nvSpPr>
          <p:spPr>
            <a:xfrm>
              <a:off x="8041396" y="10279361"/>
              <a:ext cx="3528519" cy="752802"/>
            </a:xfrm>
            <a:prstGeom prst="rect">
              <a:avLst/>
            </a:prstGeom>
            <a:noFill/>
            <a:ln/>
          </p:spPr>
          <p:txBody>
            <a:bodyPr wrap="square" lIns="0" tIns="0" rIns="0" bIns="0" rtlCol="0" anchor="t"/>
            <a:lstStyle/>
            <a:p>
              <a:pPr marL="171450" indent="-171450" defTabSz="914400">
                <a:buClr>
                  <a:srgbClr val="F5375E"/>
                </a:buClr>
                <a:buFont typeface="Wingdings" panose="05000000000000000000" pitchFamily="2" charset="2"/>
                <a:buChar char="§"/>
                <a:defRPr/>
              </a:pPr>
              <a:r>
                <a:rPr lang="en-US" sz="900" kern="0" dirty="0">
                  <a:solidFill>
                    <a:srgbClr val="4B5563"/>
                  </a:solidFill>
                  <a:latin typeface="STC Forward" panose="00000500000000000000" pitchFamily="2" charset="-78"/>
                  <a:ea typeface="Roboto" pitchFamily="34" charset="-122"/>
                  <a:cs typeface="STC Forward" panose="00000500000000000000" pitchFamily="2" charset="-78"/>
                </a:rPr>
                <a:t>Conducted an awareness session for IoT squared, highlighting emerging IoT technologies and presenting the strategic roadmap for 5G Advanced use cases to drive innovation and operational excellence.</a:t>
              </a:r>
            </a:p>
          </p:txBody>
        </p:sp>
        <p:cxnSp>
          <p:nvCxnSpPr>
            <p:cNvPr id="27557" name="Straight Connector 27556">
              <a:extLst>
                <a:ext uri="{FF2B5EF4-FFF2-40B4-BE49-F238E27FC236}">
                  <a16:creationId xmlns:a16="http://schemas.microsoft.com/office/drawing/2014/main" id="{155CD52E-B0D7-70A1-4CB4-2BE53078DC82}"/>
                </a:ext>
              </a:extLst>
            </p:cNvPr>
            <p:cNvCxnSpPr/>
            <p:nvPr/>
          </p:nvCxnSpPr>
          <p:spPr>
            <a:xfrm>
              <a:off x="8090268" y="10193963"/>
              <a:ext cx="2212848" cy="0"/>
            </a:xfrm>
            <a:prstGeom prst="line">
              <a:avLst/>
            </a:prstGeom>
            <a:ln>
              <a:solidFill>
                <a:srgbClr val="F5375E"/>
              </a:solidFill>
            </a:ln>
          </p:spPr>
          <p:style>
            <a:lnRef idx="1">
              <a:schemeClr val="accent1"/>
            </a:lnRef>
            <a:fillRef idx="0">
              <a:schemeClr val="accent1"/>
            </a:fillRef>
            <a:effectRef idx="0">
              <a:schemeClr val="accent1"/>
            </a:effectRef>
            <a:fontRef idx="minor">
              <a:schemeClr val="tx1"/>
            </a:fontRef>
          </p:style>
        </p:cxnSp>
        <p:sp>
          <p:nvSpPr>
            <p:cNvPr id="27558" name="Shape 7">
              <a:extLst>
                <a:ext uri="{FF2B5EF4-FFF2-40B4-BE49-F238E27FC236}">
                  <a16:creationId xmlns:a16="http://schemas.microsoft.com/office/drawing/2014/main" id="{BE655799-53BD-9F37-1831-050615A83503}"/>
                </a:ext>
              </a:extLst>
            </p:cNvPr>
            <p:cNvSpPr/>
            <p:nvPr/>
          </p:nvSpPr>
          <p:spPr>
            <a:xfrm>
              <a:off x="3621547" y="9674018"/>
              <a:ext cx="207115" cy="267602"/>
            </a:xfrm>
            <a:prstGeom prst="roundRect">
              <a:avLst>
                <a:gd name="adj" fmla="val 73385"/>
              </a:avLst>
            </a:prstGeom>
            <a:solidFill>
              <a:srgbClr val="5C068C"/>
            </a:solidFill>
            <a:ln w="12700">
              <a:solidFill>
                <a:srgbClr val="FFFFFF">
                  <a:alpha val="0"/>
                </a:srgbClr>
              </a:solidFill>
              <a:prstDash val="solid"/>
            </a:ln>
          </p:spPr>
          <p:txBody>
            <a:bodyPr anchor="ctr"/>
            <a:lstStyle/>
            <a:p>
              <a:pPr algn="ctr"/>
              <a:r>
                <a:rPr lang="en-US" sz="1000" b="1" dirty="0">
                  <a:solidFill>
                    <a:schemeClr val="bg1"/>
                  </a:solidFill>
                  <a:latin typeface="STC Forward" panose="00000500000000000000" pitchFamily="2" charset="-78"/>
                  <a:cs typeface="STC Forward" panose="00000500000000000000" pitchFamily="2" charset="-78"/>
                </a:rPr>
                <a:t>7</a:t>
              </a:r>
            </a:p>
          </p:txBody>
        </p:sp>
        <p:sp>
          <p:nvSpPr>
            <p:cNvPr id="27559" name="Shape 7">
              <a:extLst>
                <a:ext uri="{FF2B5EF4-FFF2-40B4-BE49-F238E27FC236}">
                  <a16:creationId xmlns:a16="http://schemas.microsoft.com/office/drawing/2014/main" id="{49B7AF54-46EF-131F-6C8A-2B115442EB42}"/>
                </a:ext>
              </a:extLst>
            </p:cNvPr>
            <p:cNvSpPr/>
            <p:nvPr/>
          </p:nvSpPr>
          <p:spPr>
            <a:xfrm>
              <a:off x="7491491" y="9674018"/>
              <a:ext cx="207115" cy="267602"/>
            </a:xfrm>
            <a:prstGeom prst="roundRect">
              <a:avLst>
                <a:gd name="adj" fmla="val 73385"/>
              </a:avLst>
            </a:prstGeom>
            <a:solidFill>
              <a:srgbClr val="5C068C"/>
            </a:solidFill>
            <a:ln w="12700">
              <a:solidFill>
                <a:srgbClr val="FFFFFF">
                  <a:alpha val="0"/>
                </a:srgbClr>
              </a:solidFill>
              <a:prstDash val="solid"/>
            </a:ln>
          </p:spPr>
          <p:txBody>
            <a:bodyPr anchor="ctr"/>
            <a:lstStyle/>
            <a:p>
              <a:pPr algn="ctr"/>
              <a:r>
                <a:rPr lang="en-US" sz="1000" b="1" dirty="0">
                  <a:solidFill>
                    <a:schemeClr val="bg1"/>
                  </a:solidFill>
                  <a:latin typeface="STC Forward" panose="00000500000000000000" pitchFamily="2" charset="-78"/>
                  <a:cs typeface="STC Forward" panose="00000500000000000000" pitchFamily="2" charset="-78"/>
                </a:rPr>
                <a:t>8</a:t>
              </a:r>
            </a:p>
          </p:txBody>
        </p:sp>
        <p:sp>
          <p:nvSpPr>
            <p:cNvPr id="27560" name="Shape 7">
              <a:extLst>
                <a:ext uri="{FF2B5EF4-FFF2-40B4-BE49-F238E27FC236}">
                  <a16:creationId xmlns:a16="http://schemas.microsoft.com/office/drawing/2014/main" id="{D10E380C-64DE-42D4-AF91-A618F121A503}"/>
                </a:ext>
              </a:extLst>
            </p:cNvPr>
            <p:cNvSpPr/>
            <p:nvPr/>
          </p:nvSpPr>
          <p:spPr>
            <a:xfrm>
              <a:off x="11393514" y="9674018"/>
              <a:ext cx="207115" cy="267602"/>
            </a:xfrm>
            <a:prstGeom prst="roundRect">
              <a:avLst>
                <a:gd name="adj" fmla="val 73385"/>
              </a:avLst>
            </a:prstGeom>
            <a:solidFill>
              <a:srgbClr val="5C068C"/>
            </a:solidFill>
            <a:ln w="12700">
              <a:solidFill>
                <a:srgbClr val="FFFFFF">
                  <a:alpha val="0"/>
                </a:srgbClr>
              </a:solidFill>
              <a:prstDash val="solid"/>
            </a:ln>
          </p:spPr>
          <p:txBody>
            <a:bodyPr anchor="ctr"/>
            <a:lstStyle/>
            <a:p>
              <a:pPr algn="ctr"/>
              <a:r>
                <a:rPr lang="en-US" sz="1000" b="1" dirty="0">
                  <a:solidFill>
                    <a:schemeClr val="bg1"/>
                  </a:solidFill>
                  <a:latin typeface="STC Forward" panose="00000500000000000000" pitchFamily="2" charset="-78"/>
                  <a:cs typeface="STC Forward" panose="00000500000000000000" pitchFamily="2" charset="-78"/>
                </a:rPr>
                <a:t>9</a:t>
              </a:r>
            </a:p>
          </p:txBody>
        </p:sp>
        <p:sp>
          <p:nvSpPr>
            <p:cNvPr id="27561" name="Text 8">
              <a:extLst>
                <a:ext uri="{FF2B5EF4-FFF2-40B4-BE49-F238E27FC236}">
                  <a16:creationId xmlns:a16="http://schemas.microsoft.com/office/drawing/2014/main" id="{0FCCB456-0430-8FBF-E210-F3021C4AEA83}"/>
                </a:ext>
              </a:extLst>
            </p:cNvPr>
            <p:cNvSpPr txBox="1"/>
            <p:nvPr/>
          </p:nvSpPr>
          <p:spPr>
            <a:xfrm>
              <a:off x="330353" y="9913490"/>
              <a:ext cx="3126398" cy="296417"/>
            </a:xfrm>
            <a:prstGeom prst="rect">
              <a:avLst/>
            </a:prstGeom>
            <a:noFill/>
            <a:ln/>
          </p:spPr>
          <p:txBody>
            <a:bodyPr wrap="square" lIns="0" tIns="0" rIns="0" bIns="0" rtlCol="0" anchor="ctr"/>
            <a:lstStyle/>
            <a:p>
              <a:pPr defTabSz="914400">
                <a:defRPr/>
              </a:pPr>
              <a:r>
                <a:rPr lang="en-US" sz="1200" b="1" kern="0" dirty="0">
                  <a:solidFill>
                    <a:srgbClr val="5C068C"/>
                  </a:solidFill>
                  <a:latin typeface="STC Forward" panose="00000500000000000000" pitchFamily="2" charset="-78"/>
                  <a:ea typeface="Montserrat" pitchFamily="34" charset="-122"/>
                  <a:cs typeface="STC Forward" panose="00000500000000000000" pitchFamily="2" charset="-78"/>
                </a:rPr>
                <a:t>Architecture Processes Development</a:t>
              </a:r>
              <a:endParaRPr lang="en-US" sz="1200" kern="0" dirty="0">
                <a:solidFill>
                  <a:srgbClr val="5C068C"/>
                </a:solidFill>
                <a:latin typeface="STC Forward" panose="00000500000000000000" pitchFamily="2" charset="-78"/>
                <a:cs typeface="STC Forward" panose="00000500000000000000" pitchFamily="2" charset="-78"/>
              </a:endParaRPr>
            </a:p>
          </p:txBody>
        </p:sp>
        <p:sp>
          <p:nvSpPr>
            <p:cNvPr id="27562" name="Text 8">
              <a:extLst>
                <a:ext uri="{FF2B5EF4-FFF2-40B4-BE49-F238E27FC236}">
                  <a16:creationId xmlns:a16="http://schemas.microsoft.com/office/drawing/2014/main" id="{BA573A25-25ED-8784-4307-58CEB5BE6F31}"/>
                </a:ext>
              </a:extLst>
            </p:cNvPr>
            <p:cNvSpPr txBox="1"/>
            <p:nvPr/>
          </p:nvSpPr>
          <p:spPr>
            <a:xfrm>
              <a:off x="4210310" y="9920296"/>
              <a:ext cx="3126398" cy="296417"/>
            </a:xfrm>
            <a:prstGeom prst="rect">
              <a:avLst/>
            </a:prstGeom>
            <a:noFill/>
            <a:ln/>
          </p:spPr>
          <p:txBody>
            <a:bodyPr wrap="square" lIns="0" tIns="0" rIns="0" bIns="0" rtlCol="0" anchor="ctr"/>
            <a:lstStyle/>
            <a:p>
              <a:pPr defTabSz="914400"/>
              <a:r>
                <a:rPr lang="en-US" sz="1200" b="1" kern="0" dirty="0">
                  <a:solidFill>
                    <a:srgbClr val="5C068C"/>
                  </a:solidFill>
                  <a:latin typeface="STC Forward" panose="00000500000000000000" pitchFamily="2" charset="-78"/>
                  <a:cs typeface="STC Forward" panose="00000500000000000000" pitchFamily="2" charset="-78"/>
                </a:rPr>
                <a:t>FTTH Fundamental Plan</a:t>
              </a:r>
            </a:p>
          </p:txBody>
        </p:sp>
        <p:sp>
          <p:nvSpPr>
            <p:cNvPr id="27563" name="Text 8">
              <a:extLst>
                <a:ext uri="{FF2B5EF4-FFF2-40B4-BE49-F238E27FC236}">
                  <a16:creationId xmlns:a16="http://schemas.microsoft.com/office/drawing/2014/main" id="{28A43D96-47F0-1060-823F-95574159EE2D}"/>
                </a:ext>
              </a:extLst>
            </p:cNvPr>
            <p:cNvSpPr txBox="1"/>
            <p:nvPr/>
          </p:nvSpPr>
          <p:spPr>
            <a:xfrm>
              <a:off x="8041396" y="9853621"/>
              <a:ext cx="3126398" cy="296417"/>
            </a:xfrm>
            <a:prstGeom prst="rect">
              <a:avLst/>
            </a:prstGeom>
            <a:noFill/>
            <a:ln/>
          </p:spPr>
          <p:txBody>
            <a:bodyPr wrap="square" lIns="0" tIns="0" rIns="0" bIns="0" rtlCol="0" anchor="ctr"/>
            <a:lstStyle/>
            <a:p>
              <a:pPr defTabSz="914400"/>
              <a:r>
                <a:rPr lang="en-US" sz="1200" b="1" kern="0" dirty="0">
                  <a:solidFill>
                    <a:srgbClr val="5C068C"/>
                  </a:solidFill>
                  <a:latin typeface="STC Forward" panose="00000500000000000000" pitchFamily="2" charset="-78"/>
                  <a:cs typeface="STC Forward" panose="00000500000000000000" pitchFamily="2" charset="-78"/>
                </a:rPr>
                <a:t>Corporate Subsidiary Engagement</a:t>
              </a:r>
            </a:p>
          </p:txBody>
        </p:sp>
      </p:grpSp>
      <p:grpSp>
        <p:nvGrpSpPr>
          <p:cNvPr id="27564" name="Group 27563">
            <a:extLst>
              <a:ext uri="{FF2B5EF4-FFF2-40B4-BE49-F238E27FC236}">
                <a16:creationId xmlns:a16="http://schemas.microsoft.com/office/drawing/2014/main" id="{2461A668-DB2D-080B-4B27-3161E1CDEA1F}"/>
              </a:ext>
            </a:extLst>
          </p:cNvPr>
          <p:cNvGrpSpPr/>
          <p:nvPr/>
        </p:nvGrpSpPr>
        <p:grpSpPr>
          <a:xfrm>
            <a:off x="390140" y="13798575"/>
            <a:ext cx="11048695" cy="1476756"/>
            <a:chOff x="390138" y="14160524"/>
            <a:chExt cx="11048695" cy="1476756"/>
          </a:xfrm>
        </p:grpSpPr>
        <p:sp>
          <p:nvSpPr>
            <p:cNvPr id="27565" name="Shape 51">
              <a:extLst>
                <a:ext uri="{FF2B5EF4-FFF2-40B4-BE49-F238E27FC236}">
                  <a16:creationId xmlns:a16="http://schemas.microsoft.com/office/drawing/2014/main" id="{C6AFFC76-E804-6664-1F6F-9136FF0DB0EE}"/>
                </a:ext>
              </a:extLst>
            </p:cNvPr>
            <p:cNvSpPr/>
            <p:nvPr/>
          </p:nvSpPr>
          <p:spPr>
            <a:xfrm>
              <a:off x="390138" y="14160524"/>
              <a:ext cx="11048695" cy="1476756"/>
            </a:xfrm>
            <a:prstGeom prst="roundRect">
              <a:avLst>
                <a:gd name="adj" fmla="val 6392"/>
              </a:avLst>
            </a:prstGeom>
            <a:solidFill>
              <a:schemeClr val="bg1"/>
            </a:solidFill>
            <a:ln w="12700">
              <a:solidFill>
                <a:srgbClr val="FFFFFF">
                  <a:alpha val="10000"/>
                </a:srgbClr>
              </a:solidFill>
              <a:prstDash val="solid"/>
            </a:ln>
          </p:spPr>
          <p:txBody>
            <a:bodyPr/>
            <a:lstStyle/>
            <a:p>
              <a:endParaRPr lang="en-US"/>
            </a:p>
          </p:txBody>
        </p:sp>
        <p:sp>
          <p:nvSpPr>
            <p:cNvPr id="27566" name="Shape 52">
              <a:extLst>
                <a:ext uri="{FF2B5EF4-FFF2-40B4-BE49-F238E27FC236}">
                  <a16:creationId xmlns:a16="http://schemas.microsoft.com/office/drawing/2014/main" id="{6314CC23-DC56-E621-641C-866E70D09879}"/>
                </a:ext>
              </a:extLst>
            </p:cNvPr>
            <p:cNvSpPr/>
            <p:nvPr/>
          </p:nvSpPr>
          <p:spPr>
            <a:xfrm>
              <a:off x="4057796" y="14360778"/>
              <a:ext cx="9144" cy="1076249"/>
            </a:xfrm>
            <a:prstGeom prst="rect">
              <a:avLst/>
            </a:prstGeom>
            <a:solidFill>
              <a:srgbClr val="5C068C"/>
            </a:solidFill>
            <a:ln w="12700">
              <a:solidFill>
                <a:srgbClr val="FFFFFF">
                  <a:alpha val="0"/>
                </a:srgbClr>
              </a:solidFill>
              <a:prstDash val="solid"/>
            </a:ln>
          </p:spPr>
          <p:txBody>
            <a:bodyPr/>
            <a:lstStyle/>
            <a:p>
              <a:endParaRPr lang="en-US"/>
            </a:p>
          </p:txBody>
        </p:sp>
        <p:sp>
          <p:nvSpPr>
            <p:cNvPr id="27567" name="Text 53">
              <a:extLst>
                <a:ext uri="{FF2B5EF4-FFF2-40B4-BE49-F238E27FC236}">
                  <a16:creationId xmlns:a16="http://schemas.microsoft.com/office/drawing/2014/main" id="{FF7F4168-18AC-9A29-2E8A-1B437037EE0D}"/>
                </a:ext>
              </a:extLst>
            </p:cNvPr>
            <p:cNvSpPr txBox="1"/>
            <p:nvPr/>
          </p:nvSpPr>
          <p:spPr>
            <a:xfrm>
              <a:off x="799789" y="14369923"/>
              <a:ext cx="3038784" cy="165228"/>
            </a:xfrm>
            <a:prstGeom prst="rect">
              <a:avLst/>
            </a:prstGeom>
            <a:solidFill>
              <a:schemeClr val="bg1"/>
            </a:solidFill>
            <a:ln/>
          </p:spPr>
          <p:txBody>
            <a:bodyPr wrap="square" lIns="0" tIns="0" rIns="0" bIns="0" rtlCol="0" anchor="ctr"/>
            <a:lstStyle/>
            <a:p>
              <a:pPr defTabSz="914400">
                <a:defRPr/>
              </a:pPr>
              <a:r>
                <a:rPr lang="en-US" sz="1050" b="1" kern="0" dirty="0">
                  <a:solidFill>
                    <a:srgbClr val="5C068C"/>
                  </a:solidFill>
                  <a:latin typeface="STC Forward" panose="00000500000000000000" pitchFamily="2" charset="-78"/>
                  <a:ea typeface="Inter" pitchFamily="34" charset="-122"/>
                  <a:cs typeface="STC Forward" panose="00000500000000000000" pitchFamily="2" charset="-78"/>
                </a:rPr>
                <a:t>Satellite/NTN </a:t>
              </a:r>
              <a:endParaRPr lang="en-US" sz="1050" kern="0" dirty="0">
                <a:solidFill>
                  <a:srgbClr val="5C068C"/>
                </a:solidFill>
                <a:latin typeface="STC Forward" panose="00000500000000000000" pitchFamily="2" charset="-78"/>
                <a:cs typeface="STC Forward" panose="00000500000000000000" pitchFamily="2" charset="-78"/>
              </a:endParaRPr>
            </a:p>
          </p:txBody>
        </p:sp>
        <p:sp>
          <p:nvSpPr>
            <p:cNvPr id="27568" name="Text 54">
              <a:extLst>
                <a:ext uri="{FF2B5EF4-FFF2-40B4-BE49-F238E27FC236}">
                  <a16:creationId xmlns:a16="http://schemas.microsoft.com/office/drawing/2014/main" id="{0836829F-4752-127F-BDAA-57CCBA948EE5}"/>
                </a:ext>
              </a:extLst>
            </p:cNvPr>
            <p:cNvSpPr txBox="1"/>
            <p:nvPr/>
          </p:nvSpPr>
          <p:spPr>
            <a:xfrm>
              <a:off x="590392" y="14689048"/>
              <a:ext cx="3314700" cy="931952"/>
            </a:xfrm>
            <a:prstGeom prst="rect">
              <a:avLst/>
            </a:prstGeom>
            <a:solidFill>
              <a:schemeClr val="bg1"/>
            </a:solidFill>
            <a:ln/>
          </p:spPr>
          <p:txBody>
            <a:bodyPr wrap="square" lIns="0" tIns="0" rIns="0" bIns="0" rtlCol="0" anchor="t"/>
            <a:lstStyle/>
            <a:p>
              <a:pPr marL="171450" indent="-171450" defTabSz="914400">
                <a:buClr>
                  <a:srgbClr val="F5375E"/>
                </a:buClr>
                <a:buFont typeface="Wingdings" panose="05000000000000000000" pitchFamily="2" charset="2"/>
                <a:buChar char="§"/>
                <a:defRPr/>
              </a:pPr>
              <a:r>
                <a:rPr lang="en-US" sz="900" kern="0" dirty="0">
                  <a:solidFill>
                    <a:srgbClr val="4B5563"/>
                  </a:solidFill>
                  <a:latin typeface="STC Forward" panose="00000500000000000000" pitchFamily="2" charset="-78"/>
                  <a:ea typeface="Roboto" pitchFamily="34" charset="-122"/>
                  <a:cs typeface="STC Forward" panose="00000500000000000000" pitchFamily="2" charset="-78"/>
                </a:rPr>
                <a:t>Engaged in technical discussions with DA and TSBA to review OQ’s NB-IoT NTN coverage proposal. Prepared a technical clarification questionnaire for OQ to address proposed options, enabling STC’s comprehensive technical evaluation</a:t>
              </a:r>
            </a:p>
          </p:txBody>
        </p:sp>
        <p:sp>
          <p:nvSpPr>
            <p:cNvPr id="27569" name="Shape 55">
              <a:extLst>
                <a:ext uri="{FF2B5EF4-FFF2-40B4-BE49-F238E27FC236}">
                  <a16:creationId xmlns:a16="http://schemas.microsoft.com/office/drawing/2014/main" id="{5BD453F9-5C32-32C5-ECA0-EDA0ADDB24F5}"/>
                </a:ext>
              </a:extLst>
            </p:cNvPr>
            <p:cNvSpPr/>
            <p:nvPr/>
          </p:nvSpPr>
          <p:spPr>
            <a:xfrm>
              <a:off x="7762945" y="14360778"/>
              <a:ext cx="9144" cy="1076249"/>
            </a:xfrm>
            <a:prstGeom prst="rect">
              <a:avLst/>
            </a:prstGeom>
            <a:solidFill>
              <a:srgbClr val="5C068C"/>
            </a:solidFill>
            <a:ln w="12700">
              <a:solidFill>
                <a:srgbClr val="FFFFFF">
                  <a:alpha val="0"/>
                </a:srgbClr>
              </a:solidFill>
              <a:prstDash val="solid"/>
            </a:ln>
          </p:spPr>
          <p:txBody>
            <a:bodyPr/>
            <a:lstStyle/>
            <a:p>
              <a:endParaRPr lang="en-US"/>
            </a:p>
          </p:txBody>
        </p:sp>
        <p:sp>
          <p:nvSpPr>
            <p:cNvPr id="27570" name="Text 56">
              <a:extLst>
                <a:ext uri="{FF2B5EF4-FFF2-40B4-BE49-F238E27FC236}">
                  <a16:creationId xmlns:a16="http://schemas.microsoft.com/office/drawing/2014/main" id="{385C2DAF-5023-2090-B097-53B9674F2A32}"/>
                </a:ext>
              </a:extLst>
            </p:cNvPr>
            <p:cNvSpPr txBox="1"/>
            <p:nvPr/>
          </p:nvSpPr>
          <p:spPr>
            <a:xfrm>
              <a:off x="4504937" y="14354682"/>
              <a:ext cx="2986553" cy="222378"/>
            </a:xfrm>
            <a:prstGeom prst="rect">
              <a:avLst/>
            </a:prstGeom>
            <a:solidFill>
              <a:schemeClr val="bg1"/>
            </a:solidFill>
            <a:ln/>
          </p:spPr>
          <p:txBody>
            <a:bodyPr wrap="square" lIns="0" tIns="0" rIns="0" bIns="0" rtlCol="0" anchor="ctr"/>
            <a:lstStyle/>
            <a:p>
              <a:pPr defTabSz="914400"/>
              <a:r>
                <a:rPr lang="en-US" sz="1050" b="1" kern="0" dirty="0">
                  <a:solidFill>
                    <a:srgbClr val="5C068C"/>
                  </a:solidFill>
                  <a:latin typeface="STC Forward" panose="00000500000000000000" pitchFamily="2" charset="-78"/>
                  <a:ea typeface="Inter" pitchFamily="34" charset="-122"/>
                  <a:cs typeface="STC Forward" panose="00000500000000000000" pitchFamily="2" charset="-78"/>
                </a:rPr>
                <a:t>S2B</a:t>
              </a:r>
            </a:p>
          </p:txBody>
        </p:sp>
        <p:sp>
          <p:nvSpPr>
            <p:cNvPr id="27571" name="Text 57">
              <a:extLst>
                <a:ext uri="{FF2B5EF4-FFF2-40B4-BE49-F238E27FC236}">
                  <a16:creationId xmlns:a16="http://schemas.microsoft.com/office/drawing/2014/main" id="{0770910C-3963-50D2-1475-33B778E8DF1D}"/>
                </a:ext>
              </a:extLst>
            </p:cNvPr>
            <p:cNvSpPr txBox="1"/>
            <p:nvPr/>
          </p:nvSpPr>
          <p:spPr>
            <a:xfrm>
              <a:off x="4295540" y="14689048"/>
              <a:ext cx="3314700" cy="880516"/>
            </a:xfrm>
            <a:prstGeom prst="rect">
              <a:avLst/>
            </a:prstGeom>
            <a:solidFill>
              <a:schemeClr val="bg1"/>
            </a:solidFill>
            <a:ln/>
          </p:spPr>
          <p:txBody>
            <a:bodyPr wrap="square" lIns="0" tIns="0" rIns="0" bIns="0" rtlCol="0" anchor="t"/>
            <a:lstStyle/>
            <a:p>
              <a:pPr marL="171450" indent="-171450" defTabSz="914400">
                <a:buClr>
                  <a:srgbClr val="F5375E"/>
                </a:buClr>
                <a:buFont typeface="Wingdings" panose="05000000000000000000" pitchFamily="2" charset="2"/>
                <a:buChar char="§"/>
                <a:defRPr/>
              </a:pPr>
              <a:r>
                <a:rPr lang="en-US" sz="900" kern="0" dirty="0">
                  <a:solidFill>
                    <a:srgbClr val="4B5563"/>
                  </a:solidFill>
                  <a:latin typeface="STC Forward" panose="00000500000000000000" pitchFamily="2" charset="-78"/>
                  <a:ea typeface="Roboto" pitchFamily="34" charset="-122"/>
                  <a:cs typeface="STC Forward" panose="00000500000000000000" pitchFamily="2" charset="-78"/>
                </a:rPr>
                <a:t>Final Infra demands prioritization has been completed and shared by Technology Excellence and Control (TEC) without incorporating all TSA perspectives.</a:t>
              </a:r>
            </a:p>
          </p:txBody>
        </p:sp>
        <p:sp>
          <p:nvSpPr>
            <p:cNvPr id="27572" name="Text 58">
              <a:extLst>
                <a:ext uri="{FF2B5EF4-FFF2-40B4-BE49-F238E27FC236}">
                  <a16:creationId xmlns:a16="http://schemas.microsoft.com/office/drawing/2014/main" id="{1832FA37-739F-51BF-36EB-A37EF3568CCB}"/>
                </a:ext>
              </a:extLst>
            </p:cNvPr>
            <p:cNvSpPr txBox="1"/>
            <p:nvPr/>
          </p:nvSpPr>
          <p:spPr>
            <a:xfrm>
              <a:off x="8210087" y="14369922"/>
              <a:ext cx="2248361" cy="184278"/>
            </a:xfrm>
            <a:prstGeom prst="rect">
              <a:avLst/>
            </a:prstGeom>
            <a:solidFill>
              <a:schemeClr val="bg1"/>
            </a:solidFill>
            <a:ln/>
          </p:spPr>
          <p:txBody>
            <a:bodyPr wrap="square" lIns="0" tIns="0" rIns="0" bIns="0" rtlCol="0" anchor="ctr"/>
            <a:lstStyle/>
            <a:p>
              <a:pPr defTabSz="914400">
                <a:defRPr/>
              </a:pPr>
              <a:r>
                <a:rPr lang="en-US" sz="1050" b="1" kern="0" dirty="0">
                  <a:solidFill>
                    <a:srgbClr val="5C068C"/>
                  </a:solidFill>
                  <a:latin typeface="STC Forward" panose="00000500000000000000" pitchFamily="2" charset="-78"/>
                  <a:ea typeface="Inter" pitchFamily="34" charset="-122"/>
                  <a:cs typeface="STC Forward" panose="00000500000000000000" pitchFamily="2" charset="-78"/>
                </a:rPr>
                <a:t>DR and Resiliency</a:t>
              </a:r>
            </a:p>
          </p:txBody>
        </p:sp>
        <p:sp>
          <p:nvSpPr>
            <p:cNvPr id="27573" name="Text 59">
              <a:extLst>
                <a:ext uri="{FF2B5EF4-FFF2-40B4-BE49-F238E27FC236}">
                  <a16:creationId xmlns:a16="http://schemas.microsoft.com/office/drawing/2014/main" id="{782EAF77-FA6A-4689-6786-802ED1F63B49}"/>
                </a:ext>
              </a:extLst>
            </p:cNvPr>
            <p:cNvSpPr txBox="1"/>
            <p:nvPr/>
          </p:nvSpPr>
          <p:spPr>
            <a:xfrm>
              <a:off x="8000689" y="14689048"/>
              <a:ext cx="3314700" cy="562356"/>
            </a:xfrm>
            <a:prstGeom prst="rect">
              <a:avLst/>
            </a:prstGeom>
            <a:solidFill>
              <a:schemeClr val="bg1"/>
            </a:solidFill>
            <a:ln/>
          </p:spPr>
          <p:txBody>
            <a:bodyPr wrap="square" lIns="0" tIns="0" rIns="0" bIns="0" rtlCol="0" anchor="t"/>
            <a:lstStyle/>
            <a:p>
              <a:pPr marL="171450" indent="-171450" defTabSz="914400">
                <a:buClr>
                  <a:srgbClr val="F5375E"/>
                </a:buClr>
                <a:buFont typeface="Wingdings" panose="05000000000000000000" pitchFamily="2" charset="2"/>
                <a:buChar char="§"/>
                <a:defRPr/>
              </a:pPr>
              <a:r>
                <a:rPr lang="en-US" sz="900" kern="0" dirty="0">
                  <a:solidFill>
                    <a:srgbClr val="4B5563"/>
                  </a:solidFill>
                  <a:latin typeface="STC Forward" panose="00000500000000000000" pitchFamily="2" charset="-78"/>
                  <a:ea typeface="Roboto" pitchFamily="34" charset="-122"/>
                  <a:cs typeface="STC Forward" panose="00000500000000000000" pitchFamily="2" charset="-78"/>
                </a:rPr>
                <a:t>The Disaster Recovery (DR) Architecture has been updated with the INFRA proposal and presented to SEA Top Management. We are currently awaiting their key review and feedback.</a:t>
              </a:r>
            </a:p>
          </p:txBody>
        </p:sp>
        <p:pic>
          <p:nvPicPr>
            <p:cNvPr id="27574" name="Picture 4">
              <a:extLst>
                <a:ext uri="{FF2B5EF4-FFF2-40B4-BE49-F238E27FC236}">
                  <a16:creationId xmlns:a16="http://schemas.microsoft.com/office/drawing/2014/main" id="{191FB7DE-C437-8324-6B60-B65B8CABE41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2265" y="14372442"/>
              <a:ext cx="183116" cy="181052"/>
            </a:xfrm>
            <a:prstGeom prst="rect">
              <a:avLst/>
            </a:prstGeom>
            <a:noFill/>
            <a:extLst>
              <a:ext uri="{909E8E84-426E-40DD-AFC4-6F175D3DCCD1}">
                <a14:hiddenFill xmlns:a14="http://schemas.microsoft.com/office/drawing/2010/main">
                  <a:solidFill>
                    <a:srgbClr val="FFFFFF"/>
                  </a:solidFill>
                </a14:hiddenFill>
              </a:ext>
            </a:extLst>
          </p:spPr>
        </p:pic>
        <p:pic>
          <p:nvPicPr>
            <p:cNvPr id="27575" name="Picture 4">
              <a:extLst>
                <a:ext uri="{FF2B5EF4-FFF2-40B4-BE49-F238E27FC236}">
                  <a16:creationId xmlns:a16="http://schemas.microsoft.com/office/drawing/2014/main" id="{C2F26D4C-5D45-B115-D696-447FAE73B5B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24889" y="14372442"/>
              <a:ext cx="183116" cy="181052"/>
            </a:xfrm>
            <a:prstGeom prst="rect">
              <a:avLst/>
            </a:prstGeom>
            <a:noFill/>
            <a:extLst>
              <a:ext uri="{909E8E84-426E-40DD-AFC4-6F175D3DCCD1}">
                <a14:hiddenFill xmlns:a14="http://schemas.microsoft.com/office/drawing/2010/main">
                  <a:solidFill>
                    <a:srgbClr val="FFFFFF"/>
                  </a:solidFill>
                </a14:hiddenFill>
              </a:ext>
            </a:extLst>
          </p:spPr>
        </p:pic>
        <p:pic>
          <p:nvPicPr>
            <p:cNvPr id="27576" name="Picture 4">
              <a:extLst>
                <a:ext uri="{FF2B5EF4-FFF2-40B4-BE49-F238E27FC236}">
                  <a16:creationId xmlns:a16="http://schemas.microsoft.com/office/drawing/2014/main" id="{452195B5-08F8-53E4-A852-B692DA894F5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49838" y="14372442"/>
              <a:ext cx="183116" cy="18105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7577" name="Group 27576">
            <a:extLst>
              <a:ext uri="{FF2B5EF4-FFF2-40B4-BE49-F238E27FC236}">
                <a16:creationId xmlns:a16="http://schemas.microsoft.com/office/drawing/2014/main" id="{C9BDAB8C-F999-F4EB-791E-05BE567256A7}"/>
              </a:ext>
            </a:extLst>
          </p:cNvPr>
          <p:cNvGrpSpPr/>
          <p:nvPr/>
        </p:nvGrpSpPr>
        <p:grpSpPr>
          <a:xfrm>
            <a:off x="390140" y="15489957"/>
            <a:ext cx="11048695" cy="1476756"/>
            <a:chOff x="390138" y="15706207"/>
            <a:chExt cx="11048695" cy="1476756"/>
          </a:xfrm>
        </p:grpSpPr>
        <p:sp>
          <p:nvSpPr>
            <p:cNvPr id="27578" name="Shape 51">
              <a:extLst>
                <a:ext uri="{FF2B5EF4-FFF2-40B4-BE49-F238E27FC236}">
                  <a16:creationId xmlns:a16="http://schemas.microsoft.com/office/drawing/2014/main" id="{6324261E-9028-B601-AFB5-FF5AB0AF710B}"/>
                </a:ext>
              </a:extLst>
            </p:cNvPr>
            <p:cNvSpPr/>
            <p:nvPr/>
          </p:nvSpPr>
          <p:spPr>
            <a:xfrm>
              <a:off x="390138" y="15706207"/>
              <a:ext cx="11048695" cy="1476756"/>
            </a:xfrm>
            <a:prstGeom prst="roundRect">
              <a:avLst>
                <a:gd name="adj" fmla="val 6392"/>
              </a:avLst>
            </a:prstGeom>
            <a:solidFill>
              <a:schemeClr val="bg1"/>
            </a:solidFill>
            <a:ln w="12700">
              <a:solidFill>
                <a:srgbClr val="FFFFFF">
                  <a:alpha val="10000"/>
                </a:srgbClr>
              </a:solidFill>
              <a:prstDash val="solid"/>
            </a:ln>
          </p:spPr>
          <p:txBody>
            <a:bodyPr/>
            <a:lstStyle/>
            <a:p>
              <a:endParaRPr lang="en-US"/>
            </a:p>
          </p:txBody>
        </p:sp>
        <p:sp>
          <p:nvSpPr>
            <p:cNvPr id="27579" name="Shape 52">
              <a:extLst>
                <a:ext uri="{FF2B5EF4-FFF2-40B4-BE49-F238E27FC236}">
                  <a16:creationId xmlns:a16="http://schemas.microsoft.com/office/drawing/2014/main" id="{611760F1-EAC8-7806-0F8D-BD37AA708F0A}"/>
                </a:ext>
              </a:extLst>
            </p:cNvPr>
            <p:cNvSpPr/>
            <p:nvPr/>
          </p:nvSpPr>
          <p:spPr>
            <a:xfrm>
              <a:off x="4057796" y="15906461"/>
              <a:ext cx="9144" cy="1076249"/>
            </a:xfrm>
            <a:prstGeom prst="rect">
              <a:avLst/>
            </a:prstGeom>
            <a:solidFill>
              <a:srgbClr val="5C068C"/>
            </a:solidFill>
            <a:ln w="12700">
              <a:solidFill>
                <a:srgbClr val="FFFFFF">
                  <a:alpha val="0"/>
                </a:srgbClr>
              </a:solidFill>
              <a:prstDash val="solid"/>
            </a:ln>
          </p:spPr>
          <p:txBody>
            <a:bodyPr/>
            <a:lstStyle/>
            <a:p>
              <a:endParaRPr lang="en-US"/>
            </a:p>
          </p:txBody>
        </p:sp>
        <p:sp>
          <p:nvSpPr>
            <p:cNvPr id="27580" name="Text 53">
              <a:extLst>
                <a:ext uri="{FF2B5EF4-FFF2-40B4-BE49-F238E27FC236}">
                  <a16:creationId xmlns:a16="http://schemas.microsoft.com/office/drawing/2014/main" id="{250FD3D2-6BBF-F345-8B02-1173FE6422B7}"/>
                </a:ext>
              </a:extLst>
            </p:cNvPr>
            <p:cNvSpPr txBox="1"/>
            <p:nvPr/>
          </p:nvSpPr>
          <p:spPr>
            <a:xfrm>
              <a:off x="799789" y="15915605"/>
              <a:ext cx="2821758" cy="218015"/>
            </a:xfrm>
            <a:prstGeom prst="rect">
              <a:avLst/>
            </a:prstGeom>
            <a:solidFill>
              <a:schemeClr val="bg1"/>
            </a:solidFill>
            <a:ln/>
          </p:spPr>
          <p:txBody>
            <a:bodyPr wrap="square" lIns="0" tIns="0" rIns="0" bIns="0" rtlCol="0" anchor="ctr"/>
            <a:lstStyle/>
            <a:p>
              <a:pPr defTabSz="914400">
                <a:defRPr/>
              </a:pPr>
              <a:r>
                <a:rPr lang="en-US" sz="1050" b="1" kern="0" dirty="0">
                  <a:solidFill>
                    <a:srgbClr val="5C068C"/>
                  </a:solidFill>
                  <a:latin typeface="STC Forward" panose="00000500000000000000" pitchFamily="2" charset="-78"/>
                  <a:ea typeface="Inter" pitchFamily="34" charset="-122"/>
                  <a:cs typeface="STC Forward" panose="00000500000000000000" pitchFamily="2" charset="-78"/>
                </a:rPr>
                <a:t>IA vacancies (FTEs, MSPs) Recruiting</a:t>
              </a:r>
              <a:endParaRPr lang="en-US" sz="1050" kern="0" dirty="0">
                <a:solidFill>
                  <a:srgbClr val="5C068C"/>
                </a:solidFill>
                <a:latin typeface="STC Forward" panose="00000500000000000000" pitchFamily="2" charset="-78"/>
                <a:cs typeface="STC Forward" panose="00000500000000000000" pitchFamily="2" charset="-78"/>
              </a:endParaRPr>
            </a:p>
          </p:txBody>
        </p:sp>
        <p:sp>
          <p:nvSpPr>
            <p:cNvPr id="27581" name="Text 54">
              <a:extLst>
                <a:ext uri="{FF2B5EF4-FFF2-40B4-BE49-F238E27FC236}">
                  <a16:creationId xmlns:a16="http://schemas.microsoft.com/office/drawing/2014/main" id="{059EE82B-D37F-EE0B-3B10-EAA4D1B0B082}"/>
                </a:ext>
              </a:extLst>
            </p:cNvPr>
            <p:cNvSpPr txBox="1"/>
            <p:nvPr/>
          </p:nvSpPr>
          <p:spPr>
            <a:xfrm>
              <a:off x="590392" y="16234731"/>
              <a:ext cx="3314700" cy="743407"/>
            </a:xfrm>
            <a:prstGeom prst="rect">
              <a:avLst/>
            </a:prstGeom>
            <a:solidFill>
              <a:schemeClr val="bg1"/>
            </a:solidFill>
            <a:ln/>
          </p:spPr>
          <p:txBody>
            <a:bodyPr wrap="square" lIns="0" tIns="0" rIns="0" bIns="0" rtlCol="0" anchor="t"/>
            <a:lstStyle/>
            <a:p>
              <a:pPr marL="171450" indent="-171450" defTabSz="914400">
                <a:buClr>
                  <a:srgbClr val="F5375E"/>
                </a:buClr>
                <a:buFont typeface="Wingdings" panose="05000000000000000000" pitchFamily="2" charset="2"/>
                <a:buChar char="§"/>
                <a:defRPr/>
              </a:pPr>
              <a:r>
                <a:rPr lang="en-US" sz="900" b="1" kern="0" dirty="0">
                  <a:solidFill>
                    <a:srgbClr val="4B5563"/>
                  </a:solidFill>
                  <a:latin typeface="STC Forward" panose="00000500000000000000" pitchFamily="2" charset="-78"/>
                  <a:ea typeface="Roboto" pitchFamily="34" charset="-122"/>
                  <a:cs typeface="STC Forward" panose="00000500000000000000" pitchFamily="2" charset="-78"/>
                </a:rPr>
                <a:t>Core and Cloud: </a:t>
              </a:r>
              <a:r>
                <a:rPr lang="en-US" sz="900" kern="0" dirty="0">
                  <a:solidFill>
                    <a:srgbClr val="4B5563"/>
                  </a:solidFill>
                  <a:latin typeface="STC Forward" panose="00000500000000000000" pitchFamily="2" charset="-78"/>
                  <a:ea typeface="Roboto" pitchFamily="34" charset="-122"/>
                  <a:cs typeface="STC Forward" panose="00000500000000000000" pitchFamily="2" charset="-78"/>
                </a:rPr>
                <a:t>The second round of interviews with shortlisted candidates has commenced and is scheduled to conclude by March 12th. Final results will be shared with management next week to determine subsequent steps.</a:t>
              </a:r>
            </a:p>
          </p:txBody>
        </p:sp>
        <p:sp>
          <p:nvSpPr>
            <p:cNvPr id="27582" name="Shape 55">
              <a:extLst>
                <a:ext uri="{FF2B5EF4-FFF2-40B4-BE49-F238E27FC236}">
                  <a16:creationId xmlns:a16="http://schemas.microsoft.com/office/drawing/2014/main" id="{30FE301E-DA24-E515-32EB-13DA8D3E7BE6}"/>
                </a:ext>
              </a:extLst>
            </p:cNvPr>
            <p:cNvSpPr/>
            <p:nvPr/>
          </p:nvSpPr>
          <p:spPr>
            <a:xfrm>
              <a:off x="7762945" y="15906461"/>
              <a:ext cx="9144" cy="1076249"/>
            </a:xfrm>
            <a:prstGeom prst="rect">
              <a:avLst/>
            </a:prstGeom>
            <a:solidFill>
              <a:srgbClr val="5C068C"/>
            </a:solidFill>
            <a:ln w="12700">
              <a:solidFill>
                <a:srgbClr val="FFFFFF">
                  <a:alpha val="0"/>
                </a:srgbClr>
              </a:solidFill>
              <a:prstDash val="solid"/>
            </a:ln>
          </p:spPr>
          <p:txBody>
            <a:bodyPr/>
            <a:lstStyle/>
            <a:p>
              <a:endParaRPr lang="en-US"/>
            </a:p>
          </p:txBody>
        </p:sp>
        <p:sp>
          <p:nvSpPr>
            <p:cNvPr id="27583" name="Text 56">
              <a:extLst>
                <a:ext uri="{FF2B5EF4-FFF2-40B4-BE49-F238E27FC236}">
                  <a16:creationId xmlns:a16="http://schemas.microsoft.com/office/drawing/2014/main" id="{133A1DA7-B5EC-09DD-C992-1F5AC0C19615}"/>
                </a:ext>
              </a:extLst>
            </p:cNvPr>
            <p:cNvSpPr txBox="1"/>
            <p:nvPr/>
          </p:nvSpPr>
          <p:spPr>
            <a:xfrm>
              <a:off x="4504938" y="15915605"/>
              <a:ext cx="1281074" cy="181051"/>
            </a:xfrm>
            <a:prstGeom prst="rect">
              <a:avLst/>
            </a:prstGeom>
            <a:solidFill>
              <a:schemeClr val="bg1"/>
            </a:solidFill>
            <a:ln/>
          </p:spPr>
          <p:txBody>
            <a:bodyPr wrap="square" lIns="0" tIns="0" rIns="0" bIns="0" rtlCol="0" anchor="ctr"/>
            <a:lstStyle/>
            <a:p>
              <a:pPr defTabSz="914400"/>
              <a:r>
                <a:rPr lang="en-US" sz="1050" b="1" kern="0" dirty="0">
                  <a:solidFill>
                    <a:srgbClr val="5C068C"/>
                  </a:solidFill>
                  <a:latin typeface="STC Forward" panose="00000500000000000000" pitchFamily="2" charset="-78"/>
                  <a:ea typeface="Inter" pitchFamily="34" charset="-122"/>
                  <a:cs typeface="STC Forward" panose="00000500000000000000" pitchFamily="2" charset="-78"/>
                </a:rPr>
                <a:t>ERM Engagement</a:t>
              </a:r>
            </a:p>
          </p:txBody>
        </p:sp>
        <p:sp>
          <p:nvSpPr>
            <p:cNvPr id="27584" name="Text 57">
              <a:extLst>
                <a:ext uri="{FF2B5EF4-FFF2-40B4-BE49-F238E27FC236}">
                  <a16:creationId xmlns:a16="http://schemas.microsoft.com/office/drawing/2014/main" id="{8C6DC61C-AE45-16F5-0F3D-084DE74AC344}"/>
                </a:ext>
              </a:extLst>
            </p:cNvPr>
            <p:cNvSpPr txBox="1"/>
            <p:nvPr/>
          </p:nvSpPr>
          <p:spPr>
            <a:xfrm>
              <a:off x="4295540" y="16234731"/>
              <a:ext cx="3314700" cy="562356"/>
            </a:xfrm>
            <a:prstGeom prst="rect">
              <a:avLst/>
            </a:prstGeom>
            <a:solidFill>
              <a:schemeClr val="bg1"/>
            </a:solidFill>
            <a:ln/>
          </p:spPr>
          <p:txBody>
            <a:bodyPr wrap="square" lIns="0" tIns="0" rIns="0" bIns="0" rtlCol="0" anchor="t"/>
            <a:lstStyle/>
            <a:p>
              <a:pPr marL="171450" indent="-171450" defTabSz="914400">
                <a:buClr>
                  <a:srgbClr val="F5375E"/>
                </a:buClr>
                <a:buFont typeface="Wingdings" panose="05000000000000000000" pitchFamily="2" charset="2"/>
                <a:buChar char="§"/>
                <a:defRPr/>
              </a:pPr>
              <a:r>
                <a:rPr lang="en-US" sz="900" kern="0" dirty="0">
                  <a:solidFill>
                    <a:srgbClr val="4B5563"/>
                  </a:solidFill>
                  <a:latin typeface="STC Forward" panose="00000500000000000000" pitchFamily="2" charset="-78"/>
                  <a:ea typeface="Roboto" pitchFamily="34" charset="-122"/>
                  <a:cs typeface="STC Forward" panose="00000500000000000000" pitchFamily="2" charset="-78"/>
                </a:rPr>
                <a:t>Aligned risk management controls with Enterprise Risk Management (ERM) for eight out of nine risks assigned to Infrastructure Architecture (IA).</a:t>
              </a:r>
            </a:p>
          </p:txBody>
        </p:sp>
        <p:sp>
          <p:nvSpPr>
            <p:cNvPr id="27585" name="Text 58">
              <a:extLst>
                <a:ext uri="{FF2B5EF4-FFF2-40B4-BE49-F238E27FC236}">
                  <a16:creationId xmlns:a16="http://schemas.microsoft.com/office/drawing/2014/main" id="{AD694F65-89C7-7D91-FC06-A8EBDCD0DACE}"/>
                </a:ext>
              </a:extLst>
            </p:cNvPr>
            <p:cNvSpPr txBox="1"/>
            <p:nvPr/>
          </p:nvSpPr>
          <p:spPr>
            <a:xfrm>
              <a:off x="8210087" y="15915606"/>
              <a:ext cx="2353136" cy="170694"/>
            </a:xfrm>
            <a:prstGeom prst="rect">
              <a:avLst/>
            </a:prstGeom>
            <a:solidFill>
              <a:schemeClr val="bg1"/>
            </a:solidFill>
            <a:ln/>
          </p:spPr>
          <p:txBody>
            <a:bodyPr wrap="square" lIns="0" tIns="0" rIns="0" bIns="0" rtlCol="0" anchor="ctr"/>
            <a:lstStyle/>
            <a:p>
              <a:pPr defTabSz="914400">
                <a:defRPr/>
              </a:pPr>
              <a:r>
                <a:rPr lang="en-US" sz="1050" b="1" kern="0" dirty="0">
                  <a:solidFill>
                    <a:srgbClr val="5C068C"/>
                  </a:solidFill>
                  <a:latin typeface="STC Forward" panose="00000500000000000000" pitchFamily="2" charset="-78"/>
                  <a:ea typeface="Inter" pitchFamily="34" charset="-122"/>
                  <a:cs typeface="STC Forward" panose="00000500000000000000" pitchFamily="2" charset="-78"/>
                </a:rPr>
                <a:t>Reporting &amp; Executive Visibility</a:t>
              </a:r>
            </a:p>
          </p:txBody>
        </p:sp>
        <p:sp>
          <p:nvSpPr>
            <p:cNvPr id="27586" name="Text 59">
              <a:extLst>
                <a:ext uri="{FF2B5EF4-FFF2-40B4-BE49-F238E27FC236}">
                  <a16:creationId xmlns:a16="http://schemas.microsoft.com/office/drawing/2014/main" id="{D4CB3364-80F6-2F95-6855-1F5FF9D7C8A7}"/>
                </a:ext>
              </a:extLst>
            </p:cNvPr>
            <p:cNvSpPr txBox="1"/>
            <p:nvPr/>
          </p:nvSpPr>
          <p:spPr>
            <a:xfrm>
              <a:off x="8000689" y="16234730"/>
              <a:ext cx="3429310" cy="808669"/>
            </a:xfrm>
            <a:prstGeom prst="rect">
              <a:avLst/>
            </a:prstGeom>
            <a:noFill/>
            <a:ln/>
          </p:spPr>
          <p:txBody>
            <a:bodyPr wrap="square" lIns="0" tIns="0" rIns="0" bIns="0" rtlCol="0" anchor="t"/>
            <a:lstStyle/>
            <a:p>
              <a:pPr marL="171450" indent="-171450" defTabSz="914400">
                <a:buClr>
                  <a:srgbClr val="F5375E"/>
                </a:buClr>
                <a:buFont typeface="Wingdings" panose="05000000000000000000" pitchFamily="2" charset="2"/>
                <a:buChar char="§"/>
                <a:defRPr/>
              </a:pPr>
              <a:r>
                <a:rPr lang="en-US" sz="900" kern="0" dirty="0">
                  <a:solidFill>
                    <a:srgbClr val="4B5563"/>
                  </a:solidFill>
                  <a:latin typeface="STC Forward" panose="00000500000000000000" pitchFamily="2" charset="-78"/>
                  <a:ea typeface="Roboto" pitchFamily="34" charset="-122"/>
                  <a:cs typeface="STC Forward" panose="00000500000000000000" pitchFamily="2" charset="-78"/>
                </a:rPr>
                <a:t>Executive (Monthly) Dashboard design and reviews collating TAG main functions</a:t>
              </a:r>
            </a:p>
            <a:p>
              <a:pPr marL="171450" indent="-171450" defTabSz="914400">
                <a:buClr>
                  <a:srgbClr val="F5375E"/>
                </a:buClr>
                <a:buFont typeface="Wingdings" panose="05000000000000000000" pitchFamily="2" charset="2"/>
                <a:buChar char="§"/>
                <a:defRPr/>
              </a:pPr>
              <a:endParaRPr lang="en-US" sz="900" kern="0" dirty="0">
                <a:solidFill>
                  <a:srgbClr val="4B5563"/>
                </a:solidFill>
                <a:latin typeface="STC Forward" panose="00000500000000000000" pitchFamily="2" charset="-78"/>
                <a:ea typeface="Roboto" pitchFamily="34" charset="-122"/>
                <a:cs typeface="STC Forward" panose="00000500000000000000" pitchFamily="2" charset="-78"/>
              </a:endParaRPr>
            </a:p>
            <a:p>
              <a:pPr marL="171450" indent="-171450" defTabSz="914400">
                <a:buClr>
                  <a:srgbClr val="F5375E"/>
                </a:buClr>
                <a:buFont typeface="Wingdings" panose="05000000000000000000" pitchFamily="2" charset="2"/>
                <a:buChar char="§"/>
                <a:defRPr/>
              </a:pPr>
              <a:r>
                <a:rPr lang="en-US" sz="900" kern="0" dirty="0">
                  <a:solidFill>
                    <a:srgbClr val="4B5563"/>
                  </a:solidFill>
                  <a:latin typeface="STC Forward" panose="00000500000000000000" pitchFamily="2" charset="-78"/>
                  <a:ea typeface="Roboto" pitchFamily="34" charset="-122"/>
                  <a:cs typeface="STC Forward" panose="00000500000000000000" pitchFamily="2" charset="-78"/>
                </a:rPr>
                <a:t>ARB reporting automation in progress. </a:t>
              </a:r>
            </a:p>
          </p:txBody>
        </p:sp>
        <p:pic>
          <p:nvPicPr>
            <p:cNvPr id="27587" name="Picture 4">
              <a:extLst>
                <a:ext uri="{FF2B5EF4-FFF2-40B4-BE49-F238E27FC236}">
                  <a16:creationId xmlns:a16="http://schemas.microsoft.com/office/drawing/2014/main" id="{153F1FA7-6933-5348-46AD-E478B049154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2265" y="15925204"/>
              <a:ext cx="183116" cy="181052"/>
            </a:xfrm>
            <a:prstGeom prst="rect">
              <a:avLst/>
            </a:prstGeom>
            <a:noFill/>
            <a:extLst>
              <a:ext uri="{909E8E84-426E-40DD-AFC4-6F175D3DCCD1}">
                <a14:hiddenFill xmlns:a14="http://schemas.microsoft.com/office/drawing/2010/main">
                  <a:solidFill>
                    <a:srgbClr val="FFFFFF"/>
                  </a:solidFill>
                </a14:hiddenFill>
              </a:ext>
            </a:extLst>
          </p:spPr>
        </p:pic>
        <p:pic>
          <p:nvPicPr>
            <p:cNvPr id="27588" name="Picture 4">
              <a:extLst>
                <a:ext uri="{FF2B5EF4-FFF2-40B4-BE49-F238E27FC236}">
                  <a16:creationId xmlns:a16="http://schemas.microsoft.com/office/drawing/2014/main" id="{04CB5540-EB6A-047A-E6F0-1A0A0F7A373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24889" y="15925204"/>
              <a:ext cx="183116" cy="181052"/>
            </a:xfrm>
            <a:prstGeom prst="rect">
              <a:avLst/>
            </a:prstGeom>
            <a:noFill/>
            <a:extLst>
              <a:ext uri="{909E8E84-426E-40DD-AFC4-6F175D3DCCD1}">
                <a14:hiddenFill xmlns:a14="http://schemas.microsoft.com/office/drawing/2010/main">
                  <a:solidFill>
                    <a:srgbClr val="FFFFFF"/>
                  </a:solidFill>
                </a14:hiddenFill>
              </a:ext>
            </a:extLst>
          </p:spPr>
        </p:pic>
        <p:pic>
          <p:nvPicPr>
            <p:cNvPr id="27589" name="Picture 4">
              <a:extLst>
                <a:ext uri="{FF2B5EF4-FFF2-40B4-BE49-F238E27FC236}">
                  <a16:creationId xmlns:a16="http://schemas.microsoft.com/office/drawing/2014/main" id="{E795359D-6224-D941-F50F-46106F7C357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49838" y="15925204"/>
              <a:ext cx="183116" cy="181052"/>
            </a:xfrm>
            <a:prstGeom prst="rect">
              <a:avLst/>
            </a:prstGeom>
            <a:noFill/>
            <a:extLst>
              <a:ext uri="{909E8E84-426E-40DD-AFC4-6F175D3DCCD1}">
                <a14:hiddenFill xmlns:a14="http://schemas.microsoft.com/office/drawing/2010/main">
                  <a:solidFill>
                    <a:srgbClr val="FFFFFF"/>
                  </a:solidFill>
                </a14:hiddenFill>
              </a:ext>
            </a:extLst>
          </p:spPr>
        </p:pic>
      </p:grpSp>
      <p:pic>
        <p:nvPicPr>
          <p:cNvPr id="27593" name="Picture 27592" descr="A close up of a network&#10;&#10;AI-generated content may be incorrect.">
            <a:extLst>
              <a:ext uri="{FF2B5EF4-FFF2-40B4-BE49-F238E27FC236}">
                <a16:creationId xmlns:a16="http://schemas.microsoft.com/office/drawing/2014/main" id="{66A13A84-AFD8-F346-7B3E-94C24092A54C}"/>
              </a:ext>
            </a:extLst>
          </p:cNvPr>
          <p:cNvPicPr>
            <a:picLocks noChangeAspect="1"/>
          </p:cNvPicPr>
          <p:nvPr/>
        </p:nvPicPr>
        <p:blipFill>
          <a:blip r:embed="rId9">
            <a:extLst>
              <a:ext uri="{28A0092B-C50C-407E-A947-70E740481C1C}">
                <a14:useLocalDpi xmlns:a14="http://schemas.microsoft.com/office/drawing/2010/main" val="0"/>
              </a:ext>
            </a:extLst>
          </a:blip>
          <a:srcRect t="26404" b="4179"/>
          <a:stretch>
            <a:fillRect/>
          </a:stretch>
        </p:blipFill>
        <p:spPr>
          <a:xfrm>
            <a:off x="2" y="0"/>
            <a:ext cx="11887198" cy="2476886"/>
          </a:xfrm>
          <a:prstGeom prst="rect">
            <a:avLst/>
          </a:prstGeom>
        </p:spPr>
      </p:pic>
      <p:sp>
        <p:nvSpPr>
          <p:cNvPr id="27594" name="Shape 0">
            <a:extLst>
              <a:ext uri="{FF2B5EF4-FFF2-40B4-BE49-F238E27FC236}">
                <a16:creationId xmlns:a16="http://schemas.microsoft.com/office/drawing/2014/main" id="{772B8B0A-0088-ECC1-7E53-9EB7DB9230A7}"/>
              </a:ext>
            </a:extLst>
          </p:cNvPr>
          <p:cNvSpPr/>
          <p:nvPr/>
        </p:nvSpPr>
        <p:spPr>
          <a:xfrm>
            <a:off x="0" y="0"/>
            <a:ext cx="11887200" cy="2484556"/>
          </a:xfrm>
          <a:prstGeom prst="rect">
            <a:avLst/>
          </a:prstGeom>
          <a:solidFill>
            <a:srgbClr val="4F008C">
              <a:alpha val="75000"/>
            </a:srgbClr>
          </a:solidFill>
          <a:ln w="12700">
            <a:noFill/>
            <a:prstDash val="solid"/>
          </a:ln>
        </p:spPr>
        <p:txBody>
          <a:bodyPr/>
          <a:lstStyle/>
          <a:p>
            <a:endParaRPr lang="en-US" dirty="0"/>
          </a:p>
        </p:txBody>
      </p:sp>
      <p:sp>
        <p:nvSpPr>
          <p:cNvPr id="27595" name="Text 9">
            <a:extLst>
              <a:ext uri="{FF2B5EF4-FFF2-40B4-BE49-F238E27FC236}">
                <a16:creationId xmlns:a16="http://schemas.microsoft.com/office/drawing/2014/main" id="{2DC58890-0F6A-B12C-1478-7AD0082B19CF}"/>
              </a:ext>
            </a:extLst>
          </p:cNvPr>
          <p:cNvSpPr txBox="1"/>
          <p:nvPr/>
        </p:nvSpPr>
        <p:spPr>
          <a:xfrm>
            <a:off x="488596" y="535449"/>
            <a:ext cx="5772864" cy="935212"/>
          </a:xfrm>
          <a:prstGeom prst="rect">
            <a:avLst/>
          </a:prstGeom>
          <a:noFill/>
          <a:ln/>
        </p:spPr>
        <p:txBody>
          <a:bodyPr wrap="square" lIns="0" tIns="0" rIns="0" bIns="0" rtlCol="0" anchor="ctr"/>
          <a:lstStyle/>
          <a:p>
            <a:pPr defTabSz="914400">
              <a:defRPr/>
            </a:pPr>
            <a:r>
              <a:rPr lang="en-US" sz="3200" b="1" kern="0" dirty="0">
                <a:solidFill>
                  <a:schemeClr val="bg1"/>
                </a:solidFill>
                <a:latin typeface="STC Forward" panose="00000500000000000000" pitchFamily="2" charset="-78"/>
                <a:cs typeface="STC Forward" panose="00000500000000000000" pitchFamily="2" charset="-78"/>
              </a:rPr>
              <a:t>Technology Strategy </a:t>
            </a:r>
            <a:r>
              <a:rPr lang="en-US" sz="3200" b="1" kern="0" dirty="0">
                <a:solidFill>
                  <a:srgbClr val="BFAEE3"/>
                </a:solidFill>
                <a:latin typeface="STC Forward" panose="00000500000000000000" pitchFamily="2" charset="-78"/>
                <a:cs typeface="STC Forward" panose="00000500000000000000" pitchFamily="2" charset="-78"/>
              </a:rPr>
              <a:t>Architecture</a:t>
            </a:r>
          </a:p>
        </p:txBody>
      </p:sp>
      <p:grpSp>
        <p:nvGrpSpPr>
          <p:cNvPr id="27596" name="Group 27595">
            <a:extLst>
              <a:ext uri="{FF2B5EF4-FFF2-40B4-BE49-F238E27FC236}">
                <a16:creationId xmlns:a16="http://schemas.microsoft.com/office/drawing/2014/main" id="{66B754EB-D89C-37B1-50F9-0AAC235BB9BE}"/>
              </a:ext>
            </a:extLst>
          </p:cNvPr>
          <p:cNvGrpSpPr/>
          <p:nvPr/>
        </p:nvGrpSpPr>
        <p:grpSpPr>
          <a:xfrm>
            <a:off x="488596" y="1771145"/>
            <a:ext cx="4028846" cy="476755"/>
            <a:chOff x="761695" y="3955694"/>
            <a:chExt cx="4028846" cy="629107"/>
          </a:xfrm>
        </p:grpSpPr>
        <p:sp>
          <p:nvSpPr>
            <p:cNvPr id="27597" name="Shape 12">
              <a:extLst>
                <a:ext uri="{FF2B5EF4-FFF2-40B4-BE49-F238E27FC236}">
                  <a16:creationId xmlns:a16="http://schemas.microsoft.com/office/drawing/2014/main" id="{33CB4891-F7FC-3CB5-D20E-A5897DB1F2E5}"/>
                </a:ext>
              </a:extLst>
            </p:cNvPr>
            <p:cNvSpPr/>
            <p:nvPr/>
          </p:nvSpPr>
          <p:spPr>
            <a:xfrm>
              <a:off x="761695" y="3955694"/>
              <a:ext cx="4028846" cy="629107"/>
            </a:xfrm>
            <a:prstGeom prst="roundRect">
              <a:avLst>
                <a:gd name="adj" fmla="val 17618"/>
              </a:avLst>
            </a:prstGeom>
            <a:solidFill>
              <a:srgbClr val="FFFFFF">
                <a:alpha val="10000"/>
              </a:srgbClr>
            </a:solidFill>
            <a:ln/>
          </p:spPr>
          <p:txBody>
            <a:bodyPr/>
            <a:lstStyle/>
            <a:p>
              <a:endParaRPr lang="en-US"/>
            </a:p>
          </p:txBody>
        </p:sp>
        <p:sp>
          <p:nvSpPr>
            <p:cNvPr id="27598" name="Shape 13">
              <a:extLst>
                <a:ext uri="{FF2B5EF4-FFF2-40B4-BE49-F238E27FC236}">
                  <a16:creationId xmlns:a16="http://schemas.microsoft.com/office/drawing/2014/main" id="{95460313-EB03-ABBA-7CC0-09A02031521D}"/>
                </a:ext>
              </a:extLst>
            </p:cNvPr>
            <p:cNvSpPr/>
            <p:nvPr/>
          </p:nvSpPr>
          <p:spPr>
            <a:xfrm>
              <a:off x="761695" y="3955694"/>
              <a:ext cx="38405" cy="629107"/>
            </a:xfrm>
            <a:prstGeom prst="rect">
              <a:avLst/>
            </a:prstGeom>
            <a:solidFill>
              <a:srgbClr val="FF375E"/>
            </a:solidFill>
            <a:ln w="12700">
              <a:solidFill>
                <a:srgbClr val="FF375E">
                  <a:alpha val="0"/>
                </a:srgbClr>
              </a:solidFill>
              <a:prstDash val="solid"/>
            </a:ln>
          </p:spPr>
          <p:txBody>
            <a:bodyPr/>
            <a:lstStyle/>
            <a:p>
              <a:endParaRPr lang="en-US"/>
            </a:p>
          </p:txBody>
        </p:sp>
        <p:sp>
          <p:nvSpPr>
            <p:cNvPr id="27599" name="Text 14">
              <a:extLst>
                <a:ext uri="{FF2B5EF4-FFF2-40B4-BE49-F238E27FC236}">
                  <a16:creationId xmlns:a16="http://schemas.microsoft.com/office/drawing/2014/main" id="{FE17F66B-BCE4-39D4-40BC-5E23B01833C8}"/>
                </a:ext>
              </a:extLst>
            </p:cNvPr>
            <p:cNvSpPr txBox="1"/>
            <p:nvPr/>
          </p:nvSpPr>
          <p:spPr>
            <a:xfrm>
              <a:off x="1086307" y="4098341"/>
              <a:ext cx="3026664" cy="342900"/>
            </a:xfrm>
            <a:prstGeom prst="rect">
              <a:avLst/>
            </a:prstGeom>
            <a:noFill/>
            <a:ln/>
          </p:spPr>
          <p:txBody>
            <a:bodyPr wrap="square" lIns="0" tIns="0" rIns="0" bIns="0" rtlCol="0" anchor="ctr"/>
            <a:lstStyle/>
            <a:p>
              <a:pPr defTabSz="914400">
                <a:defRPr/>
              </a:pPr>
              <a:r>
                <a:rPr lang="en-US" sz="1400" kern="0" spc="75" dirty="0">
                  <a:solidFill>
                    <a:srgbClr val="FFFFFF"/>
                  </a:solidFill>
                  <a:latin typeface="STC Forward" panose="00000500000000000000" pitchFamily="2" charset="-78"/>
                  <a:ea typeface="Inter" pitchFamily="34" charset="-122"/>
                  <a:cs typeface="STC Forward" panose="00000500000000000000" pitchFamily="2" charset="-78"/>
                </a:rPr>
                <a:t>Sector Weekly Report</a:t>
              </a:r>
              <a:endParaRPr lang="en-US" sz="1400" kern="0" dirty="0">
                <a:solidFill>
                  <a:prstClr val="black"/>
                </a:solidFill>
                <a:latin typeface="STC Forward" panose="00000500000000000000" pitchFamily="2" charset="-78"/>
                <a:cs typeface="STC Forward" panose="00000500000000000000" pitchFamily="2" charset="-78"/>
              </a:endParaRPr>
            </a:p>
          </p:txBody>
        </p:sp>
        <p:sp>
          <p:nvSpPr>
            <p:cNvPr id="27600" name="Shape 15">
              <a:extLst>
                <a:ext uri="{FF2B5EF4-FFF2-40B4-BE49-F238E27FC236}">
                  <a16:creationId xmlns:a16="http://schemas.microsoft.com/office/drawing/2014/main" id="{7C4A7DBE-8433-E1F9-90F0-34BD054247DE}"/>
                </a:ext>
              </a:extLst>
            </p:cNvPr>
            <p:cNvSpPr/>
            <p:nvPr/>
          </p:nvSpPr>
          <p:spPr>
            <a:xfrm>
              <a:off x="3811219" y="4132173"/>
              <a:ext cx="694944" cy="276148"/>
            </a:xfrm>
            <a:prstGeom prst="roundRect">
              <a:avLst>
                <a:gd name="adj" fmla="val 45672"/>
              </a:avLst>
            </a:prstGeom>
            <a:solidFill>
              <a:schemeClr val="bg1"/>
            </a:solidFill>
            <a:ln w="12700">
              <a:solidFill>
                <a:srgbClr val="FFFFFF">
                  <a:alpha val="0"/>
                </a:srgbClr>
              </a:solidFill>
              <a:prstDash val="solid"/>
            </a:ln>
            <a:effectLst>
              <a:outerShdw blurRad="101600" dist="38100" dir="16200000" algn="bl" rotWithShape="0">
                <a:srgbClr val="000000">
                  <a:alpha val="30000"/>
                </a:srgbClr>
              </a:outerShdw>
            </a:effectLst>
          </p:spPr>
          <p:txBody>
            <a:bodyPr/>
            <a:lstStyle/>
            <a:p>
              <a:endParaRPr lang="en-US"/>
            </a:p>
          </p:txBody>
        </p:sp>
        <p:sp>
          <p:nvSpPr>
            <p:cNvPr id="27601" name="Text 29">
              <a:extLst>
                <a:ext uri="{FF2B5EF4-FFF2-40B4-BE49-F238E27FC236}">
                  <a16:creationId xmlns:a16="http://schemas.microsoft.com/office/drawing/2014/main" id="{BAFE497B-9289-CD31-3064-E213CCBA02B4}"/>
                </a:ext>
              </a:extLst>
            </p:cNvPr>
            <p:cNvSpPr txBox="1"/>
            <p:nvPr/>
          </p:nvSpPr>
          <p:spPr>
            <a:xfrm>
              <a:off x="3887114" y="4201436"/>
              <a:ext cx="543154" cy="162762"/>
            </a:xfrm>
            <a:prstGeom prst="rect">
              <a:avLst/>
            </a:prstGeom>
            <a:noFill/>
            <a:ln/>
          </p:spPr>
          <p:txBody>
            <a:bodyPr wrap="square" lIns="0" tIns="0" rIns="0" bIns="0" rtlCol="0" anchor="ctr"/>
            <a:lstStyle/>
            <a:p>
              <a:pPr algn="ctr" defTabSz="914400">
                <a:defRPr/>
              </a:pPr>
              <a:r>
                <a:rPr lang="en-US" sz="1000" b="1" kern="0" dirty="0">
                  <a:solidFill>
                    <a:srgbClr val="4F008C"/>
                  </a:solidFill>
                  <a:latin typeface="STC Forward" panose="00000500000000000000" pitchFamily="2" charset="-78"/>
                  <a:ea typeface="Inter" pitchFamily="34" charset="-122"/>
                  <a:cs typeface="STC Forward" panose="00000500000000000000" pitchFamily="2" charset="-78"/>
                </a:rPr>
                <a:t>WK-10</a:t>
              </a:r>
              <a:endParaRPr lang="en-US" sz="1000" b="1" kern="0" dirty="0">
                <a:solidFill>
                  <a:srgbClr val="4F008C"/>
                </a:solidFill>
                <a:latin typeface="STC Forward" panose="00000500000000000000" pitchFamily="2" charset="-78"/>
                <a:cs typeface="STC Forward" panose="00000500000000000000" pitchFamily="2" charset="-78"/>
              </a:endParaRPr>
            </a:p>
          </p:txBody>
        </p:sp>
      </p:grpSp>
      <p:grpSp>
        <p:nvGrpSpPr>
          <p:cNvPr id="27602" name="Group 27601">
            <a:extLst>
              <a:ext uri="{FF2B5EF4-FFF2-40B4-BE49-F238E27FC236}">
                <a16:creationId xmlns:a16="http://schemas.microsoft.com/office/drawing/2014/main" id="{3C0BE3CD-0369-2DF8-741D-A93F1076F04D}"/>
              </a:ext>
            </a:extLst>
          </p:cNvPr>
          <p:cNvGrpSpPr>
            <a:grpSpLocks/>
          </p:cNvGrpSpPr>
          <p:nvPr/>
        </p:nvGrpSpPr>
        <p:grpSpPr>
          <a:xfrm>
            <a:off x="10924938" y="154519"/>
            <a:ext cx="799762" cy="399571"/>
            <a:chOff x="10949632" y="497531"/>
            <a:chExt cx="617045" cy="308283"/>
          </a:xfrm>
          <a:solidFill>
            <a:schemeClr val="bg1"/>
          </a:solidFill>
        </p:grpSpPr>
        <p:sp>
          <p:nvSpPr>
            <p:cNvPr id="27603" name="Freeform: Shape 27602">
              <a:extLst>
                <a:ext uri="{FF2B5EF4-FFF2-40B4-BE49-F238E27FC236}">
                  <a16:creationId xmlns:a16="http://schemas.microsoft.com/office/drawing/2014/main" id="{111BB467-9D23-B110-CE30-DCE63C765A93}"/>
                </a:ext>
              </a:extLst>
            </p:cNvPr>
            <p:cNvSpPr/>
            <p:nvPr/>
          </p:nvSpPr>
          <p:spPr>
            <a:xfrm>
              <a:off x="10949632" y="555154"/>
              <a:ext cx="197840" cy="250660"/>
            </a:xfrm>
            <a:custGeom>
              <a:avLst/>
              <a:gdLst>
                <a:gd name="connsiteX0" fmla="*/ 966502 w 1887283"/>
                <a:gd name="connsiteY0" fmla="*/ 2391156 h 2391156"/>
                <a:gd name="connsiteX1" fmla="*/ 1690307 w 1887283"/>
                <a:gd name="connsiteY1" fmla="*/ 2134648 h 2391156"/>
                <a:gd name="connsiteX2" fmla="*/ 1887284 w 1887283"/>
                <a:gd name="connsiteY2" fmla="*/ 1653635 h 2391156"/>
                <a:gd name="connsiteX3" fmla="*/ 1704023 w 1887283"/>
                <a:gd name="connsiteY3" fmla="*/ 1204722 h 2391156"/>
                <a:gd name="connsiteX4" fmla="*/ 1200150 w 1887283"/>
                <a:gd name="connsiteY4" fmla="*/ 957358 h 2391156"/>
                <a:gd name="connsiteX5" fmla="*/ 847439 w 1887283"/>
                <a:gd name="connsiteY5" fmla="*/ 888682 h 2391156"/>
                <a:gd name="connsiteX6" fmla="*/ 618363 w 1887283"/>
                <a:gd name="connsiteY6" fmla="*/ 687134 h 2391156"/>
                <a:gd name="connsiteX7" fmla="*/ 952786 w 1887283"/>
                <a:gd name="connsiteY7" fmla="*/ 462629 h 2391156"/>
                <a:gd name="connsiteX8" fmla="*/ 1264253 w 1887283"/>
                <a:gd name="connsiteY8" fmla="*/ 577120 h 2391156"/>
                <a:gd name="connsiteX9" fmla="*/ 1351312 w 1887283"/>
                <a:gd name="connsiteY9" fmla="*/ 764953 h 2391156"/>
                <a:gd name="connsiteX10" fmla="*/ 1859756 w 1887283"/>
                <a:gd name="connsiteY10" fmla="*/ 650462 h 2391156"/>
                <a:gd name="connsiteX11" fmla="*/ 1671923 w 1887283"/>
                <a:gd name="connsiteY11" fmla="*/ 270224 h 2391156"/>
                <a:gd name="connsiteX12" fmla="*/ 948214 w 1887283"/>
                <a:gd name="connsiteY12" fmla="*/ 0 h 2391156"/>
                <a:gd name="connsiteX13" fmla="*/ 274796 w 1887283"/>
                <a:gd name="connsiteY13" fmla="*/ 238220 h 2391156"/>
                <a:gd name="connsiteX14" fmla="*/ 59531 w 1887283"/>
                <a:gd name="connsiteY14" fmla="*/ 732949 h 2391156"/>
                <a:gd name="connsiteX15" fmla="*/ 224409 w 1887283"/>
                <a:gd name="connsiteY15" fmla="*/ 1154335 h 2391156"/>
                <a:gd name="connsiteX16" fmla="*/ 705326 w 1887283"/>
                <a:gd name="connsiteY16" fmla="*/ 1397127 h 2391156"/>
                <a:gd name="connsiteX17" fmla="*/ 1053465 w 1887283"/>
                <a:gd name="connsiteY17" fmla="*/ 1479614 h 2391156"/>
                <a:gd name="connsiteX18" fmla="*/ 1305401 w 1887283"/>
                <a:gd name="connsiteY18" fmla="*/ 1699451 h 2391156"/>
                <a:gd name="connsiteX19" fmla="*/ 966407 w 1887283"/>
                <a:gd name="connsiteY19" fmla="*/ 1923860 h 2391156"/>
                <a:gd name="connsiteX20" fmla="*/ 613696 w 1887283"/>
                <a:gd name="connsiteY20" fmla="*/ 1791081 h 2391156"/>
                <a:gd name="connsiteX21" fmla="*/ 522065 w 1887283"/>
                <a:gd name="connsiteY21" fmla="*/ 1580388 h 2391156"/>
                <a:gd name="connsiteX22" fmla="*/ 0 w 1887283"/>
                <a:gd name="connsiteY22" fmla="*/ 1694879 h 2391156"/>
                <a:gd name="connsiteX23" fmla="*/ 196977 w 1887283"/>
                <a:gd name="connsiteY23" fmla="*/ 2097977 h 2391156"/>
                <a:gd name="connsiteX24" fmla="*/ 966502 w 1887283"/>
                <a:gd name="connsiteY24" fmla="*/ 2391156 h 239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887283" h="2391156">
                  <a:moveTo>
                    <a:pt x="966502" y="2391156"/>
                  </a:moveTo>
                  <a:cubicBezTo>
                    <a:pt x="1273397" y="2391156"/>
                    <a:pt x="1525334" y="2294954"/>
                    <a:pt x="1690307" y="2134648"/>
                  </a:cubicBezTo>
                  <a:cubicBezTo>
                    <a:pt x="1814036" y="2010918"/>
                    <a:pt x="1887284" y="1846040"/>
                    <a:pt x="1887284" y="1653635"/>
                  </a:cubicBezTo>
                  <a:cubicBezTo>
                    <a:pt x="1887284" y="1479614"/>
                    <a:pt x="1823180" y="1323880"/>
                    <a:pt x="1704023" y="1204722"/>
                  </a:cubicBezTo>
                  <a:cubicBezTo>
                    <a:pt x="1584960" y="1085660"/>
                    <a:pt x="1415415" y="998601"/>
                    <a:pt x="1200150" y="957358"/>
                  </a:cubicBezTo>
                  <a:lnTo>
                    <a:pt x="847439" y="888682"/>
                  </a:lnTo>
                  <a:cubicBezTo>
                    <a:pt x="700850" y="861155"/>
                    <a:pt x="618363" y="787908"/>
                    <a:pt x="618363" y="687134"/>
                  </a:cubicBezTo>
                  <a:cubicBezTo>
                    <a:pt x="618363" y="554260"/>
                    <a:pt x="746665" y="462629"/>
                    <a:pt x="952786" y="462629"/>
                  </a:cubicBezTo>
                  <a:cubicBezTo>
                    <a:pt x="1080992" y="462629"/>
                    <a:pt x="1191006" y="503873"/>
                    <a:pt x="1264253" y="577120"/>
                  </a:cubicBezTo>
                  <a:cubicBezTo>
                    <a:pt x="1310068" y="627507"/>
                    <a:pt x="1342168" y="691610"/>
                    <a:pt x="1351312" y="764953"/>
                  </a:cubicBezTo>
                  <a:lnTo>
                    <a:pt x="1859756" y="650462"/>
                  </a:lnTo>
                  <a:cubicBezTo>
                    <a:pt x="1845945" y="503873"/>
                    <a:pt x="1777270" y="375571"/>
                    <a:pt x="1671923" y="270224"/>
                  </a:cubicBezTo>
                  <a:cubicBezTo>
                    <a:pt x="1507046" y="105346"/>
                    <a:pt x="1250537" y="0"/>
                    <a:pt x="948214" y="0"/>
                  </a:cubicBezTo>
                  <a:cubicBezTo>
                    <a:pt x="668750" y="0"/>
                    <a:pt x="435197" y="91631"/>
                    <a:pt x="274796" y="238220"/>
                  </a:cubicBezTo>
                  <a:cubicBezTo>
                    <a:pt x="137351" y="366522"/>
                    <a:pt x="59531" y="540544"/>
                    <a:pt x="59531" y="732949"/>
                  </a:cubicBezTo>
                  <a:cubicBezTo>
                    <a:pt x="59531" y="902399"/>
                    <a:pt x="114491" y="1044416"/>
                    <a:pt x="224409" y="1154335"/>
                  </a:cubicBezTo>
                  <a:cubicBezTo>
                    <a:pt x="334328" y="1264253"/>
                    <a:pt x="494633" y="1346740"/>
                    <a:pt x="705326" y="1397127"/>
                  </a:cubicBezTo>
                  <a:lnTo>
                    <a:pt x="1053465" y="1479614"/>
                  </a:lnTo>
                  <a:cubicBezTo>
                    <a:pt x="1227487" y="1520857"/>
                    <a:pt x="1305401" y="1584960"/>
                    <a:pt x="1305401" y="1699451"/>
                  </a:cubicBezTo>
                  <a:cubicBezTo>
                    <a:pt x="1305401" y="1841468"/>
                    <a:pt x="1177195" y="1923860"/>
                    <a:pt x="966407" y="1923860"/>
                  </a:cubicBezTo>
                  <a:cubicBezTo>
                    <a:pt x="815245" y="1923860"/>
                    <a:pt x="691610" y="1873472"/>
                    <a:pt x="613696" y="1791081"/>
                  </a:cubicBezTo>
                  <a:cubicBezTo>
                    <a:pt x="558737" y="1736122"/>
                    <a:pt x="526637" y="1662779"/>
                    <a:pt x="522065" y="1580388"/>
                  </a:cubicBezTo>
                  <a:lnTo>
                    <a:pt x="0" y="1694879"/>
                  </a:lnTo>
                  <a:cubicBezTo>
                    <a:pt x="13716" y="1850612"/>
                    <a:pt x="87059" y="1988058"/>
                    <a:pt x="196977" y="2097977"/>
                  </a:cubicBezTo>
                  <a:cubicBezTo>
                    <a:pt x="370999" y="2281238"/>
                    <a:pt x="650462" y="2391156"/>
                    <a:pt x="966502" y="2391156"/>
                  </a:cubicBezTo>
                </a:path>
              </a:pathLst>
            </a:custGeom>
            <a:grpFill/>
            <a:ln w="9525" cap="flat">
              <a:noFill/>
              <a:prstDash val="solid"/>
              <a:miter/>
            </a:ln>
          </p:spPr>
          <p:txBody>
            <a:bodyPr rtlCol="0" anchor="ctr"/>
            <a:lstStyle/>
            <a:p>
              <a:pPr defTabSz="914400">
                <a:defRPr/>
              </a:pPr>
              <a:endParaRPr lang="en-US" sz="1600" kern="0">
                <a:solidFill>
                  <a:srgbClr val="FF375E"/>
                </a:solidFill>
                <a:latin typeface="STC Forward" panose="00000500000000000000" pitchFamily="2" charset="-78"/>
                <a:cs typeface="STC Forward" panose="00000500000000000000" pitchFamily="2" charset="-78"/>
              </a:endParaRPr>
            </a:p>
          </p:txBody>
        </p:sp>
        <p:sp>
          <p:nvSpPr>
            <p:cNvPr id="27604" name="Freeform: Shape 27603">
              <a:extLst>
                <a:ext uri="{FF2B5EF4-FFF2-40B4-BE49-F238E27FC236}">
                  <a16:creationId xmlns:a16="http://schemas.microsoft.com/office/drawing/2014/main" id="{45FE8F05-86E4-6528-D475-0881EB4B0B65}"/>
                </a:ext>
              </a:extLst>
            </p:cNvPr>
            <p:cNvSpPr/>
            <p:nvPr/>
          </p:nvSpPr>
          <p:spPr>
            <a:xfrm>
              <a:off x="11331873" y="555174"/>
              <a:ext cx="234804" cy="250640"/>
            </a:xfrm>
            <a:custGeom>
              <a:avLst/>
              <a:gdLst>
                <a:gd name="connsiteX0" fmla="*/ 1186339 w 2239898"/>
                <a:gd name="connsiteY0" fmla="*/ 2390966 h 2390965"/>
                <a:gd name="connsiteX1" fmla="*/ 1965103 w 2239898"/>
                <a:gd name="connsiteY1" fmla="*/ 2093214 h 2390965"/>
                <a:gd name="connsiteX2" fmla="*/ 2239899 w 2239898"/>
                <a:gd name="connsiteY2" fmla="*/ 1630585 h 2390965"/>
                <a:gd name="connsiteX3" fmla="*/ 1703927 w 2239898"/>
                <a:gd name="connsiteY3" fmla="*/ 1451896 h 2390965"/>
                <a:gd name="connsiteX4" fmla="*/ 1561909 w 2239898"/>
                <a:gd name="connsiteY4" fmla="*/ 1690116 h 2390965"/>
                <a:gd name="connsiteX5" fmla="*/ 1186339 w 2239898"/>
                <a:gd name="connsiteY5" fmla="*/ 1832134 h 2390965"/>
                <a:gd name="connsiteX6" fmla="*/ 778669 w 2239898"/>
                <a:gd name="connsiteY6" fmla="*/ 1667256 h 2390965"/>
                <a:gd name="connsiteX7" fmla="*/ 609219 w 2239898"/>
                <a:gd name="connsiteY7" fmla="*/ 1195483 h 2390965"/>
                <a:gd name="connsiteX8" fmla="*/ 778669 w 2239898"/>
                <a:gd name="connsiteY8" fmla="*/ 723710 h 2390965"/>
                <a:gd name="connsiteX9" fmla="*/ 1181767 w 2239898"/>
                <a:gd name="connsiteY9" fmla="*/ 563404 h 2390965"/>
                <a:gd name="connsiteX10" fmla="*/ 1543622 w 2239898"/>
                <a:gd name="connsiteY10" fmla="*/ 700850 h 2390965"/>
                <a:gd name="connsiteX11" fmla="*/ 1681067 w 2239898"/>
                <a:gd name="connsiteY11" fmla="*/ 943642 h 2390965"/>
                <a:gd name="connsiteX12" fmla="*/ 2226183 w 2239898"/>
                <a:gd name="connsiteY12" fmla="*/ 760381 h 2390965"/>
                <a:gd name="connsiteX13" fmla="*/ 1969675 w 2239898"/>
                <a:gd name="connsiteY13" fmla="*/ 306895 h 2390965"/>
                <a:gd name="connsiteX14" fmla="*/ 1168051 w 2239898"/>
                <a:gd name="connsiteY14" fmla="*/ 0 h 2390965"/>
                <a:gd name="connsiteX15" fmla="*/ 338995 w 2239898"/>
                <a:gd name="connsiteY15" fmla="*/ 334423 h 2390965"/>
                <a:gd name="connsiteX16" fmla="*/ 0 w 2239898"/>
                <a:gd name="connsiteY16" fmla="*/ 1195578 h 2390965"/>
                <a:gd name="connsiteX17" fmla="*/ 348139 w 2239898"/>
                <a:gd name="connsiteY17" fmla="*/ 2056733 h 2390965"/>
                <a:gd name="connsiteX18" fmla="*/ 1186339 w 2239898"/>
                <a:gd name="connsiteY18" fmla="*/ 2390966 h 2390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39898" h="2390965">
                  <a:moveTo>
                    <a:pt x="1186339" y="2390966"/>
                  </a:moveTo>
                  <a:cubicBezTo>
                    <a:pt x="1525334" y="2390966"/>
                    <a:pt x="1786414" y="2267331"/>
                    <a:pt x="1965103" y="2093214"/>
                  </a:cubicBezTo>
                  <a:cubicBezTo>
                    <a:pt x="2107120" y="1955768"/>
                    <a:pt x="2194084" y="1795463"/>
                    <a:pt x="2239899" y="1630585"/>
                  </a:cubicBezTo>
                  <a:lnTo>
                    <a:pt x="1703927" y="1451896"/>
                  </a:lnTo>
                  <a:cubicBezTo>
                    <a:pt x="1681067" y="1534382"/>
                    <a:pt x="1635252" y="1621346"/>
                    <a:pt x="1561909" y="1690116"/>
                  </a:cubicBezTo>
                  <a:cubicBezTo>
                    <a:pt x="1474851" y="1772603"/>
                    <a:pt x="1355788" y="1832134"/>
                    <a:pt x="1186339" y="1832134"/>
                  </a:cubicBezTo>
                  <a:cubicBezTo>
                    <a:pt x="1030605" y="1832134"/>
                    <a:pt x="884015" y="1772603"/>
                    <a:pt x="778669" y="1667256"/>
                  </a:cubicBezTo>
                  <a:cubicBezTo>
                    <a:pt x="673322" y="1557338"/>
                    <a:pt x="609219" y="1397032"/>
                    <a:pt x="609219" y="1195483"/>
                  </a:cubicBezTo>
                  <a:cubicBezTo>
                    <a:pt x="609219" y="989362"/>
                    <a:pt x="673322" y="833628"/>
                    <a:pt x="778669" y="723710"/>
                  </a:cubicBezTo>
                  <a:cubicBezTo>
                    <a:pt x="884015" y="618363"/>
                    <a:pt x="1026033" y="563404"/>
                    <a:pt x="1181767" y="563404"/>
                  </a:cubicBezTo>
                  <a:cubicBezTo>
                    <a:pt x="1346645" y="563404"/>
                    <a:pt x="1461230" y="618363"/>
                    <a:pt x="1543622" y="700850"/>
                  </a:cubicBezTo>
                  <a:cubicBezTo>
                    <a:pt x="1612297" y="769525"/>
                    <a:pt x="1653540" y="856583"/>
                    <a:pt x="1681067" y="943642"/>
                  </a:cubicBezTo>
                  <a:lnTo>
                    <a:pt x="2226183" y="760381"/>
                  </a:lnTo>
                  <a:cubicBezTo>
                    <a:pt x="2184940" y="600075"/>
                    <a:pt x="2097881" y="439769"/>
                    <a:pt x="1969675" y="306895"/>
                  </a:cubicBezTo>
                  <a:cubicBezTo>
                    <a:pt x="1786509" y="128207"/>
                    <a:pt x="1520761" y="0"/>
                    <a:pt x="1168051" y="0"/>
                  </a:cubicBezTo>
                  <a:cubicBezTo>
                    <a:pt x="842772" y="0"/>
                    <a:pt x="549688" y="123730"/>
                    <a:pt x="338995" y="334423"/>
                  </a:cubicBezTo>
                  <a:cubicBezTo>
                    <a:pt x="128302" y="549688"/>
                    <a:pt x="0" y="847439"/>
                    <a:pt x="0" y="1195578"/>
                  </a:cubicBezTo>
                  <a:cubicBezTo>
                    <a:pt x="0" y="1543717"/>
                    <a:pt x="132874" y="1841468"/>
                    <a:pt x="348139" y="2056733"/>
                  </a:cubicBezTo>
                  <a:cubicBezTo>
                    <a:pt x="558737" y="2267331"/>
                    <a:pt x="856488" y="2390966"/>
                    <a:pt x="1186339" y="2390966"/>
                  </a:cubicBezTo>
                </a:path>
              </a:pathLst>
            </a:custGeom>
            <a:grpFill/>
            <a:ln w="9525" cap="flat">
              <a:noFill/>
              <a:prstDash val="solid"/>
              <a:miter/>
            </a:ln>
          </p:spPr>
          <p:txBody>
            <a:bodyPr rtlCol="0" anchor="ctr"/>
            <a:lstStyle/>
            <a:p>
              <a:pPr defTabSz="914400">
                <a:defRPr/>
              </a:pPr>
              <a:endParaRPr lang="en-US" sz="1600" kern="0" dirty="0">
                <a:solidFill>
                  <a:srgbClr val="FF375E"/>
                </a:solidFill>
                <a:latin typeface="STC Forward" panose="00000500000000000000" pitchFamily="2" charset="-78"/>
                <a:cs typeface="STC Forward" panose="00000500000000000000" pitchFamily="2" charset="-78"/>
              </a:endParaRPr>
            </a:p>
          </p:txBody>
        </p:sp>
        <p:sp>
          <p:nvSpPr>
            <p:cNvPr id="27605" name="Freeform: Shape 27604">
              <a:extLst>
                <a:ext uri="{FF2B5EF4-FFF2-40B4-BE49-F238E27FC236}">
                  <a16:creationId xmlns:a16="http://schemas.microsoft.com/office/drawing/2014/main" id="{C6010F6A-029C-54BD-0466-3B592F372B3F}"/>
                </a:ext>
              </a:extLst>
            </p:cNvPr>
            <p:cNvSpPr/>
            <p:nvPr/>
          </p:nvSpPr>
          <p:spPr>
            <a:xfrm>
              <a:off x="11185884" y="497531"/>
              <a:ext cx="126778" cy="308283"/>
            </a:xfrm>
            <a:custGeom>
              <a:avLst/>
              <a:gdLst>
                <a:gd name="connsiteX0" fmla="*/ 728377 w 1209389"/>
                <a:gd name="connsiteY0" fmla="*/ 2940844 h 2940843"/>
                <a:gd name="connsiteX1" fmla="*/ 1209389 w 1209389"/>
                <a:gd name="connsiteY1" fmla="*/ 2803398 h 2940843"/>
                <a:gd name="connsiteX2" fmla="*/ 1209389 w 1209389"/>
                <a:gd name="connsiteY2" fmla="*/ 2308670 h 2940843"/>
                <a:gd name="connsiteX3" fmla="*/ 902494 w 1209389"/>
                <a:gd name="connsiteY3" fmla="*/ 2400300 h 2940843"/>
                <a:gd name="connsiteX4" fmla="*/ 673418 w 1209389"/>
                <a:gd name="connsiteY4" fmla="*/ 2326958 h 2940843"/>
                <a:gd name="connsiteX5" fmla="*/ 604742 w 1209389"/>
                <a:gd name="connsiteY5" fmla="*/ 2097977 h 2940843"/>
                <a:gd name="connsiteX6" fmla="*/ 604742 w 1209389"/>
                <a:gd name="connsiteY6" fmla="*/ 0 h 2940843"/>
                <a:gd name="connsiteX7" fmla="*/ 95 w 1209389"/>
                <a:gd name="connsiteY7" fmla="*/ 0 h 2940843"/>
                <a:gd name="connsiteX8" fmla="*/ 95 w 1209389"/>
                <a:gd name="connsiteY8" fmla="*/ 618458 h 2940843"/>
                <a:gd name="connsiteX9" fmla="*/ 1209389 w 1209389"/>
                <a:gd name="connsiteY9" fmla="*/ 618458 h 2940843"/>
                <a:gd name="connsiteX10" fmla="*/ 1209389 w 1209389"/>
                <a:gd name="connsiteY10" fmla="*/ 1204817 h 2940843"/>
                <a:gd name="connsiteX11" fmla="*/ 0 w 1209389"/>
                <a:gd name="connsiteY11" fmla="*/ 1204817 h 2940843"/>
                <a:gd name="connsiteX12" fmla="*/ 0 w 1209389"/>
                <a:gd name="connsiteY12" fmla="*/ 2244662 h 2940843"/>
                <a:gd name="connsiteX13" fmla="*/ 178689 w 1209389"/>
                <a:gd name="connsiteY13" fmla="*/ 2743962 h 2940843"/>
                <a:gd name="connsiteX14" fmla="*/ 728377 w 1209389"/>
                <a:gd name="connsiteY14" fmla="*/ 2940844 h 2940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09389" h="2940843">
                  <a:moveTo>
                    <a:pt x="728377" y="2940844"/>
                  </a:moveTo>
                  <a:cubicBezTo>
                    <a:pt x="966597" y="2940844"/>
                    <a:pt x="1136047" y="2867597"/>
                    <a:pt x="1209389" y="2803398"/>
                  </a:cubicBezTo>
                  <a:lnTo>
                    <a:pt x="1209389" y="2308670"/>
                  </a:lnTo>
                  <a:cubicBezTo>
                    <a:pt x="1154430" y="2349913"/>
                    <a:pt x="1044416" y="2400300"/>
                    <a:pt x="902494" y="2400300"/>
                  </a:cubicBezTo>
                  <a:cubicBezTo>
                    <a:pt x="801719" y="2400300"/>
                    <a:pt x="728377" y="2377440"/>
                    <a:pt x="673418" y="2326958"/>
                  </a:cubicBezTo>
                  <a:cubicBezTo>
                    <a:pt x="627602" y="2281142"/>
                    <a:pt x="604742" y="2203323"/>
                    <a:pt x="604742" y="2097977"/>
                  </a:cubicBezTo>
                  <a:lnTo>
                    <a:pt x="604742" y="0"/>
                  </a:lnTo>
                  <a:lnTo>
                    <a:pt x="95" y="0"/>
                  </a:lnTo>
                  <a:lnTo>
                    <a:pt x="95" y="618458"/>
                  </a:lnTo>
                  <a:lnTo>
                    <a:pt x="1209389" y="618458"/>
                  </a:lnTo>
                  <a:lnTo>
                    <a:pt x="1209389" y="1204817"/>
                  </a:lnTo>
                  <a:lnTo>
                    <a:pt x="0" y="1204817"/>
                  </a:lnTo>
                  <a:lnTo>
                    <a:pt x="0" y="2244662"/>
                  </a:lnTo>
                  <a:cubicBezTo>
                    <a:pt x="0" y="2455355"/>
                    <a:pt x="64103" y="2624899"/>
                    <a:pt x="178689" y="2743962"/>
                  </a:cubicBezTo>
                  <a:cubicBezTo>
                    <a:pt x="306895" y="2872169"/>
                    <a:pt x="494728" y="2940844"/>
                    <a:pt x="728377" y="2940844"/>
                  </a:cubicBezTo>
                </a:path>
              </a:pathLst>
            </a:custGeom>
            <a:grpFill/>
            <a:ln w="9525" cap="flat">
              <a:noFill/>
              <a:prstDash val="solid"/>
              <a:miter/>
            </a:ln>
          </p:spPr>
          <p:txBody>
            <a:bodyPr rtlCol="0" anchor="ctr"/>
            <a:lstStyle/>
            <a:p>
              <a:pPr defTabSz="914400">
                <a:defRPr/>
              </a:pPr>
              <a:endParaRPr lang="en-US" sz="1600" kern="0">
                <a:solidFill>
                  <a:srgbClr val="FF375E"/>
                </a:solidFill>
                <a:latin typeface="STC Forward" panose="00000500000000000000" pitchFamily="2" charset="-78"/>
                <a:cs typeface="STC Forward" panose="00000500000000000000" pitchFamily="2" charset="-78"/>
              </a:endParaRPr>
            </a:p>
          </p:txBody>
        </p:sp>
      </p:grpSp>
      <p:sp>
        <p:nvSpPr>
          <p:cNvPr id="27606" name="Shape 3">
            <a:extLst>
              <a:ext uri="{FF2B5EF4-FFF2-40B4-BE49-F238E27FC236}">
                <a16:creationId xmlns:a16="http://schemas.microsoft.com/office/drawing/2014/main" id="{34FC1EBD-01F8-335D-1115-5FC011868FEB}"/>
              </a:ext>
            </a:extLst>
          </p:cNvPr>
          <p:cNvSpPr/>
          <p:nvPr/>
        </p:nvSpPr>
        <p:spPr>
          <a:xfrm>
            <a:off x="10810876" y="3027225"/>
            <a:ext cx="1123778" cy="1049476"/>
          </a:xfrm>
          <a:prstGeom prst="ellipse">
            <a:avLst/>
          </a:prstGeom>
          <a:solidFill>
            <a:srgbClr val="FFFFFF">
              <a:alpha val="10000"/>
            </a:srgbClr>
          </a:solidFill>
          <a:ln w="12700">
            <a:solidFill>
              <a:srgbClr val="FFFFFF">
                <a:alpha val="0"/>
              </a:srgbClr>
            </a:solidFill>
            <a:prstDash val="solid"/>
          </a:ln>
        </p:spPr>
        <p:txBody>
          <a:bodyPr/>
          <a:lstStyle/>
          <a:p>
            <a:endParaRPr lang="en-US"/>
          </a:p>
        </p:txBody>
      </p:sp>
      <p:grpSp>
        <p:nvGrpSpPr>
          <p:cNvPr id="27607" name="Group 27606">
            <a:extLst>
              <a:ext uri="{FF2B5EF4-FFF2-40B4-BE49-F238E27FC236}">
                <a16:creationId xmlns:a16="http://schemas.microsoft.com/office/drawing/2014/main" id="{55EE4F6C-5725-CF94-4011-90C87F8553BD}"/>
              </a:ext>
            </a:extLst>
          </p:cNvPr>
          <p:cNvGrpSpPr/>
          <p:nvPr/>
        </p:nvGrpSpPr>
        <p:grpSpPr>
          <a:xfrm>
            <a:off x="86636" y="13069444"/>
            <a:ext cx="3162092" cy="552449"/>
            <a:chOff x="86634" y="5871153"/>
            <a:chExt cx="3162092" cy="552449"/>
          </a:xfrm>
        </p:grpSpPr>
        <p:pic>
          <p:nvPicPr>
            <p:cNvPr id="27608" name="Image 3" descr="preencoded.png">
              <a:extLst>
                <a:ext uri="{FF2B5EF4-FFF2-40B4-BE49-F238E27FC236}">
                  <a16:creationId xmlns:a16="http://schemas.microsoft.com/office/drawing/2014/main" id="{406206CC-733B-E4F5-BC20-CACC8F891C07}"/>
                </a:ext>
              </a:extLst>
            </p:cNvPr>
            <p:cNvPicPr>
              <a:picLocks noChangeAspect="1"/>
            </p:cNvPicPr>
            <p:nvPr/>
          </p:nvPicPr>
          <p:blipFill>
            <a:blip r:embed="rId3"/>
            <a:srcRect t="-360" b="-360"/>
            <a:stretch/>
          </p:blipFill>
          <p:spPr>
            <a:xfrm>
              <a:off x="86634" y="5975394"/>
              <a:ext cx="381305" cy="38405"/>
            </a:xfrm>
            <a:prstGeom prst="rect">
              <a:avLst/>
            </a:prstGeom>
          </p:spPr>
        </p:pic>
        <p:sp>
          <p:nvSpPr>
            <p:cNvPr id="27609" name="Text 1">
              <a:extLst>
                <a:ext uri="{FF2B5EF4-FFF2-40B4-BE49-F238E27FC236}">
                  <a16:creationId xmlns:a16="http://schemas.microsoft.com/office/drawing/2014/main" id="{E9E3FA65-A088-2908-E805-E4F8227B419F}"/>
                </a:ext>
              </a:extLst>
            </p:cNvPr>
            <p:cNvSpPr txBox="1"/>
            <p:nvPr/>
          </p:nvSpPr>
          <p:spPr>
            <a:xfrm>
              <a:off x="581324" y="5871153"/>
              <a:ext cx="1295101" cy="246887"/>
            </a:xfrm>
            <a:prstGeom prst="rect">
              <a:avLst/>
            </a:prstGeom>
            <a:noFill/>
            <a:ln/>
          </p:spPr>
          <p:txBody>
            <a:bodyPr wrap="square" lIns="0" tIns="0" rIns="0" bIns="0" rtlCol="0" anchor="ctr"/>
            <a:lstStyle/>
            <a:p>
              <a:r>
                <a:rPr lang="en-US" sz="600" b="1" kern="0" spc="105" dirty="0">
                  <a:solidFill>
                    <a:srgbClr val="6B7280"/>
                  </a:solidFill>
                  <a:latin typeface="STC Forward" panose="00000500000000000000" pitchFamily="2" charset="-78"/>
                  <a:ea typeface="Inter" pitchFamily="34" charset="-122"/>
                  <a:cs typeface="STC Forward" panose="00000500000000000000" pitchFamily="2" charset="-78"/>
                </a:rPr>
                <a:t>Sector Weekly Report</a:t>
              </a:r>
              <a:endParaRPr lang="en-US" sz="600" dirty="0">
                <a:latin typeface="STC Forward" panose="00000500000000000000" pitchFamily="2" charset="-78"/>
                <a:cs typeface="STC Forward" panose="00000500000000000000" pitchFamily="2" charset="-78"/>
              </a:endParaRPr>
            </a:p>
          </p:txBody>
        </p:sp>
        <p:sp>
          <p:nvSpPr>
            <p:cNvPr id="27610" name="Text 2">
              <a:extLst>
                <a:ext uri="{FF2B5EF4-FFF2-40B4-BE49-F238E27FC236}">
                  <a16:creationId xmlns:a16="http://schemas.microsoft.com/office/drawing/2014/main" id="{C05C7BB9-A44C-ED49-6A2C-EC7A645F7C1C}"/>
                </a:ext>
              </a:extLst>
            </p:cNvPr>
            <p:cNvSpPr txBox="1"/>
            <p:nvPr/>
          </p:nvSpPr>
          <p:spPr>
            <a:xfrm>
              <a:off x="86634" y="6042297"/>
              <a:ext cx="3162092" cy="381305"/>
            </a:xfrm>
            <a:prstGeom prst="rect">
              <a:avLst/>
            </a:prstGeom>
            <a:noFill/>
            <a:ln/>
          </p:spPr>
          <p:txBody>
            <a:bodyPr wrap="square" lIns="0" tIns="0" rIns="0" bIns="0" rtlCol="0" anchor="ctr"/>
            <a:lstStyle/>
            <a:p>
              <a:r>
                <a:rPr lang="en-US" b="1" dirty="0">
                  <a:solidFill>
                    <a:srgbClr val="4F008C"/>
                  </a:solidFill>
                  <a:latin typeface="STC Forward" panose="00000500000000000000" pitchFamily="2" charset="-78"/>
                  <a:ea typeface="Poppins" pitchFamily="34" charset="-122"/>
                  <a:cs typeface="STC Forward" panose="00000500000000000000" pitchFamily="2" charset="-78"/>
                </a:rPr>
                <a:t>Key Projects &amp; Hot Topics</a:t>
              </a:r>
              <a:endParaRPr lang="en-US" dirty="0">
                <a:solidFill>
                  <a:srgbClr val="4F008C"/>
                </a:solidFill>
                <a:latin typeface="STC Forward" panose="00000500000000000000" pitchFamily="2" charset="-78"/>
                <a:cs typeface="STC Forward" panose="00000500000000000000" pitchFamily="2" charset="-78"/>
              </a:endParaRPr>
            </a:p>
          </p:txBody>
        </p:sp>
      </p:grpSp>
      <p:grpSp>
        <p:nvGrpSpPr>
          <p:cNvPr id="27611" name="Group 27610">
            <a:extLst>
              <a:ext uri="{FF2B5EF4-FFF2-40B4-BE49-F238E27FC236}">
                <a16:creationId xmlns:a16="http://schemas.microsoft.com/office/drawing/2014/main" id="{8586AC55-E1DB-0506-6099-92E69E173324}"/>
              </a:ext>
            </a:extLst>
          </p:cNvPr>
          <p:cNvGrpSpPr/>
          <p:nvPr/>
        </p:nvGrpSpPr>
        <p:grpSpPr>
          <a:xfrm>
            <a:off x="390140" y="17181339"/>
            <a:ext cx="11048695" cy="1476756"/>
            <a:chOff x="390138" y="15706207"/>
            <a:chExt cx="11048695" cy="1476756"/>
          </a:xfrm>
        </p:grpSpPr>
        <p:sp>
          <p:nvSpPr>
            <p:cNvPr id="27612" name="Shape 51">
              <a:extLst>
                <a:ext uri="{FF2B5EF4-FFF2-40B4-BE49-F238E27FC236}">
                  <a16:creationId xmlns:a16="http://schemas.microsoft.com/office/drawing/2014/main" id="{C9ABDCCA-FC9C-1F4B-3996-1D3FCD906909}"/>
                </a:ext>
              </a:extLst>
            </p:cNvPr>
            <p:cNvSpPr/>
            <p:nvPr/>
          </p:nvSpPr>
          <p:spPr>
            <a:xfrm>
              <a:off x="390138" y="15706207"/>
              <a:ext cx="11048695" cy="1476756"/>
            </a:xfrm>
            <a:prstGeom prst="roundRect">
              <a:avLst>
                <a:gd name="adj" fmla="val 6392"/>
              </a:avLst>
            </a:prstGeom>
            <a:solidFill>
              <a:schemeClr val="bg1"/>
            </a:solidFill>
            <a:ln w="12700">
              <a:solidFill>
                <a:srgbClr val="FFFFFF">
                  <a:alpha val="10000"/>
                </a:srgbClr>
              </a:solidFill>
              <a:prstDash val="solid"/>
            </a:ln>
          </p:spPr>
          <p:txBody>
            <a:bodyPr/>
            <a:lstStyle/>
            <a:p>
              <a:endParaRPr lang="en-US"/>
            </a:p>
          </p:txBody>
        </p:sp>
        <p:sp>
          <p:nvSpPr>
            <p:cNvPr id="27613" name="Shape 52">
              <a:extLst>
                <a:ext uri="{FF2B5EF4-FFF2-40B4-BE49-F238E27FC236}">
                  <a16:creationId xmlns:a16="http://schemas.microsoft.com/office/drawing/2014/main" id="{8739A92A-860D-5E5B-85CB-CF883D2F7451}"/>
                </a:ext>
              </a:extLst>
            </p:cNvPr>
            <p:cNvSpPr/>
            <p:nvPr/>
          </p:nvSpPr>
          <p:spPr>
            <a:xfrm>
              <a:off x="4057796" y="15906461"/>
              <a:ext cx="9144" cy="1076249"/>
            </a:xfrm>
            <a:prstGeom prst="rect">
              <a:avLst/>
            </a:prstGeom>
            <a:solidFill>
              <a:srgbClr val="5C068C"/>
            </a:solidFill>
            <a:ln w="12700">
              <a:solidFill>
                <a:srgbClr val="FFFFFF">
                  <a:alpha val="0"/>
                </a:srgbClr>
              </a:solidFill>
              <a:prstDash val="solid"/>
            </a:ln>
          </p:spPr>
          <p:txBody>
            <a:bodyPr/>
            <a:lstStyle/>
            <a:p>
              <a:endParaRPr lang="en-US"/>
            </a:p>
          </p:txBody>
        </p:sp>
        <p:sp>
          <p:nvSpPr>
            <p:cNvPr id="27614" name="Text 53">
              <a:extLst>
                <a:ext uri="{FF2B5EF4-FFF2-40B4-BE49-F238E27FC236}">
                  <a16:creationId xmlns:a16="http://schemas.microsoft.com/office/drawing/2014/main" id="{BF322A0C-7FD2-632B-BFFB-60D5B89B165E}"/>
                </a:ext>
              </a:extLst>
            </p:cNvPr>
            <p:cNvSpPr txBox="1"/>
            <p:nvPr/>
          </p:nvSpPr>
          <p:spPr>
            <a:xfrm>
              <a:off x="799789" y="15915605"/>
              <a:ext cx="2821758" cy="218015"/>
            </a:xfrm>
            <a:prstGeom prst="rect">
              <a:avLst/>
            </a:prstGeom>
            <a:solidFill>
              <a:schemeClr val="bg1"/>
            </a:solidFill>
            <a:ln/>
          </p:spPr>
          <p:txBody>
            <a:bodyPr wrap="square" lIns="0" tIns="0" rIns="0" bIns="0" rtlCol="0" anchor="ctr"/>
            <a:lstStyle/>
            <a:p>
              <a:pPr defTabSz="914400">
                <a:defRPr/>
              </a:pPr>
              <a:r>
                <a:rPr lang="en-US" sz="1050" b="1" kern="0" dirty="0">
                  <a:solidFill>
                    <a:srgbClr val="5C068C"/>
                  </a:solidFill>
                  <a:latin typeface="STC Forward" panose="00000500000000000000" pitchFamily="2" charset="-78"/>
                  <a:ea typeface="Inter" pitchFamily="34" charset="-122"/>
                  <a:cs typeface="STC Forward" panose="00000500000000000000" pitchFamily="2" charset="-78"/>
                </a:rPr>
                <a:t>Databricks</a:t>
              </a:r>
              <a:endParaRPr lang="en-US" sz="1050" kern="0" dirty="0">
                <a:solidFill>
                  <a:srgbClr val="5C068C"/>
                </a:solidFill>
                <a:latin typeface="STC Forward" panose="00000500000000000000" pitchFamily="2" charset="-78"/>
                <a:cs typeface="STC Forward" panose="00000500000000000000" pitchFamily="2" charset="-78"/>
              </a:endParaRPr>
            </a:p>
          </p:txBody>
        </p:sp>
        <p:sp>
          <p:nvSpPr>
            <p:cNvPr id="27615" name="Text 54">
              <a:extLst>
                <a:ext uri="{FF2B5EF4-FFF2-40B4-BE49-F238E27FC236}">
                  <a16:creationId xmlns:a16="http://schemas.microsoft.com/office/drawing/2014/main" id="{5861698A-A8CC-EA67-82AD-D4FFA2E6CB24}"/>
                </a:ext>
              </a:extLst>
            </p:cNvPr>
            <p:cNvSpPr txBox="1"/>
            <p:nvPr/>
          </p:nvSpPr>
          <p:spPr>
            <a:xfrm>
              <a:off x="590392" y="16234731"/>
              <a:ext cx="3314700" cy="743407"/>
            </a:xfrm>
            <a:prstGeom prst="rect">
              <a:avLst/>
            </a:prstGeom>
            <a:solidFill>
              <a:schemeClr val="bg1"/>
            </a:solidFill>
            <a:ln/>
          </p:spPr>
          <p:txBody>
            <a:bodyPr wrap="square" lIns="0" tIns="0" rIns="0" bIns="0" rtlCol="0" anchor="t"/>
            <a:lstStyle/>
            <a:p>
              <a:pPr marL="171450" indent="-171450" defTabSz="914400">
                <a:buClr>
                  <a:srgbClr val="F5375E"/>
                </a:buClr>
                <a:buFont typeface="Wingdings" panose="05000000000000000000" pitchFamily="2" charset="2"/>
                <a:buChar char="§"/>
                <a:defRPr/>
              </a:pPr>
              <a:r>
                <a:rPr lang="en-US" sz="900" kern="0" dirty="0">
                  <a:solidFill>
                    <a:srgbClr val="4B5563"/>
                  </a:solidFill>
                  <a:latin typeface="STC Forward" panose="00000500000000000000" pitchFamily="2" charset="-78"/>
                  <a:ea typeface="Roboto" pitchFamily="34" charset="-122"/>
                  <a:cs typeface="STC Forward" panose="00000500000000000000" pitchFamily="2" charset="-78"/>
                </a:rPr>
                <a:t>Completed both POCs functionally, AI&amp;DS still validating some technical points . TCO and concurrency results are under validation by stc. CS approvals still pending for data offload stress testing from Databricks to Teradata in house.</a:t>
              </a:r>
            </a:p>
          </p:txBody>
        </p:sp>
        <p:sp>
          <p:nvSpPr>
            <p:cNvPr id="27616" name="Shape 55">
              <a:extLst>
                <a:ext uri="{FF2B5EF4-FFF2-40B4-BE49-F238E27FC236}">
                  <a16:creationId xmlns:a16="http://schemas.microsoft.com/office/drawing/2014/main" id="{BA279B20-06DF-C271-F1FC-2B609761882B}"/>
                </a:ext>
              </a:extLst>
            </p:cNvPr>
            <p:cNvSpPr/>
            <p:nvPr/>
          </p:nvSpPr>
          <p:spPr>
            <a:xfrm>
              <a:off x="7762945" y="15906461"/>
              <a:ext cx="9144" cy="1076249"/>
            </a:xfrm>
            <a:prstGeom prst="rect">
              <a:avLst/>
            </a:prstGeom>
            <a:solidFill>
              <a:srgbClr val="5C068C"/>
            </a:solidFill>
            <a:ln w="12700">
              <a:solidFill>
                <a:srgbClr val="FFFFFF">
                  <a:alpha val="0"/>
                </a:srgbClr>
              </a:solidFill>
              <a:prstDash val="solid"/>
            </a:ln>
          </p:spPr>
          <p:txBody>
            <a:bodyPr/>
            <a:lstStyle/>
            <a:p>
              <a:endParaRPr lang="en-US"/>
            </a:p>
          </p:txBody>
        </p:sp>
        <p:sp>
          <p:nvSpPr>
            <p:cNvPr id="27617" name="Text 56">
              <a:extLst>
                <a:ext uri="{FF2B5EF4-FFF2-40B4-BE49-F238E27FC236}">
                  <a16:creationId xmlns:a16="http://schemas.microsoft.com/office/drawing/2014/main" id="{82686D3C-6840-6BFA-F997-11D92DDEA931}"/>
                </a:ext>
              </a:extLst>
            </p:cNvPr>
            <p:cNvSpPr txBox="1"/>
            <p:nvPr/>
          </p:nvSpPr>
          <p:spPr>
            <a:xfrm>
              <a:off x="4504938" y="15915605"/>
              <a:ext cx="1281074" cy="181051"/>
            </a:xfrm>
            <a:prstGeom prst="rect">
              <a:avLst/>
            </a:prstGeom>
            <a:solidFill>
              <a:schemeClr val="bg1"/>
            </a:solidFill>
            <a:ln/>
          </p:spPr>
          <p:txBody>
            <a:bodyPr wrap="square" lIns="0" tIns="0" rIns="0" bIns="0" rtlCol="0" anchor="ctr"/>
            <a:lstStyle/>
            <a:p>
              <a:pPr defTabSz="914400"/>
              <a:r>
                <a:rPr lang="en-US" sz="1050" b="1" kern="0" dirty="0">
                  <a:solidFill>
                    <a:srgbClr val="5C068C"/>
                  </a:solidFill>
                  <a:latin typeface="STC Forward" panose="00000500000000000000" pitchFamily="2" charset="-78"/>
                  <a:ea typeface="Inter" pitchFamily="34" charset="-122"/>
                  <a:cs typeface="STC Forward" panose="00000500000000000000" pitchFamily="2" charset="-78"/>
                </a:rPr>
                <a:t>GenAi</a:t>
              </a:r>
            </a:p>
          </p:txBody>
        </p:sp>
        <p:sp>
          <p:nvSpPr>
            <p:cNvPr id="27618" name="Text 57">
              <a:extLst>
                <a:ext uri="{FF2B5EF4-FFF2-40B4-BE49-F238E27FC236}">
                  <a16:creationId xmlns:a16="http://schemas.microsoft.com/office/drawing/2014/main" id="{226F2C9D-6773-5A4A-3D23-B30BC90E5706}"/>
                </a:ext>
              </a:extLst>
            </p:cNvPr>
            <p:cNvSpPr txBox="1"/>
            <p:nvPr/>
          </p:nvSpPr>
          <p:spPr>
            <a:xfrm>
              <a:off x="4295540" y="16234731"/>
              <a:ext cx="3429233" cy="897428"/>
            </a:xfrm>
            <a:prstGeom prst="rect">
              <a:avLst/>
            </a:prstGeom>
            <a:solidFill>
              <a:schemeClr val="bg1"/>
            </a:solidFill>
            <a:ln/>
          </p:spPr>
          <p:txBody>
            <a:bodyPr wrap="square" lIns="0" tIns="0" rIns="0" bIns="0" rtlCol="0" anchor="t"/>
            <a:lstStyle/>
            <a:p>
              <a:pPr marL="171450" indent="-171450" defTabSz="914400">
                <a:buClr>
                  <a:srgbClr val="F5375E"/>
                </a:buClr>
                <a:buFont typeface="Wingdings" panose="05000000000000000000" pitchFamily="2" charset="2"/>
                <a:buChar char="§"/>
                <a:defRPr/>
              </a:pPr>
              <a:r>
                <a:rPr lang="en-US" sz="900" kern="0" dirty="0">
                  <a:solidFill>
                    <a:srgbClr val="4B5563"/>
                  </a:solidFill>
                  <a:latin typeface="STC Forward" panose="00000500000000000000" pitchFamily="2" charset="-78"/>
                  <a:ea typeface="Roboto" pitchFamily="34" charset="-122"/>
                  <a:cs typeface="STC Forward" panose="00000500000000000000" pitchFamily="2" charset="-78"/>
                </a:rPr>
                <a:t>Conducted a session on the Agent Development Framework (ADF), including a demo of agent creation on Ai Core</a:t>
              </a:r>
            </a:p>
            <a:p>
              <a:pPr marL="171450" indent="-171450" defTabSz="914400">
                <a:buClr>
                  <a:srgbClr val="F5375E"/>
                </a:buClr>
                <a:buFont typeface="Wingdings" panose="05000000000000000000" pitchFamily="2" charset="2"/>
                <a:buChar char="§"/>
                <a:defRPr/>
              </a:pPr>
              <a:endParaRPr lang="en-US" sz="900" kern="0" dirty="0">
                <a:solidFill>
                  <a:srgbClr val="4B5563"/>
                </a:solidFill>
                <a:latin typeface="STC Forward" panose="00000500000000000000" pitchFamily="2" charset="-78"/>
                <a:ea typeface="Roboto" pitchFamily="34" charset="-122"/>
                <a:cs typeface="STC Forward" panose="00000500000000000000" pitchFamily="2" charset="-78"/>
              </a:endParaRPr>
            </a:p>
            <a:p>
              <a:pPr marL="171450" indent="-171450" defTabSz="914400">
                <a:buClr>
                  <a:srgbClr val="F5375E"/>
                </a:buClr>
                <a:buFont typeface="Wingdings" panose="05000000000000000000" pitchFamily="2" charset="2"/>
                <a:buChar char="§"/>
                <a:defRPr/>
              </a:pPr>
              <a:r>
                <a:rPr lang="en-US" sz="900" kern="0" dirty="0">
                  <a:solidFill>
                    <a:srgbClr val="4B5563"/>
                  </a:solidFill>
                  <a:latin typeface="STC Forward" panose="00000500000000000000" pitchFamily="2" charset="-78"/>
                  <a:ea typeface="Roboto" pitchFamily="34" charset="-122"/>
                  <a:cs typeface="STC Forward" panose="00000500000000000000" pitchFamily="2" charset="-78"/>
                </a:rPr>
                <a:t>Development started on non-compliance principal assessment Ai Agent for governance </a:t>
              </a:r>
            </a:p>
          </p:txBody>
        </p:sp>
        <p:sp>
          <p:nvSpPr>
            <p:cNvPr id="27619" name="Text 58">
              <a:extLst>
                <a:ext uri="{FF2B5EF4-FFF2-40B4-BE49-F238E27FC236}">
                  <a16:creationId xmlns:a16="http://schemas.microsoft.com/office/drawing/2014/main" id="{9C836B44-354F-071B-3E29-BFF51D3C9379}"/>
                </a:ext>
              </a:extLst>
            </p:cNvPr>
            <p:cNvSpPr txBox="1"/>
            <p:nvPr/>
          </p:nvSpPr>
          <p:spPr>
            <a:xfrm>
              <a:off x="8210087" y="15915606"/>
              <a:ext cx="2353136" cy="170694"/>
            </a:xfrm>
            <a:prstGeom prst="rect">
              <a:avLst/>
            </a:prstGeom>
            <a:solidFill>
              <a:schemeClr val="bg1"/>
            </a:solidFill>
            <a:ln/>
          </p:spPr>
          <p:txBody>
            <a:bodyPr wrap="square" lIns="0" tIns="0" rIns="0" bIns="0" rtlCol="0" anchor="ctr"/>
            <a:lstStyle/>
            <a:p>
              <a:pPr defTabSz="914400">
                <a:defRPr/>
              </a:pPr>
              <a:r>
                <a:rPr lang="en-US" sz="1050" b="1" kern="0" dirty="0">
                  <a:solidFill>
                    <a:srgbClr val="5C068C"/>
                  </a:solidFill>
                  <a:latin typeface="STC Forward" panose="00000500000000000000" pitchFamily="2" charset="-78"/>
                  <a:ea typeface="Inter" pitchFamily="34" charset="-122"/>
                  <a:cs typeface="STC Forward" panose="00000500000000000000" pitchFamily="2" charset="-78"/>
                </a:rPr>
                <a:t>SEA Assessment</a:t>
              </a:r>
            </a:p>
          </p:txBody>
        </p:sp>
        <p:sp>
          <p:nvSpPr>
            <p:cNvPr id="27620" name="Text 59">
              <a:extLst>
                <a:ext uri="{FF2B5EF4-FFF2-40B4-BE49-F238E27FC236}">
                  <a16:creationId xmlns:a16="http://schemas.microsoft.com/office/drawing/2014/main" id="{4A75F428-D9A4-764A-0896-15017B23022D}"/>
                </a:ext>
              </a:extLst>
            </p:cNvPr>
            <p:cNvSpPr txBox="1"/>
            <p:nvPr/>
          </p:nvSpPr>
          <p:spPr>
            <a:xfrm>
              <a:off x="8000689" y="16234730"/>
              <a:ext cx="3372160" cy="808669"/>
            </a:xfrm>
            <a:prstGeom prst="rect">
              <a:avLst/>
            </a:prstGeom>
            <a:noFill/>
            <a:ln/>
          </p:spPr>
          <p:txBody>
            <a:bodyPr wrap="square" lIns="0" tIns="0" rIns="0" bIns="0" rtlCol="0" anchor="t"/>
            <a:lstStyle/>
            <a:p>
              <a:pPr marL="171450" indent="-171450" defTabSz="914400">
                <a:buClr>
                  <a:srgbClr val="F5375E"/>
                </a:buClr>
                <a:buFont typeface="Wingdings" panose="05000000000000000000" pitchFamily="2" charset="2"/>
                <a:buChar char="§"/>
                <a:defRPr/>
              </a:pPr>
              <a:r>
                <a:rPr lang="en-US" sz="850" kern="0" dirty="0">
                  <a:solidFill>
                    <a:srgbClr val="4B5563"/>
                  </a:solidFill>
                  <a:latin typeface="STC Forward" panose="00000500000000000000" pitchFamily="2" charset="-78"/>
                  <a:ea typeface="Roboto" pitchFamily="34" charset="-122"/>
                  <a:cs typeface="STC Forward" panose="00000500000000000000" pitchFamily="2" charset="-78"/>
                </a:rPr>
                <a:t>Completed and presented SEA tools assessment report to SEA VP and management, providing a structured evaluation of current tools, architecture alignment, and identifying optimization opportunities to enhance operational efficiency and support the Autonomous Network roadmap.</a:t>
              </a:r>
            </a:p>
          </p:txBody>
        </p:sp>
        <p:pic>
          <p:nvPicPr>
            <p:cNvPr id="27621" name="Picture 4">
              <a:extLst>
                <a:ext uri="{FF2B5EF4-FFF2-40B4-BE49-F238E27FC236}">
                  <a16:creationId xmlns:a16="http://schemas.microsoft.com/office/drawing/2014/main" id="{52C04800-FA76-90C8-5944-3D89357A089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2265" y="15925204"/>
              <a:ext cx="183116" cy="181052"/>
            </a:xfrm>
            <a:prstGeom prst="rect">
              <a:avLst/>
            </a:prstGeom>
            <a:noFill/>
            <a:extLst>
              <a:ext uri="{909E8E84-426E-40DD-AFC4-6F175D3DCCD1}">
                <a14:hiddenFill xmlns:a14="http://schemas.microsoft.com/office/drawing/2010/main">
                  <a:solidFill>
                    <a:srgbClr val="FFFFFF"/>
                  </a:solidFill>
                </a14:hiddenFill>
              </a:ext>
            </a:extLst>
          </p:spPr>
        </p:pic>
        <p:pic>
          <p:nvPicPr>
            <p:cNvPr id="27622" name="Picture 4">
              <a:extLst>
                <a:ext uri="{FF2B5EF4-FFF2-40B4-BE49-F238E27FC236}">
                  <a16:creationId xmlns:a16="http://schemas.microsoft.com/office/drawing/2014/main" id="{3FDCBD0C-0444-B639-E46F-595C35A8670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24889" y="15925204"/>
              <a:ext cx="183116" cy="181052"/>
            </a:xfrm>
            <a:prstGeom prst="rect">
              <a:avLst/>
            </a:prstGeom>
            <a:noFill/>
            <a:extLst>
              <a:ext uri="{909E8E84-426E-40DD-AFC4-6F175D3DCCD1}">
                <a14:hiddenFill xmlns:a14="http://schemas.microsoft.com/office/drawing/2010/main">
                  <a:solidFill>
                    <a:srgbClr val="FFFFFF"/>
                  </a:solidFill>
                </a14:hiddenFill>
              </a:ext>
            </a:extLst>
          </p:spPr>
        </p:pic>
        <p:pic>
          <p:nvPicPr>
            <p:cNvPr id="27623" name="Picture 4">
              <a:extLst>
                <a:ext uri="{FF2B5EF4-FFF2-40B4-BE49-F238E27FC236}">
                  <a16:creationId xmlns:a16="http://schemas.microsoft.com/office/drawing/2014/main" id="{F44F9DA6-1310-3DD0-3ED6-EE784293BF9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49838" y="15925204"/>
              <a:ext cx="183116" cy="18105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7635" name="Group 27634">
            <a:extLst>
              <a:ext uri="{FF2B5EF4-FFF2-40B4-BE49-F238E27FC236}">
                <a16:creationId xmlns:a16="http://schemas.microsoft.com/office/drawing/2014/main" id="{70048CFC-071D-A5EA-54C7-1F8CFB5EBF40}"/>
              </a:ext>
            </a:extLst>
          </p:cNvPr>
          <p:cNvGrpSpPr/>
          <p:nvPr/>
        </p:nvGrpSpPr>
        <p:grpSpPr>
          <a:xfrm>
            <a:off x="390140" y="21024914"/>
            <a:ext cx="11048695" cy="1213407"/>
            <a:chOff x="390140" y="20788736"/>
            <a:chExt cx="11048695" cy="1213407"/>
          </a:xfrm>
        </p:grpSpPr>
        <p:sp>
          <p:nvSpPr>
            <p:cNvPr id="27624" name="Shape 51">
              <a:extLst>
                <a:ext uri="{FF2B5EF4-FFF2-40B4-BE49-F238E27FC236}">
                  <a16:creationId xmlns:a16="http://schemas.microsoft.com/office/drawing/2014/main" id="{CA88E3DC-843B-B5E8-07AD-DBF71D90C2FA}"/>
                </a:ext>
              </a:extLst>
            </p:cNvPr>
            <p:cNvSpPr/>
            <p:nvPr/>
          </p:nvSpPr>
          <p:spPr>
            <a:xfrm>
              <a:off x="390140" y="20788736"/>
              <a:ext cx="11048695" cy="1213407"/>
            </a:xfrm>
            <a:prstGeom prst="roundRect">
              <a:avLst>
                <a:gd name="adj" fmla="val 6392"/>
              </a:avLst>
            </a:prstGeom>
            <a:solidFill>
              <a:schemeClr val="bg1"/>
            </a:solidFill>
            <a:ln w="12700">
              <a:solidFill>
                <a:srgbClr val="FFFFFF">
                  <a:alpha val="10000"/>
                </a:srgbClr>
              </a:solidFill>
              <a:prstDash val="solid"/>
            </a:ln>
          </p:spPr>
          <p:txBody>
            <a:bodyPr/>
            <a:lstStyle/>
            <a:p>
              <a:endParaRPr lang="en-US"/>
            </a:p>
          </p:txBody>
        </p:sp>
        <p:sp>
          <p:nvSpPr>
            <p:cNvPr id="27625" name="Text 53">
              <a:extLst>
                <a:ext uri="{FF2B5EF4-FFF2-40B4-BE49-F238E27FC236}">
                  <a16:creationId xmlns:a16="http://schemas.microsoft.com/office/drawing/2014/main" id="{C572D594-FC8D-7A2C-CC88-842D4465E45C}"/>
                </a:ext>
              </a:extLst>
            </p:cNvPr>
            <p:cNvSpPr txBox="1"/>
            <p:nvPr/>
          </p:nvSpPr>
          <p:spPr>
            <a:xfrm>
              <a:off x="799790" y="20960792"/>
              <a:ext cx="2448937" cy="139963"/>
            </a:xfrm>
            <a:prstGeom prst="rect">
              <a:avLst/>
            </a:prstGeom>
            <a:solidFill>
              <a:schemeClr val="bg1"/>
            </a:solidFill>
            <a:ln/>
          </p:spPr>
          <p:txBody>
            <a:bodyPr wrap="square" lIns="0" tIns="0" rIns="0" bIns="0" rtlCol="0" anchor="ctr"/>
            <a:lstStyle/>
            <a:p>
              <a:pPr defTabSz="914400">
                <a:defRPr/>
              </a:pPr>
              <a:r>
                <a:rPr lang="en-US" sz="1050" b="1" kern="0" dirty="0">
                  <a:solidFill>
                    <a:srgbClr val="5C068C"/>
                  </a:solidFill>
                  <a:latin typeface="STC Forward" panose="00000500000000000000" pitchFamily="2" charset="-78"/>
                  <a:ea typeface="Inter" pitchFamily="34" charset="-122"/>
                  <a:cs typeface="STC Forward" panose="00000500000000000000" pitchFamily="2" charset="-78"/>
                </a:rPr>
                <a:t>Enterprise Architecture (STAR)</a:t>
              </a:r>
            </a:p>
          </p:txBody>
        </p:sp>
        <p:sp>
          <p:nvSpPr>
            <p:cNvPr id="27626" name="Text 54">
              <a:extLst>
                <a:ext uri="{FF2B5EF4-FFF2-40B4-BE49-F238E27FC236}">
                  <a16:creationId xmlns:a16="http://schemas.microsoft.com/office/drawing/2014/main" id="{8695A4C5-DBC6-C264-AB68-D94DEF2E12A5}"/>
                </a:ext>
              </a:extLst>
            </p:cNvPr>
            <p:cNvSpPr txBox="1"/>
            <p:nvPr/>
          </p:nvSpPr>
          <p:spPr>
            <a:xfrm>
              <a:off x="590393" y="21223009"/>
              <a:ext cx="10791981" cy="712309"/>
            </a:xfrm>
            <a:prstGeom prst="rect">
              <a:avLst/>
            </a:prstGeom>
            <a:solidFill>
              <a:schemeClr val="bg1"/>
            </a:solidFill>
            <a:ln/>
          </p:spPr>
          <p:txBody>
            <a:bodyPr wrap="square" lIns="0" tIns="0" rIns="0" bIns="0" rtlCol="0" anchor="t"/>
            <a:lstStyle/>
            <a:p>
              <a:pPr marL="171450" indent="-171450" defTabSz="914400">
                <a:buClr>
                  <a:srgbClr val="F5375E"/>
                </a:buClr>
                <a:buFont typeface="Wingdings" panose="05000000000000000000" pitchFamily="2" charset="2"/>
                <a:buChar char="§"/>
                <a:defRPr/>
              </a:pPr>
              <a:r>
                <a:rPr lang="en-US" sz="900" kern="0" dirty="0">
                  <a:solidFill>
                    <a:srgbClr val="4B5563"/>
                  </a:solidFill>
                  <a:latin typeface="STC Forward" panose="00000500000000000000" pitchFamily="2" charset="-78"/>
                  <a:ea typeface="Roboto" pitchFamily="34" charset="-122"/>
                  <a:cs typeface="STC Forward" panose="00000500000000000000" pitchFamily="2" charset="-78"/>
                </a:rPr>
                <a:t>Architecture mapping and STAR integration are progressing, enhancing end-to-end visibility across applications and technology; additionally, Conducted focused sessions on “Strengthening </a:t>
              </a:r>
            </a:p>
            <a:p>
              <a:pPr marL="171450" indent="-171450" defTabSz="914400">
                <a:buClr>
                  <a:srgbClr val="F5375E"/>
                </a:buClr>
                <a:buFont typeface="Wingdings" panose="05000000000000000000" pitchFamily="2" charset="2"/>
                <a:buChar char="§"/>
                <a:defRPr/>
              </a:pPr>
              <a:endParaRPr lang="en-US" sz="900" kern="0" dirty="0">
                <a:solidFill>
                  <a:srgbClr val="4B5563"/>
                </a:solidFill>
                <a:latin typeface="STC Forward" panose="00000500000000000000" pitchFamily="2" charset="-78"/>
                <a:ea typeface="Roboto" pitchFamily="34" charset="-122"/>
                <a:cs typeface="STC Forward" panose="00000500000000000000" pitchFamily="2" charset="-78"/>
              </a:endParaRPr>
            </a:p>
            <a:p>
              <a:pPr marL="171450" indent="-171450" defTabSz="914400">
                <a:buClr>
                  <a:srgbClr val="F5375E"/>
                </a:buClr>
                <a:buFont typeface="Wingdings" panose="05000000000000000000" pitchFamily="2" charset="2"/>
                <a:buChar char="§"/>
                <a:defRPr/>
              </a:pPr>
              <a:r>
                <a:rPr lang="en-US" sz="900" kern="0" dirty="0">
                  <a:solidFill>
                    <a:srgbClr val="4B5563"/>
                  </a:solidFill>
                  <a:latin typeface="STC Forward" panose="00000500000000000000" pitchFamily="2" charset="-78"/>
                  <a:ea typeface="Roboto" pitchFamily="34" charset="-122"/>
                  <a:cs typeface="STC Forward" panose="00000500000000000000" pitchFamily="2" charset="-78"/>
                </a:rPr>
                <a:t>Application Governance &amp; Visibility through STAR” across IT Platform, CSDM, AI&amp;DS, SEA, Infrastructure, TSA, and the Architecture Guild, reinforcing accountability and adoption.</a:t>
              </a:r>
            </a:p>
            <a:p>
              <a:pPr marL="171450" indent="-171450" defTabSz="914400">
                <a:buClr>
                  <a:srgbClr val="F5375E"/>
                </a:buClr>
                <a:buFont typeface="Wingdings" panose="05000000000000000000" pitchFamily="2" charset="2"/>
                <a:buChar char="§"/>
                <a:defRPr/>
              </a:pPr>
              <a:endParaRPr lang="en-US" sz="900" kern="0" dirty="0">
                <a:solidFill>
                  <a:srgbClr val="4B5563"/>
                </a:solidFill>
                <a:latin typeface="STC Forward" panose="00000500000000000000" pitchFamily="2" charset="-78"/>
                <a:ea typeface="Roboto" pitchFamily="34" charset="-122"/>
                <a:cs typeface="STC Forward" panose="00000500000000000000" pitchFamily="2" charset="-78"/>
              </a:endParaRPr>
            </a:p>
            <a:p>
              <a:pPr marL="171450" indent="-171450" defTabSz="914400">
                <a:buClr>
                  <a:srgbClr val="F5375E"/>
                </a:buClr>
                <a:buFont typeface="Wingdings" panose="05000000000000000000" pitchFamily="2" charset="2"/>
                <a:buChar char="§"/>
                <a:defRPr/>
              </a:pPr>
              <a:r>
                <a:rPr lang="en-US" sz="900" kern="0" dirty="0">
                  <a:solidFill>
                    <a:srgbClr val="4B5563"/>
                  </a:solidFill>
                  <a:latin typeface="STC Forward" panose="00000500000000000000" pitchFamily="2" charset="-78"/>
                  <a:ea typeface="Roboto" pitchFamily="34" charset="-122"/>
                  <a:cs typeface="STC Forward" panose="00000500000000000000" pitchFamily="2" charset="-78"/>
                </a:rPr>
                <a:t>Key risks remain around data readiness and limited team capacity, with undefined access processes and resource constraints impacting overall acceleration post go-live</a:t>
              </a:r>
            </a:p>
          </p:txBody>
        </p:sp>
        <p:pic>
          <p:nvPicPr>
            <p:cNvPr id="27631" name="Picture 4">
              <a:extLst>
                <a:ext uri="{FF2B5EF4-FFF2-40B4-BE49-F238E27FC236}">
                  <a16:creationId xmlns:a16="http://schemas.microsoft.com/office/drawing/2014/main" id="{84FC2FF2-7CA8-51C3-47CD-33CB8A640C6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6596" y="20941742"/>
              <a:ext cx="183116" cy="18105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7634" name="Group 27633">
            <a:extLst>
              <a:ext uri="{FF2B5EF4-FFF2-40B4-BE49-F238E27FC236}">
                <a16:creationId xmlns:a16="http://schemas.microsoft.com/office/drawing/2014/main" id="{777E0ACC-1738-D5C7-9119-884EEA8180DB}"/>
              </a:ext>
            </a:extLst>
          </p:cNvPr>
          <p:cNvGrpSpPr/>
          <p:nvPr/>
        </p:nvGrpSpPr>
        <p:grpSpPr>
          <a:xfrm>
            <a:off x="390140" y="22452948"/>
            <a:ext cx="11048695" cy="1128903"/>
            <a:chOff x="390140" y="22119573"/>
            <a:chExt cx="11048695" cy="1128903"/>
          </a:xfrm>
        </p:grpSpPr>
        <p:grpSp>
          <p:nvGrpSpPr>
            <p:cNvPr id="27627" name="Group 27626">
              <a:extLst>
                <a:ext uri="{FF2B5EF4-FFF2-40B4-BE49-F238E27FC236}">
                  <a16:creationId xmlns:a16="http://schemas.microsoft.com/office/drawing/2014/main" id="{EB905381-0CBE-2D19-60AD-F255CE8266CD}"/>
                </a:ext>
              </a:extLst>
            </p:cNvPr>
            <p:cNvGrpSpPr/>
            <p:nvPr/>
          </p:nvGrpSpPr>
          <p:grpSpPr>
            <a:xfrm>
              <a:off x="390140" y="22119573"/>
              <a:ext cx="11048695" cy="1128903"/>
              <a:chOff x="390140" y="19041738"/>
              <a:chExt cx="11048695" cy="1476756"/>
            </a:xfrm>
          </p:grpSpPr>
          <p:sp>
            <p:nvSpPr>
              <p:cNvPr id="27628" name="Shape 51">
                <a:extLst>
                  <a:ext uri="{FF2B5EF4-FFF2-40B4-BE49-F238E27FC236}">
                    <a16:creationId xmlns:a16="http://schemas.microsoft.com/office/drawing/2014/main" id="{BEB01489-BB7A-F0BD-EBF4-CF821641D66B}"/>
                  </a:ext>
                </a:extLst>
              </p:cNvPr>
              <p:cNvSpPr/>
              <p:nvPr/>
            </p:nvSpPr>
            <p:spPr>
              <a:xfrm>
                <a:off x="390140" y="19041738"/>
                <a:ext cx="11048695" cy="1476756"/>
              </a:xfrm>
              <a:prstGeom prst="roundRect">
                <a:avLst>
                  <a:gd name="adj" fmla="val 6392"/>
                </a:avLst>
              </a:prstGeom>
              <a:solidFill>
                <a:schemeClr val="bg1"/>
              </a:solidFill>
              <a:ln w="12700">
                <a:solidFill>
                  <a:srgbClr val="FFFFFF">
                    <a:alpha val="10000"/>
                  </a:srgbClr>
                </a:solidFill>
                <a:prstDash val="solid"/>
              </a:ln>
            </p:spPr>
            <p:txBody>
              <a:bodyPr/>
              <a:lstStyle/>
              <a:p>
                <a:endParaRPr lang="en-US"/>
              </a:p>
            </p:txBody>
          </p:sp>
          <p:sp>
            <p:nvSpPr>
              <p:cNvPr id="27629" name="Text 53">
                <a:extLst>
                  <a:ext uri="{FF2B5EF4-FFF2-40B4-BE49-F238E27FC236}">
                    <a16:creationId xmlns:a16="http://schemas.microsoft.com/office/drawing/2014/main" id="{4844AA91-ACF0-7235-9008-4BE250258925}"/>
                  </a:ext>
                </a:extLst>
              </p:cNvPr>
              <p:cNvSpPr txBox="1"/>
              <p:nvPr/>
            </p:nvSpPr>
            <p:spPr>
              <a:xfrm>
                <a:off x="799790" y="19251136"/>
                <a:ext cx="2448937" cy="170339"/>
              </a:xfrm>
              <a:prstGeom prst="rect">
                <a:avLst/>
              </a:prstGeom>
              <a:solidFill>
                <a:schemeClr val="bg1"/>
              </a:solidFill>
              <a:ln/>
            </p:spPr>
            <p:txBody>
              <a:bodyPr wrap="square" lIns="0" tIns="0" rIns="0" bIns="0" rtlCol="0" anchor="ctr"/>
              <a:lstStyle/>
              <a:p>
                <a:pPr defTabSz="914400">
                  <a:defRPr/>
                </a:pPr>
                <a:r>
                  <a:rPr lang="en-US" sz="1050" b="1" kern="0" dirty="0">
                    <a:solidFill>
                      <a:srgbClr val="5C068C"/>
                    </a:solidFill>
                    <a:latin typeface="STC Forward" panose="00000500000000000000" pitchFamily="2" charset="-78"/>
                    <a:ea typeface="Inter" pitchFamily="34" charset="-122"/>
                    <a:cs typeface="STC Forward" panose="00000500000000000000" pitchFamily="2" charset="-78"/>
                  </a:rPr>
                  <a:t>Compliance</a:t>
                </a:r>
              </a:p>
            </p:txBody>
          </p:sp>
          <p:sp>
            <p:nvSpPr>
              <p:cNvPr id="27630" name="Text 54">
                <a:extLst>
                  <a:ext uri="{FF2B5EF4-FFF2-40B4-BE49-F238E27FC236}">
                    <a16:creationId xmlns:a16="http://schemas.microsoft.com/office/drawing/2014/main" id="{5279EBD0-4B5F-2C55-26B6-9D20EFC78DE8}"/>
                  </a:ext>
                </a:extLst>
              </p:cNvPr>
              <p:cNvSpPr txBox="1"/>
              <p:nvPr/>
            </p:nvSpPr>
            <p:spPr>
              <a:xfrm>
                <a:off x="590393" y="19570262"/>
                <a:ext cx="10791981" cy="913531"/>
              </a:xfrm>
              <a:prstGeom prst="rect">
                <a:avLst/>
              </a:prstGeom>
              <a:solidFill>
                <a:schemeClr val="bg1"/>
              </a:solidFill>
              <a:ln/>
            </p:spPr>
            <p:txBody>
              <a:bodyPr wrap="square" lIns="0" tIns="0" rIns="0" bIns="0" rtlCol="0" anchor="t"/>
              <a:lstStyle/>
              <a:p>
                <a:pPr marL="171450" indent="-171450" defTabSz="914400">
                  <a:buClr>
                    <a:srgbClr val="F5375E"/>
                  </a:buClr>
                  <a:buFont typeface="Wingdings" panose="05000000000000000000" pitchFamily="2" charset="2"/>
                  <a:buChar char="§"/>
                  <a:defRPr/>
                </a:pPr>
                <a:r>
                  <a:rPr lang="en-US" sz="900" b="1" kern="0" dirty="0">
                    <a:solidFill>
                      <a:srgbClr val="4B5563"/>
                    </a:solidFill>
                    <a:latin typeface="STC Forward" panose="00000500000000000000" pitchFamily="2" charset="-78"/>
                    <a:ea typeface="Roboto" pitchFamily="34" charset="-122"/>
                    <a:cs typeface="STC Forward" panose="00000500000000000000" pitchFamily="2" charset="-78"/>
                  </a:rPr>
                  <a:t>GCTO Direction: </a:t>
                </a:r>
                <a:r>
                  <a:rPr lang="en-US" sz="900" kern="0" dirty="0">
                    <a:solidFill>
                      <a:srgbClr val="4B5563"/>
                    </a:solidFill>
                    <a:latin typeface="STC Forward" panose="00000500000000000000" pitchFamily="2" charset="-78"/>
                    <a:ea typeface="Roboto" pitchFamily="34" charset="-122"/>
                    <a:cs typeface="STC Forward" panose="00000500000000000000" pitchFamily="2" charset="-78"/>
                  </a:rPr>
                  <a:t>successfully finalized GCTO Request to enhance visibility of open cases (including Priority, Progress %, Due Date, and Associated Plan) and shared to Excellence Team. Currently working on the newly identified cases.</a:t>
                </a:r>
              </a:p>
              <a:p>
                <a:pPr marL="171450" indent="-171450" defTabSz="914400">
                  <a:buClr>
                    <a:srgbClr val="F5375E"/>
                  </a:buClr>
                  <a:buFont typeface="Wingdings" panose="05000000000000000000" pitchFamily="2" charset="2"/>
                  <a:buChar char="§"/>
                  <a:defRPr/>
                </a:pPr>
                <a:r>
                  <a:rPr lang="en-US" sz="900" b="1" kern="0" dirty="0">
                    <a:solidFill>
                      <a:srgbClr val="4B5563"/>
                    </a:solidFill>
                    <a:latin typeface="STC Forward" panose="00000500000000000000" pitchFamily="2" charset="-78"/>
                    <a:ea typeface="Roboto" pitchFamily="34" charset="-122"/>
                    <a:cs typeface="STC Forward" panose="00000500000000000000" pitchFamily="2" charset="-78"/>
                  </a:rPr>
                  <a:t>Latest Raw Data Distribution</a:t>
                </a:r>
                <a:r>
                  <a:rPr lang="en-US" sz="900" kern="0" dirty="0">
                    <a:solidFill>
                      <a:srgbClr val="4B5563"/>
                    </a:solidFill>
                    <a:latin typeface="STC Forward" panose="00000500000000000000" pitchFamily="2" charset="-78"/>
                    <a:ea typeface="Roboto" pitchFamily="34" charset="-122"/>
                    <a:cs typeface="STC Forward" panose="00000500000000000000" pitchFamily="2" charset="-78"/>
                  </a:rPr>
                  <a:t>: shared the latest February raw data to the Sectors to start the new compliance assessment cycle.</a:t>
                </a:r>
              </a:p>
              <a:p>
                <a:pPr marL="171450" indent="-171450" defTabSz="914400">
                  <a:buClr>
                    <a:srgbClr val="F5375E"/>
                  </a:buClr>
                  <a:buFont typeface="Wingdings" panose="05000000000000000000" pitchFamily="2" charset="2"/>
                  <a:buChar char="§"/>
                  <a:defRPr/>
                </a:pPr>
                <a:r>
                  <a:rPr lang="en-US" sz="900" b="1" kern="0" dirty="0">
                    <a:solidFill>
                      <a:srgbClr val="4B5563"/>
                    </a:solidFill>
                    <a:latin typeface="STC Forward" panose="00000500000000000000" pitchFamily="2" charset="-78"/>
                    <a:ea typeface="Roboto" pitchFamily="34" charset="-122"/>
                    <a:cs typeface="STC Forward" panose="00000500000000000000" pitchFamily="2" charset="-78"/>
                  </a:rPr>
                  <a:t>Architecture Roadmap</a:t>
                </a:r>
                <a:r>
                  <a:rPr lang="en-US" sz="900" kern="0" dirty="0">
                    <a:solidFill>
                      <a:srgbClr val="4B5563"/>
                    </a:solidFill>
                    <a:latin typeface="STC Forward" panose="00000500000000000000" pitchFamily="2" charset="-78"/>
                    <a:ea typeface="Roboto" pitchFamily="34" charset="-122"/>
                    <a:cs typeface="STC Forward" panose="00000500000000000000" pitchFamily="2" charset="-78"/>
                  </a:rPr>
                  <a:t>: completed the VP Task to link open cases with the Architecture Roadmap with the DA and IA teams support, shared to Maged Emara.</a:t>
                </a:r>
              </a:p>
            </p:txBody>
          </p:sp>
        </p:grpSp>
        <p:pic>
          <p:nvPicPr>
            <p:cNvPr id="27632" name="Picture 27631">
              <a:extLst>
                <a:ext uri="{FF2B5EF4-FFF2-40B4-BE49-F238E27FC236}">
                  <a16:creationId xmlns:a16="http://schemas.microsoft.com/office/drawing/2014/main" id="{B97EA886-6D3B-7399-D089-5352C18E26C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6596" y="22250490"/>
              <a:ext cx="183116" cy="18105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7636" name="Group 27635">
            <a:extLst>
              <a:ext uri="{FF2B5EF4-FFF2-40B4-BE49-F238E27FC236}">
                <a16:creationId xmlns:a16="http://schemas.microsoft.com/office/drawing/2014/main" id="{687E1C2A-4D7B-F448-814E-B9C4AF344B9F}"/>
              </a:ext>
            </a:extLst>
          </p:cNvPr>
          <p:cNvGrpSpPr/>
          <p:nvPr/>
        </p:nvGrpSpPr>
        <p:grpSpPr>
          <a:xfrm>
            <a:off x="390140" y="18872721"/>
            <a:ext cx="11048695" cy="1937567"/>
            <a:chOff x="390140" y="18727511"/>
            <a:chExt cx="11048695" cy="1937567"/>
          </a:xfrm>
        </p:grpSpPr>
        <p:sp>
          <p:nvSpPr>
            <p:cNvPr id="27590" name="Shape 51">
              <a:extLst>
                <a:ext uri="{FF2B5EF4-FFF2-40B4-BE49-F238E27FC236}">
                  <a16:creationId xmlns:a16="http://schemas.microsoft.com/office/drawing/2014/main" id="{CDD4C48E-3DC2-956A-9197-1CB70C25B2B9}"/>
                </a:ext>
              </a:extLst>
            </p:cNvPr>
            <p:cNvSpPr/>
            <p:nvPr/>
          </p:nvSpPr>
          <p:spPr>
            <a:xfrm>
              <a:off x="390140" y="18727511"/>
              <a:ext cx="11048695" cy="1937567"/>
            </a:xfrm>
            <a:prstGeom prst="roundRect">
              <a:avLst>
                <a:gd name="adj" fmla="val 6392"/>
              </a:avLst>
            </a:prstGeom>
            <a:solidFill>
              <a:schemeClr val="bg1"/>
            </a:solidFill>
            <a:ln w="12700">
              <a:solidFill>
                <a:srgbClr val="FFFFFF">
                  <a:alpha val="10000"/>
                </a:srgbClr>
              </a:solidFill>
              <a:prstDash val="solid"/>
            </a:ln>
          </p:spPr>
          <p:txBody>
            <a:bodyPr/>
            <a:lstStyle/>
            <a:p>
              <a:endParaRPr lang="en-US"/>
            </a:p>
          </p:txBody>
        </p:sp>
        <p:sp>
          <p:nvSpPr>
            <p:cNvPr id="27591" name="Text 53">
              <a:extLst>
                <a:ext uri="{FF2B5EF4-FFF2-40B4-BE49-F238E27FC236}">
                  <a16:creationId xmlns:a16="http://schemas.microsoft.com/office/drawing/2014/main" id="{695EF248-6F45-CA94-28E7-E5E71F06E0A4}"/>
                </a:ext>
              </a:extLst>
            </p:cNvPr>
            <p:cNvSpPr txBox="1"/>
            <p:nvPr/>
          </p:nvSpPr>
          <p:spPr>
            <a:xfrm>
              <a:off x="799791" y="18879731"/>
              <a:ext cx="4134159" cy="162679"/>
            </a:xfrm>
            <a:prstGeom prst="rect">
              <a:avLst/>
            </a:prstGeom>
            <a:solidFill>
              <a:schemeClr val="bg1"/>
            </a:solidFill>
            <a:ln/>
          </p:spPr>
          <p:txBody>
            <a:bodyPr wrap="square" lIns="0" tIns="0" rIns="0" bIns="0" rtlCol="0" anchor="ctr"/>
            <a:lstStyle/>
            <a:p>
              <a:pPr defTabSz="914400">
                <a:defRPr/>
              </a:pPr>
              <a:r>
                <a:rPr lang="en-US" sz="1050" b="1" kern="0" dirty="0">
                  <a:solidFill>
                    <a:srgbClr val="5C068C"/>
                  </a:solidFill>
                  <a:latin typeface="STC Forward" panose="00000500000000000000" pitchFamily="2" charset="-78"/>
                  <a:ea typeface="Inter" pitchFamily="34" charset="-122"/>
                  <a:cs typeface="STC Forward" panose="00000500000000000000" pitchFamily="2" charset="-78"/>
                </a:rPr>
                <a:t>Technology Governance &amp; ARB</a:t>
              </a:r>
            </a:p>
          </p:txBody>
        </p:sp>
        <p:sp>
          <p:nvSpPr>
            <p:cNvPr id="27592" name="Text 54">
              <a:extLst>
                <a:ext uri="{FF2B5EF4-FFF2-40B4-BE49-F238E27FC236}">
                  <a16:creationId xmlns:a16="http://schemas.microsoft.com/office/drawing/2014/main" id="{3484B49C-2F76-E8C3-D1AD-F8B9CFAE4196}"/>
                </a:ext>
              </a:extLst>
            </p:cNvPr>
            <p:cNvSpPr txBox="1"/>
            <p:nvPr/>
          </p:nvSpPr>
          <p:spPr>
            <a:xfrm>
              <a:off x="590394" y="19111717"/>
              <a:ext cx="10649106" cy="1490248"/>
            </a:xfrm>
            <a:prstGeom prst="rect">
              <a:avLst/>
            </a:prstGeom>
            <a:solidFill>
              <a:schemeClr val="bg1"/>
            </a:solidFill>
            <a:ln/>
          </p:spPr>
          <p:txBody>
            <a:bodyPr wrap="square" lIns="0" tIns="0" rIns="0" bIns="0" rtlCol="0" anchor="t"/>
            <a:lstStyle/>
            <a:p>
              <a:pPr marL="171450" marR="0" lvl="0" indent="-171450" algn="l" defTabSz="914400" rtl="0" eaLnBrk="1" fontAlgn="auto" latinLnBrk="0" hangingPunct="1">
                <a:lnSpc>
                  <a:spcPct val="150000"/>
                </a:lnSpc>
                <a:spcBef>
                  <a:spcPts val="0"/>
                </a:spcBef>
                <a:spcAft>
                  <a:spcPts val="0"/>
                </a:spcAft>
                <a:buClr>
                  <a:srgbClr val="F5375E"/>
                </a:buClr>
                <a:buSzTx/>
                <a:buFont typeface="Wingdings" panose="05000000000000000000" pitchFamily="2" charset="2"/>
                <a:buChar char="§"/>
                <a:tabLst/>
                <a:defRPr/>
              </a:pPr>
              <a:r>
                <a:rPr kumimoji="0" lang="en-US" sz="900" i="0" u="none" strike="noStrike" kern="0" cap="none" spc="0" normalizeH="0" baseline="0" noProof="0" dirty="0">
                  <a:ln>
                    <a:noFill/>
                  </a:ln>
                  <a:solidFill>
                    <a:srgbClr val="4B5563"/>
                  </a:solidFill>
                  <a:effectLst/>
                  <a:uLnTx/>
                  <a:uFillTx/>
                  <a:latin typeface="STC Forward" panose="00000500000000000000" pitchFamily="2" charset="-78"/>
                  <a:ea typeface="Roboto" pitchFamily="34" charset="-122"/>
                  <a:cs typeface="STC Forward" panose="00000500000000000000" pitchFamily="2" charset="-78"/>
                </a:rPr>
                <a:t>S2R controls: reviewed the received inputs and followed-up on controls maturity and enhancements with control owners; refreshed report with latest status</a:t>
              </a:r>
            </a:p>
            <a:p>
              <a:pPr marL="171450" marR="0" lvl="0" indent="-171450" algn="l" defTabSz="914400" rtl="0" eaLnBrk="1" fontAlgn="auto" latinLnBrk="0" hangingPunct="1">
                <a:lnSpc>
                  <a:spcPct val="150000"/>
                </a:lnSpc>
                <a:spcBef>
                  <a:spcPts val="0"/>
                </a:spcBef>
                <a:spcAft>
                  <a:spcPts val="0"/>
                </a:spcAft>
                <a:buClr>
                  <a:srgbClr val="F5375E"/>
                </a:buClr>
                <a:buSzTx/>
                <a:buFont typeface="Wingdings" panose="05000000000000000000" pitchFamily="2" charset="2"/>
                <a:buChar char="§"/>
                <a:tabLst/>
                <a:defRPr/>
              </a:pPr>
              <a:r>
                <a:rPr kumimoji="0" lang="en-US" sz="900" i="0" u="none" strike="noStrike" kern="0" cap="none" spc="0" normalizeH="0" baseline="0" noProof="0" dirty="0">
                  <a:ln>
                    <a:noFill/>
                  </a:ln>
                  <a:solidFill>
                    <a:srgbClr val="4B5563"/>
                  </a:solidFill>
                  <a:effectLst/>
                  <a:uLnTx/>
                  <a:uFillTx/>
                  <a:latin typeface="STC Forward" panose="00000500000000000000" pitchFamily="2" charset="-78"/>
                  <a:ea typeface="Roboto" pitchFamily="34" charset="-122"/>
                  <a:cs typeface="STC Forward" panose="00000500000000000000" pitchFamily="2" charset="-78"/>
                </a:rPr>
                <a:t>Internal workshop and summarized quick-wins for Efficiency - Value Realization, and shred with efficiency SMEs &amp; SPOCs (TEC&amp; TSA, for any feedback and adoption</a:t>
              </a:r>
            </a:p>
            <a:p>
              <a:pPr marL="171450" marR="0" lvl="0" indent="-171450" algn="l" defTabSz="914400" rtl="0" eaLnBrk="1" fontAlgn="auto" latinLnBrk="0" hangingPunct="1">
                <a:lnSpc>
                  <a:spcPct val="150000"/>
                </a:lnSpc>
                <a:spcBef>
                  <a:spcPts val="0"/>
                </a:spcBef>
                <a:spcAft>
                  <a:spcPts val="0"/>
                </a:spcAft>
                <a:buClr>
                  <a:srgbClr val="F5375E"/>
                </a:buClr>
                <a:buSzTx/>
                <a:buFont typeface="Wingdings" panose="05000000000000000000" pitchFamily="2" charset="2"/>
                <a:buChar char="§"/>
                <a:tabLst/>
                <a:defRPr/>
              </a:pPr>
              <a:r>
                <a:rPr kumimoji="0" lang="en-US" sz="900" i="0" u="none" strike="noStrike" kern="0" cap="none" spc="0" normalizeH="0" baseline="0" noProof="0" dirty="0">
                  <a:ln>
                    <a:noFill/>
                  </a:ln>
                  <a:solidFill>
                    <a:srgbClr val="4B5563"/>
                  </a:solidFill>
                  <a:effectLst/>
                  <a:uLnTx/>
                  <a:uFillTx/>
                  <a:latin typeface="STC Forward" panose="00000500000000000000" pitchFamily="2" charset="-78"/>
                  <a:ea typeface="Roboto" pitchFamily="34" charset="-122"/>
                  <a:cs typeface="STC Forward" panose="00000500000000000000" pitchFamily="2" charset="-78"/>
                </a:rPr>
                <a:t>Reviewed, consolidated and presented evidences to address the technology audit findings; conducted meeting with audit team and TSA risk champion</a:t>
              </a:r>
            </a:p>
            <a:p>
              <a:pPr marL="171450" marR="0" lvl="0" indent="-171450" algn="l" defTabSz="914400" rtl="0" eaLnBrk="1" fontAlgn="auto" latinLnBrk="0" hangingPunct="1">
                <a:lnSpc>
                  <a:spcPct val="150000"/>
                </a:lnSpc>
                <a:spcBef>
                  <a:spcPts val="0"/>
                </a:spcBef>
                <a:spcAft>
                  <a:spcPts val="0"/>
                </a:spcAft>
                <a:buClr>
                  <a:srgbClr val="F5375E"/>
                </a:buClr>
                <a:buSzTx/>
                <a:buFont typeface="Wingdings" panose="05000000000000000000" pitchFamily="2" charset="2"/>
                <a:buChar char="§"/>
                <a:tabLst/>
                <a:defRPr/>
              </a:pPr>
              <a:r>
                <a:rPr kumimoji="0" lang="en-US" sz="900" i="0" u="none" strike="noStrike" kern="0" cap="none" spc="0" normalizeH="0" baseline="0" noProof="0" dirty="0">
                  <a:ln>
                    <a:noFill/>
                  </a:ln>
                  <a:solidFill>
                    <a:srgbClr val="4B5563"/>
                  </a:solidFill>
                  <a:effectLst/>
                  <a:uLnTx/>
                  <a:uFillTx/>
                  <a:latin typeface="STC Forward" panose="00000500000000000000" pitchFamily="2" charset="-78"/>
                  <a:ea typeface="Roboto" pitchFamily="34" charset="-122"/>
                  <a:cs typeface="STC Forward" panose="00000500000000000000" pitchFamily="2" charset="-78"/>
                </a:rPr>
                <a:t>successfully released RFP Process in ARIS and completed the closure all processes under AGA (25 Processes).</a:t>
              </a:r>
            </a:p>
            <a:p>
              <a:pPr marL="171450" marR="0" lvl="0" indent="-171450" algn="l" defTabSz="914400" rtl="0" eaLnBrk="1" fontAlgn="auto" latinLnBrk="0" hangingPunct="1">
                <a:lnSpc>
                  <a:spcPct val="150000"/>
                </a:lnSpc>
                <a:spcBef>
                  <a:spcPts val="0"/>
                </a:spcBef>
                <a:spcAft>
                  <a:spcPts val="0"/>
                </a:spcAft>
                <a:buClr>
                  <a:srgbClr val="F5375E"/>
                </a:buClr>
                <a:buSzTx/>
                <a:buFont typeface="Wingdings" panose="05000000000000000000" pitchFamily="2" charset="2"/>
                <a:buChar char="§"/>
                <a:tabLst/>
                <a:defRPr/>
              </a:pPr>
              <a:r>
                <a:rPr kumimoji="0" lang="en-US" sz="900" i="0" u="none" strike="noStrike" kern="0" cap="none" spc="0" normalizeH="0" baseline="0" noProof="0" dirty="0">
                  <a:ln>
                    <a:noFill/>
                  </a:ln>
                  <a:solidFill>
                    <a:srgbClr val="4B5563"/>
                  </a:solidFill>
                  <a:effectLst/>
                  <a:uLnTx/>
                  <a:uFillTx/>
                  <a:latin typeface="STC Forward" panose="00000500000000000000" pitchFamily="2" charset="-78"/>
                  <a:ea typeface="Roboto" pitchFamily="34" charset="-122"/>
                  <a:cs typeface="STC Forward" panose="00000500000000000000" pitchFamily="2" charset="-78"/>
                </a:rPr>
                <a:t>Bonya: DA and Bonya team review identified several architectural misalignments that must be resolved before proceeding. Bonya team has issued a detailed MoM outlining required actions.</a:t>
              </a:r>
            </a:p>
            <a:p>
              <a:pPr marL="171450" marR="0" lvl="0" indent="-171450" algn="l" defTabSz="914400" rtl="0" eaLnBrk="1" fontAlgn="auto" latinLnBrk="0" hangingPunct="1">
                <a:lnSpc>
                  <a:spcPct val="150000"/>
                </a:lnSpc>
                <a:spcBef>
                  <a:spcPts val="0"/>
                </a:spcBef>
                <a:spcAft>
                  <a:spcPts val="0"/>
                </a:spcAft>
                <a:buClr>
                  <a:srgbClr val="F5375E"/>
                </a:buClr>
                <a:buSzTx/>
                <a:buFont typeface="Wingdings" panose="05000000000000000000" pitchFamily="2" charset="2"/>
                <a:buChar char="§"/>
                <a:tabLst/>
                <a:defRPr/>
              </a:pPr>
              <a:r>
                <a:rPr kumimoji="0" lang="en-US" sz="900" i="0" u="none" strike="noStrike" kern="0" cap="none" spc="0" normalizeH="0" baseline="0" noProof="0" dirty="0">
                  <a:ln>
                    <a:noFill/>
                  </a:ln>
                  <a:solidFill>
                    <a:srgbClr val="4B5563"/>
                  </a:solidFill>
                  <a:effectLst/>
                  <a:uLnTx/>
                  <a:uFillTx/>
                  <a:latin typeface="STC Forward" panose="00000500000000000000" pitchFamily="2" charset="-78"/>
                  <a:ea typeface="Roboto" pitchFamily="34" charset="-122"/>
                  <a:cs typeface="STC Forward" panose="00000500000000000000" pitchFamily="2" charset="-78"/>
                </a:rPr>
                <a:t>Standards: Strong progress this week; all architecture standards have reached maturity level 4 and are now moving into publication.</a:t>
              </a:r>
            </a:p>
            <a:p>
              <a:pPr marL="171450" marR="0" lvl="0" indent="-171450" algn="l" defTabSz="914400" rtl="0" eaLnBrk="1" fontAlgn="auto" latinLnBrk="0" hangingPunct="1">
                <a:lnSpc>
                  <a:spcPct val="150000"/>
                </a:lnSpc>
                <a:spcBef>
                  <a:spcPts val="0"/>
                </a:spcBef>
                <a:spcAft>
                  <a:spcPts val="0"/>
                </a:spcAft>
                <a:buClr>
                  <a:srgbClr val="F5375E"/>
                </a:buClr>
                <a:buSzTx/>
                <a:buFont typeface="Wingdings" panose="05000000000000000000" pitchFamily="2" charset="2"/>
                <a:buChar char="§"/>
                <a:tabLst/>
                <a:defRPr/>
              </a:pPr>
              <a:r>
                <a:rPr kumimoji="0" lang="en-US" sz="900" i="0" u="none" strike="noStrike" kern="0" cap="none" spc="0" normalizeH="0" baseline="0" noProof="0" dirty="0">
                  <a:ln>
                    <a:noFill/>
                  </a:ln>
                  <a:solidFill>
                    <a:srgbClr val="4B5563"/>
                  </a:solidFill>
                  <a:effectLst/>
                  <a:uLnTx/>
                  <a:uFillTx/>
                  <a:latin typeface="STC Forward" panose="00000500000000000000" pitchFamily="2" charset="-78"/>
                  <a:ea typeface="Roboto" pitchFamily="34" charset="-122"/>
                  <a:cs typeface="STC Forward" panose="00000500000000000000" pitchFamily="2" charset="-78"/>
                </a:rPr>
                <a:t>ARB: Ready to support the expedited Bahrain DR Huawei solution review.</a:t>
              </a:r>
            </a:p>
            <a:p>
              <a:pPr marL="171450" marR="0" lvl="0" indent="-171450" algn="l" defTabSz="914400" rtl="0" eaLnBrk="1" fontAlgn="auto" latinLnBrk="0" hangingPunct="1">
                <a:lnSpc>
                  <a:spcPct val="150000"/>
                </a:lnSpc>
                <a:spcBef>
                  <a:spcPts val="0"/>
                </a:spcBef>
                <a:spcAft>
                  <a:spcPts val="0"/>
                </a:spcAft>
                <a:buClr>
                  <a:srgbClr val="F5375E"/>
                </a:buClr>
                <a:buSzTx/>
                <a:buFont typeface="Wingdings" panose="05000000000000000000" pitchFamily="2" charset="2"/>
                <a:buChar char="§"/>
                <a:tabLst/>
                <a:defRPr/>
              </a:pPr>
              <a:endParaRPr kumimoji="0" lang="en-US" sz="900" i="0" u="none" strike="noStrike" kern="0" cap="none" spc="0" normalizeH="0" baseline="0" noProof="0" dirty="0">
                <a:ln>
                  <a:noFill/>
                </a:ln>
                <a:solidFill>
                  <a:srgbClr val="4B5563"/>
                </a:solidFill>
                <a:effectLst/>
                <a:uLnTx/>
                <a:uFillTx/>
                <a:latin typeface="STC Forward" panose="00000500000000000000" pitchFamily="2" charset="-78"/>
                <a:ea typeface="Roboto" pitchFamily="34" charset="-122"/>
                <a:cs typeface="STC Forward" panose="00000500000000000000" pitchFamily="2" charset="-78"/>
              </a:endParaRPr>
            </a:p>
          </p:txBody>
        </p:sp>
        <p:pic>
          <p:nvPicPr>
            <p:cNvPr id="27633" name="Picture 4">
              <a:extLst>
                <a:ext uri="{FF2B5EF4-FFF2-40B4-BE49-F238E27FC236}">
                  <a16:creationId xmlns:a16="http://schemas.microsoft.com/office/drawing/2014/main" id="{2B76C36E-D8C4-50FC-11E4-93B7D0D0F66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6596" y="18857912"/>
              <a:ext cx="183116" cy="18105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6976892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28A6AF-F128-A4E8-3796-D6D6BF6BB33D}"/>
            </a:ext>
          </a:extLst>
        </p:cNvPr>
        <p:cNvGrpSpPr/>
        <p:nvPr/>
      </p:nvGrpSpPr>
      <p:grpSpPr>
        <a:xfrm>
          <a:off x="0" y="0"/>
          <a:ext cx="0" cy="0"/>
          <a:chOff x="0" y="0"/>
          <a:chExt cx="0" cy="0"/>
        </a:xfrm>
      </p:grpSpPr>
      <p:sp>
        <p:nvSpPr>
          <p:cNvPr id="28520" name="Rectangle 28519">
            <a:extLst>
              <a:ext uri="{FF2B5EF4-FFF2-40B4-BE49-F238E27FC236}">
                <a16:creationId xmlns:a16="http://schemas.microsoft.com/office/drawing/2014/main" id="{F3B35D70-139C-36BE-1E83-1889C4356BC2}"/>
              </a:ext>
            </a:extLst>
          </p:cNvPr>
          <p:cNvSpPr/>
          <p:nvPr/>
        </p:nvSpPr>
        <p:spPr>
          <a:xfrm>
            <a:off x="424543" y="2837784"/>
            <a:ext cx="11032219" cy="332436"/>
          </a:xfrm>
          <a:prstGeom prst="rect">
            <a:avLst/>
          </a:prstGeom>
          <a:solidFill>
            <a:srgbClr val="F8F5FA"/>
          </a:solidFill>
          <a:ln w="12700" cap="flat" cmpd="sng" algn="ctr">
            <a:noFill/>
            <a:prstDash val="solid"/>
            <a:miter lim="800000"/>
          </a:ln>
          <a:effectLst/>
        </p:spPr>
        <p:txBody>
          <a:bodyPr rtlCol="0" anchor="ctr"/>
          <a:lstStyle/>
          <a:p>
            <a:pPr algn="ctr" defTabSz="849139"/>
            <a:endParaRPr lang="en-US" sz="1671" kern="0" dirty="0">
              <a:solidFill>
                <a:prstClr val="white"/>
              </a:solidFill>
              <a:latin typeface="Calibri" panose="020F0502020204030204"/>
            </a:endParaRPr>
          </a:p>
        </p:txBody>
      </p:sp>
      <p:sp>
        <p:nvSpPr>
          <p:cNvPr id="28521" name="TextBox 28520">
            <a:extLst>
              <a:ext uri="{FF2B5EF4-FFF2-40B4-BE49-F238E27FC236}">
                <a16:creationId xmlns:a16="http://schemas.microsoft.com/office/drawing/2014/main" id="{A44D6F34-06ED-8F1D-BE9B-42838641C2C2}"/>
              </a:ext>
            </a:extLst>
          </p:cNvPr>
          <p:cNvSpPr txBox="1"/>
          <p:nvPr/>
        </p:nvSpPr>
        <p:spPr>
          <a:xfrm>
            <a:off x="4585715" y="2889686"/>
            <a:ext cx="2709874" cy="235321"/>
          </a:xfrm>
          <a:prstGeom prst="rect">
            <a:avLst/>
          </a:prstGeom>
          <a:noFill/>
        </p:spPr>
        <p:txBody>
          <a:bodyPr wrap="square">
            <a:spAutoFit/>
          </a:bodyPr>
          <a:lstStyle/>
          <a:p>
            <a:pPr algn="ctr" defTabSz="849139">
              <a:defRPr/>
            </a:pPr>
            <a:r>
              <a:rPr lang="it-IT" sz="929" dirty="0">
                <a:solidFill>
                  <a:prstClr val="black"/>
                </a:solidFill>
                <a:latin typeface="STC Forward"/>
              </a:rPr>
              <a:t>RFX Cost Optimization ~ Achieved in 2026</a:t>
            </a:r>
          </a:p>
        </p:txBody>
      </p:sp>
      <p:graphicFrame>
        <p:nvGraphicFramePr>
          <p:cNvPr id="28522" name="Chart 28521">
            <a:extLst>
              <a:ext uri="{FF2B5EF4-FFF2-40B4-BE49-F238E27FC236}">
                <a16:creationId xmlns:a16="http://schemas.microsoft.com/office/drawing/2014/main" id="{42D278DC-3F83-E964-9972-A51AE6C5F096}"/>
              </a:ext>
            </a:extLst>
          </p:cNvPr>
          <p:cNvGraphicFramePr>
            <a:graphicFrameLocks/>
          </p:cNvGraphicFramePr>
          <p:nvPr>
            <p:custDataLst>
              <p:tags r:id="rId1"/>
            </p:custDataLst>
          </p:nvPr>
        </p:nvGraphicFramePr>
        <p:xfrm>
          <a:off x="7590449" y="474422"/>
          <a:ext cx="2488986" cy="2201423"/>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8523" name="Chart 28522">
            <a:extLst>
              <a:ext uri="{FF2B5EF4-FFF2-40B4-BE49-F238E27FC236}">
                <a16:creationId xmlns:a16="http://schemas.microsoft.com/office/drawing/2014/main" id="{7A8759E9-081A-F751-DE5F-64FC81BB1C8C}"/>
              </a:ext>
            </a:extLst>
          </p:cNvPr>
          <p:cNvGraphicFramePr>
            <a:graphicFrameLocks/>
          </p:cNvGraphicFramePr>
          <p:nvPr>
            <p:custDataLst>
              <p:tags r:id="rId2"/>
            </p:custDataLst>
          </p:nvPr>
        </p:nvGraphicFramePr>
        <p:xfrm>
          <a:off x="7572576" y="474422"/>
          <a:ext cx="2488986" cy="2201423"/>
        </p:xfrm>
        <a:graphic>
          <a:graphicData uri="http://schemas.openxmlformats.org/drawingml/2006/chart">
            <c:chart xmlns:c="http://schemas.openxmlformats.org/drawingml/2006/chart" xmlns:r="http://schemas.openxmlformats.org/officeDocument/2006/relationships" r:id="rId6"/>
          </a:graphicData>
        </a:graphic>
      </p:graphicFrame>
      <p:grpSp>
        <p:nvGrpSpPr>
          <p:cNvPr id="28524" name="Group 28523">
            <a:extLst>
              <a:ext uri="{FF2B5EF4-FFF2-40B4-BE49-F238E27FC236}">
                <a16:creationId xmlns:a16="http://schemas.microsoft.com/office/drawing/2014/main" id="{29DF23DB-2366-F5EC-A514-7C1A02619A8F}"/>
              </a:ext>
            </a:extLst>
          </p:cNvPr>
          <p:cNvGrpSpPr/>
          <p:nvPr/>
        </p:nvGrpSpPr>
        <p:grpSpPr>
          <a:xfrm>
            <a:off x="504989" y="146487"/>
            <a:ext cx="7481294" cy="512988"/>
            <a:chOff x="86634" y="2551433"/>
            <a:chExt cx="8056778" cy="552449"/>
          </a:xfrm>
        </p:grpSpPr>
        <p:pic>
          <p:nvPicPr>
            <p:cNvPr id="28525" name="Image 3" descr="preencoded.png">
              <a:extLst>
                <a:ext uri="{FF2B5EF4-FFF2-40B4-BE49-F238E27FC236}">
                  <a16:creationId xmlns:a16="http://schemas.microsoft.com/office/drawing/2014/main" id="{A6B963F1-E066-3123-C5CA-C4FA007ECD6F}"/>
                </a:ext>
              </a:extLst>
            </p:cNvPr>
            <p:cNvPicPr>
              <a:picLocks noChangeAspect="1"/>
            </p:cNvPicPr>
            <p:nvPr/>
          </p:nvPicPr>
          <p:blipFill>
            <a:blip r:embed="rId7"/>
            <a:srcRect t="-360" b="-360"/>
            <a:stretch/>
          </p:blipFill>
          <p:spPr>
            <a:xfrm>
              <a:off x="86634" y="2655674"/>
              <a:ext cx="381305" cy="38405"/>
            </a:xfrm>
            <a:prstGeom prst="rect">
              <a:avLst/>
            </a:prstGeom>
          </p:spPr>
        </p:pic>
        <p:sp>
          <p:nvSpPr>
            <p:cNvPr id="28526" name="Text 1">
              <a:extLst>
                <a:ext uri="{FF2B5EF4-FFF2-40B4-BE49-F238E27FC236}">
                  <a16:creationId xmlns:a16="http://schemas.microsoft.com/office/drawing/2014/main" id="{69BCA44F-9F9F-D595-4241-29F38B2750F4}"/>
                </a:ext>
              </a:extLst>
            </p:cNvPr>
            <p:cNvSpPr txBox="1"/>
            <p:nvPr/>
          </p:nvSpPr>
          <p:spPr>
            <a:xfrm>
              <a:off x="581324" y="2551433"/>
              <a:ext cx="1295101" cy="246887"/>
            </a:xfrm>
            <a:prstGeom prst="rect">
              <a:avLst/>
            </a:prstGeom>
            <a:noFill/>
            <a:ln/>
          </p:spPr>
          <p:txBody>
            <a:bodyPr wrap="square" lIns="0" tIns="0" rIns="0" bIns="0" rtlCol="0" anchor="ctr"/>
            <a:lstStyle/>
            <a:p>
              <a:pPr defTabSz="424556"/>
              <a:r>
                <a:rPr lang="en-US" sz="557" b="1" kern="0" spc="98" dirty="0">
                  <a:solidFill>
                    <a:srgbClr val="6B7280"/>
                  </a:solidFill>
                  <a:latin typeface="STC Forward" panose="00000500000000000000" pitchFamily="2" charset="-78"/>
                  <a:ea typeface="Inter" pitchFamily="34" charset="-122"/>
                  <a:cs typeface="STC Forward" panose="00000500000000000000" pitchFamily="2" charset="-78"/>
                </a:rPr>
                <a:t>Sector Weekly Report</a:t>
              </a:r>
              <a:endParaRPr lang="en-US" sz="557" dirty="0">
                <a:solidFill>
                  <a:prstClr val="black"/>
                </a:solidFill>
                <a:latin typeface="STC Forward" panose="00000500000000000000" pitchFamily="2" charset="-78"/>
                <a:cs typeface="STC Forward" panose="00000500000000000000" pitchFamily="2" charset="-78"/>
              </a:endParaRPr>
            </a:p>
          </p:txBody>
        </p:sp>
        <p:sp>
          <p:nvSpPr>
            <p:cNvPr id="28527" name="Text 2">
              <a:extLst>
                <a:ext uri="{FF2B5EF4-FFF2-40B4-BE49-F238E27FC236}">
                  <a16:creationId xmlns:a16="http://schemas.microsoft.com/office/drawing/2014/main" id="{8E7FF95F-3E58-15EA-115D-6805D80E9AA9}"/>
                </a:ext>
              </a:extLst>
            </p:cNvPr>
            <p:cNvSpPr txBox="1"/>
            <p:nvPr/>
          </p:nvSpPr>
          <p:spPr>
            <a:xfrm>
              <a:off x="86634" y="2722577"/>
              <a:ext cx="8056778" cy="381305"/>
            </a:xfrm>
            <a:prstGeom prst="rect">
              <a:avLst/>
            </a:prstGeom>
            <a:noFill/>
            <a:ln/>
          </p:spPr>
          <p:txBody>
            <a:bodyPr wrap="square" lIns="0" tIns="0" rIns="0" bIns="0" rtlCol="0" anchor="ctr"/>
            <a:lstStyle/>
            <a:p>
              <a:pPr defTabSz="424556"/>
              <a:r>
                <a:rPr lang="en-US" sz="1671" b="1" dirty="0">
                  <a:solidFill>
                    <a:srgbClr val="4F008C"/>
                  </a:solidFill>
                  <a:latin typeface="STC Forward" panose="00000500000000000000" pitchFamily="2" charset="-78"/>
                  <a:ea typeface="Poppins" pitchFamily="34" charset="-122"/>
                  <a:cs typeface="STC Forward" panose="00000500000000000000" pitchFamily="2" charset="-78"/>
                </a:rPr>
                <a:t>IT Efficiency Initiatives - Cost Optimization</a:t>
              </a:r>
            </a:p>
          </p:txBody>
        </p:sp>
      </p:grpSp>
      <p:grpSp>
        <p:nvGrpSpPr>
          <p:cNvPr id="28528" name="Group 28527">
            <a:extLst>
              <a:ext uri="{FF2B5EF4-FFF2-40B4-BE49-F238E27FC236}">
                <a16:creationId xmlns:a16="http://schemas.microsoft.com/office/drawing/2014/main" id="{1E13B31E-7E33-E4F7-89A6-81F61428AB7E}"/>
              </a:ext>
            </a:extLst>
          </p:cNvPr>
          <p:cNvGrpSpPr/>
          <p:nvPr/>
        </p:nvGrpSpPr>
        <p:grpSpPr>
          <a:xfrm>
            <a:off x="1538129" y="824886"/>
            <a:ext cx="2820703" cy="1925098"/>
            <a:chOff x="381305" y="2215591"/>
            <a:chExt cx="5572354" cy="1450194"/>
          </a:xfrm>
        </p:grpSpPr>
        <p:sp>
          <p:nvSpPr>
            <p:cNvPr id="28529" name="Shape 6">
              <a:extLst>
                <a:ext uri="{FF2B5EF4-FFF2-40B4-BE49-F238E27FC236}">
                  <a16:creationId xmlns:a16="http://schemas.microsoft.com/office/drawing/2014/main" id="{323AA125-F661-D856-543C-3E9EEC4E9BFA}"/>
                </a:ext>
              </a:extLst>
            </p:cNvPr>
            <p:cNvSpPr/>
            <p:nvPr/>
          </p:nvSpPr>
          <p:spPr>
            <a:xfrm>
              <a:off x="381305" y="2215591"/>
              <a:ext cx="5572354" cy="1450194"/>
            </a:xfrm>
            <a:prstGeom prst="roundRect">
              <a:avLst>
                <a:gd name="adj" fmla="val 461"/>
              </a:avLst>
            </a:prstGeom>
            <a:solidFill>
              <a:srgbClr val="F8F5FC"/>
            </a:solidFill>
            <a:ln w="12700">
              <a:solidFill>
                <a:srgbClr val="000000">
                  <a:alpha val="5000"/>
                </a:srgbClr>
              </a:solidFill>
              <a:prstDash val="solid"/>
            </a:ln>
            <a:effectLst>
              <a:outerShdw blurRad="63500" dist="38100" dir="16200000" algn="bl" rotWithShape="0">
                <a:srgbClr val="000000">
                  <a:alpha val="3000"/>
                </a:srgbClr>
              </a:outerShdw>
            </a:effectLst>
          </p:spPr>
          <p:txBody>
            <a:bodyPr/>
            <a:lstStyle/>
            <a:p>
              <a:pPr defTabSz="424556"/>
              <a:endParaRPr lang="en-US" sz="1671">
                <a:solidFill>
                  <a:prstClr val="black"/>
                </a:solidFill>
                <a:latin typeface="Calibri" panose="020F0502020204030204"/>
              </a:endParaRPr>
            </a:p>
          </p:txBody>
        </p:sp>
        <p:sp>
          <p:nvSpPr>
            <p:cNvPr id="28530" name="Shape 7">
              <a:extLst>
                <a:ext uri="{FF2B5EF4-FFF2-40B4-BE49-F238E27FC236}">
                  <a16:creationId xmlns:a16="http://schemas.microsoft.com/office/drawing/2014/main" id="{2F186699-A1A6-5C1D-DA23-CC9766DE9288}"/>
                </a:ext>
              </a:extLst>
            </p:cNvPr>
            <p:cNvSpPr/>
            <p:nvPr/>
          </p:nvSpPr>
          <p:spPr>
            <a:xfrm>
              <a:off x="381305" y="2215591"/>
              <a:ext cx="5572354" cy="57607"/>
            </a:xfrm>
            <a:prstGeom prst="roundRect">
              <a:avLst>
                <a:gd name="adj" fmla="val 44015"/>
              </a:avLst>
            </a:prstGeom>
            <a:solidFill>
              <a:srgbClr val="A863E6"/>
            </a:solidFill>
            <a:ln w="12700">
              <a:solidFill>
                <a:srgbClr val="5F259F">
                  <a:alpha val="0"/>
                </a:srgbClr>
              </a:solidFill>
              <a:prstDash val="solid"/>
            </a:ln>
          </p:spPr>
          <p:txBody>
            <a:bodyPr/>
            <a:lstStyle/>
            <a:p>
              <a:pPr defTabSz="424556"/>
              <a:endParaRPr lang="en-US" sz="1671">
                <a:solidFill>
                  <a:prstClr val="black"/>
                </a:solidFill>
                <a:latin typeface="Calibri" panose="020F0502020204030204"/>
              </a:endParaRPr>
            </a:p>
          </p:txBody>
        </p:sp>
      </p:grpSp>
      <p:grpSp>
        <p:nvGrpSpPr>
          <p:cNvPr id="28531" name="Group 28530">
            <a:extLst>
              <a:ext uri="{FF2B5EF4-FFF2-40B4-BE49-F238E27FC236}">
                <a16:creationId xmlns:a16="http://schemas.microsoft.com/office/drawing/2014/main" id="{BFF087D5-47F9-EBB5-639C-B6224416FD2E}"/>
              </a:ext>
            </a:extLst>
          </p:cNvPr>
          <p:cNvGrpSpPr/>
          <p:nvPr/>
        </p:nvGrpSpPr>
        <p:grpSpPr>
          <a:xfrm>
            <a:off x="4533249" y="824886"/>
            <a:ext cx="2820703" cy="1925098"/>
            <a:chOff x="381305" y="2215591"/>
            <a:chExt cx="5572354" cy="1450194"/>
          </a:xfrm>
        </p:grpSpPr>
        <p:sp>
          <p:nvSpPr>
            <p:cNvPr id="28532" name="Shape 6">
              <a:extLst>
                <a:ext uri="{FF2B5EF4-FFF2-40B4-BE49-F238E27FC236}">
                  <a16:creationId xmlns:a16="http://schemas.microsoft.com/office/drawing/2014/main" id="{5A8B74DA-4BD2-789E-0EA9-988B2584E93A}"/>
                </a:ext>
              </a:extLst>
            </p:cNvPr>
            <p:cNvSpPr/>
            <p:nvPr/>
          </p:nvSpPr>
          <p:spPr>
            <a:xfrm>
              <a:off x="381305" y="2215591"/>
              <a:ext cx="5572354" cy="1450194"/>
            </a:xfrm>
            <a:prstGeom prst="roundRect">
              <a:avLst>
                <a:gd name="adj" fmla="val 461"/>
              </a:avLst>
            </a:prstGeom>
            <a:solidFill>
              <a:srgbClr val="F8F5FC"/>
            </a:solidFill>
            <a:ln w="12700">
              <a:solidFill>
                <a:srgbClr val="000000">
                  <a:alpha val="5000"/>
                </a:srgbClr>
              </a:solidFill>
              <a:prstDash val="solid"/>
            </a:ln>
            <a:effectLst>
              <a:outerShdw blurRad="63500" dist="38100" dir="16200000" algn="bl" rotWithShape="0">
                <a:srgbClr val="000000">
                  <a:alpha val="3000"/>
                </a:srgbClr>
              </a:outerShdw>
            </a:effectLst>
          </p:spPr>
          <p:txBody>
            <a:bodyPr/>
            <a:lstStyle/>
            <a:p>
              <a:pPr defTabSz="424556"/>
              <a:endParaRPr lang="en-US" sz="1671">
                <a:solidFill>
                  <a:prstClr val="black"/>
                </a:solidFill>
                <a:latin typeface="Calibri" panose="020F0502020204030204"/>
              </a:endParaRPr>
            </a:p>
          </p:txBody>
        </p:sp>
        <p:sp>
          <p:nvSpPr>
            <p:cNvPr id="28533" name="Shape 7">
              <a:extLst>
                <a:ext uri="{FF2B5EF4-FFF2-40B4-BE49-F238E27FC236}">
                  <a16:creationId xmlns:a16="http://schemas.microsoft.com/office/drawing/2014/main" id="{806445EB-8179-25F3-BCB2-ADB8BFC576FA}"/>
                </a:ext>
              </a:extLst>
            </p:cNvPr>
            <p:cNvSpPr/>
            <p:nvPr/>
          </p:nvSpPr>
          <p:spPr>
            <a:xfrm>
              <a:off x="381305" y="2215591"/>
              <a:ext cx="5572354" cy="57607"/>
            </a:xfrm>
            <a:prstGeom prst="roundRect">
              <a:avLst>
                <a:gd name="adj" fmla="val 44015"/>
              </a:avLst>
            </a:prstGeom>
            <a:solidFill>
              <a:srgbClr val="A863E6"/>
            </a:solidFill>
            <a:ln w="12700">
              <a:solidFill>
                <a:srgbClr val="5F259F">
                  <a:alpha val="0"/>
                </a:srgbClr>
              </a:solidFill>
              <a:prstDash val="solid"/>
            </a:ln>
          </p:spPr>
          <p:txBody>
            <a:bodyPr/>
            <a:lstStyle/>
            <a:p>
              <a:pPr defTabSz="424556"/>
              <a:endParaRPr lang="en-US" sz="1671">
                <a:solidFill>
                  <a:prstClr val="black"/>
                </a:solidFill>
                <a:latin typeface="Calibri" panose="020F0502020204030204"/>
              </a:endParaRPr>
            </a:p>
          </p:txBody>
        </p:sp>
      </p:grpSp>
      <p:grpSp>
        <p:nvGrpSpPr>
          <p:cNvPr id="28534" name="Group 28533">
            <a:extLst>
              <a:ext uri="{FF2B5EF4-FFF2-40B4-BE49-F238E27FC236}">
                <a16:creationId xmlns:a16="http://schemas.microsoft.com/office/drawing/2014/main" id="{5F96AEE2-BFB6-F909-AB74-C86E7BEC975A}"/>
              </a:ext>
            </a:extLst>
          </p:cNvPr>
          <p:cNvGrpSpPr/>
          <p:nvPr/>
        </p:nvGrpSpPr>
        <p:grpSpPr>
          <a:xfrm>
            <a:off x="7528368" y="824886"/>
            <a:ext cx="2820703" cy="1925098"/>
            <a:chOff x="381305" y="2215591"/>
            <a:chExt cx="5572354" cy="1450194"/>
          </a:xfrm>
        </p:grpSpPr>
        <p:sp>
          <p:nvSpPr>
            <p:cNvPr id="28535" name="Shape 6">
              <a:extLst>
                <a:ext uri="{FF2B5EF4-FFF2-40B4-BE49-F238E27FC236}">
                  <a16:creationId xmlns:a16="http://schemas.microsoft.com/office/drawing/2014/main" id="{7BDA48DB-A864-BA76-B0C4-BE831BB71816}"/>
                </a:ext>
              </a:extLst>
            </p:cNvPr>
            <p:cNvSpPr/>
            <p:nvPr/>
          </p:nvSpPr>
          <p:spPr>
            <a:xfrm>
              <a:off x="381305" y="2215591"/>
              <a:ext cx="5572354" cy="1450194"/>
            </a:xfrm>
            <a:prstGeom prst="roundRect">
              <a:avLst>
                <a:gd name="adj" fmla="val 461"/>
              </a:avLst>
            </a:prstGeom>
            <a:solidFill>
              <a:srgbClr val="F8F5FC"/>
            </a:solidFill>
            <a:ln w="12700">
              <a:solidFill>
                <a:srgbClr val="000000">
                  <a:alpha val="5000"/>
                </a:srgbClr>
              </a:solidFill>
              <a:prstDash val="solid"/>
            </a:ln>
            <a:effectLst>
              <a:outerShdw blurRad="63500" dist="38100" dir="16200000" algn="bl" rotWithShape="0">
                <a:srgbClr val="000000">
                  <a:alpha val="3000"/>
                </a:srgbClr>
              </a:outerShdw>
            </a:effectLst>
          </p:spPr>
          <p:txBody>
            <a:bodyPr/>
            <a:lstStyle/>
            <a:p>
              <a:pPr defTabSz="424556"/>
              <a:endParaRPr lang="en-US" sz="1671">
                <a:solidFill>
                  <a:prstClr val="black"/>
                </a:solidFill>
                <a:latin typeface="Calibri" panose="020F0502020204030204"/>
              </a:endParaRPr>
            </a:p>
          </p:txBody>
        </p:sp>
        <p:sp>
          <p:nvSpPr>
            <p:cNvPr id="28536" name="Shape 7">
              <a:extLst>
                <a:ext uri="{FF2B5EF4-FFF2-40B4-BE49-F238E27FC236}">
                  <a16:creationId xmlns:a16="http://schemas.microsoft.com/office/drawing/2014/main" id="{CF29523C-D4C9-2F92-7762-0724B010CD9B}"/>
                </a:ext>
              </a:extLst>
            </p:cNvPr>
            <p:cNvSpPr/>
            <p:nvPr/>
          </p:nvSpPr>
          <p:spPr>
            <a:xfrm>
              <a:off x="381305" y="2215591"/>
              <a:ext cx="5572354" cy="57607"/>
            </a:xfrm>
            <a:prstGeom prst="roundRect">
              <a:avLst>
                <a:gd name="adj" fmla="val 44015"/>
              </a:avLst>
            </a:prstGeom>
            <a:solidFill>
              <a:srgbClr val="A863E6"/>
            </a:solidFill>
            <a:ln w="12700">
              <a:solidFill>
                <a:srgbClr val="5F259F">
                  <a:alpha val="0"/>
                </a:srgbClr>
              </a:solidFill>
              <a:prstDash val="solid"/>
            </a:ln>
          </p:spPr>
          <p:txBody>
            <a:bodyPr/>
            <a:lstStyle/>
            <a:p>
              <a:pPr defTabSz="424556"/>
              <a:endParaRPr lang="en-US" sz="1671">
                <a:solidFill>
                  <a:prstClr val="black"/>
                </a:solidFill>
                <a:latin typeface="Calibri" panose="020F0502020204030204"/>
              </a:endParaRPr>
            </a:p>
          </p:txBody>
        </p:sp>
      </p:grpSp>
      <p:graphicFrame>
        <p:nvGraphicFramePr>
          <p:cNvPr id="28537" name="Chart 28536">
            <a:extLst>
              <a:ext uri="{FF2B5EF4-FFF2-40B4-BE49-F238E27FC236}">
                <a16:creationId xmlns:a16="http://schemas.microsoft.com/office/drawing/2014/main" id="{1F255B99-6AE3-A091-349C-78B3FD668A36}"/>
              </a:ext>
            </a:extLst>
          </p:cNvPr>
          <p:cNvGraphicFramePr/>
          <p:nvPr/>
        </p:nvGraphicFramePr>
        <p:xfrm>
          <a:off x="4531881" y="915763"/>
          <a:ext cx="2835369" cy="1818296"/>
        </p:xfrm>
        <a:graphic>
          <a:graphicData uri="http://schemas.openxmlformats.org/drawingml/2006/chart">
            <c:chart xmlns:c="http://schemas.openxmlformats.org/drawingml/2006/chart" xmlns:r="http://schemas.openxmlformats.org/officeDocument/2006/relationships" r:id="rId8"/>
          </a:graphicData>
        </a:graphic>
      </p:graphicFrame>
      <p:sp>
        <p:nvSpPr>
          <p:cNvPr id="28538" name="TextBox 28537">
            <a:extLst>
              <a:ext uri="{FF2B5EF4-FFF2-40B4-BE49-F238E27FC236}">
                <a16:creationId xmlns:a16="http://schemas.microsoft.com/office/drawing/2014/main" id="{E5E740AA-36F3-B2CF-1755-5B14AC27DB99}"/>
              </a:ext>
            </a:extLst>
          </p:cNvPr>
          <p:cNvSpPr txBox="1"/>
          <p:nvPr/>
        </p:nvSpPr>
        <p:spPr>
          <a:xfrm>
            <a:off x="5587350" y="1540809"/>
            <a:ext cx="897254" cy="435312"/>
          </a:xfrm>
          <a:prstGeom prst="rect">
            <a:avLst/>
          </a:prstGeom>
          <a:noFill/>
        </p:spPr>
        <p:txBody>
          <a:bodyPr wrap="square">
            <a:spAutoFit/>
          </a:bodyPr>
          <a:lstStyle/>
          <a:p>
            <a:pPr algn="ctr" defTabSz="849139">
              <a:defRPr/>
            </a:pPr>
            <a:r>
              <a:rPr lang="it-IT" sz="1486" b="1" kern="0" dirty="0">
                <a:solidFill>
                  <a:prstClr val="black"/>
                </a:solidFill>
                <a:latin typeface="STC Forward" panose="00000500000000000000" pitchFamily="2" charset="-78"/>
                <a:cs typeface="STC Forward" panose="00000500000000000000" pitchFamily="2" charset="-78"/>
              </a:rPr>
              <a:t>0</a:t>
            </a:r>
          </a:p>
          <a:p>
            <a:pPr algn="ctr" defTabSz="849139">
              <a:defRPr/>
            </a:pPr>
            <a:r>
              <a:rPr lang="it-IT" sz="743" kern="0" dirty="0">
                <a:solidFill>
                  <a:prstClr val="black"/>
                </a:solidFill>
                <a:latin typeface="STC Forward" panose="00000500000000000000" pitchFamily="2" charset="-78"/>
                <a:cs typeface="STC Forward" panose="00000500000000000000" pitchFamily="2" charset="-78"/>
              </a:rPr>
              <a:t>m</a:t>
            </a:r>
            <a:r>
              <a:rPr lang="it-IT" sz="650" kern="0" dirty="0">
                <a:solidFill>
                  <a:prstClr val="black"/>
                </a:solidFill>
                <a:latin typeface="STC Forward" panose="00000500000000000000" pitchFamily="2" charset="-78"/>
                <a:cs typeface="STC Forward" panose="00000500000000000000" pitchFamily="2" charset="-78"/>
              </a:rPr>
              <a:t>SAR</a:t>
            </a:r>
            <a:endParaRPr lang="it-IT" sz="975" kern="0" dirty="0">
              <a:solidFill>
                <a:prstClr val="black"/>
              </a:solidFill>
              <a:latin typeface="STC Forward" panose="00000500000000000000" pitchFamily="2" charset="-78"/>
              <a:cs typeface="STC Forward" panose="00000500000000000000" pitchFamily="2" charset="-78"/>
            </a:endParaRPr>
          </a:p>
        </p:txBody>
      </p:sp>
      <p:graphicFrame>
        <p:nvGraphicFramePr>
          <p:cNvPr id="28539" name="Chart 28538">
            <a:extLst>
              <a:ext uri="{FF2B5EF4-FFF2-40B4-BE49-F238E27FC236}">
                <a16:creationId xmlns:a16="http://schemas.microsoft.com/office/drawing/2014/main" id="{5C05C0F7-1ADE-2F92-F3F7-23B89AB9E8BA}"/>
              </a:ext>
            </a:extLst>
          </p:cNvPr>
          <p:cNvGraphicFramePr/>
          <p:nvPr/>
        </p:nvGraphicFramePr>
        <p:xfrm>
          <a:off x="7534941" y="915763"/>
          <a:ext cx="2835369" cy="1818296"/>
        </p:xfrm>
        <a:graphic>
          <a:graphicData uri="http://schemas.openxmlformats.org/drawingml/2006/chart">
            <c:chart xmlns:c="http://schemas.openxmlformats.org/drawingml/2006/chart" xmlns:r="http://schemas.openxmlformats.org/officeDocument/2006/relationships" r:id="rId9"/>
          </a:graphicData>
        </a:graphic>
      </p:graphicFrame>
      <p:sp>
        <p:nvSpPr>
          <p:cNvPr id="28540" name="TextBox 28539">
            <a:extLst>
              <a:ext uri="{FF2B5EF4-FFF2-40B4-BE49-F238E27FC236}">
                <a16:creationId xmlns:a16="http://schemas.microsoft.com/office/drawing/2014/main" id="{4189927D-CC7A-C719-6939-8041E6632EEA}"/>
              </a:ext>
            </a:extLst>
          </p:cNvPr>
          <p:cNvSpPr txBox="1"/>
          <p:nvPr/>
        </p:nvSpPr>
        <p:spPr>
          <a:xfrm>
            <a:off x="8590410" y="1540809"/>
            <a:ext cx="897254" cy="435312"/>
          </a:xfrm>
          <a:prstGeom prst="rect">
            <a:avLst/>
          </a:prstGeom>
          <a:noFill/>
        </p:spPr>
        <p:txBody>
          <a:bodyPr wrap="square">
            <a:spAutoFit/>
          </a:bodyPr>
          <a:lstStyle/>
          <a:p>
            <a:pPr algn="ctr" defTabSz="849139">
              <a:defRPr/>
            </a:pPr>
            <a:r>
              <a:rPr lang="it-IT" sz="1486" b="1" kern="0" dirty="0">
                <a:solidFill>
                  <a:prstClr val="black"/>
                </a:solidFill>
                <a:latin typeface="STC Forward" panose="00000500000000000000" pitchFamily="2" charset="-78"/>
                <a:cs typeface="STC Forward" panose="00000500000000000000" pitchFamily="2" charset="-78"/>
              </a:rPr>
              <a:t>0</a:t>
            </a:r>
          </a:p>
          <a:p>
            <a:pPr algn="ctr" defTabSz="849139">
              <a:defRPr/>
            </a:pPr>
            <a:r>
              <a:rPr lang="it-IT" sz="743" kern="0" dirty="0">
                <a:solidFill>
                  <a:prstClr val="black"/>
                </a:solidFill>
                <a:latin typeface="STC Forward" panose="00000500000000000000" pitchFamily="2" charset="-78"/>
                <a:cs typeface="STC Forward" panose="00000500000000000000" pitchFamily="2" charset="-78"/>
              </a:rPr>
              <a:t>m</a:t>
            </a:r>
            <a:r>
              <a:rPr lang="it-IT" sz="650" kern="0" dirty="0">
                <a:solidFill>
                  <a:prstClr val="black"/>
                </a:solidFill>
                <a:latin typeface="STC Forward" panose="00000500000000000000" pitchFamily="2" charset="-78"/>
                <a:cs typeface="STC Forward" panose="00000500000000000000" pitchFamily="2" charset="-78"/>
              </a:rPr>
              <a:t>SAR</a:t>
            </a:r>
            <a:endParaRPr lang="it-IT" sz="975" kern="0" dirty="0">
              <a:solidFill>
                <a:prstClr val="black"/>
              </a:solidFill>
              <a:latin typeface="STC Forward" panose="00000500000000000000" pitchFamily="2" charset="-78"/>
              <a:cs typeface="STC Forward" panose="00000500000000000000" pitchFamily="2" charset="-78"/>
            </a:endParaRPr>
          </a:p>
        </p:txBody>
      </p:sp>
      <p:graphicFrame>
        <p:nvGraphicFramePr>
          <p:cNvPr id="28541" name="Chart 28540">
            <a:extLst>
              <a:ext uri="{FF2B5EF4-FFF2-40B4-BE49-F238E27FC236}">
                <a16:creationId xmlns:a16="http://schemas.microsoft.com/office/drawing/2014/main" id="{791F5448-B697-B08E-A064-AFB5055AE6C1}"/>
              </a:ext>
            </a:extLst>
          </p:cNvPr>
          <p:cNvGraphicFramePr/>
          <p:nvPr/>
        </p:nvGraphicFramePr>
        <p:xfrm>
          <a:off x="1508050" y="915763"/>
          <a:ext cx="2835369" cy="1818296"/>
        </p:xfrm>
        <a:graphic>
          <a:graphicData uri="http://schemas.openxmlformats.org/drawingml/2006/chart">
            <c:chart xmlns:c="http://schemas.openxmlformats.org/drawingml/2006/chart" xmlns:r="http://schemas.openxmlformats.org/officeDocument/2006/relationships" r:id="rId10"/>
          </a:graphicData>
        </a:graphic>
      </p:graphicFrame>
      <p:sp>
        <p:nvSpPr>
          <p:cNvPr id="28542" name="TextBox 28541">
            <a:extLst>
              <a:ext uri="{FF2B5EF4-FFF2-40B4-BE49-F238E27FC236}">
                <a16:creationId xmlns:a16="http://schemas.microsoft.com/office/drawing/2014/main" id="{C21988B4-EEA0-8351-9DCB-7884EAD33FF6}"/>
              </a:ext>
            </a:extLst>
          </p:cNvPr>
          <p:cNvSpPr txBox="1"/>
          <p:nvPr/>
        </p:nvSpPr>
        <p:spPr>
          <a:xfrm>
            <a:off x="2563519" y="1540809"/>
            <a:ext cx="897254" cy="435312"/>
          </a:xfrm>
          <a:prstGeom prst="rect">
            <a:avLst/>
          </a:prstGeom>
          <a:noFill/>
        </p:spPr>
        <p:txBody>
          <a:bodyPr wrap="square">
            <a:spAutoFit/>
          </a:bodyPr>
          <a:lstStyle/>
          <a:p>
            <a:pPr algn="ctr" defTabSz="849139">
              <a:defRPr/>
            </a:pPr>
            <a:r>
              <a:rPr lang="it-IT" sz="1486" b="1" kern="0" dirty="0">
                <a:solidFill>
                  <a:prstClr val="black"/>
                </a:solidFill>
                <a:latin typeface="STC Forward" panose="00000500000000000000" pitchFamily="2" charset="-78"/>
                <a:cs typeface="STC Forward" panose="00000500000000000000" pitchFamily="2" charset="-78"/>
              </a:rPr>
              <a:t>0</a:t>
            </a:r>
          </a:p>
          <a:p>
            <a:pPr algn="ctr" defTabSz="849139">
              <a:defRPr/>
            </a:pPr>
            <a:r>
              <a:rPr lang="it-IT" sz="743" kern="0" dirty="0">
                <a:solidFill>
                  <a:prstClr val="black"/>
                </a:solidFill>
                <a:latin typeface="STC Forward" panose="00000500000000000000" pitchFamily="2" charset="-78"/>
                <a:cs typeface="STC Forward" panose="00000500000000000000" pitchFamily="2" charset="-78"/>
              </a:rPr>
              <a:t>m</a:t>
            </a:r>
            <a:r>
              <a:rPr lang="it-IT" sz="650" kern="0" dirty="0">
                <a:solidFill>
                  <a:prstClr val="black"/>
                </a:solidFill>
                <a:latin typeface="STC Forward" panose="00000500000000000000" pitchFamily="2" charset="-78"/>
                <a:cs typeface="STC Forward" panose="00000500000000000000" pitchFamily="2" charset="-78"/>
              </a:rPr>
              <a:t>SAR</a:t>
            </a:r>
            <a:endParaRPr lang="it-IT" sz="975" kern="0" dirty="0">
              <a:solidFill>
                <a:prstClr val="black"/>
              </a:solidFill>
              <a:latin typeface="STC Forward" panose="00000500000000000000" pitchFamily="2" charset="-78"/>
              <a:cs typeface="STC Forward" panose="00000500000000000000" pitchFamily="2" charset="-78"/>
            </a:endParaRPr>
          </a:p>
        </p:txBody>
      </p:sp>
      <p:grpSp>
        <p:nvGrpSpPr>
          <p:cNvPr id="28543" name="Group 28542">
            <a:extLst>
              <a:ext uri="{FF2B5EF4-FFF2-40B4-BE49-F238E27FC236}">
                <a16:creationId xmlns:a16="http://schemas.microsoft.com/office/drawing/2014/main" id="{A7760D57-713D-47FF-FF6A-B00429091021}"/>
              </a:ext>
            </a:extLst>
          </p:cNvPr>
          <p:cNvGrpSpPr/>
          <p:nvPr/>
        </p:nvGrpSpPr>
        <p:grpSpPr>
          <a:xfrm>
            <a:off x="504989" y="3313306"/>
            <a:ext cx="7481294" cy="512988"/>
            <a:chOff x="86634" y="2551433"/>
            <a:chExt cx="8056778" cy="552449"/>
          </a:xfrm>
        </p:grpSpPr>
        <p:pic>
          <p:nvPicPr>
            <p:cNvPr id="28544" name="Image 3" descr="preencoded.png">
              <a:extLst>
                <a:ext uri="{FF2B5EF4-FFF2-40B4-BE49-F238E27FC236}">
                  <a16:creationId xmlns:a16="http://schemas.microsoft.com/office/drawing/2014/main" id="{5567B6F3-08BD-0024-56E6-6612FEF29FB1}"/>
                </a:ext>
              </a:extLst>
            </p:cNvPr>
            <p:cNvPicPr>
              <a:picLocks noChangeAspect="1"/>
            </p:cNvPicPr>
            <p:nvPr/>
          </p:nvPicPr>
          <p:blipFill>
            <a:blip r:embed="rId7"/>
            <a:srcRect t="-360" b="-360"/>
            <a:stretch/>
          </p:blipFill>
          <p:spPr>
            <a:xfrm>
              <a:off x="86634" y="2655674"/>
              <a:ext cx="381305" cy="38405"/>
            </a:xfrm>
            <a:prstGeom prst="rect">
              <a:avLst/>
            </a:prstGeom>
          </p:spPr>
        </p:pic>
        <p:sp>
          <p:nvSpPr>
            <p:cNvPr id="28545" name="Text 1">
              <a:extLst>
                <a:ext uri="{FF2B5EF4-FFF2-40B4-BE49-F238E27FC236}">
                  <a16:creationId xmlns:a16="http://schemas.microsoft.com/office/drawing/2014/main" id="{DF0D20CE-CE4E-71FD-419E-AC603C31CEB7}"/>
                </a:ext>
              </a:extLst>
            </p:cNvPr>
            <p:cNvSpPr txBox="1"/>
            <p:nvPr/>
          </p:nvSpPr>
          <p:spPr>
            <a:xfrm>
              <a:off x="581324" y="2551433"/>
              <a:ext cx="1295101" cy="246887"/>
            </a:xfrm>
            <a:prstGeom prst="rect">
              <a:avLst/>
            </a:prstGeom>
            <a:noFill/>
            <a:ln/>
          </p:spPr>
          <p:txBody>
            <a:bodyPr wrap="square" lIns="0" tIns="0" rIns="0" bIns="0" rtlCol="0" anchor="ctr"/>
            <a:lstStyle/>
            <a:p>
              <a:pPr defTabSz="424556"/>
              <a:r>
                <a:rPr lang="en-US" sz="557" b="1" kern="0" spc="98" dirty="0">
                  <a:solidFill>
                    <a:srgbClr val="6B7280"/>
                  </a:solidFill>
                  <a:latin typeface="STC Forward" panose="00000500000000000000" pitchFamily="2" charset="-78"/>
                  <a:ea typeface="Inter" pitchFamily="34" charset="-122"/>
                  <a:cs typeface="STC Forward" panose="00000500000000000000" pitchFamily="2" charset="-78"/>
                </a:rPr>
                <a:t>Sector Weekly Report</a:t>
              </a:r>
              <a:endParaRPr lang="en-US" sz="557" dirty="0">
                <a:solidFill>
                  <a:prstClr val="black"/>
                </a:solidFill>
                <a:latin typeface="STC Forward" panose="00000500000000000000" pitchFamily="2" charset="-78"/>
                <a:cs typeface="STC Forward" panose="00000500000000000000" pitchFamily="2" charset="-78"/>
              </a:endParaRPr>
            </a:p>
          </p:txBody>
        </p:sp>
        <p:sp>
          <p:nvSpPr>
            <p:cNvPr id="28546" name="Text 2">
              <a:extLst>
                <a:ext uri="{FF2B5EF4-FFF2-40B4-BE49-F238E27FC236}">
                  <a16:creationId xmlns:a16="http://schemas.microsoft.com/office/drawing/2014/main" id="{BF9C63A9-B007-D8C3-6E56-9848AAEC3E3D}"/>
                </a:ext>
              </a:extLst>
            </p:cNvPr>
            <p:cNvSpPr txBox="1"/>
            <p:nvPr/>
          </p:nvSpPr>
          <p:spPr>
            <a:xfrm>
              <a:off x="86634" y="2722577"/>
              <a:ext cx="8056778" cy="381305"/>
            </a:xfrm>
            <a:prstGeom prst="rect">
              <a:avLst/>
            </a:prstGeom>
            <a:noFill/>
            <a:ln/>
          </p:spPr>
          <p:txBody>
            <a:bodyPr wrap="square" lIns="0" tIns="0" rIns="0" bIns="0" rtlCol="0" anchor="ctr"/>
            <a:lstStyle/>
            <a:p>
              <a:pPr defTabSz="424556"/>
              <a:r>
                <a:rPr lang="en-US" sz="1671" b="1" dirty="0">
                  <a:solidFill>
                    <a:srgbClr val="4F008C"/>
                  </a:solidFill>
                  <a:latin typeface="STC Forward" panose="00000500000000000000" pitchFamily="2" charset="-78"/>
                  <a:cs typeface="STC Forward" panose="00000500000000000000" pitchFamily="2" charset="-78"/>
                </a:rPr>
                <a:t>Executive Summery – RFx &amp; Cost Optimization*</a:t>
              </a:r>
            </a:p>
          </p:txBody>
        </p:sp>
      </p:grpSp>
      <p:sp>
        <p:nvSpPr>
          <p:cNvPr id="28547" name="Shape 1">
            <a:extLst>
              <a:ext uri="{FF2B5EF4-FFF2-40B4-BE49-F238E27FC236}">
                <a16:creationId xmlns:a16="http://schemas.microsoft.com/office/drawing/2014/main" id="{DB1CC378-7BFE-50FA-596A-D3A902DA4786}"/>
              </a:ext>
            </a:extLst>
          </p:cNvPr>
          <p:cNvSpPr/>
          <p:nvPr/>
        </p:nvSpPr>
        <p:spPr>
          <a:xfrm>
            <a:off x="418647" y="3959633"/>
            <a:ext cx="11038115" cy="1547042"/>
          </a:xfrm>
          <a:prstGeom prst="rect">
            <a:avLst/>
          </a:prstGeom>
          <a:solidFill>
            <a:srgbClr val="F9FAFB"/>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548" name="Shape 6">
            <a:extLst>
              <a:ext uri="{FF2B5EF4-FFF2-40B4-BE49-F238E27FC236}">
                <a16:creationId xmlns:a16="http://schemas.microsoft.com/office/drawing/2014/main" id="{276E79AC-3B06-4681-BBCD-EF1157F1828D}"/>
              </a:ext>
            </a:extLst>
          </p:cNvPr>
          <p:cNvSpPr/>
          <p:nvPr/>
        </p:nvSpPr>
        <p:spPr>
          <a:xfrm>
            <a:off x="652237" y="4010977"/>
            <a:ext cx="5130176" cy="1398407"/>
          </a:xfrm>
          <a:prstGeom prst="roundRect">
            <a:avLst>
              <a:gd name="adj" fmla="val 175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pPr defTabSz="424556"/>
            <a:endParaRPr lang="en-US" sz="1671">
              <a:solidFill>
                <a:prstClr val="black"/>
              </a:solidFill>
              <a:latin typeface="Calibri" panose="020F0502020204030204"/>
            </a:endParaRPr>
          </a:p>
        </p:txBody>
      </p:sp>
      <p:sp>
        <p:nvSpPr>
          <p:cNvPr id="28549" name="Shape 7">
            <a:extLst>
              <a:ext uri="{FF2B5EF4-FFF2-40B4-BE49-F238E27FC236}">
                <a16:creationId xmlns:a16="http://schemas.microsoft.com/office/drawing/2014/main" id="{65D1CA63-CA38-C8A3-4932-01DB654A9213}"/>
              </a:ext>
            </a:extLst>
          </p:cNvPr>
          <p:cNvSpPr/>
          <p:nvPr/>
        </p:nvSpPr>
        <p:spPr>
          <a:xfrm>
            <a:off x="872999" y="4189935"/>
            <a:ext cx="354069" cy="287023"/>
          </a:xfrm>
          <a:prstGeom prst="ellipse">
            <a:avLst/>
          </a:prstGeom>
          <a:solidFill>
            <a:srgbClr val="4F008C"/>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pic>
        <p:nvPicPr>
          <p:cNvPr id="28550" name="Image 3" descr="preencoded.png">
            <a:extLst>
              <a:ext uri="{FF2B5EF4-FFF2-40B4-BE49-F238E27FC236}">
                <a16:creationId xmlns:a16="http://schemas.microsoft.com/office/drawing/2014/main" id="{A7081ACA-2356-6FEB-F021-4230F486A809}"/>
              </a:ext>
            </a:extLst>
          </p:cNvPr>
          <p:cNvPicPr>
            <a:picLocks noChangeAspect="1"/>
          </p:cNvPicPr>
          <p:nvPr/>
        </p:nvPicPr>
        <p:blipFill>
          <a:blip r:embed="rId11">
            <a:biLevel thresh="25000"/>
          </a:blip>
          <a:srcRect t="-100" b="-100"/>
          <a:stretch/>
        </p:blipFill>
        <p:spPr>
          <a:xfrm>
            <a:off x="996964" y="4275974"/>
            <a:ext cx="106136" cy="114947"/>
          </a:xfrm>
          <a:prstGeom prst="rect">
            <a:avLst/>
          </a:prstGeom>
        </p:spPr>
      </p:pic>
      <p:sp>
        <p:nvSpPr>
          <p:cNvPr id="28551" name="Text 8">
            <a:extLst>
              <a:ext uri="{FF2B5EF4-FFF2-40B4-BE49-F238E27FC236}">
                <a16:creationId xmlns:a16="http://schemas.microsoft.com/office/drawing/2014/main" id="{E9DCBB4F-7DD4-1E65-7CDA-923EB9646F9E}"/>
              </a:ext>
            </a:extLst>
          </p:cNvPr>
          <p:cNvSpPr txBox="1"/>
          <p:nvPr/>
        </p:nvSpPr>
        <p:spPr>
          <a:xfrm>
            <a:off x="1333203" y="4232954"/>
            <a:ext cx="1329668" cy="200986"/>
          </a:xfrm>
          <a:prstGeom prst="rect">
            <a:avLst/>
          </a:prstGeom>
          <a:noFill/>
          <a:ln/>
        </p:spPr>
        <p:txBody>
          <a:bodyPr wrap="square" lIns="0" tIns="0" rIns="0" bIns="0" rtlCol="0" anchor="ctr"/>
          <a:lstStyle/>
          <a:p>
            <a:pPr defTabSz="849112">
              <a:defRPr/>
            </a:pPr>
            <a:r>
              <a:rPr lang="en-US" sz="1114" b="1" kern="0" dirty="0">
                <a:solidFill>
                  <a:srgbClr val="1F2937"/>
                </a:solidFill>
                <a:latin typeface="STC Forward" panose="00000500000000000000" pitchFamily="2" charset="-78"/>
                <a:ea typeface="Inter" pitchFamily="34" charset="-122"/>
                <a:cs typeface="STC Forward" panose="00000500000000000000" pitchFamily="2" charset="-78"/>
              </a:rPr>
              <a:t>Capex Savings</a:t>
            </a:r>
          </a:p>
        </p:txBody>
      </p:sp>
      <p:grpSp>
        <p:nvGrpSpPr>
          <p:cNvPr id="28552" name="Group 28551">
            <a:extLst>
              <a:ext uri="{FF2B5EF4-FFF2-40B4-BE49-F238E27FC236}">
                <a16:creationId xmlns:a16="http://schemas.microsoft.com/office/drawing/2014/main" id="{6D3ABEF6-F84A-53F5-CCFC-1E709DC9370F}"/>
              </a:ext>
            </a:extLst>
          </p:cNvPr>
          <p:cNvGrpSpPr/>
          <p:nvPr/>
        </p:nvGrpSpPr>
        <p:grpSpPr>
          <a:xfrm>
            <a:off x="4679450" y="4247410"/>
            <a:ext cx="884748" cy="172076"/>
            <a:chOff x="4582207" y="4654513"/>
            <a:chExt cx="952805" cy="185313"/>
          </a:xfrm>
        </p:grpSpPr>
        <p:sp>
          <p:nvSpPr>
            <p:cNvPr id="28553" name="Shape 9">
              <a:extLst>
                <a:ext uri="{FF2B5EF4-FFF2-40B4-BE49-F238E27FC236}">
                  <a16:creationId xmlns:a16="http://schemas.microsoft.com/office/drawing/2014/main" id="{F8A131D5-DD9D-7778-A100-58A0FEC44A6F}"/>
                </a:ext>
              </a:extLst>
            </p:cNvPr>
            <p:cNvSpPr/>
            <p:nvPr/>
          </p:nvSpPr>
          <p:spPr>
            <a:xfrm>
              <a:off x="4582207" y="4654513"/>
              <a:ext cx="952805" cy="185313"/>
            </a:xfrm>
            <a:prstGeom prst="roundRect">
              <a:avLst>
                <a:gd name="adj" fmla="val 66667"/>
              </a:avLst>
            </a:prstGeom>
            <a:solidFill>
              <a:srgbClr val="F3F4F6"/>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554" name="Text 10">
              <a:extLst>
                <a:ext uri="{FF2B5EF4-FFF2-40B4-BE49-F238E27FC236}">
                  <a16:creationId xmlns:a16="http://schemas.microsoft.com/office/drawing/2014/main" id="{C82C60D2-AE7E-7BA3-31B7-B1F0BBC04844}"/>
                </a:ext>
              </a:extLst>
            </p:cNvPr>
            <p:cNvSpPr txBox="1"/>
            <p:nvPr/>
          </p:nvSpPr>
          <p:spPr>
            <a:xfrm>
              <a:off x="4741769" y="4685275"/>
              <a:ext cx="633680" cy="123789"/>
            </a:xfrm>
            <a:prstGeom prst="rect">
              <a:avLst/>
            </a:prstGeom>
            <a:noFill/>
            <a:ln/>
          </p:spPr>
          <p:txBody>
            <a:bodyPr wrap="square" lIns="0" tIns="0" rIns="0" bIns="0" rtlCol="0" anchor="ctr"/>
            <a:lstStyle/>
            <a:p>
              <a:pPr algn="ctr" defTabSz="849112">
                <a:defRPr/>
              </a:pPr>
              <a:r>
                <a:rPr lang="en-US" sz="650" b="1" kern="0" dirty="0">
                  <a:solidFill>
                    <a:prstClr val="black"/>
                  </a:solidFill>
                  <a:latin typeface="STC Forward" panose="00000500000000000000" pitchFamily="2" charset="-78"/>
                  <a:ea typeface="Inter" pitchFamily="34" charset="-122"/>
                  <a:cs typeface="STC Forward" panose="00000500000000000000" pitchFamily="2" charset="-78"/>
                </a:rPr>
                <a:t>2026 Estimate</a:t>
              </a:r>
            </a:p>
          </p:txBody>
        </p:sp>
      </p:grpSp>
      <p:sp>
        <p:nvSpPr>
          <p:cNvPr id="28555" name="Shape 11">
            <a:extLst>
              <a:ext uri="{FF2B5EF4-FFF2-40B4-BE49-F238E27FC236}">
                <a16:creationId xmlns:a16="http://schemas.microsoft.com/office/drawing/2014/main" id="{05F75F3A-D309-3C79-4C17-130E6355470C}"/>
              </a:ext>
            </a:extLst>
          </p:cNvPr>
          <p:cNvSpPr/>
          <p:nvPr/>
        </p:nvSpPr>
        <p:spPr>
          <a:xfrm>
            <a:off x="3217324" y="4430208"/>
            <a:ext cx="8491" cy="814953"/>
          </a:xfrm>
          <a:prstGeom prst="rect">
            <a:avLst/>
          </a:prstGeom>
          <a:solidFill>
            <a:srgbClr val="E5E7EB"/>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556" name="Shape 17">
            <a:extLst>
              <a:ext uri="{FF2B5EF4-FFF2-40B4-BE49-F238E27FC236}">
                <a16:creationId xmlns:a16="http://schemas.microsoft.com/office/drawing/2014/main" id="{DF3577E2-EA80-A258-88A6-0C3B6ADD4DDB}"/>
              </a:ext>
            </a:extLst>
          </p:cNvPr>
          <p:cNvSpPr/>
          <p:nvPr/>
        </p:nvSpPr>
        <p:spPr>
          <a:xfrm>
            <a:off x="5994684" y="4010977"/>
            <a:ext cx="5130176" cy="1398407"/>
          </a:xfrm>
          <a:prstGeom prst="roundRect">
            <a:avLst>
              <a:gd name="adj" fmla="val 175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pPr defTabSz="424556"/>
            <a:endParaRPr lang="en-US" sz="1671">
              <a:solidFill>
                <a:prstClr val="black"/>
              </a:solidFill>
              <a:latin typeface="Calibri" panose="020F0502020204030204"/>
            </a:endParaRPr>
          </a:p>
        </p:txBody>
      </p:sp>
      <p:sp>
        <p:nvSpPr>
          <p:cNvPr id="28557" name="Shape 18">
            <a:extLst>
              <a:ext uri="{FF2B5EF4-FFF2-40B4-BE49-F238E27FC236}">
                <a16:creationId xmlns:a16="http://schemas.microsoft.com/office/drawing/2014/main" id="{47EF7630-1B32-48D1-7B85-FEEBEBBE20F4}"/>
              </a:ext>
            </a:extLst>
          </p:cNvPr>
          <p:cNvSpPr/>
          <p:nvPr/>
        </p:nvSpPr>
        <p:spPr>
          <a:xfrm>
            <a:off x="6215446" y="4189935"/>
            <a:ext cx="354069" cy="287023"/>
          </a:xfrm>
          <a:prstGeom prst="ellipse">
            <a:avLst/>
          </a:prstGeom>
          <a:solidFill>
            <a:srgbClr val="00C48C"/>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pic>
        <p:nvPicPr>
          <p:cNvPr id="28558" name="Image 6" descr="preencoded.png">
            <a:extLst>
              <a:ext uri="{FF2B5EF4-FFF2-40B4-BE49-F238E27FC236}">
                <a16:creationId xmlns:a16="http://schemas.microsoft.com/office/drawing/2014/main" id="{1150B17C-63C5-3379-445B-6AA506700E05}"/>
              </a:ext>
            </a:extLst>
          </p:cNvPr>
          <p:cNvPicPr>
            <a:picLocks noChangeAspect="1"/>
          </p:cNvPicPr>
          <p:nvPr/>
        </p:nvPicPr>
        <p:blipFill>
          <a:blip r:embed="rId12">
            <a:biLevel thresh="25000"/>
          </a:blip>
          <a:srcRect l="-33" r="-33"/>
          <a:stretch/>
        </p:blipFill>
        <p:spPr>
          <a:xfrm>
            <a:off x="6313091" y="4275974"/>
            <a:ext cx="159628" cy="114947"/>
          </a:xfrm>
          <a:prstGeom prst="rect">
            <a:avLst/>
          </a:prstGeom>
        </p:spPr>
      </p:pic>
      <p:sp>
        <p:nvSpPr>
          <p:cNvPr id="28559" name="Text 19">
            <a:extLst>
              <a:ext uri="{FF2B5EF4-FFF2-40B4-BE49-F238E27FC236}">
                <a16:creationId xmlns:a16="http://schemas.microsoft.com/office/drawing/2014/main" id="{D22AF0C5-FCB7-3E49-B04B-A8FD5FEB125F}"/>
              </a:ext>
            </a:extLst>
          </p:cNvPr>
          <p:cNvSpPr txBox="1"/>
          <p:nvPr/>
        </p:nvSpPr>
        <p:spPr>
          <a:xfrm>
            <a:off x="6675650" y="4232954"/>
            <a:ext cx="1227778" cy="200986"/>
          </a:xfrm>
          <a:prstGeom prst="rect">
            <a:avLst/>
          </a:prstGeom>
          <a:noFill/>
          <a:ln/>
        </p:spPr>
        <p:txBody>
          <a:bodyPr wrap="square" lIns="0" tIns="0" rIns="0" bIns="0" rtlCol="0" anchor="ctr"/>
          <a:lstStyle/>
          <a:p>
            <a:pPr defTabSz="849112">
              <a:defRPr/>
            </a:pPr>
            <a:r>
              <a:rPr lang="en-US" sz="1114" b="1" kern="0" dirty="0">
                <a:solidFill>
                  <a:srgbClr val="1F2937"/>
                </a:solidFill>
                <a:latin typeface="STC Forward" panose="00000500000000000000" pitchFamily="2" charset="-78"/>
                <a:ea typeface="Inter" pitchFamily="34" charset="-122"/>
                <a:cs typeface="STC Forward" panose="00000500000000000000" pitchFamily="2" charset="-78"/>
              </a:rPr>
              <a:t>Opex Savings</a:t>
            </a:r>
            <a:endParaRPr lang="en-US" sz="1114" kern="0" dirty="0">
              <a:solidFill>
                <a:prstClr val="black"/>
              </a:solidFill>
              <a:latin typeface="STC Forward" panose="00000500000000000000" pitchFamily="2" charset="-78"/>
              <a:cs typeface="STC Forward" panose="00000500000000000000" pitchFamily="2" charset="-78"/>
            </a:endParaRPr>
          </a:p>
        </p:txBody>
      </p:sp>
      <p:grpSp>
        <p:nvGrpSpPr>
          <p:cNvPr id="28560" name="Group 28559">
            <a:extLst>
              <a:ext uri="{FF2B5EF4-FFF2-40B4-BE49-F238E27FC236}">
                <a16:creationId xmlns:a16="http://schemas.microsoft.com/office/drawing/2014/main" id="{47B51F77-7769-7D83-F270-6FBBEAA2F20F}"/>
              </a:ext>
            </a:extLst>
          </p:cNvPr>
          <p:cNvGrpSpPr/>
          <p:nvPr/>
        </p:nvGrpSpPr>
        <p:grpSpPr>
          <a:xfrm>
            <a:off x="10021048" y="4247410"/>
            <a:ext cx="884748" cy="172076"/>
            <a:chOff x="10334698" y="4654513"/>
            <a:chExt cx="952805" cy="185313"/>
          </a:xfrm>
        </p:grpSpPr>
        <p:sp>
          <p:nvSpPr>
            <p:cNvPr id="28561" name="Shape 20">
              <a:extLst>
                <a:ext uri="{FF2B5EF4-FFF2-40B4-BE49-F238E27FC236}">
                  <a16:creationId xmlns:a16="http://schemas.microsoft.com/office/drawing/2014/main" id="{9BD2BADB-E349-6E9D-621E-24AA1E924222}"/>
                </a:ext>
              </a:extLst>
            </p:cNvPr>
            <p:cNvSpPr/>
            <p:nvPr/>
          </p:nvSpPr>
          <p:spPr>
            <a:xfrm>
              <a:off x="10334698" y="4654513"/>
              <a:ext cx="952805" cy="185313"/>
            </a:xfrm>
            <a:prstGeom prst="roundRect">
              <a:avLst>
                <a:gd name="adj" fmla="val 66667"/>
              </a:avLst>
            </a:prstGeom>
            <a:solidFill>
              <a:srgbClr val="F8F5FC"/>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562" name="Text 21">
              <a:extLst>
                <a:ext uri="{FF2B5EF4-FFF2-40B4-BE49-F238E27FC236}">
                  <a16:creationId xmlns:a16="http://schemas.microsoft.com/office/drawing/2014/main" id="{D5C57C9B-3F61-39C3-09A9-660CAF2E9349}"/>
                </a:ext>
              </a:extLst>
            </p:cNvPr>
            <p:cNvSpPr txBox="1"/>
            <p:nvPr/>
          </p:nvSpPr>
          <p:spPr>
            <a:xfrm>
              <a:off x="10491517" y="4685275"/>
              <a:ext cx="639166" cy="123789"/>
            </a:xfrm>
            <a:prstGeom prst="rect">
              <a:avLst/>
            </a:prstGeom>
            <a:noFill/>
            <a:ln/>
          </p:spPr>
          <p:txBody>
            <a:bodyPr wrap="square" lIns="0" tIns="0" rIns="0" bIns="0" rtlCol="0" anchor="ctr"/>
            <a:lstStyle/>
            <a:p>
              <a:pPr algn="ctr" defTabSz="849112">
                <a:defRPr/>
              </a:pPr>
              <a:r>
                <a:rPr lang="en-US" sz="650" b="1" kern="0" dirty="0">
                  <a:solidFill>
                    <a:prstClr val="black"/>
                  </a:solidFill>
                  <a:latin typeface="STC Forward" panose="00000500000000000000" pitchFamily="2" charset="-78"/>
                  <a:ea typeface="Inter" pitchFamily="34" charset="-122"/>
                  <a:cs typeface="STC Forward" panose="00000500000000000000" pitchFamily="2" charset="-78"/>
                </a:rPr>
                <a:t>2026 Estimate</a:t>
              </a:r>
              <a:endParaRPr lang="en-US" sz="650" b="1" kern="0" dirty="0">
                <a:solidFill>
                  <a:prstClr val="black"/>
                </a:solidFill>
                <a:latin typeface="STC Forward" panose="00000500000000000000" pitchFamily="2" charset="-78"/>
                <a:cs typeface="STC Forward" panose="00000500000000000000" pitchFamily="2" charset="-78"/>
              </a:endParaRPr>
            </a:p>
          </p:txBody>
        </p:sp>
      </p:grpSp>
      <p:sp>
        <p:nvSpPr>
          <p:cNvPr id="28563" name="Shape 22">
            <a:extLst>
              <a:ext uri="{FF2B5EF4-FFF2-40B4-BE49-F238E27FC236}">
                <a16:creationId xmlns:a16="http://schemas.microsoft.com/office/drawing/2014/main" id="{D5EB6855-4C93-EEF4-E7A9-08DF32A6ECE1}"/>
              </a:ext>
            </a:extLst>
          </p:cNvPr>
          <p:cNvSpPr/>
          <p:nvPr/>
        </p:nvSpPr>
        <p:spPr>
          <a:xfrm>
            <a:off x="8559771" y="4430208"/>
            <a:ext cx="8491" cy="814953"/>
          </a:xfrm>
          <a:prstGeom prst="rect">
            <a:avLst/>
          </a:prstGeom>
          <a:solidFill>
            <a:srgbClr val="E5E7EB"/>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grpSp>
        <p:nvGrpSpPr>
          <p:cNvPr id="28564" name="Group 28563">
            <a:extLst>
              <a:ext uri="{FF2B5EF4-FFF2-40B4-BE49-F238E27FC236}">
                <a16:creationId xmlns:a16="http://schemas.microsoft.com/office/drawing/2014/main" id="{78A8A4CA-4713-EBD0-119B-AC1C4C65D3A0}"/>
              </a:ext>
            </a:extLst>
          </p:cNvPr>
          <p:cNvGrpSpPr/>
          <p:nvPr/>
        </p:nvGrpSpPr>
        <p:grpSpPr>
          <a:xfrm>
            <a:off x="3394076" y="4706958"/>
            <a:ext cx="2149885" cy="545931"/>
            <a:chOff x="588108" y="5149041"/>
            <a:chExt cx="2315261" cy="587926"/>
          </a:xfrm>
        </p:grpSpPr>
        <p:sp>
          <p:nvSpPr>
            <p:cNvPr id="28565" name="Text 13">
              <a:extLst>
                <a:ext uri="{FF2B5EF4-FFF2-40B4-BE49-F238E27FC236}">
                  <a16:creationId xmlns:a16="http://schemas.microsoft.com/office/drawing/2014/main" id="{B8300D12-A8B7-3604-F2D6-749410EEECB2}"/>
                </a:ext>
              </a:extLst>
            </p:cNvPr>
            <p:cNvSpPr txBox="1"/>
            <p:nvPr/>
          </p:nvSpPr>
          <p:spPr>
            <a:xfrm>
              <a:off x="588108" y="5149041"/>
              <a:ext cx="2315261" cy="340235"/>
            </a:xfrm>
            <a:prstGeom prst="rect">
              <a:avLst/>
            </a:prstGeom>
            <a:noFill/>
            <a:ln/>
          </p:spPr>
          <p:txBody>
            <a:bodyPr wrap="square" lIns="0" tIns="0" rIns="0" bIns="0" rtlCol="0" anchor="ctr"/>
            <a:lstStyle/>
            <a:p>
              <a:pPr algn="ctr" defTabSz="849112">
                <a:defRPr/>
              </a:pPr>
              <a:r>
                <a:rPr lang="en-US" sz="2229" b="1" kern="0" dirty="0">
                  <a:solidFill>
                    <a:srgbClr val="4F008C"/>
                  </a:solidFill>
                  <a:latin typeface="STC Forward" panose="00000500000000000000" pitchFamily="2" charset="-78"/>
                  <a:ea typeface="Inter" pitchFamily="34" charset="-122"/>
                  <a:cs typeface="STC Forward" panose="00000500000000000000" pitchFamily="2" charset="-78"/>
                </a:rPr>
                <a:t>00.00 </a:t>
              </a:r>
              <a:r>
                <a:rPr lang="en-US" sz="975" b="1" kern="0" dirty="0">
                  <a:solidFill>
                    <a:srgbClr val="9CA3AF"/>
                  </a:solidFill>
                  <a:latin typeface="STC Forward" panose="00000500000000000000" pitchFamily="2" charset="-78"/>
                  <a:ea typeface="Inter" pitchFamily="34" charset="-122"/>
                  <a:cs typeface="STC Forward" panose="00000500000000000000" pitchFamily="2" charset="-78"/>
                </a:rPr>
                <a:t>M</a:t>
              </a:r>
            </a:p>
          </p:txBody>
        </p:sp>
        <p:pic>
          <p:nvPicPr>
            <p:cNvPr id="28566" name="Image 7" descr="preencoded.png">
              <a:extLst>
                <a:ext uri="{FF2B5EF4-FFF2-40B4-BE49-F238E27FC236}">
                  <a16:creationId xmlns:a16="http://schemas.microsoft.com/office/drawing/2014/main" id="{88AC1E63-AD61-A95B-D959-AC5A4723BEC5}"/>
                </a:ext>
              </a:extLst>
            </p:cNvPr>
            <p:cNvPicPr>
              <a:picLocks noChangeAspect="1"/>
            </p:cNvPicPr>
            <p:nvPr/>
          </p:nvPicPr>
          <p:blipFill>
            <a:blip r:embed="rId13"/>
            <a:srcRect/>
            <a:stretch/>
          </p:blipFill>
          <p:spPr>
            <a:xfrm>
              <a:off x="1285815" y="5604911"/>
              <a:ext cx="114300" cy="92656"/>
            </a:xfrm>
            <a:prstGeom prst="rect">
              <a:avLst/>
            </a:prstGeom>
          </p:spPr>
        </p:pic>
        <p:sp>
          <p:nvSpPr>
            <p:cNvPr id="28567" name="Text 25">
              <a:extLst>
                <a:ext uri="{FF2B5EF4-FFF2-40B4-BE49-F238E27FC236}">
                  <a16:creationId xmlns:a16="http://schemas.microsoft.com/office/drawing/2014/main" id="{BCD22BF6-712A-58D4-DBC1-396BB28D957B}"/>
                </a:ext>
              </a:extLst>
            </p:cNvPr>
            <p:cNvSpPr txBox="1"/>
            <p:nvPr/>
          </p:nvSpPr>
          <p:spPr>
            <a:xfrm>
              <a:off x="1438520" y="5581190"/>
              <a:ext cx="668426" cy="155777"/>
            </a:xfrm>
            <a:prstGeom prst="rect">
              <a:avLst/>
            </a:prstGeom>
            <a:noFill/>
            <a:ln/>
          </p:spPr>
          <p:txBody>
            <a:bodyPr wrap="square" lIns="0" tIns="0" rIns="0" bIns="0" rtlCol="0" anchor="ctr"/>
            <a:lstStyle/>
            <a:p>
              <a:pPr algn="ctr" defTabSz="849112">
                <a:defRPr/>
              </a:pPr>
              <a:r>
                <a:rPr lang="en-US" sz="557" b="1" kern="0" spc="42" dirty="0">
                  <a:solidFill>
                    <a:srgbClr val="6B7280"/>
                  </a:solidFill>
                  <a:latin typeface="STC Forward" panose="00000500000000000000" pitchFamily="2" charset="-78"/>
                  <a:ea typeface="Inter" pitchFamily="34" charset="-122"/>
                  <a:cs typeface="STC Forward" panose="00000500000000000000" pitchFamily="2" charset="-78"/>
                </a:rPr>
                <a:t>TEC Validated</a:t>
              </a:r>
              <a:endParaRPr lang="en-US" sz="557" kern="0" dirty="0">
                <a:solidFill>
                  <a:prstClr val="black"/>
                </a:solidFill>
                <a:latin typeface="STC Forward" panose="00000500000000000000" pitchFamily="2" charset="-78"/>
                <a:cs typeface="STC Forward" panose="00000500000000000000" pitchFamily="2" charset="-78"/>
              </a:endParaRPr>
            </a:p>
          </p:txBody>
        </p:sp>
      </p:grpSp>
      <p:sp>
        <p:nvSpPr>
          <p:cNvPr id="28568" name="Shape 1">
            <a:extLst>
              <a:ext uri="{FF2B5EF4-FFF2-40B4-BE49-F238E27FC236}">
                <a16:creationId xmlns:a16="http://schemas.microsoft.com/office/drawing/2014/main" id="{E1A808B8-6B76-80BE-01D5-096504224700}"/>
              </a:ext>
            </a:extLst>
          </p:cNvPr>
          <p:cNvSpPr/>
          <p:nvPr/>
        </p:nvSpPr>
        <p:spPr>
          <a:xfrm>
            <a:off x="418647" y="5458752"/>
            <a:ext cx="11038115" cy="2522261"/>
          </a:xfrm>
          <a:prstGeom prst="rect">
            <a:avLst/>
          </a:prstGeom>
          <a:solidFill>
            <a:srgbClr val="F9FAFB"/>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grpSp>
        <p:nvGrpSpPr>
          <p:cNvPr id="28569" name="Group 28568">
            <a:extLst>
              <a:ext uri="{FF2B5EF4-FFF2-40B4-BE49-F238E27FC236}">
                <a16:creationId xmlns:a16="http://schemas.microsoft.com/office/drawing/2014/main" id="{11D65279-84A4-8F30-BF6E-77B011627D9C}"/>
              </a:ext>
            </a:extLst>
          </p:cNvPr>
          <p:cNvGrpSpPr/>
          <p:nvPr/>
        </p:nvGrpSpPr>
        <p:grpSpPr>
          <a:xfrm>
            <a:off x="878093" y="4706958"/>
            <a:ext cx="2149885" cy="530682"/>
            <a:chOff x="3117338" y="5149041"/>
            <a:chExt cx="2315261" cy="571504"/>
          </a:xfrm>
        </p:grpSpPr>
        <p:sp>
          <p:nvSpPr>
            <p:cNvPr id="28570" name="Text 15">
              <a:extLst>
                <a:ext uri="{FF2B5EF4-FFF2-40B4-BE49-F238E27FC236}">
                  <a16:creationId xmlns:a16="http://schemas.microsoft.com/office/drawing/2014/main" id="{75EE5BC6-F09A-58A4-B23C-9E85C987B104}"/>
                </a:ext>
              </a:extLst>
            </p:cNvPr>
            <p:cNvSpPr txBox="1"/>
            <p:nvPr/>
          </p:nvSpPr>
          <p:spPr>
            <a:xfrm>
              <a:off x="3117338" y="5149041"/>
              <a:ext cx="2315261" cy="340235"/>
            </a:xfrm>
            <a:prstGeom prst="rect">
              <a:avLst/>
            </a:prstGeom>
            <a:noFill/>
            <a:ln/>
          </p:spPr>
          <p:txBody>
            <a:bodyPr wrap="square" lIns="0" tIns="0" rIns="0" bIns="0" rtlCol="0" anchor="ctr"/>
            <a:lstStyle/>
            <a:p>
              <a:pPr algn="ctr" defTabSz="849112">
                <a:defRPr/>
              </a:pPr>
              <a:r>
                <a:rPr lang="en-US" sz="2229" b="1" kern="0" dirty="0">
                  <a:solidFill>
                    <a:srgbClr val="4F008C"/>
                  </a:solidFill>
                  <a:latin typeface="STC Forward" panose="00000500000000000000" pitchFamily="2" charset="-78"/>
                  <a:ea typeface="Inter" pitchFamily="34" charset="-122"/>
                  <a:cs typeface="STC Forward" panose="00000500000000000000" pitchFamily="2" charset="-78"/>
                </a:rPr>
                <a:t>00.00 </a:t>
              </a:r>
              <a:r>
                <a:rPr lang="en-US" sz="975" b="1" kern="0" dirty="0">
                  <a:solidFill>
                    <a:srgbClr val="9CA3AF"/>
                  </a:solidFill>
                  <a:latin typeface="STC Forward" panose="00000500000000000000" pitchFamily="2" charset="-78"/>
                  <a:ea typeface="Inter" pitchFamily="34" charset="-122"/>
                  <a:cs typeface="STC Forward" panose="00000500000000000000" pitchFamily="2" charset="-78"/>
                </a:rPr>
                <a:t>M</a:t>
              </a:r>
              <a:endParaRPr lang="en-US" sz="1857" kern="0" dirty="0">
                <a:solidFill>
                  <a:prstClr val="black"/>
                </a:solidFill>
                <a:latin typeface="STC Forward" panose="00000500000000000000" pitchFamily="2" charset="-78"/>
                <a:cs typeface="STC Forward" panose="00000500000000000000" pitchFamily="2" charset="-78"/>
              </a:endParaRPr>
            </a:p>
          </p:txBody>
        </p:sp>
        <p:pic>
          <p:nvPicPr>
            <p:cNvPr id="28571" name="Image 8" descr="preencoded.png">
              <a:extLst>
                <a:ext uri="{FF2B5EF4-FFF2-40B4-BE49-F238E27FC236}">
                  <a16:creationId xmlns:a16="http://schemas.microsoft.com/office/drawing/2014/main" id="{E232DB7D-7993-5184-1E5A-0151C6406A4C}"/>
                </a:ext>
              </a:extLst>
            </p:cNvPr>
            <p:cNvPicPr>
              <a:picLocks noChangeAspect="1"/>
            </p:cNvPicPr>
            <p:nvPr/>
          </p:nvPicPr>
          <p:blipFill>
            <a:blip r:embed="rId14"/>
            <a:srcRect l="-1911" r="-1911"/>
            <a:stretch/>
          </p:blipFill>
          <p:spPr>
            <a:xfrm>
              <a:off x="3829981" y="5604911"/>
              <a:ext cx="133502" cy="92656"/>
            </a:xfrm>
            <a:prstGeom prst="rect">
              <a:avLst/>
            </a:prstGeom>
          </p:spPr>
        </p:pic>
        <p:sp>
          <p:nvSpPr>
            <p:cNvPr id="28572" name="Text 27">
              <a:extLst>
                <a:ext uri="{FF2B5EF4-FFF2-40B4-BE49-F238E27FC236}">
                  <a16:creationId xmlns:a16="http://schemas.microsoft.com/office/drawing/2014/main" id="{52AF198B-3F2B-92D2-4786-44E6192F90C7}"/>
                </a:ext>
              </a:extLst>
            </p:cNvPr>
            <p:cNvSpPr txBox="1"/>
            <p:nvPr/>
          </p:nvSpPr>
          <p:spPr>
            <a:xfrm>
              <a:off x="4001888" y="5581190"/>
              <a:ext cx="640014" cy="139355"/>
            </a:xfrm>
            <a:prstGeom prst="rect">
              <a:avLst/>
            </a:prstGeom>
            <a:noFill/>
            <a:ln/>
          </p:spPr>
          <p:txBody>
            <a:bodyPr wrap="square" lIns="0" tIns="0" rIns="0" bIns="0" rtlCol="0" anchor="ctr"/>
            <a:lstStyle/>
            <a:p>
              <a:pPr algn="ctr" defTabSz="849112">
                <a:defRPr/>
              </a:pPr>
              <a:r>
                <a:rPr lang="en-US" sz="557" b="1" kern="0" spc="42" dirty="0">
                  <a:solidFill>
                    <a:srgbClr val="6B7280"/>
                  </a:solidFill>
                  <a:latin typeface="STC Forward" panose="00000500000000000000" pitchFamily="2" charset="-78"/>
                  <a:ea typeface="Inter" pitchFamily="34" charset="-122"/>
                  <a:cs typeface="STC Forward" panose="00000500000000000000" pitchFamily="2" charset="-78"/>
                </a:rPr>
                <a:t>TSA Efforts</a:t>
              </a:r>
            </a:p>
          </p:txBody>
        </p:sp>
      </p:grpSp>
      <p:grpSp>
        <p:nvGrpSpPr>
          <p:cNvPr id="28573" name="Group 28572">
            <a:extLst>
              <a:ext uri="{FF2B5EF4-FFF2-40B4-BE49-F238E27FC236}">
                <a16:creationId xmlns:a16="http://schemas.microsoft.com/office/drawing/2014/main" id="{F80065B3-32A3-C267-2378-FC1462452B41}"/>
              </a:ext>
            </a:extLst>
          </p:cNvPr>
          <p:cNvGrpSpPr/>
          <p:nvPr/>
        </p:nvGrpSpPr>
        <p:grpSpPr>
          <a:xfrm>
            <a:off x="8748588" y="4706958"/>
            <a:ext cx="2149885" cy="545931"/>
            <a:chOff x="588108" y="5149041"/>
            <a:chExt cx="2315261" cy="587926"/>
          </a:xfrm>
        </p:grpSpPr>
        <p:sp>
          <p:nvSpPr>
            <p:cNvPr id="28574" name="Text 13">
              <a:extLst>
                <a:ext uri="{FF2B5EF4-FFF2-40B4-BE49-F238E27FC236}">
                  <a16:creationId xmlns:a16="http://schemas.microsoft.com/office/drawing/2014/main" id="{E6667E67-299D-6120-25FC-A9271D502A29}"/>
                </a:ext>
              </a:extLst>
            </p:cNvPr>
            <p:cNvSpPr txBox="1"/>
            <p:nvPr/>
          </p:nvSpPr>
          <p:spPr>
            <a:xfrm>
              <a:off x="588108" y="5149041"/>
              <a:ext cx="2315261" cy="340235"/>
            </a:xfrm>
            <a:prstGeom prst="rect">
              <a:avLst/>
            </a:prstGeom>
            <a:noFill/>
            <a:ln/>
          </p:spPr>
          <p:txBody>
            <a:bodyPr wrap="square" lIns="0" tIns="0" rIns="0" bIns="0" rtlCol="0" anchor="ctr"/>
            <a:lstStyle/>
            <a:p>
              <a:pPr algn="ctr" defTabSz="849112">
                <a:defRPr/>
              </a:pPr>
              <a:r>
                <a:rPr lang="en-US" sz="2229" b="1" kern="0" dirty="0">
                  <a:solidFill>
                    <a:srgbClr val="4F008C"/>
                  </a:solidFill>
                  <a:latin typeface="STC Forward" panose="00000500000000000000" pitchFamily="2" charset="-78"/>
                  <a:ea typeface="Inter" pitchFamily="34" charset="-122"/>
                  <a:cs typeface="STC Forward" panose="00000500000000000000" pitchFamily="2" charset="-78"/>
                </a:rPr>
                <a:t>00.00 </a:t>
              </a:r>
              <a:r>
                <a:rPr lang="en-US" sz="975" b="1" kern="0" dirty="0">
                  <a:solidFill>
                    <a:srgbClr val="9CA3AF"/>
                  </a:solidFill>
                  <a:latin typeface="STC Forward" panose="00000500000000000000" pitchFamily="2" charset="-78"/>
                  <a:ea typeface="Inter" pitchFamily="34" charset="-122"/>
                  <a:cs typeface="STC Forward" panose="00000500000000000000" pitchFamily="2" charset="-78"/>
                </a:rPr>
                <a:t>M</a:t>
              </a:r>
            </a:p>
          </p:txBody>
        </p:sp>
        <p:pic>
          <p:nvPicPr>
            <p:cNvPr id="28575" name="Image 7" descr="preencoded.png">
              <a:extLst>
                <a:ext uri="{FF2B5EF4-FFF2-40B4-BE49-F238E27FC236}">
                  <a16:creationId xmlns:a16="http://schemas.microsoft.com/office/drawing/2014/main" id="{9158CFD2-4F04-F4F5-05FD-21501106DAC1}"/>
                </a:ext>
              </a:extLst>
            </p:cNvPr>
            <p:cNvPicPr>
              <a:picLocks noChangeAspect="1"/>
            </p:cNvPicPr>
            <p:nvPr/>
          </p:nvPicPr>
          <p:blipFill>
            <a:blip r:embed="rId13"/>
            <a:srcRect/>
            <a:stretch/>
          </p:blipFill>
          <p:spPr>
            <a:xfrm>
              <a:off x="1285815" y="5604911"/>
              <a:ext cx="114300" cy="92656"/>
            </a:xfrm>
            <a:prstGeom prst="rect">
              <a:avLst/>
            </a:prstGeom>
          </p:spPr>
        </p:pic>
        <p:sp>
          <p:nvSpPr>
            <p:cNvPr id="28576" name="Text 25">
              <a:extLst>
                <a:ext uri="{FF2B5EF4-FFF2-40B4-BE49-F238E27FC236}">
                  <a16:creationId xmlns:a16="http://schemas.microsoft.com/office/drawing/2014/main" id="{70A5BC85-A641-7025-EFAA-2E470678EAA4}"/>
                </a:ext>
              </a:extLst>
            </p:cNvPr>
            <p:cNvSpPr txBox="1"/>
            <p:nvPr/>
          </p:nvSpPr>
          <p:spPr>
            <a:xfrm>
              <a:off x="1438520" y="5581190"/>
              <a:ext cx="668426" cy="155777"/>
            </a:xfrm>
            <a:prstGeom prst="rect">
              <a:avLst/>
            </a:prstGeom>
            <a:noFill/>
            <a:ln/>
          </p:spPr>
          <p:txBody>
            <a:bodyPr wrap="square" lIns="0" tIns="0" rIns="0" bIns="0" rtlCol="0" anchor="ctr"/>
            <a:lstStyle/>
            <a:p>
              <a:pPr algn="ctr" defTabSz="849112">
                <a:defRPr/>
              </a:pPr>
              <a:r>
                <a:rPr lang="en-US" sz="557" b="1" kern="0" spc="42" dirty="0">
                  <a:solidFill>
                    <a:srgbClr val="6B7280"/>
                  </a:solidFill>
                  <a:latin typeface="STC Forward" panose="00000500000000000000" pitchFamily="2" charset="-78"/>
                  <a:ea typeface="Inter" pitchFamily="34" charset="-122"/>
                  <a:cs typeface="STC Forward" panose="00000500000000000000" pitchFamily="2" charset="-78"/>
                </a:rPr>
                <a:t>TEC Validated</a:t>
              </a:r>
              <a:endParaRPr lang="en-US" sz="557" kern="0" dirty="0">
                <a:solidFill>
                  <a:prstClr val="black"/>
                </a:solidFill>
                <a:latin typeface="STC Forward" panose="00000500000000000000" pitchFamily="2" charset="-78"/>
                <a:cs typeface="STC Forward" panose="00000500000000000000" pitchFamily="2" charset="-78"/>
              </a:endParaRPr>
            </a:p>
          </p:txBody>
        </p:sp>
      </p:grpSp>
      <p:grpSp>
        <p:nvGrpSpPr>
          <p:cNvPr id="28577" name="Group 28576">
            <a:extLst>
              <a:ext uri="{FF2B5EF4-FFF2-40B4-BE49-F238E27FC236}">
                <a16:creationId xmlns:a16="http://schemas.microsoft.com/office/drawing/2014/main" id="{17D7A5E4-7C08-397D-BB40-0D63F1F3A994}"/>
              </a:ext>
            </a:extLst>
          </p:cNvPr>
          <p:cNvGrpSpPr/>
          <p:nvPr/>
        </p:nvGrpSpPr>
        <p:grpSpPr>
          <a:xfrm>
            <a:off x="6232605" y="4706958"/>
            <a:ext cx="2149885" cy="530682"/>
            <a:chOff x="3117338" y="5149041"/>
            <a:chExt cx="2315261" cy="571504"/>
          </a:xfrm>
        </p:grpSpPr>
        <p:sp>
          <p:nvSpPr>
            <p:cNvPr id="28578" name="Text 15">
              <a:extLst>
                <a:ext uri="{FF2B5EF4-FFF2-40B4-BE49-F238E27FC236}">
                  <a16:creationId xmlns:a16="http://schemas.microsoft.com/office/drawing/2014/main" id="{FD79E5E6-71ED-ADA4-3CF4-ED1AAB4F1B72}"/>
                </a:ext>
              </a:extLst>
            </p:cNvPr>
            <p:cNvSpPr txBox="1"/>
            <p:nvPr/>
          </p:nvSpPr>
          <p:spPr>
            <a:xfrm>
              <a:off x="3117338" y="5149041"/>
              <a:ext cx="2315261" cy="340235"/>
            </a:xfrm>
            <a:prstGeom prst="rect">
              <a:avLst/>
            </a:prstGeom>
            <a:noFill/>
            <a:ln/>
          </p:spPr>
          <p:txBody>
            <a:bodyPr wrap="square" lIns="0" tIns="0" rIns="0" bIns="0" rtlCol="0" anchor="ctr"/>
            <a:lstStyle/>
            <a:p>
              <a:pPr algn="ctr" defTabSz="849112">
                <a:defRPr/>
              </a:pPr>
              <a:r>
                <a:rPr lang="en-US" sz="2229" b="1" kern="0" dirty="0">
                  <a:solidFill>
                    <a:srgbClr val="4F008C"/>
                  </a:solidFill>
                  <a:latin typeface="STC Forward" panose="00000500000000000000" pitchFamily="2" charset="-78"/>
                  <a:ea typeface="Inter" pitchFamily="34" charset="-122"/>
                  <a:cs typeface="STC Forward" panose="00000500000000000000" pitchFamily="2" charset="-78"/>
                </a:rPr>
                <a:t>00.00 </a:t>
              </a:r>
              <a:r>
                <a:rPr lang="en-US" sz="975" b="1" kern="0" dirty="0">
                  <a:solidFill>
                    <a:srgbClr val="9CA3AF"/>
                  </a:solidFill>
                  <a:latin typeface="STC Forward" panose="00000500000000000000" pitchFamily="2" charset="-78"/>
                  <a:ea typeface="Inter" pitchFamily="34" charset="-122"/>
                  <a:cs typeface="STC Forward" panose="00000500000000000000" pitchFamily="2" charset="-78"/>
                </a:rPr>
                <a:t>M</a:t>
              </a:r>
              <a:endParaRPr lang="en-US" sz="1857" kern="0" dirty="0">
                <a:solidFill>
                  <a:prstClr val="black"/>
                </a:solidFill>
                <a:latin typeface="STC Forward" panose="00000500000000000000" pitchFamily="2" charset="-78"/>
                <a:cs typeface="STC Forward" panose="00000500000000000000" pitchFamily="2" charset="-78"/>
              </a:endParaRPr>
            </a:p>
          </p:txBody>
        </p:sp>
        <p:pic>
          <p:nvPicPr>
            <p:cNvPr id="28579" name="Image 8" descr="preencoded.png">
              <a:extLst>
                <a:ext uri="{FF2B5EF4-FFF2-40B4-BE49-F238E27FC236}">
                  <a16:creationId xmlns:a16="http://schemas.microsoft.com/office/drawing/2014/main" id="{8E120CF4-FA61-10EE-3585-3FB372242F45}"/>
                </a:ext>
              </a:extLst>
            </p:cNvPr>
            <p:cNvPicPr>
              <a:picLocks noChangeAspect="1"/>
            </p:cNvPicPr>
            <p:nvPr/>
          </p:nvPicPr>
          <p:blipFill>
            <a:blip r:embed="rId14"/>
            <a:srcRect l="-1911" r="-1911"/>
            <a:stretch/>
          </p:blipFill>
          <p:spPr>
            <a:xfrm>
              <a:off x="3829981" y="5604911"/>
              <a:ext cx="133502" cy="92656"/>
            </a:xfrm>
            <a:prstGeom prst="rect">
              <a:avLst/>
            </a:prstGeom>
          </p:spPr>
        </p:pic>
        <p:sp>
          <p:nvSpPr>
            <p:cNvPr id="28580" name="Text 27">
              <a:extLst>
                <a:ext uri="{FF2B5EF4-FFF2-40B4-BE49-F238E27FC236}">
                  <a16:creationId xmlns:a16="http://schemas.microsoft.com/office/drawing/2014/main" id="{AFBA9656-2DA0-AE75-74E3-E25C88773479}"/>
                </a:ext>
              </a:extLst>
            </p:cNvPr>
            <p:cNvSpPr txBox="1"/>
            <p:nvPr/>
          </p:nvSpPr>
          <p:spPr>
            <a:xfrm>
              <a:off x="4001888" y="5581190"/>
              <a:ext cx="640014" cy="139355"/>
            </a:xfrm>
            <a:prstGeom prst="rect">
              <a:avLst/>
            </a:prstGeom>
            <a:noFill/>
            <a:ln/>
          </p:spPr>
          <p:txBody>
            <a:bodyPr wrap="square" lIns="0" tIns="0" rIns="0" bIns="0" rtlCol="0" anchor="ctr"/>
            <a:lstStyle/>
            <a:p>
              <a:pPr algn="ctr" defTabSz="849112">
                <a:defRPr/>
              </a:pPr>
              <a:r>
                <a:rPr lang="en-US" sz="557" b="1" kern="0" spc="42" dirty="0">
                  <a:solidFill>
                    <a:srgbClr val="6B7280"/>
                  </a:solidFill>
                  <a:latin typeface="STC Forward" panose="00000500000000000000" pitchFamily="2" charset="-78"/>
                  <a:ea typeface="Inter" pitchFamily="34" charset="-122"/>
                  <a:cs typeface="STC Forward" panose="00000500000000000000" pitchFamily="2" charset="-78"/>
                </a:rPr>
                <a:t>TSA Efforts</a:t>
              </a:r>
            </a:p>
          </p:txBody>
        </p:sp>
      </p:grpSp>
      <p:sp>
        <p:nvSpPr>
          <p:cNvPr id="28581" name="Shape 30">
            <a:extLst>
              <a:ext uri="{FF2B5EF4-FFF2-40B4-BE49-F238E27FC236}">
                <a16:creationId xmlns:a16="http://schemas.microsoft.com/office/drawing/2014/main" id="{598E81A0-83AF-BF8B-4FBE-67E7343DDC82}"/>
              </a:ext>
            </a:extLst>
          </p:cNvPr>
          <p:cNvSpPr/>
          <p:nvPr/>
        </p:nvSpPr>
        <p:spPr>
          <a:xfrm>
            <a:off x="654725" y="5557342"/>
            <a:ext cx="1980917" cy="2360854"/>
          </a:xfrm>
          <a:prstGeom prst="roundRect">
            <a:avLst>
              <a:gd name="adj" fmla="val 3720"/>
            </a:avLst>
          </a:prstGeom>
          <a:solidFill>
            <a:schemeClr val="bg1"/>
          </a:solidFill>
          <a:ln w="12700">
            <a:solidFill>
              <a:srgbClr val="F3F4F6"/>
            </a:solidFill>
            <a:prstDash val="solid"/>
          </a:ln>
          <a:effectLst>
            <a:outerShdw blurRad="114300" dist="38100" dir="16200000" algn="bl" rotWithShape="0">
              <a:srgbClr val="000000">
                <a:alpha val="4000"/>
              </a:srgbClr>
            </a:outerShdw>
          </a:effectLst>
        </p:spPr>
        <p:txBody>
          <a:bodyPr/>
          <a:lstStyle/>
          <a:p>
            <a:pPr defTabSz="424556"/>
            <a:endParaRPr lang="en-US" sz="1671">
              <a:solidFill>
                <a:prstClr val="black"/>
              </a:solidFill>
              <a:latin typeface="Calibri" panose="020F0502020204030204"/>
            </a:endParaRPr>
          </a:p>
        </p:txBody>
      </p:sp>
      <p:sp>
        <p:nvSpPr>
          <p:cNvPr id="28582" name="Shape 31">
            <a:extLst>
              <a:ext uri="{FF2B5EF4-FFF2-40B4-BE49-F238E27FC236}">
                <a16:creationId xmlns:a16="http://schemas.microsoft.com/office/drawing/2014/main" id="{2702B310-39C8-4CBF-9AD2-5BA6FF2D366E}"/>
              </a:ext>
            </a:extLst>
          </p:cNvPr>
          <p:cNvSpPr/>
          <p:nvPr/>
        </p:nvSpPr>
        <p:spPr>
          <a:xfrm>
            <a:off x="654725" y="5557343"/>
            <a:ext cx="1980917" cy="35662"/>
          </a:xfrm>
          <a:prstGeom prst="roundRect">
            <a:avLst>
              <a:gd name="adj" fmla="val 162337"/>
            </a:avLst>
          </a:prstGeom>
          <a:solidFill>
            <a:srgbClr val="A54EE1"/>
          </a:solidFill>
          <a:ln w="12700">
            <a:solidFill>
              <a:srgbClr val="A54EE1">
                <a:alpha val="0"/>
              </a:srgbClr>
            </a:solidFill>
            <a:prstDash val="solid"/>
          </a:ln>
        </p:spPr>
        <p:txBody>
          <a:bodyPr/>
          <a:lstStyle/>
          <a:p>
            <a:pPr defTabSz="424556"/>
            <a:endParaRPr lang="en-US" sz="1671">
              <a:solidFill>
                <a:prstClr val="black"/>
              </a:solidFill>
              <a:latin typeface="Calibri" panose="020F0502020204030204"/>
            </a:endParaRPr>
          </a:p>
        </p:txBody>
      </p:sp>
      <p:sp>
        <p:nvSpPr>
          <p:cNvPr id="28583" name="Text 32">
            <a:extLst>
              <a:ext uri="{FF2B5EF4-FFF2-40B4-BE49-F238E27FC236}">
                <a16:creationId xmlns:a16="http://schemas.microsoft.com/office/drawing/2014/main" id="{82131BFE-9D36-FD43-1F48-141F18447E3E}"/>
              </a:ext>
            </a:extLst>
          </p:cNvPr>
          <p:cNvSpPr txBox="1"/>
          <p:nvPr/>
        </p:nvSpPr>
        <p:spPr>
          <a:xfrm>
            <a:off x="1245688" y="5656402"/>
            <a:ext cx="804933" cy="141798"/>
          </a:xfrm>
          <a:prstGeom prst="rect">
            <a:avLst/>
          </a:prstGeom>
          <a:noFill/>
          <a:ln/>
        </p:spPr>
        <p:txBody>
          <a:bodyPr wrap="square" lIns="0" tIns="0" rIns="0" bIns="0" rtlCol="0" anchor="ctr"/>
          <a:lstStyle/>
          <a:p>
            <a:pPr algn="ctr" defTabSz="849112">
              <a:defRPr/>
            </a:pPr>
            <a:r>
              <a:rPr lang="en-US" sz="929" b="1" kern="0" dirty="0">
                <a:solidFill>
                  <a:srgbClr val="4F008C"/>
                </a:solidFill>
                <a:latin typeface="STC Forward" panose="00000500000000000000" pitchFamily="2" charset="-78"/>
                <a:ea typeface="Inter" pitchFamily="34" charset="-122"/>
                <a:cs typeface="STC Forward" panose="00000500000000000000" pitchFamily="2" charset="-78"/>
              </a:rPr>
              <a:t>IT Platforms</a:t>
            </a:r>
          </a:p>
        </p:txBody>
      </p:sp>
      <p:pic>
        <p:nvPicPr>
          <p:cNvPr id="28584" name="Image 10" descr="preencoded.png">
            <a:extLst>
              <a:ext uri="{FF2B5EF4-FFF2-40B4-BE49-F238E27FC236}">
                <a16:creationId xmlns:a16="http://schemas.microsoft.com/office/drawing/2014/main" id="{27BF9F9C-3E1C-C37C-1F87-B3EF936A8680}"/>
              </a:ext>
            </a:extLst>
          </p:cNvPr>
          <p:cNvPicPr>
            <a:picLocks noChangeAspect="1"/>
          </p:cNvPicPr>
          <p:nvPr/>
        </p:nvPicPr>
        <p:blipFill>
          <a:blip r:embed="rId15"/>
          <a:srcRect l="-2078" r="-2078"/>
          <a:stretch/>
        </p:blipFill>
        <p:spPr>
          <a:xfrm>
            <a:off x="805013" y="6622661"/>
            <a:ext cx="1680341" cy="8491"/>
          </a:xfrm>
          <a:prstGeom prst="rect">
            <a:avLst/>
          </a:prstGeom>
        </p:spPr>
      </p:pic>
      <p:sp>
        <p:nvSpPr>
          <p:cNvPr id="28585" name="Shape 37">
            <a:extLst>
              <a:ext uri="{FF2B5EF4-FFF2-40B4-BE49-F238E27FC236}">
                <a16:creationId xmlns:a16="http://schemas.microsoft.com/office/drawing/2014/main" id="{42897B2F-26C1-BE93-6144-901FB46B83CC}"/>
              </a:ext>
            </a:extLst>
          </p:cNvPr>
          <p:cNvSpPr/>
          <p:nvPr/>
        </p:nvSpPr>
        <p:spPr>
          <a:xfrm>
            <a:off x="2777439" y="5557342"/>
            <a:ext cx="1980917" cy="2360854"/>
          </a:xfrm>
          <a:prstGeom prst="roundRect">
            <a:avLst>
              <a:gd name="adj" fmla="val 3720"/>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pPr defTabSz="424556"/>
            <a:endParaRPr lang="en-US" sz="1671">
              <a:solidFill>
                <a:prstClr val="black"/>
              </a:solidFill>
              <a:latin typeface="Calibri" panose="020F0502020204030204"/>
            </a:endParaRPr>
          </a:p>
        </p:txBody>
      </p:sp>
      <p:sp>
        <p:nvSpPr>
          <p:cNvPr id="28586" name="Shape 38">
            <a:extLst>
              <a:ext uri="{FF2B5EF4-FFF2-40B4-BE49-F238E27FC236}">
                <a16:creationId xmlns:a16="http://schemas.microsoft.com/office/drawing/2014/main" id="{B955F558-354A-303A-E174-BDC19B728485}"/>
              </a:ext>
            </a:extLst>
          </p:cNvPr>
          <p:cNvSpPr/>
          <p:nvPr/>
        </p:nvSpPr>
        <p:spPr>
          <a:xfrm>
            <a:off x="2777439" y="5557343"/>
            <a:ext cx="1980917" cy="35662"/>
          </a:xfrm>
          <a:prstGeom prst="roundRect">
            <a:avLst>
              <a:gd name="adj" fmla="val 162337"/>
            </a:avLst>
          </a:prstGeom>
          <a:solidFill>
            <a:srgbClr val="A54EE1"/>
          </a:solidFill>
          <a:ln w="12700">
            <a:solidFill>
              <a:srgbClr val="A54EE1">
                <a:alpha val="0"/>
              </a:srgbClr>
            </a:solidFill>
            <a:prstDash val="solid"/>
          </a:ln>
        </p:spPr>
        <p:txBody>
          <a:bodyPr/>
          <a:lstStyle/>
          <a:p>
            <a:pPr defTabSz="424556"/>
            <a:endParaRPr lang="en-US" sz="1671">
              <a:solidFill>
                <a:prstClr val="black"/>
              </a:solidFill>
              <a:latin typeface="Calibri" panose="020F0502020204030204"/>
            </a:endParaRPr>
          </a:p>
        </p:txBody>
      </p:sp>
      <p:sp>
        <p:nvSpPr>
          <p:cNvPr id="28587" name="Text 39">
            <a:extLst>
              <a:ext uri="{FF2B5EF4-FFF2-40B4-BE49-F238E27FC236}">
                <a16:creationId xmlns:a16="http://schemas.microsoft.com/office/drawing/2014/main" id="{F2F30852-54A0-5B81-688B-242BB001D72F}"/>
              </a:ext>
            </a:extLst>
          </p:cNvPr>
          <p:cNvSpPr txBox="1"/>
          <p:nvPr/>
        </p:nvSpPr>
        <p:spPr>
          <a:xfrm>
            <a:off x="3230996" y="5656403"/>
            <a:ext cx="1073802" cy="117381"/>
          </a:xfrm>
          <a:prstGeom prst="rect">
            <a:avLst/>
          </a:prstGeom>
          <a:noFill/>
          <a:ln/>
        </p:spPr>
        <p:txBody>
          <a:bodyPr wrap="square" lIns="0" tIns="0" rIns="0" bIns="0" rtlCol="0" anchor="ctr"/>
          <a:lstStyle/>
          <a:p>
            <a:pPr algn="ctr" defTabSz="849112">
              <a:defRPr/>
            </a:pPr>
            <a:r>
              <a:rPr lang="en-US" sz="929" b="1" kern="0" dirty="0">
                <a:solidFill>
                  <a:srgbClr val="4F008C"/>
                </a:solidFill>
                <a:latin typeface="STC Forward" panose="00000500000000000000" pitchFamily="2" charset="-78"/>
                <a:ea typeface="Inter" pitchFamily="34" charset="-122"/>
                <a:cs typeface="STC Forward" panose="00000500000000000000" pitchFamily="2" charset="-78"/>
              </a:rPr>
              <a:t>Infrastructures</a:t>
            </a:r>
          </a:p>
        </p:txBody>
      </p:sp>
      <p:pic>
        <p:nvPicPr>
          <p:cNvPr id="28588" name="Image 11" descr="preencoded.png">
            <a:extLst>
              <a:ext uri="{FF2B5EF4-FFF2-40B4-BE49-F238E27FC236}">
                <a16:creationId xmlns:a16="http://schemas.microsoft.com/office/drawing/2014/main" id="{BADA8EEF-DAD9-F1A6-5DC0-85AE8369FFBE}"/>
              </a:ext>
            </a:extLst>
          </p:cNvPr>
          <p:cNvPicPr>
            <a:picLocks noChangeAspect="1"/>
          </p:cNvPicPr>
          <p:nvPr/>
        </p:nvPicPr>
        <p:blipFill>
          <a:blip r:embed="rId15"/>
          <a:srcRect l="-2078" r="-2078"/>
          <a:stretch/>
        </p:blipFill>
        <p:spPr>
          <a:xfrm>
            <a:off x="2927727" y="6622661"/>
            <a:ext cx="1680341" cy="8491"/>
          </a:xfrm>
          <a:prstGeom prst="rect">
            <a:avLst/>
          </a:prstGeom>
        </p:spPr>
      </p:pic>
      <p:sp>
        <p:nvSpPr>
          <p:cNvPr id="28589" name="Shape 44">
            <a:extLst>
              <a:ext uri="{FF2B5EF4-FFF2-40B4-BE49-F238E27FC236}">
                <a16:creationId xmlns:a16="http://schemas.microsoft.com/office/drawing/2014/main" id="{F219574A-5BB0-C0B6-C0FE-D2B4C42C6259}"/>
              </a:ext>
            </a:extLst>
          </p:cNvPr>
          <p:cNvSpPr/>
          <p:nvPr/>
        </p:nvSpPr>
        <p:spPr>
          <a:xfrm>
            <a:off x="4900154" y="5557342"/>
            <a:ext cx="1980917" cy="2360854"/>
          </a:xfrm>
          <a:prstGeom prst="roundRect">
            <a:avLst>
              <a:gd name="adj" fmla="val 3720"/>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pPr defTabSz="424556"/>
            <a:endParaRPr lang="en-US" sz="1671">
              <a:solidFill>
                <a:prstClr val="black"/>
              </a:solidFill>
              <a:latin typeface="Calibri" panose="020F0502020204030204"/>
            </a:endParaRPr>
          </a:p>
        </p:txBody>
      </p:sp>
      <p:sp>
        <p:nvSpPr>
          <p:cNvPr id="28590" name="Shape 45">
            <a:extLst>
              <a:ext uri="{FF2B5EF4-FFF2-40B4-BE49-F238E27FC236}">
                <a16:creationId xmlns:a16="http://schemas.microsoft.com/office/drawing/2014/main" id="{58BB89CA-258A-2E05-6B3B-33059F6B90F1}"/>
              </a:ext>
            </a:extLst>
          </p:cNvPr>
          <p:cNvSpPr/>
          <p:nvPr/>
        </p:nvSpPr>
        <p:spPr>
          <a:xfrm>
            <a:off x="4900154" y="5557343"/>
            <a:ext cx="1980917" cy="35662"/>
          </a:xfrm>
          <a:prstGeom prst="roundRect">
            <a:avLst>
              <a:gd name="adj" fmla="val 162337"/>
            </a:avLst>
          </a:prstGeom>
          <a:solidFill>
            <a:srgbClr val="A54EE1"/>
          </a:solidFill>
          <a:ln w="12700">
            <a:solidFill>
              <a:srgbClr val="A54EE1">
                <a:alpha val="0"/>
              </a:srgbClr>
            </a:solidFill>
            <a:prstDash val="solid"/>
          </a:ln>
        </p:spPr>
        <p:txBody>
          <a:bodyPr/>
          <a:lstStyle/>
          <a:p>
            <a:pPr defTabSz="424556"/>
            <a:endParaRPr lang="en-US" sz="1671">
              <a:solidFill>
                <a:prstClr val="black"/>
              </a:solidFill>
              <a:latin typeface="Calibri" panose="020F0502020204030204"/>
            </a:endParaRPr>
          </a:p>
        </p:txBody>
      </p:sp>
      <p:sp>
        <p:nvSpPr>
          <p:cNvPr id="28591" name="Text 46">
            <a:extLst>
              <a:ext uri="{FF2B5EF4-FFF2-40B4-BE49-F238E27FC236}">
                <a16:creationId xmlns:a16="http://schemas.microsoft.com/office/drawing/2014/main" id="{BCDC6E0D-5239-49D1-51AC-5F53791C366F}"/>
              </a:ext>
            </a:extLst>
          </p:cNvPr>
          <p:cNvSpPr txBox="1"/>
          <p:nvPr/>
        </p:nvSpPr>
        <p:spPr>
          <a:xfrm>
            <a:off x="5437231" y="5656403"/>
            <a:ext cx="906762" cy="161604"/>
          </a:xfrm>
          <a:prstGeom prst="rect">
            <a:avLst/>
          </a:prstGeom>
          <a:noFill/>
          <a:ln/>
        </p:spPr>
        <p:txBody>
          <a:bodyPr wrap="square" lIns="0" tIns="0" rIns="0" bIns="0" rtlCol="0" anchor="ctr"/>
          <a:lstStyle/>
          <a:p>
            <a:pPr algn="ctr" defTabSz="849112">
              <a:defRPr/>
            </a:pPr>
            <a:r>
              <a:rPr lang="en-US" sz="929" b="1" kern="0" dirty="0">
                <a:solidFill>
                  <a:srgbClr val="4F008C"/>
                </a:solidFill>
                <a:latin typeface="STC Forward" panose="00000500000000000000" pitchFamily="2" charset="-78"/>
                <a:ea typeface="Inter" pitchFamily="34" charset="-122"/>
                <a:cs typeface="STC Forward" panose="00000500000000000000" pitchFamily="2" charset="-78"/>
              </a:rPr>
              <a:t>AI &amp; Data</a:t>
            </a:r>
          </a:p>
        </p:txBody>
      </p:sp>
      <p:pic>
        <p:nvPicPr>
          <p:cNvPr id="28592" name="Image 12" descr="preencoded.png">
            <a:extLst>
              <a:ext uri="{FF2B5EF4-FFF2-40B4-BE49-F238E27FC236}">
                <a16:creationId xmlns:a16="http://schemas.microsoft.com/office/drawing/2014/main" id="{CB1DF8E5-0C6C-8932-56E9-5ACA0B6E23F6}"/>
              </a:ext>
            </a:extLst>
          </p:cNvPr>
          <p:cNvPicPr>
            <a:picLocks noChangeAspect="1"/>
          </p:cNvPicPr>
          <p:nvPr/>
        </p:nvPicPr>
        <p:blipFill>
          <a:blip r:embed="rId15"/>
          <a:srcRect l="-2078" r="-2078"/>
          <a:stretch/>
        </p:blipFill>
        <p:spPr>
          <a:xfrm>
            <a:off x="5050442" y="6622661"/>
            <a:ext cx="1680341" cy="8491"/>
          </a:xfrm>
          <a:prstGeom prst="rect">
            <a:avLst/>
          </a:prstGeom>
        </p:spPr>
      </p:pic>
      <p:sp>
        <p:nvSpPr>
          <p:cNvPr id="28593" name="Shape 51">
            <a:extLst>
              <a:ext uri="{FF2B5EF4-FFF2-40B4-BE49-F238E27FC236}">
                <a16:creationId xmlns:a16="http://schemas.microsoft.com/office/drawing/2014/main" id="{845871C1-818E-3A74-49B1-1120CFC22D60}"/>
              </a:ext>
            </a:extLst>
          </p:cNvPr>
          <p:cNvSpPr/>
          <p:nvPr/>
        </p:nvSpPr>
        <p:spPr>
          <a:xfrm>
            <a:off x="7022868" y="5557342"/>
            <a:ext cx="1980917" cy="2360854"/>
          </a:xfrm>
          <a:prstGeom prst="roundRect">
            <a:avLst>
              <a:gd name="adj" fmla="val 3720"/>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pPr defTabSz="424556"/>
            <a:endParaRPr lang="en-US" sz="1671">
              <a:solidFill>
                <a:prstClr val="black"/>
              </a:solidFill>
              <a:latin typeface="Calibri" panose="020F0502020204030204"/>
            </a:endParaRPr>
          </a:p>
        </p:txBody>
      </p:sp>
      <p:sp>
        <p:nvSpPr>
          <p:cNvPr id="28594" name="Shape 52">
            <a:extLst>
              <a:ext uri="{FF2B5EF4-FFF2-40B4-BE49-F238E27FC236}">
                <a16:creationId xmlns:a16="http://schemas.microsoft.com/office/drawing/2014/main" id="{7D552B55-3939-3C28-0213-D05FC232B063}"/>
              </a:ext>
            </a:extLst>
          </p:cNvPr>
          <p:cNvSpPr/>
          <p:nvPr/>
        </p:nvSpPr>
        <p:spPr>
          <a:xfrm>
            <a:off x="7022868" y="5557343"/>
            <a:ext cx="1980917" cy="35662"/>
          </a:xfrm>
          <a:prstGeom prst="roundRect">
            <a:avLst>
              <a:gd name="adj" fmla="val 162337"/>
            </a:avLst>
          </a:prstGeom>
          <a:solidFill>
            <a:srgbClr val="A54EE1"/>
          </a:solidFill>
          <a:ln w="12700">
            <a:solidFill>
              <a:srgbClr val="A54EE1">
                <a:alpha val="0"/>
              </a:srgbClr>
            </a:solidFill>
            <a:prstDash val="solid"/>
          </a:ln>
        </p:spPr>
        <p:txBody>
          <a:bodyPr/>
          <a:lstStyle/>
          <a:p>
            <a:pPr defTabSz="424556"/>
            <a:endParaRPr lang="en-US" sz="1671">
              <a:solidFill>
                <a:prstClr val="black"/>
              </a:solidFill>
              <a:latin typeface="Calibri" panose="020F0502020204030204"/>
            </a:endParaRPr>
          </a:p>
        </p:txBody>
      </p:sp>
      <p:sp>
        <p:nvSpPr>
          <p:cNvPr id="28595" name="Text 53">
            <a:extLst>
              <a:ext uri="{FF2B5EF4-FFF2-40B4-BE49-F238E27FC236}">
                <a16:creationId xmlns:a16="http://schemas.microsoft.com/office/drawing/2014/main" id="{D7978A66-276A-0493-2A1E-27CF7ADC59DA}"/>
              </a:ext>
            </a:extLst>
          </p:cNvPr>
          <p:cNvSpPr txBox="1"/>
          <p:nvPr/>
        </p:nvSpPr>
        <p:spPr>
          <a:xfrm>
            <a:off x="7601094" y="5656402"/>
            <a:ext cx="832104" cy="141798"/>
          </a:xfrm>
          <a:prstGeom prst="rect">
            <a:avLst/>
          </a:prstGeom>
          <a:noFill/>
          <a:ln/>
        </p:spPr>
        <p:txBody>
          <a:bodyPr wrap="square" lIns="0" tIns="0" rIns="0" bIns="0" rtlCol="0" anchor="ctr"/>
          <a:lstStyle/>
          <a:p>
            <a:pPr algn="ctr" defTabSz="849112">
              <a:defRPr/>
            </a:pPr>
            <a:r>
              <a:rPr lang="en-US" sz="929" b="1" kern="0" dirty="0">
                <a:solidFill>
                  <a:srgbClr val="4F008C"/>
                </a:solidFill>
                <a:latin typeface="STC Forward" panose="00000500000000000000" pitchFamily="2" charset="-78"/>
                <a:ea typeface="Inter" pitchFamily="34" charset="-122"/>
                <a:cs typeface="STC Forward" panose="00000500000000000000" pitchFamily="2" charset="-78"/>
              </a:rPr>
              <a:t>SEA</a:t>
            </a:r>
          </a:p>
        </p:txBody>
      </p:sp>
      <p:pic>
        <p:nvPicPr>
          <p:cNvPr id="28596" name="Image 13" descr="preencoded.png">
            <a:extLst>
              <a:ext uri="{FF2B5EF4-FFF2-40B4-BE49-F238E27FC236}">
                <a16:creationId xmlns:a16="http://schemas.microsoft.com/office/drawing/2014/main" id="{1E4627CB-1C08-9A13-F313-952B98305400}"/>
              </a:ext>
            </a:extLst>
          </p:cNvPr>
          <p:cNvPicPr>
            <a:picLocks noChangeAspect="1"/>
          </p:cNvPicPr>
          <p:nvPr/>
        </p:nvPicPr>
        <p:blipFill>
          <a:blip r:embed="rId15"/>
          <a:srcRect l="-2078" r="-2078"/>
          <a:stretch/>
        </p:blipFill>
        <p:spPr>
          <a:xfrm>
            <a:off x="7173156" y="6622661"/>
            <a:ext cx="1680341" cy="8491"/>
          </a:xfrm>
          <a:prstGeom prst="rect">
            <a:avLst/>
          </a:prstGeom>
        </p:spPr>
      </p:pic>
      <p:sp>
        <p:nvSpPr>
          <p:cNvPr id="28597" name="Shape 58">
            <a:extLst>
              <a:ext uri="{FF2B5EF4-FFF2-40B4-BE49-F238E27FC236}">
                <a16:creationId xmlns:a16="http://schemas.microsoft.com/office/drawing/2014/main" id="{B496017F-7EF4-67D6-C59E-0EEC63B1F3B4}"/>
              </a:ext>
            </a:extLst>
          </p:cNvPr>
          <p:cNvSpPr/>
          <p:nvPr/>
        </p:nvSpPr>
        <p:spPr>
          <a:xfrm>
            <a:off x="9145582" y="5557342"/>
            <a:ext cx="1980917" cy="2360854"/>
          </a:xfrm>
          <a:prstGeom prst="roundRect">
            <a:avLst>
              <a:gd name="adj" fmla="val 3720"/>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pPr defTabSz="424556"/>
            <a:endParaRPr lang="en-US" sz="1671">
              <a:solidFill>
                <a:prstClr val="black"/>
              </a:solidFill>
              <a:latin typeface="Calibri" panose="020F0502020204030204"/>
            </a:endParaRPr>
          </a:p>
        </p:txBody>
      </p:sp>
      <p:sp>
        <p:nvSpPr>
          <p:cNvPr id="28598" name="Shape 59">
            <a:extLst>
              <a:ext uri="{FF2B5EF4-FFF2-40B4-BE49-F238E27FC236}">
                <a16:creationId xmlns:a16="http://schemas.microsoft.com/office/drawing/2014/main" id="{BF4AAD31-24D5-B18B-7583-5A6C8E4C824D}"/>
              </a:ext>
            </a:extLst>
          </p:cNvPr>
          <p:cNvSpPr/>
          <p:nvPr/>
        </p:nvSpPr>
        <p:spPr>
          <a:xfrm>
            <a:off x="9145582" y="5557343"/>
            <a:ext cx="1980917" cy="35662"/>
          </a:xfrm>
          <a:prstGeom prst="roundRect">
            <a:avLst>
              <a:gd name="adj" fmla="val 162337"/>
            </a:avLst>
          </a:prstGeom>
          <a:solidFill>
            <a:srgbClr val="A54EE1"/>
          </a:solidFill>
          <a:ln w="12700">
            <a:solidFill>
              <a:srgbClr val="A54EE1">
                <a:alpha val="0"/>
              </a:srgbClr>
            </a:solidFill>
            <a:prstDash val="solid"/>
          </a:ln>
        </p:spPr>
        <p:txBody>
          <a:bodyPr/>
          <a:lstStyle/>
          <a:p>
            <a:pPr defTabSz="424556"/>
            <a:endParaRPr lang="en-US" sz="1671">
              <a:solidFill>
                <a:prstClr val="black"/>
              </a:solidFill>
              <a:latin typeface="Calibri" panose="020F0502020204030204"/>
            </a:endParaRPr>
          </a:p>
        </p:txBody>
      </p:sp>
      <p:sp>
        <p:nvSpPr>
          <p:cNvPr id="28599" name="Text 60">
            <a:extLst>
              <a:ext uri="{FF2B5EF4-FFF2-40B4-BE49-F238E27FC236}">
                <a16:creationId xmlns:a16="http://schemas.microsoft.com/office/drawing/2014/main" id="{6D5307D3-9F26-2CAC-B3F0-E9624FD06CE0}"/>
              </a:ext>
            </a:extLst>
          </p:cNvPr>
          <p:cNvSpPr txBox="1"/>
          <p:nvPr/>
        </p:nvSpPr>
        <p:spPr>
          <a:xfrm>
            <a:off x="9726357" y="5656402"/>
            <a:ext cx="822764" cy="141798"/>
          </a:xfrm>
          <a:prstGeom prst="rect">
            <a:avLst/>
          </a:prstGeom>
          <a:noFill/>
          <a:ln/>
        </p:spPr>
        <p:txBody>
          <a:bodyPr wrap="square" lIns="0" tIns="0" rIns="0" bIns="0" rtlCol="0" anchor="ctr"/>
          <a:lstStyle/>
          <a:p>
            <a:pPr algn="ctr" defTabSz="849112">
              <a:defRPr/>
            </a:pPr>
            <a:r>
              <a:rPr lang="en-US" sz="929" b="1" kern="0" dirty="0">
                <a:solidFill>
                  <a:srgbClr val="4F008C"/>
                </a:solidFill>
                <a:latin typeface="STC Forward" panose="00000500000000000000" pitchFamily="2" charset="-78"/>
                <a:ea typeface="Inter" pitchFamily="34" charset="-122"/>
                <a:cs typeface="STC Forward" panose="00000500000000000000" pitchFamily="2" charset="-78"/>
              </a:rPr>
              <a:t>CSDM</a:t>
            </a:r>
          </a:p>
        </p:txBody>
      </p:sp>
      <p:pic>
        <p:nvPicPr>
          <p:cNvPr id="28600" name="Image 14" descr="preencoded.png">
            <a:extLst>
              <a:ext uri="{FF2B5EF4-FFF2-40B4-BE49-F238E27FC236}">
                <a16:creationId xmlns:a16="http://schemas.microsoft.com/office/drawing/2014/main" id="{A00197B1-52D3-AEBB-1539-16F1C4DFEBF7}"/>
              </a:ext>
            </a:extLst>
          </p:cNvPr>
          <p:cNvPicPr>
            <a:picLocks noChangeAspect="1"/>
          </p:cNvPicPr>
          <p:nvPr/>
        </p:nvPicPr>
        <p:blipFill>
          <a:blip r:embed="rId15"/>
          <a:srcRect l="-2078" r="-2078"/>
          <a:stretch/>
        </p:blipFill>
        <p:spPr>
          <a:xfrm>
            <a:off x="9295870" y="6622661"/>
            <a:ext cx="1680341" cy="8491"/>
          </a:xfrm>
          <a:prstGeom prst="rect">
            <a:avLst/>
          </a:prstGeom>
        </p:spPr>
      </p:pic>
      <p:sp>
        <p:nvSpPr>
          <p:cNvPr id="28601" name="Text 33">
            <a:extLst>
              <a:ext uri="{FF2B5EF4-FFF2-40B4-BE49-F238E27FC236}">
                <a16:creationId xmlns:a16="http://schemas.microsoft.com/office/drawing/2014/main" id="{290AB01C-3B08-CFAE-7CBF-DCEE58903C9A}"/>
              </a:ext>
            </a:extLst>
          </p:cNvPr>
          <p:cNvSpPr txBox="1"/>
          <p:nvPr/>
        </p:nvSpPr>
        <p:spPr>
          <a:xfrm>
            <a:off x="669501" y="5881732"/>
            <a:ext cx="796442" cy="371899"/>
          </a:xfrm>
          <a:prstGeom prst="rect">
            <a:avLst/>
          </a:prstGeom>
          <a:noFill/>
          <a:ln/>
        </p:spPr>
        <p:txBody>
          <a:bodyPr wrap="square" lIns="0" tIns="0" rIns="0" bIns="0" rtlCol="0" anchor="ctr"/>
          <a:lstStyle/>
          <a:p>
            <a:pPr algn="ctr" defTabSz="849112">
              <a:defRPr/>
            </a:pPr>
            <a:r>
              <a:rPr lang="en-US" sz="1486" b="1" kern="0" dirty="0">
                <a:solidFill>
                  <a:srgbClr val="4F008C"/>
                </a:solidFill>
                <a:latin typeface="STC Forward" panose="00000500000000000000" pitchFamily="2" charset="-78"/>
                <a:ea typeface="Inter" pitchFamily="34" charset="-122"/>
                <a:cs typeface="STC Forward" panose="00000500000000000000" pitchFamily="2" charset="-78"/>
              </a:rPr>
              <a:t>0.0</a:t>
            </a:r>
            <a:r>
              <a:rPr lang="en-US" sz="1486" b="1" kern="0" dirty="0">
                <a:solidFill>
                  <a:srgbClr val="1F2937"/>
                </a:solidFill>
                <a:latin typeface="STC Forward" panose="00000500000000000000" pitchFamily="2" charset="-78"/>
                <a:ea typeface="Inter" pitchFamily="34" charset="-122"/>
                <a:cs typeface="STC Forward" panose="00000500000000000000" pitchFamily="2" charset="-78"/>
              </a:rPr>
              <a:t> </a:t>
            </a:r>
            <a:r>
              <a:rPr lang="en-US" sz="975" b="1" kern="0" dirty="0">
                <a:solidFill>
                  <a:srgbClr val="9CA3AF"/>
                </a:solidFill>
                <a:latin typeface="STC Forward" panose="00000500000000000000" pitchFamily="2" charset="-78"/>
                <a:ea typeface="Inter" pitchFamily="34" charset="-122"/>
                <a:cs typeface="STC Forward" panose="00000500000000000000" pitchFamily="2" charset="-78"/>
              </a:rPr>
              <a:t>M</a:t>
            </a:r>
          </a:p>
        </p:txBody>
      </p:sp>
      <p:sp>
        <p:nvSpPr>
          <p:cNvPr id="28602" name="Text 34">
            <a:extLst>
              <a:ext uri="{FF2B5EF4-FFF2-40B4-BE49-F238E27FC236}">
                <a16:creationId xmlns:a16="http://schemas.microsoft.com/office/drawing/2014/main" id="{79C14617-E13E-A14D-E14B-CC1D3462B5EC}"/>
              </a:ext>
            </a:extLst>
          </p:cNvPr>
          <p:cNvSpPr txBox="1"/>
          <p:nvPr/>
        </p:nvSpPr>
        <p:spPr>
          <a:xfrm>
            <a:off x="1290635" y="6426351"/>
            <a:ext cx="715779" cy="141798"/>
          </a:xfrm>
          <a:prstGeom prst="rect">
            <a:avLst/>
          </a:prstGeom>
          <a:noFill/>
          <a:ln/>
        </p:spPr>
        <p:txBody>
          <a:bodyPr wrap="square" lIns="0" tIns="0" rIns="0" bIns="0" rtlCol="0" anchor="ctr"/>
          <a:lstStyle/>
          <a:p>
            <a:pPr algn="ctr" defTabSz="849112">
              <a:defRPr/>
            </a:pPr>
            <a:r>
              <a:rPr lang="en-US" sz="557" b="1" kern="0" dirty="0">
                <a:solidFill>
                  <a:srgbClr val="F5375E"/>
                </a:solidFill>
                <a:latin typeface="STC Forward" panose="00000500000000000000" pitchFamily="2" charset="-78"/>
                <a:ea typeface="Inter" pitchFamily="34" charset="-122"/>
                <a:cs typeface="STC Forward" panose="00000500000000000000" pitchFamily="2" charset="-78"/>
              </a:rPr>
              <a:t>Expenditure</a:t>
            </a:r>
            <a:endParaRPr lang="en-US" sz="557" b="1" kern="0" dirty="0">
              <a:solidFill>
                <a:srgbClr val="F5375E"/>
              </a:solidFill>
              <a:latin typeface="STC Forward" panose="00000500000000000000" pitchFamily="2" charset="-78"/>
              <a:cs typeface="STC Forward" panose="00000500000000000000" pitchFamily="2" charset="-78"/>
            </a:endParaRPr>
          </a:p>
        </p:txBody>
      </p:sp>
      <p:sp>
        <p:nvSpPr>
          <p:cNvPr id="28603" name="Text 33">
            <a:extLst>
              <a:ext uri="{FF2B5EF4-FFF2-40B4-BE49-F238E27FC236}">
                <a16:creationId xmlns:a16="http://schemas.microsoft.com/office/drawing/2014/main" id="{73440A5D-E18E-2759-DA32-85CA94E78C22}"/>
              </a:ext>
            </a:extLst>
          </p:cNvPr>
          <p:cNvSpPr txBox="1"/>
          <p:nvPr/>
        </p:nvSpPr>
        <p:spPr>
          <a:xfrm>
            <a:off x="1821935" y="5895659"/>
            <a:ext cx="796442" cy="371899"/>
          </a:xfrm>
          <a:prstGeom prst="rect">
            <a:avLst/>
          </a:prstGeom>
          <a:noFill/>
          <a:ln/>
        </p:spPr>
        <p:txBody>
          <a:bodyPr wrap="square" lIns="0" tIns="0" rIns="0" bIns="0" rtlCol="0" anchor="ctr"/>
          <a:lstStyle/>
          <a:p>
            <a:pPr algn="ctr" defTabSz="849112">
              <a:defRPr/>
            </a:pPr>
            <a:r>
              <a:rPr lang="en-US" sz="1486" b="1" kern="0" dirty="0">
                <a:solidFill>
                  <a:srgbClr val="4F008C"/>
                </a:solidFill>
                <a:latin typeface="STC Forward" panose="00000500000000000000" pitchFamily="2" charset="-78"/>
                <a:ea typeface="Inter" pitchFamily="34" charset="-122"/>
                <a:cs typeface="STC Forward" panose="00000500000000000000" pitchFamily="2" charset="-78"/>
              </a:rPr>
              <a:t>0.0</a:t>
            </a:r>
            <a:r>
              <a:rPr lang="en-US" sz="1486" b="1" kern="0" dirty="0">
                <a:solidFill>
                  <a:srgbClr val="1F2937"/>
                </a:solidFill>
                <a:latin typeface="STC Forward" panose="00000500000000000000" pitchFamily="2" charset="-78"/>
                <a:ea typeface="Inter" pitchFamily="34" charset="-122"/>
                <a:cs typeface="STC Forward" panose="00000500000000000000" pitchFamily="2" charset="-78"/>
              </a:rPr>
              <a:t> </a:t>
            </a:r>
            <a:r>
              <a:rPr lang="en-US" sz="975" b="1" kern="0" dirty="0">
                <a:solidFill>
                  <a:srgbClr val="9CA3AF"/>
                </a:solidFill>
                <a:latin typeface="STC Forward" panose="00000500000000000000" pitchFamily="2" charset="-78"/>
                <a:ea typeface="Inter" pitchFamily="34" charset="-122"/>
                <a:cs typeface="STC Forward" panose="00000500000000000000" pitchFamily="2" charset="-78"/>
              </a:rPr>
              <a:t>M</a:t>
            </a:r>
          </a:p>
        </p:txBody>
      </p:sp>
      <p:sp>
        <p:nvSpPr>
          <p:cNvPr id="28604" name="Text 25">
            <a:extLst>
              <a:ext uri="{FF2B5EF4-FFF2-40B4-BE49-F238E27FC236}">
                <a16:creationId xmlns:a16="http://schemas.microsoft.com/office/drawing/2014/main" id="{41D384FB-2101-B710-37B2-2F88C46919C2}"/>
              </a:ext>
            </a:extLst>
          </p:cNvPr>
          <p:cNvSpPr txBox="1"/>
          <p:nvPr/>
        </p:nvSpPr>
        <p:spPr>
          <a:xfrm>
            <a:off x="1938118" y="6209611"/>
            <a:ext cx="620681" cy="144650"/>
          </a:xfrm>
          <a:prstGeom prst="rect">
            <a:avLst/>
          </a:prstGeom>
          <a:noFill/>
          <a:ln/>
        </p:spPr>
        <p:txBody>
          <a:bodyPr wrap="square" lIns="0" tIns="0" rIns="0" bIns="0" rtlCol="0" anchor="ctr"/>
          <a:lstStyle/>
          <a:p>
            <a:pPr algn="ctr" defTabSz="849112">
              <a:defRPr/>
            </a:pPr>
            <a:r>
              <a:rPr lang="en-US" sz="464" b="1" kern="0" spc="42" dirty="0">
                <a:solidFill>
                  <a:srgbClr val="6B7280"/>
                </a:solidFill>
                <a:latin typeface="STC Forward" panose="00000500000000000000" pitchFamily="2" charset="-78"/>
                <a:ea typeface="Inter" pitchFamily="34" charset="-122"/>
                <a:cs typeface="STC Forward" panose="00000500000000000000" pitchFamily="2" charset="-78"/>
              </a:rPr>
              <a:t>TEC Validated</a:t>
            </a:r>
            <a:endParaRPr lang="en-US" sz="464" kern="0" dirty="0">
              <a:solidFill>
                <a:prstClr val="black"/>
              </a:solidFill>
              <a:latin typeface="STC Forward" panose="00000500000000000000" pitchFamily="2" charset="-78"/>
              <a:cs typeface="STC Forward" panose="00000500000000000000" pitchFamily="2" charset="-78"/>
            </a:endParaRPr>
          </a:p>
        </p:txBody>
      </p:sp>
      <p:sp>
        <p:nvSpPr>
          <p:cNvPr id="28605" name="Text 25">
            <a:extLst>
              <a:ext uri="{FF2B5EF4-FFF2-40B4-BE49-F238E27FC236}">
                <a16:creationId xmlns:a16="http://schemas.microsoft.com/office/drawing/2014/main" id="{21ED0390-DF4C-141C-69B6-04C0774ABCE8}"/>
              </a:ext>
            </a:extLst>
          </p:cNvPr>
          <p:cNvSpPr txBox="1"/>
          <p:nvPr/>
        </p:nvSpPr>
        <p:spPr>
          <a:xfrm>
            <a:off x="757380" y="6209611"/>
            <a:ext cx="620681" cy="144650"/>
          </a:xfrm>
          <a:prstGeom prst="rect">
            <a:avLst/>
          </a:prstGeom>
          <a:noFill/>
          <a:ln/>
        </p:spPr>
        <p:txBody>
          <a:bodyPr wrap="square" lIns="0" tIns="0" rIns="0" bIns="0" rtlCol="0" anchor="ctr"/>
          <a:lstStyle/>
          <a:p>
            <a:pPr algn="ctr" defTabSz="849112">
              <a:defRPr/>
            </a:pPr>
            <a:r>
              <a:rPr lang="en-US" sz="464" b="1" kern="0" spc="42" dirty="0">
                <a:solidFill>
                  <a:srgbClr val="6B7280"/>
                </a:solidFill>
                <a:latin typeface="STC Forward" panose="00000500000000000000" pitchFamily="2" charset="-78"/>
                <a:ea typeface="Inter" pitchFamily="34" charset="-122"/>
                <a:cs typeface="STC Forward" panose="00000500000000000000" pitchFamily="2" charset="-78"/>
              </a:rPr>
              <a:t>TSA Efforts</a:t>
            </a:r>
            <a:endParaRPr lang="en-US" sz="464" kern="0" dirty="0">
              <a:solidFill>
                <a:prstClr val="black"/>
              </a:solidFill>
              <a:latin typeface="STC Forward" panose="00000500000000000000" pitchFamily="2" charset="-78"/>
              <a:cs typeface="STC Forward" panose="00000500000000000000" pitchFamily="2" charset="-78"/>
            </a:endParaRPr>
          </a:p>
        </p:txBody>
      </p:sp>
      <p:sp>
        <p:nvSpPr>
          <p:cNvPr id="28606" name="Text 33">
            <a:extLst>
              <a:ext uri="{FF2B5EF4-FFF2-40B4-BE49-F238E27FC236}">
                <a16:creationId xmlns:a16="http://schemas.microsoft.com/office/drawing/2014/main" id="{46113C32-9DA6-D885-66CE-1D77ADDE39C0}"/>
              </a:ext>
            </a:extLst>
          </p:cNvPr>
          <p:cNvSpPr txBox="1"/>
          <p:nvPr/>
        </p:nvSpPr>
        <p:spPr>
          <a:xfrm>
            <a:off x="2793459" y="5881732"/>
            <a:ext cx="796442" cy="371899"/>
          </a:xfrm>
          <a:prstGeom prst="rect">
            <a:avLst/>
          </a:prstGeom>
          <a:noFill/>
          <a:ln/>
        </p:spPr>
        <p:txBody>
          <a:bodyPr wrap="square" lIns="0" tIns="0" rIns="0" bIns="0" rtlCol="0" anchor="ctr"/>
          <a:lstStyle/>
          <a:p>
            <a:pPr algn="ctr" defTabSz="849112">
              <a:defRPr/>
            </a:pPr>
            <a:r>
              <a:rPr lang="en-US" sz="1486" b="1" kern="0" dirty="0">
                <a:solidFill>
                  <a:srgbClr val="4F008C"/>
                </a:solidFill>
                <a:latin typeface="STC Forward" panose="00000500000000000000" pitchFamily="2" charset="-78"/>
                <a:ea typeface="Inter" pitchFamily="34" charset="-122"/>
                <a:cs typeface="STC Forward" panose="00000500000000000000" pitchFamily="2" charset="-78"/>
              </a:rPr>
              <a:t>0.0</a:t>
            </a:r>
            <a:r>
              <a:rPr lang="en-US" sz="1486" b="1" kern="0" dirty="0">
                <a:solidFill>
                  <a:srgbClr val="1F2937"/>
                </a:solidFill>
                <a:latin typeface="STC Forward" panose="00000500000000000000" pitchFamily="2" charset="-78"/>
                <a:ea typeface="Inter" pitchFamily="34" charset="-122"/>
                <a:cs typeface="STC Forward" panose="00000500000000000000" pitchFamily="2" charset="-78"/>
              </a:rPr>
              <a:t> </a:t>
            </a:r>
            <a:r>
              <a:rPr lang="en-US" sz="975" b="1" kern="0" dirty="0">
                <a:solidFill>
                  <a:srgbClr val="9CA3AF"/>
                </a:solidFill>
                <a:latin typeface="STC Forward" panose="00000500000000000000" pitchFamily="2" charset="-78"/>
                <a:ea typeface="Inter" pitchFamily="34" charset="-122"/>
                <a:cs typeface="STC Forward" panose="00000500000000000000" pitchFamily="2" charset="-78"/>
              </a:rPr>
              <a:t>M</a:t>
            </a:r>
          </a:p>
        </p:txBody>
      </p:sp>
      <p:sp>
        <p:nvSpPr>
          <p:cNvPr id="28607" name="Text 34">
            <a:extLst>
              <a:ext uri="{FF2B5EF4-FFF2-40B4-BE49-F238E27FC236}">
                <a16:creationId xmlns:a16="http://schemas.microsoft.com/office/drawing/2014/main" id="{5A044016-96C9-8C65-B65E-2EA5CA313CE0}"/>
              </a:ext>
            </a:extLst>
          </p:cNvPr>
          <p:cNvSpPr txBox="1"/>
          <p:nvPr/>
        </p:nvSpPr>
        <p:spPr>
          <a:xfrm>
            <a:off x="3414594" y="6426351"/>
            <a:ext cx="715779" cy="141798"/>
          </a:xfrm>
          <a:prstGeom prst="rect">
            <a:avLst/>
          </a:prstGeom>
          <a:noFill/>
          <a:ln/>
        </p:spPr>
        <p:txBody>
          <a:bodyPr wrap="square" lIns="0" tIns="0" rIns="0" bIns="0" rtlCol="0" anchor="ctr"/>
          <a:lstStyle/>
          <a:p>
            <a:pPr algn="ctr" defTabSz="849112">
              <a:defRPr/>
            </a:pPr>
            <a:r>
              <a:rPr lang="en-US" sz="557" b="1" kern="0" dirty="0">
                <a:solidFill>
                  <a:srgbClr val="F5375E"/>
                </a:solidFill>
                <a:latin typeface="STC Forward" panose="00000500000000000000" pitchFamily="2" charset="-78"/>
                <a:ea typeface="Inter" pitchFamily="34" charset="-122"/>
                <a:cs typeface="STC Forward" panose="00000500000000000000" pitchFamily="2" charset="-78"/>
              </a:rPr>
              <a:t>Expenditure</a:t>
            </a:r>
            <a:endParaRPr lang="en-US" sz="557" b="1" kern="0" dirty="0">
              <a:solidFill>
                <a:srgbClr val="F5375E"/>
              </a:solidFill>
              <a:latin typeface="STC Forward" panose="00000500000000000000" pitchFamily="2" charset="-78"/>
              <a:cs typeface="STC Forward" panose="00000500000000000000" pitchFamily="2" charset="-78"/>
            </a:endParaRPr>
          </a:p>
        </p:txBody>
      </p:sp>
      <p:sp>
        <p:nvSpPr>
          <p:cNvPr id="28608" name="Text 33">
            <a:extLst>
              <a:ext uri="{FF2B5EF4-FFF2-40B4-BE49-F238E27FC236}">
                <a16:creationId xmlns:a16="http://schemas.microsoft.com/office/drawing/2014/main" id="{B8126004-CF9D-1DF7-276A-57883C71A03B}"/>
              </a:ext>
            </a:extLst>
          </p:cNvPr>
          <p:cNvSpPr txBox="1"/>
          <p:nvPr/>
        </p:nvSpPr>
        <p:spPr>
          <a:xfrm>
            <a:off x="3945893" y="5895659"/>
            <a:ext cx="796442" cy="371899"/>
          </a:xfrm>
          <a:prstGeom prst="rect">
            <a:avLst/>
          </a:prstGeom>
          <a:noFill/>
          <a:ln/>
        </p:spPr>
        <p:txBody>
          <a:bodyPr wrap="square" lIns="0" tIns="0" rIns="0" bIns="0" rtlCol="0" anchor="ctr"/>
          <a:lstStyle/>
          <a:p>
            <a:pPr algn="ctr" defTabSz="849112">
              <a:defRPr/>
            </a:pPr>
            <a:r>
              <a:rPr lang="en-US" sz="1486" b="1" kern="0" dirty="0">
                <a:solidFill>
                  <a:srgbClr val="4F008C"/>
                </a:solidFill>
                <a:latin typeface="STC Forward" panose="00000500000000000000" pitchFamily="2" charset="-78"/>
                <a:ea typeface="Inter" pitchFamily="34" charset="-122"/>
                <a:cs typeface="STC Forward" panose="00000500000000000000" pitchFamily="2" charset="-78"/>
              </a:rPr>
              <a:t>0.0</a:t>
            </a:r>
            <a:r>
              <a:rPr lang="en-US" sz="1486" b="1" kern="0" dirty="0">
                <a:solidFill>
                  <a:srgbClr val="1F2937"/>
                </a:solidFill>
                <a:latin typeface="STC Forward" panose="00000500000000000000" pitchFamily="2" charset="-78"/>
                <a:ea typeface="Inter" pitchFamily="34" charset="-122"/>
                <a:cs typeface="STC Forward" panose="00000500000000000000" pitchFamily="2" charset="-78"/>
              </a:rPr>
              <a:t> </a:t>
            </a:r>
            <a:r>
              <a:rPr lang="en-US" sz="975" b="1" kern="0" dirty="0">
                <a:solidFill>
                  <a:srgbClr val="9CA3AF"/>
                </a:solidFill>
                <a:latin typeface="STC Forward" panose="00000500000000000000" pitchFamily="2" charset="-78"/>
                <a:ea typeface="Inter" pitchFamily="34" charset="-122"/>
                <a:cs typeface="STC Forward" panose="00000500000000000000" pitchFamily="2" charset="-78"/>
              </a:rPr>
              <a:t>M</a:t>
            </a:r>
          </a:p>
        </p:txBody>
      </p:sp>
      <p:sp>
        <p:nvSpPr>
          <p:cNvPr id="28609" name="Text 25">
            <a:extLst>
              <a:ext uri="{FF2B5EF4-FFF2-40B4-BE49-F238E27FC236}">
                <a16:creationId xmlns:a16="http://schemas.microsoft.com/office/drawing/2014/main" id="{D26D57B6-4D03-7893-B8F4-637D7ADB674E}"/>
              </a:ext>
            </a:extLst>
          </p:cNvPr>
          <p:cNvSpPr txBox="1"/>
          <p:nvPr/>
        </p:nvSpPr>
        <p:spPr>
          <a:xfrm>
            <a:off x="4062077" y="6209611"/>
            <a:ext cx="620681" cy="144650"/>
          </a:xfrm>
          <a:prstGeom prst="rect">
            <a:avLst/>
          </a:prstGeom>
          <a:noFill/>
          <a:ln/>
        </p:spPr>
        <p:txBody>
          <a:bodyPr wrap="square" lIns="0" tIns="0" rIns="0" bIns="0" rtlCol="0" anchor="ctr"/>
          <a:lstStyle/>
          <a:p>
            <a:pPr algn="ctr" defTabSz="849112">
              <a:defRPr/>
            </a:pPr>
            <a:r>
              <a:rPr lang="en-US" sz="464" b="1" kern="0" spc="42" dirty="0">
                <a:solidFill>
                  <a:srgbClr val="6B7280"/>
                </a:solidFill>
                <a:latin typeface="STC Forward" panose="00000500000000000000" pitchFamily="2" charset="-78"/>
                <a:ea typeface="Inter" pitchFamily="34" charset="-122"/>
                <a:cs typeface="STC Forward" panose="00000500000000000000" pitchFamily="2" charset="-78"/>
              </a:rPr>
              <a:t>TEC Validated</a:t>
            </a:r>
            <a:endParaRPr lang="en-US" sz="464" kern="0" dirty="0">
              <a:solidFill>
                <a:prstClr val="black"/>
              </a:solidFill>
              <a:latin typeface="STC Forward" panose="00000500000000000000" pitchFamily="2" charset="-78"/>
              <a:cs typeface="STC Forward" panose="00000500000000000000" pitchFamily="2" charset="-78"/>
            </a:endParaRPr>
          </a:p>
        </p:txBody>
      </p:sp>
      <p:sp>
        <p:nvSpPr>
          <p:cNvPr id="28610" name="Text 25">
            <a:extLst>
              <a:ext uri="{FF2B5EF4-FFF2-40B4-BE49-F238E27FC236}">
                <a16:creationId xmlns:a16="http://schemas.microsoft.com/office/drawing/2014/main" id="{6767C3A5-2455-6C20-08E1-51BDB14F2D04}"/>
              </a:ext>
            </a:extLst>
          </p:cNvPr>
          <p:cNvSpPr txBox="1"/>
          <p:nvPr/>
        </p:nvSpPr>
        <p:spPr>
          <a:xfrm>
            <a:off x="2881339" y="6209611"/>
            <a:ext cx="620681" cy="144650"/>
          </a:xfrm>
          <a:prstGeom prst="rect">
            <a:avLst/>
          </a:prstGeom>
          <a:noFill/>
          <a:ln/>
        </p:spPr>
        <p:txBody>
          <a:bodyPr wrap="square" lIns="0" tIns="0" rIns="0" bIns="0" rtlCol="0" anchor="ctr"/>
          <a:lstStyle/>
          <a:p>
            <a:pPr algn="ctr" defTabSz="849112">
              <a:defRPr/>
            </a:pPr>
            <a:r>
              <a:rPr lang="en-US" sz="464" b="1" kern="0" spc="42" dirty="0">
                <a:solidFill>
                  <a:srgbClr val="6B7280"/>
                </a:solidFill>
                <a:latin typeface="STC Forward" panose="00000500000000000000" pitchFamily="2" charset="-78"/>
                <a:ea typeface="Inter" pitchFamily="34" charset="-122"/>
                <a:cs typeface="STC Forward" panose="00000500000000000000" pitchFamily="2" charset="-78"/>
              </a:rPr>
              <a:t>TSA Efforts</a:t>
            </a:r>
            <a:endParaRPr lang="en-US" sz="464" kern="0" dirty="0">
              <a:solidFill>
                <a:prstClr val="black"/>
              </a:solidFill>
              <a:latin typeface="STC Forward" panose="00000500000000000000" pitchFamily="2" charset="-78"/>
              <a:cs typeface="STC Forward" panose="00000500000000000000" pitchFamily="2" charset="-78"/>
            </a:endParaRPr>
          </a:p>
        </p:txBody>
      </p:sp>
      <p:sp>
        <p:nvSpPr>
          <p:cNvPr id="28611" name="Text 33">
            <a:extLst>
              <a:ext uri="{FF2B5EF4-FFF2-40B4-BE49-F238E27FC236}">
                <a16:creationId xmlns:a16="http://schemas.microsoft.com/office/drawing/2014/main" id="{6E23322F-3660-39EF-F66B-C67E1E292067}"/>
              </a:ext>
            </a:extLst>
          </p:cNvPr>
          <p:cNvSpPr txBox="1"/>
          <p:nvPr/>
        </p:nvSpPr>
        <p:spPr>
          <a:xfrm>
            <a:off x="4916173" y="5881732"/>
            <a:ext cx="796442" cy="371899"/>
          </a:xfrm>
          <a:prstGeom prst="rect">
            <a:avLst/>
          </a:prstGeom>
          <a:noFill/>
          <a:ln/>
        </p:spPr>
        <p:txBody>
          <a:bodyPr wrap="square" lIns="0" tIns="0" rIns="0" bIns="0" rtlCol="0" anchor="ctr"/>
          <a:lstStyle/>
          <a:p>
            <a:pPr algn="ctr" defTabSz="849112">
              <a:defRPr/>
            </a:pPr>
            <a:r>
              <a:rPr lang="en-US" sz="1486" b="1" kern="0" dirty="0">
                <a:solidFill>
                  <a:srgbClr val="4F008C"/>
                </a:solidFill>
                <a:latin typeface="STC Forward" panose="00000500000000000000" pitchFamily="2" charset="-78"/>
                <a:ea typeface="Inter" pitchFamily="34" charset="-122"/>
                <a:cs typeface="STC Forward" panose="00000500000000000000" pitchFamily="2" charset="-78"/>
              </a:rPr>
              <a:t>0.0</a:t>
            </a:r>
            <a:r>
              <a:rPr lang="en-US" sz="1486" b="1" kern="0" dirty="0">
                <a:solidFill>
                  <a:srgbClr val="1F2937"/>
                </a:solidFill>
                <a:latin typeface="STC Forward" panose="00000500000000000000" pitchFamily="2" charset="-78"/>
                <a:ea typeface="Inter" pitchFamily="34" charset="-122"/>
                <a:cs typeface="STC Forward" panose="00000500000000000000" pitchFamily="2" charset="-78"/>
              </a:rPr>
              <a:t> </a:t>
            </a:r>
            <a:r>
              <a:rPr lang="en-US" sz="975" b="1" kern="0" dirty="0">
                <a:solidFill>
                  <a:srgbClr val="9CA3AF"/>
                </a:solidFill>
                <a:latin typeface="STC Forward" panose="00000500000000000000" pitchFamily="2" charset="-78"/>
                <a:ea typeface="Inter" pitchFamily="34" charset="-122"/>
                <a:cs typeface="STC Forward" panose="00000500000000000000" pitchFamily="2" charset="-78"/>
              </a:rPr>
              <a:t>M</a:t>
            </a:r>
          </a:p>
        </p:txBody>
      </p:sp>
      <p:sp>
        <p:nvSpPr>
          <p:cNvPr id="28612" name="Text 34">
            <a:extLst>
              <a:ext uri="{FF2B5EF4-FFF2-40B4-BE49-F238E27FC236}">
                <a16:creationId xmlns:a16="http://schemas.microsoft.com/office/drawing/2014/main" id="{3E7DE5EB-BDA7-8F34-DFE4-E6832C101B7C}"/>
              </a:ext>
            </a:extLst>
          </p:cNvPr>
          <p:cNvSpPr txBox="1"/>
          <p:nvPr/>
        </p:nvSpPr>
        <p:spPr>
          <a:xfrm>
            <a:off x="5537308" y="6426351"/>
            <a:ext cx="715779" cy="141798"/>
          </a:xfrm>
          <a:prstGeom prst="rect">
            <a:avLst/>
          </a:prstGeom>
          <a:noFill/>
          <a:ln/>
        </p:spPr>
        <p:txBody>
          <a:bodyPr wrap="square" lIns="0" tIns="0" rIns="0" bIns="0" rtlCol="0" anchor="ctr"/>
          <a:lstStyle/>
          <a:p>
            <a:pPr algn="ctr" defTabSz="849112">
              <a:defRPr/>
            </a:pPr>
            <a:r>
              <a:rPr lang="en-US" sz="557" b="1" kern="0" dirty="0">
                <a:solidFill>
                  <a:srgbClr val="F5375E"/>
                </a:solidFill>
                <a:latin typeface="STC Forward" panose="00000500000000000000" pitchFamily="2" charset="-78"/>
                <a:ea typeface="Inter" pitchFamily="34" charset="-122"/>
                <a:cs typeface="STC Forward" panose="00000500000000000000" pitchFamily="2" charset="-78"/>
              </a:rPr>
              <a:t>Expenditure</a:t>
            </a:r>
            <a:endParaRPr lang="en-US" sz="557" b="1" kern="0" dirty="0">
              <a:solidFill>
                <a:srgbClr val="F5375E"/>
              </a:solidFill>
              <a:latin typeface="STC Forward" panose="00000500000000000000" pitchFamily="2" charset="-78"/>
              <a:cs typeface="STC Forward" panose="00000500000000000000" pitchFamily="2" charset="-78"/>
            </a:endParaRPr>
          </a:p>
        </p:txBody>
      </p:sp>
      <p:sp>
        <p:nvSpPr>
          <p:cNvPr id="28613" name="Text 33">
            <a:extLst>
              <a:ext uri="{FF2B5EF4-FFF2-40B4-BE49-F238E27FC236}">
                <a16:creationId xmlns:a16="http://schemas.microsoft.com/office/drawing/2014/main" id="{F3942875-66C6-996B-226C-ED20C2D70637}"/>
              </a:ext>
            </a:extLst>
          </p:cNvPr>
          <p:cNvSpPr txBox="1"/>
          <p:nvPr/>
        </p:nvSpPr>
        <p:spPr>
          <a:xfrm>
            <a:off x="6068608" y="5895659"/>
            <a:ext cx="796442" cy="371899"/>
          </a:xfrm>
          <a:prstGeom prst="rect">
            <a:avLst/>
          </a:prstGeom>
          <a:noFill/>
          <a:ln/>
        </p:spPr>
        <p:txBody>
          <a:bodyPr wrap="square" lIns="0" tIns="0" rIns="0" bIns="0" rtlCol="0" anchor="ctr"/>
          <a:lstStyle/>
          <a:p>
            <a:pPr algn="ctr" defTabSz="849112">
              <a:defRPr/>
            </a:pPr>
            <a:r>
              <a:rPr lang="en-US" sz="1486" b="1" kern="0" dirty="0">
                <a:solidFill>
                  <a:srgbClr val="4F008C"/>
                </a:solidFill>
                <a:latin typeface="STC Forward" panose="00000500000000000000" pitchFamily="2" charset="-78"/>
                <a:ea typeface="Inter" pitchFamily="34" charset="-122"/>
                <a:cs typeface="STC Forward" panose="00000500000000000000" pitchFamily="2" charset="-78"/>
              </a:rPr>
              <a:t>0.0</a:t>
            </a:r>
            <a:r>
              <a:rPr lang="en-US" sz="1486" b="1" kern="0" dirty="0">
                <a:solidFill>
                  <a:srgbClr val="1F2937"/>
                </a:solidFill>
                <a:latin typeface="STC Forward" panose="00000500000000000000" pitchFamily="2" charset="-78"/>
                <a:ea typeface="Inter" pitchFamily="34" charset="-122"/>
                <a:cs typeface="STC Forward" panose="00000500000000000000" pitchFamily="2" charset="-78"/>
              </a:rPr>
              <a:t> </a:t>
            </a:r>
            <a:r>
              <a:rPr lang="en-US" sz="975" b="1" kern="0" dirty="0">
                <a:solidFill>
                  <a:srgbClr val="9CA3AF"/>
                </a:solidFill>
                <a:latin typeface="STC Forward" panose="00000500000000000000" pitchFamily="2" charset="-78"/>
                <a:ea typeface="Inter" pitchFamily="34" charset="-122"/>
                <a:cs typeface="STC Forward" panose="00000500000000000000" pitchFamily="2" charset="-78"/>
              </a:rPr>
              <a:t>M</a:t>
            </a:r>
          </a:p>
        </p:txBody>
      </p:sp>
      <p:sp>
        <p:nvSpPr>
          <p:cNvPr id="28614" name="Text 25">
            <a:extLst>
              <a:ext uri="{FF2B5EF4-FFF2-40B4-BE49-F238E27FC236}">
                <a16:creationId xmlns:a16="http://schemas.microsoft.com/office/drawing/2014/main" id="{C4C5D3A3-534E-052C-8138-F8FFB9685849}"/>
              </a:ext>
            </a:extLst>
          </p:cNvPr>
          <p:cNvSpPr txBox="1"/>
          <p:nvPr/>
        </p:nvSpPr>
        <p:spPr>
          <a:xfrm>
            <a:off x="6184791" y="6209611"/>
            <a:ext cx="620681" cy="144650"/>
          </a:xfrm>
          <a:prstGeom prst="rect">
            <a:avLst/>
          </a:prstGeom>
          <a:noFill/>
          <a:ln/>
        </p:spPr>
        <p:txBody>
          <a:bodyPr wrap="square" lIns="0" tIns="0" rIns="0" bIns="0" rtlCol="0" anchor="ctr"/>
          <a:lstStyle/>
          <a:p>
            <a:pPr algn="ctr" defTabSz="849112">
              <a:defRPr/>
            </a:pPr>
            <a:r>
              <a:rPr lang="en-US" sz="464" b="1" kern="0" spc="42" dirty="0">
                <a:solidFill>
                  <a:srgbClr val="6B7280"/>
                </a:solidFill>
                <a:latin typeface="STC Forward" panose="00000500000000000000" pitchFamily="2" charset="-78"/>
                <a:ea typeface="Inter" pitchFamily="34" charset="-122"/>
                <a:cs typeface="STC Forward" panose="00000500000000000000" pitchFamily="2" charset="-78"/>
              </a:rPr>
              <a:t>TEC Validated</a:t>
            </a:r>
            <a:endParaRPr lang="en-US" sz="464" kern="0" dirty="0">
              <a:solidFill>
                <a:prstClr val="black"/>
              </a:solidFill>
              <a:latin typeface="STC Forward" panose="00000500000000000000" pitchFamily="2" charset="-78"/>
              <a:cs typeface="STC Forward" panose="00000500000000000000" pitchFamily="2" charset="-78"/>
            </a:endParaRPr>
          </a:p>
        </p:txBody>
      </p:sp>
      <p:sp>
        <p:nvSpPr>
          <p:cNvPr id="28615" name="Text 25">
            <a:extLst>
              <a:ext uri="{FF2B5EF4-FFF2-40B4-BE49-F238E27FC236}">
                <a16:creationId xmlns:a16="http://schemas.microsoft.com/office/drawing/2014/main" id="{EE5271BF-270D-2FD2-A039-8DAE24450C2B}"/>
              </a:ext>
            </a:extLst>
          </p:cNvPr>
          <p:cNvSpPr txBox="1"/>
          <p:nvPr/>
        </p:nvSpPr>
        <p:spPr>
          <a:xfrm>
            <a:off x="5004053" y="6209611"/>
            <a:ext cx="620681" cy="144650"/>
          </a:xfrm>
          <a:prstGeom prst="rect">
            <a:avLst/>
          </a:prstGeom>
          <a:noFill/>
          <a:ln/>
        </p:spPr>
        <p:txBody>
          <a:bodyPr wrap="square" lIns="0" tIns="0" rIns="0" bIns="0" rtlCol="0" anchor="ctr"/>
          <a:lstStyle/>
          <a:p>
            <a:pPr algn="ctr" defTabSz="849112">
              <a:defRPr/>
            </a:pPr>
            <a:r>
              <a:rPr lang="en-US" sz="464" b="1" kern="0" spc="42" dirty="0">
                <a:solidFill>
                  <a:srgbClr val="6B7280"/>
                </a:solidFill>
                <a:latin typeface="STC Forward" panose="00000500000000000000" pitchFamily="2" charset="-78"/>
                <a:ea typeface="Inter" pitchFamily="34" charset="-122"/>
                <a:cs typeface="STC Forward" panose="00000500000000000000" pitchFamily="2" charset="-78"/>
              </a:rPr>
              <a:t>TSA Efforts</a:t>
            </a:r>
            <a:endParaRPr lang="en-US" sz="464" kern="0" dirty="0">
              <a:solidFill>
                <a:prstClr val="black"/>
              </a:solidFill>
              <a:latin typeface="STC Forward" panose="00000500000000000000" pitchFamily="2" charset="-78"/>
              <a:cs typeface="STC Forward" panose="00000500000000000000" pitchFamily="2" charset="-78"/>
            </a:endParaRPr>
          </a:p>
        </p:txBody>
      </p:sp>
      <p:sp>
        <p:nvSpPr>
          <p:cNvPr id="28616" name="Text 33">
            <a:extLst>
              <a:ext uri="{FF2B5EF4-FFF2-40B4-BE49-F238E27FC236}">
                <a16:creationId xmlns:a16="http://schemas.microsoft.com/office/drawing/2014/main" id="{29D58F35-9E65-17BB-BE54-BFA9692D9811}"/>
              </a:ext>
            </a:extLst>
          </p:cNvPr>
          <p:cNvSpPr txBox="1"/>
          <p:nvPr/>
        </p:nvSpPr>
        <p:spPr>
          <a:xfrm>
            <a:off x="7045649" y="5881732"/>
            <a:ext cx="796442" cy="371899"/>
          </a:xfrm>
          <a:prstGeom prst="rect">
            <a:avLst/>
          </a:prstGeom>
          <a:noFill/>
          <a:ln/>
        </p:spPr>
        <p:txBody>
          <a:bodyPr wrap="square" lIns="0" tIns="0" rIns="0" bIns="0" rtlCol="0" anchor="ctr"/>
          <a:lstStyle/>
          <a:p>
            <a:pPr algn="ctr" defTabSz="849112">
              <a:defRPr/>
            </a:pPr>
            <a:r>
              <a:rPr lang="en-US" sz="1486" b="1" kern="0" dirty="0">
                <a:solidFill>
                  <a:srgbClr val="4F008C"/>
                </a:solidFill>
                <a:latin typeface="STC Forward" panose="00000500000000000000" pitchFamily="2" charset="-78"/>
                <a:ea typeface="Inter" pitchFamily="34" charset="-122"/>
                <a:cs typeface="STC Forward" panose="00000500000000000000" pitchFamily="2" charset="-78"/>
              </a:rPr>
              <a:t>0.0</a:t>
            </a:r>
            <a:r>
              <a:rPr lang="en-US" sz="1486" b="1" kern="0" dirty="0">
                <a:solidFill>
                  <a:srgbClr val="1F2937"/>
                </a:solidFill>
                <a:latin typeface="STC Forward" panose="00000500000000000000" pitchFamily="2" charset="-78"/>
                <a:ea typeface="Inter" pitchFamily="34" charset="-122"/>
                <a:cs typeface="STC Forward" panose="00000500000000000000" pitchFamily="2" charset="-78"/>
              </a:rPr>
              <a:t> </a:t>
            </a:r>
            <a:r>
              <a:rPr lang="en-US" sz="975" b="1" kern="0" dirty="0">
                <a:solidFill>
                  <a:srgbClr val="9CA3AF"/>
                </a:solidFill>
                <a:latin typeface="STC Forward" panose="00000500000000000000" pitchFamily="2" charset="-78"/>
                <a:ea typeface="Inter" pitchFamily="34" charset="-122"/>
                <a:cs typeface="STC Forward" panose="00000500000000000000" pitchFamily="2" charset="-78"/>
              </a:rPr>
              <a:t>M</a:t>
            </a:r>
          </a:p>
        </p:txBody>
      </p:sp>
      <p:sp>
        <p:nvSpPr>
          <p:cNvPr id="28617" name="Text 34">
            <a:extLst>
              <a:ext uri="{FF2B5EF4-FFF2-40B4-BE49-F238E27FC236}">
                <a16:creationId xmlns:a16="http://schemas.microsoft.com/office/drawing/2014/main" id="{AA542622-7E90-8278-C61B-D8D11EC9F535}"/>
              </a:ext>
            </a:extLst>
          </p:cNvPr>
          <p:cNvSpPr txBox="1"/>
          <p:nvPr/>
        </p:nvSpPr>
        <p:spPr>
          <a:xfrm>
            <a:off x="7666783" y="6426351"/>
            <a:ext cx="715779" cy="141798"/>
          </a:xfrm>
          <a:prstGeom prst="rect">
            <a:avLst/>
          </a:prstGeom>
          <a:noFill/>
          <a:ln/>
        </p:spPr>
        <p:txBody>
          <a:bodyPr wrap="square" lIns="0" tIns="0" rIns="0" bIns="0" rtlCol="0" anchor="ctr"/>
          <a:lstStyle/>
          <a:p>
            <a:pPr algn="ctr" defTabSz="849112">
              <a:defRPr/>
            </a:pPr>
            <a:r>
              <a:rPr lang="en-US" sz="557" b="1" kern="0" dirty="0">
                <a:solidFill>
                  <a:srgbClr val="F5375E"/>
                </a:solidFill>
                <a:latin typeface="STC Forward" panose="00000500000000000000" pitchFamily="2" charset="-78"/>
                <a:ea typeface="Inter" pitchFamily="34" charset="-122"/>
                <a:cs typeface="STC Forward" panose="00000500000000000000" pitchFamily="2" charset="-78"/>
              </a:rPr>
              <a:t>Expenditure</a:t>
            </a:r>
            <a:endParaRPr lang="en-US" sz="557" b="1" kern="0" dirty="0">
              <a:solidFill>
                <a:srgbClr val="F5375E"/>
              </a:solidFill>
              <a:latin typeface="STC Forward" panose="00000500000000000000" pitchFamily="2" charset="-78"/>
              <a:cs typeface="STC Forward" panose="00000500000000000000" pitchFamily="2" charset="-78"/>
            </a:endParaRPr>
          </a:p>
        </p:txBody>
      </p:sp>
      <p:sp>
        <p:nvSpPr>
          <p:cNvPr id="28618" name="Text 33">
            <a:extLst>
              <a:ext uri="{FF2B5EF4-FFF2-40B4-BE49-F238E27FC236}">
                <a16:creationId xmlns:a16="http://schemas.microsoft.com/office/drawing/2014/main" id="{3A1B44F5-C80A-9899-D539-4FE610FC5DEC}"/>
              </a:ext>
            </a:extLst>
          </p:cNvPr>
          <p:cNvSpPr txBox="1"/>
          <p:nvPr/>
        </p:nvSpPr>
        <p:spPr>
          <a:xfrm>
            <a:off x="8198083" y="5895659"/>
            <a:ext cx="796442" cy="371899"/>
          </a:xfrm>
          <a:prstGeom prst="rect">
            <a:avLst/>
          </a:prstGeom>
          <a:noFill/>
          <a:ln/>
        </p:spPr>
        <p:txBody>
          <a:bodyPr wrap="square" lIns="0" tIns="0" rIns="0" bIns="0" rtlCol="0" anchor="ctr"/>
          <a:lstStyle/>
          <a:p>
            <a:pPr algn="ctr" defTabSz="849112">
              <a:defRPr/>
            </a:pPr>
            <a:r>
              <a:rPr lang="en-US" sz="1486" b="1" kern="0" dirty="0">
                <a:solidFill>
                  <a:srgbClr val="4F008C"/>
                </a:solidFill>
                <a:latin typeface="STC Forward" panose="00000500000000000000" pitchFamily="2" charset="-78"/>
                <a:ea typeface="Inter" pitchFamily="34" charset="-122"/>
                <a:cs typeface="STC Forward" panose="00000500000000000000" pitchFamily="2" charset="-78"/>
              </a:rPr>
              <a:t>0.0</a:t>
            </a:r>
            <a:r>
              <a:rPr lang="en-US" sz="1486" b="1" kern="0" dirty="0">
                <a:solidFill>
                  <a:srgbClr val="1F2937"/>
                </a:solidFill>
                <a:latin typeface="STC Forward" panose="00000500000000000000" pitchFamily="2" charset="-78"/>
                <a:ea typeface="Inter" pitchFamily="34" charset="-122"/>
                <a:cs typeface="STC Forward" panose="00000500000000000000" pitchFamily="2" charset="-78"/>
              </a:rPr>
              <a:t> </a:t>
            </a:r>
            <a:r>
              <a:rPr lang="en-US" sz="975" b="1" kern="0" dirty="0">
                <a:solidFill>
                  <a:srgbClr val="9CA3AF"/>
                </a:solidFill>
                <a:latin typeface="STC Forward" panose="00000500000000000000" pitchFamily="2" charset="-78"/>
                <a:ea typeface="Inter" pitchFamily="34" charset="-122"/>
                <a:cs typeface="STC Forward" panose="00000500000000000000" pitchFamily="2" charset="-78"/>
              </a:rPr>
              <a:t>M</a:t>
            </a:r>
          </a:p>
        </p:txBody>
      </p:sp>
      <p:sp>
        <p:nvSpPr>
          <p:cNvPr id="28619" name="Text 25">
            <a:extLst>
              <a:ext uri="{FF2B5EF4-FFF2-40B4-BE49-F238E27FC236}">
                <a16:creationId xmlns:a16="http://schemas.microsoft.com/office/drawing/2014/main" id="{39A24DC1-039C-EAF9-2BA1-D9256C0BA6AC}"/>
              </a:ext>
            </a:extLst>
          </p:cNvPr>
          <p:cNvSpPr txBox="1"/>
          <p:nvPr/>
        </p:nvSpPr>
        <p:spPr>
          <a:xfrm>
            <a:off x="8314266" y="6209611"/>
            <a:ext cx="620681" cy="144650"/>
          </a:xfrm>
          <a:prstGeom prst="rect">
            <a:avLst/>
          </a:prstGeom>
          <a:noFill/>
          <a:ln/>
        </p:spPr>
        <p:txBody>
          <a:bodyPr wrap="square" lIns="0" tIns="0" rIns="0" bIns="0" rtlCol="0" anchor="ctr"/>
          <a:lstStyle/>
          <a:p>
            <a:pPr algn="ctr" defTabSz="849112">
              <a:defRPr/>
            </a:pPr>
            <a:r>
              <a:rPr lang="en-US" sz="464" b="1" kern="0" spc="42" dirty="0">
                <a:solidFill>
                  <a:srgbClr val="6B7280"/>
                </a:solidFill>
                <a:latin typeface="STC Forward" panose="00000500000000000000" pitchFamily="2" charset="-78"/>
                <a:ea typeface="Inter" pitchFamily="34" charset="-122"/>
                <a:cs typeface="STC Forward" panose="00000500000000000000" pitchFamily="2" charset="-78"/>
              </a:rPr>
              <a:t>TEC Validated</a:t>
            </a:r>
            <a:endParaRPr lang="en-US" sz="464" kern="0" dirty="0">
              <a:solidFill>
                <a:prstClr val="black"/>
              </a:solidFill>
              <a:latin typeface="STC Forward" panose="00000500000000000000" pitchFamily="2" charset="-78"/>
              <a:cs typeface="STC Forward" panose="00000500000000000000" pitchFamily="2" charset="-78"/>
            </a:endParaRPr>
          </a:p>
        </p:txBody>
      </p:sp>
      <p:sp>
        <p:nvSpPr>
          <p:cNvPr id="28620" name="Text 25">
            <a:extLst>
              <a:ext uri="{FF2B5EF4-FFF2-40B4-BE49-F238E27FC236}">
                <a16:creationId xmlns:a16="http://schemas.microsoft.com/office/drawing/2014/main" id="{E1E88161-AC8D-9D57-6E92-F6876EFB7E5B}"/>
              </a:ext>
            </a:extLst>
          </p:cNvPr>
          <p:cNvSpPr txBox="1"/>
          <p:nvPr/>
        </p:nvSpPr>
        <p:spPr>
          <a:xfrm>
            <a:off x="7133528" y="6209611"/>
            <a:ext cx="620681" cy="144650"/>
          </a:xfrm>
          <a:prstGeom prst="rect">
            <a:avLst/>
          </a:prstGeom>
          <a:noFill/>
          <a:ln/>
        </p:spPr>
        <p:txBody>
          <a:bodyPr wrap="square" lIns="0" tIns="0" rIns="0" bIns="0" rtlCol="0" anchor="ctr"/>
          <a:lstStyle/>
          <a:p>
            <a:pPr algn="ctr" defTabSz="849112">
              <a:defRPr/>
            </a:pPr>
            <a:r>
              <a:rPr lang="en-US" sz="464" b="1" kern="0" spc="42" dirty="0">
                <a:solidFill>
                  <a:srgbClr val="6B7280"/>
                </a:solidFill>
                <a:latin typeface="STC Forward" panose="00000500000000000000" pitchFamily="2" charset="-78"/>
                <a:ea typeface="Inter" pitchFamily="34" charset="-122"/>
                <a:cs typeface="STC Forward" panose="00000500000000000000" pitchFamily="2" charset="-78"/>
              </a:rPr>
              <a:t>TSA Efforts</a:t>
            </a:r>
            <a:endParaRPr lang="en-US" sz="464" kern="0" dirty="0">
              <a:solidFill>
                <a:prstClr val="black"/>
              </a:solidFill>
              <a:latin typeface="STC Forward" panose="00000500000000000000" pitchFamily="2" charset="-78"/>
              <a:cs typeface="STC Forward" panose="00000500000000000000" pitchFamily="2" charset="-78"/>
            </a:endParaRPr>
          </a:p>
        </p:txBody>
      </p:sp>
      <p:sp>
        <p:nvSpPr>
          <p:cNvPr id="28621" name="Text 33">
            <a:extLst>
              <a:ext uri="{FF2B5EF4-FFF2-40B4-BE49-F238E27FC236}">
                <a16:creationId xmlns:a16="http://schemas.microsoft.com/office/drawing/2014/main" id="{7BF77F07-FB8A-EAC5-3ABE-02C91119E505}"/>
              </a:ext>
            </a:extLst>
          </p:cNvPr>
          <p:cNvSpPr txBox="1"/>
          <p:nvPr/>
        </p:nvSpPr>
        <p:spPr>
          <a:xfrm>
            <a:off x="9161602" y="5881732"/>
            <a:ext cx="796442" cy="371899"/>
          </a:xfrm>
          <a:prstGeom prst="rect">
            <a:avLst/>
          </a:prstGeom>
          <a:noFill/>
          <a:ln/>
        </p:spPr>
        <p:txBody>
          <a:bodyPr wrap="square" lIns="0" tIns="0" rIns="0" bIns="0" rtlCol="0" anchor="ctr"/>
          <a:lstStyle/>
          <a:p>
            <a:pPr algn="ctr" defTabSz="849112">
              <a:defRPr/>
            </a:pPr>
            <a:r>
              <a:rPr lang="en-US" sz="1486" b="1" kern="0" dirty="0">
                <a:solidFill>
                  <a:srgbClr val="4F008C"/>
                </a:solidFill>
                <a:latin typeface="STC Forward" panose="00000500000000000000" pitchFamily="2" charset="-78"/>
                <a:ea typeface="Inter" pitchFamily="34" charset="-122"/>
                <a:cs typeface="STC Forward" panose="00000500000000000000" pitchFamily="2" charset="-78"/>
              </a:rPr>
              <a:t>0.0</a:t>
            </a:r>
            <a:r>
              <a:rPr lang="en-US" sz="1486" b="1" kern="0" dirty="0">
                <a:solidFill>
                  <a:srgbClr val="1F2937"/>
                </a:solidFill>
                <a:latin typeface="STC Forward" panose="00000500000000000000" pitchFamily="2" charset="-78"/>
                <a:ea typeface="Inter" pitchFamily="34" charset="-122"/>
                <a:cs typeface="STC Forward" panose="00000500000000000000" pitchFamily="2" charset="-78"/>
              </a:rPr>
              <a:t> </a:t>
            </a:r>
            <a:r>
              <a:rPr lang="en-US" sz="975" b="1" kern="0" dirty="0">
                <a:solidFill>
                  <a:srgbClr val="9CA3AF"/>
                </a:solidFill>
                <a:latin typeface="STC Forward" panose="00000500000000000000" pitchFamily="2" charset="-78"/>
                <a:ea typeface="Inter" pitchFamily="34" charset="-122"/>
                <a:cs typeface="STC Forward" panose="00000500000000000000" pitchFamily="2" charset="-78"/>
              </a:rPr>
              <a:t>M</a:t>
            </a:r>
          </a:p>
        </p:txBody>
      </p:sp>
      <p:sp>
        <p:nvSpPr>
          <p:cNvPr id="28622" name="Text 34">
            <a:extLst>
              <a:ext uri="{FF2B5EF4-FFF2-40B4-BE49-F238E27FC236}">
                <a16:creationId xmlns:a16="http://schemas.microsoft.com/office/drawing/2014/main" id="{D79B3974-B79D-BE09-E711-326AF8047984}"/>
              </a:ext>
            </a:extLst>
          </p:cNvPr>
          <p:cNvSpPr txBox="1"/>
          <p:nvPr/>
        </p:nvSpPr>
        <p:spPr>
          <a:xfrm>
            <a:off x="9782736" y="6426351"/>
            <a:ext cx="715779" cy="141798"/>
          </a:xfrm>
          <a:prstGeom prst="rect">
            <a:avLst/>
          </a:prstGeom>
          <a:noFill/>
          <a:ln/>
        </p:spPr>
        <p:txBody>
          <a:bodyPr wrap="square" lIns="0" tIns="0" rIns="0" bIns="0" rtlCol="0" anchor="ctr"/>
          <a:lstStyle/>
          <a:p>
            <a:pPr algn="ctr" defTabSz="849112">
              <a:defRPr/>
            </a:pPr>
            <a:r>
              <a:rPr lang="en-US" sz="557" b="1" kern="0" dirty="0">
                <a:solidFill>
                  <a:srgbClr val="F5375E"/>
                </a:solidFill>
                <a:latin typeface="STC Forward" panose="00000500000000000000" pitchFamily="2" charset="-78"/>
                <a:ea typeface="Inter" pitchFamily="34" charset="-122"/>
                <a:cs typeface="STC Forward" panose="00000500000000000000" pitchFamily="2" charset="-78"/>
              </a:rPr>
              <a:t>Expenditure</a:t>
            </a:r>
            <a:endParaRPr lang="en-US" sz="557" b="1" kern="0" dirty="0">
              <a:solidFill>
                <a:srgbClr val="F5375E"/>
              </a:solidFill>
              <a:latin typeface="STC Forward" panose="00000500000000000000" pitchFamily="2" charset="-78"/>
              <a:cs typeface="STC Forward" panose="00000500000000000000" pitchFamily="2" charset="-78"/>
            </a:endParaRPr>
          </a:p>
        </p:txBody>
      </p:sp>
      <p:sp>
        <p:nvSpPr>
          <p:cNvPr id="28623" name="Text 33">
            <a:extLst>
              <a:ext uri="{FF2B5EF4-FFF2-40B4-BE49-F238E27FC236}">
                <a16:creationId xmlns:a16="http://schemas.microsoft.com/office/drawing/2014/main" id="{2596443F-F719-C61A-9C92-79E29B84E0E4}"/>
              </a:ext>
            </a:extLst>
          </p:cNvPr>
          <p:cNvSpPr txBox="1"/>
          <p:nvPr/>
        </p:nvSpPr>
        <p:spPr>
          <a:xfrm>
            <a:off x="10314036" y="5895659"/>
            <a:ext cx="796442" cy="371899"/>
          </a:xfrm>
          <a:prstGeom prst="rect">
            <a:avLst/>
          </a:prstGeom>
          <a:noFill/>
          <a:ln/>
        </p:spPr>
        <p:txBody>
          <a:bodyPr wrap="square" lIns="0" tIns="0" rIns="0" bIns="0" rtlCol="0" anchor="ctr"/>
          <a:lstStyle/>
          <a:p>
            <a:pPr algn="ctr" defTabSz="849112">
              <a:defRPr/>
            </a:pPr>
            <a:r>
              <a:rPr lang="en-US" sz="1486" b="1" kern="0" dirty="0">
                <a:solidFill>
                  <a:srgbClr val="4F008C"/>
                </a:solidFill>
                <a:latin typeface="STC Forward" panose="00000500000000000000" pitchFamily="2" charset="-78"/>
                <a:ea typeface="Inter" pitchFamily="34" charset="-122"/>
                <a:cs typeface="STC Forward" panose="00000500000000000000" pitchFamily="2" charset="-78"/>
              </a:rPr>
              <a:t>0.0</a:t>
            </a:r>
            <a:r>
              <a:rPr lang="en-US" sz="1486" b="1" kern="0" dirty="0">
                <a:solidFill>
                  <a:srgbClr val="1F2937"/>
                </a:solidFill>
                <a:latin typeface="STC Forward" panose="00000500000000000000" pitchFamily="2" charset="-78"/>
                <a:ea typeface="Inter" pitchFamily="34" charset="-122"/>
                <a:cs typeface="STC Forward" panose="00000500000000000000" pitchFamily="2" charset="-78"/>
              </a:rPr>
              <a:t> </a:t>
            </a:r>
            <a:r>
              <a:rPr lang="en-US" sz="975" b="1" kern="0" dirty="0">
                <a:solidFill>
                  <a:srgbClr val="9CA3AF"/>
                </a:solidFill>
                <a:latin typeface="STC Forward" panose="00000500000000000000" pitchFamily="2" charset="-78"/>
                <a:ea typeface="Inter" pitchFamily="34" charset="-122"/>
                <a:cs typeface="STC Forward" panose="00000500000000000000" pitchFamily="2" charset="-78"/>
              </a:rPr>
              <a:t>M</a:t>
            </a:r>
          </a:p>
        </p:txBody>
      </p:sp>
      <p:sp>
        <p:nvSpPr>
          <p:cNvPr id="28624" name="Text 25">
            <a:extLst>
              <a:ext uri="{FF2B5EF4-FFF2-40B4-BE49-F238E27FC236}">
                <a16:creationId xmlns:a16="http://schemas.microsoft.com/office/drawing/2014/main" id="{AA2448DD-976D-4D74-9320-47DDD420A1F8}"/>
              </a:ext>
            </a:extLst>
          </p:cNvPr>
          <p:cNvSpPr txBox="1"/>
          <p:nvPr/>
        </p:nvSpPr>
        <p:spPr>
          <a:xfrm>
            <a:off x="10430220" y="6209611"/>
            <a:ext cx="620681" cy="144650"/>
          </a:xfrm>
          <a:prstGeom prst="rect">
            <a:avLst/>
          </a:prstGeom>
          <a:noFill/>
          <a:ln/>
        </p:spPr>
        <p:txBody>
          <a:bodyPr wrap="square" lIns="0" tIns="0" rIns="0" bIns="0" rtlCol="0" anchor="ctr"/>
          <a:lstStyle/>
          <a:p>
            <a:pPr algn="ctr" defTabSz="849112">
              <a:defRPr/>
            </a:pPr>
            <a:r>
              <a:rPr lang="en-US" sz="464" b="1" kern="0" spc="42" dirty="0">
                <a:solidFill>
                  <a:srgbClr val="6B7280"/>
                </a:solidFill>
                <a:latin typeface="STC Forward" panose="00000500000000000000" pitchFamily="2" charset="-78"/>
                <a:ea typeface="Inter" pitchFamily="34" charset="-122"/>
                <a:cs typeface="STC Forward" panose="00000500000000000000" pitchFamily="2" charset="-78"/>
              </a:rPr>
              <a:t>TEC Validated</a:t>
            </a:r>
            <a:endParaRPr lang="en-US" sz="464" kern="0" dirty="0">
              <a:solidFill>
                <a:prstClr val="black"/>
              </a:solidFill>
              <a:latin typeface="STC Forward" panose="00000500000000000000" pitchFamily="2" charset="-78"/>
              <a:cs typeface="STC Forward" panose="00000500000000000000" pitchFamily="2" charset="-78"/>
            </a:endParaRPr>
          </a:p>
        </p:txBody>
      </p:sp>
      <p:sp>
        <p:nvSpPr>
          <p:cNvPr id="28625" name="Text 25">
            <a:extLst>
              <a:ext uri="{FF2B5EF4-FFF2-40B4-BE49-F238E27FC236}">
                <a16:creationId xmlns:a16="http://schemas.microsoft.com/office/drawing/2014/main" id="{4CCC5A15-6E11-827B-6EC9-AED431DA5872}"/>
              </a:ext>
            </a:extLst>
          </p:cNvPr>
          <p:cNvSpPr txBox="1"/>
          <p:nvPr/>
        </p:nvSpPr>
        <p:spPr>
          <a:xfrm>
            <a:off x="9249482" y="6209611"/>
            <a:ext cx="620681" cy="144650"/>
          </a:xfrm>
          <a:prstGeom prst="rect">
            <a:avLst/>
          </a:prstGeom>
          <a:noFill/>
          <a:ln/>
        </p:spPr>
        <p:txBody>
          <a:bodyPr wrap="square" lIns="0" tIns="0" rIns="0" bIns="0" rtlCol="0" anchor="ctr"/>
          <a:lstStyle/>
          <a:p>
            <a:pPr algn="ctr" defTabSz="849112">
              <a:defRPr/>
            </a:pPr>
            <a:r>
              <a:rPr lang="en-US" sz="464" b="1" kern="0" spc="42" dirty="0">
                <a:solidFill>
                  <a:srgbClr val="6B7280"/>
                </a:solidFill>
                <a:latin typeface="STC Forward" panose="00000500000000000000" pitchFamily="2" charset="-78"/>
                <a:ea typeface="Inter" pitchFamily="34" charset="-122"/>
                <a:cs typeface="STC Forward" panose="00000500000000000000" pitchFamily="2" charset="-78"/>
              </a:rPr>
              <a:t>TSA Efforts</a:t>
            </a:r>
            <a:endParaRPr lang="en-US" sz="464" kern="0" dirty="0">
              <a:solidFill>
                <a:prstClr val="black"/>
              </a:solidFill>
              <a:latin typeface="STC Forward" panose="00000500000000000000" pitchFamily="2" charset="-78"/>
              <a:cs typeface="STC Forward" panose="00000500000000000000" pitchFamily="2" charset="-78"/>
            </a:endParaRPr>
          </a:p>
        </p:txBody>
      </p:sp>
      <p:grpSp>
        <p:nvGrpSpPr>
          <p:cNvPr id="28626" name="Group 28625">
            <a:extLst>
              <a:ext uri="{FF2B5EF4-FFF2-40B4-BE49-F238E27FC236}">
                <a16:creationId xmlns:a16="http://schemas.microsoft.com/office/drawing/2014/main" id="{17C4A273-A12A-22AE-8931-EF9A0631C8F8}"/>
              </a:ext>
            </a:extLst>
          </p:cNvPr>
          <p:cNvGrpSpPr/>
          <p:nvPr/>
        </p:nvGrpSpPr>
        <p:grpSpPr>
          <a:xfrm>
            <a:off x="1265460" y="7336587"/>
            <a:ext cx="1176616" cy="141798"/>
            <a:chOff x="697092" y="7335551"/>
            <a:chExt cx="1267125" cy="152705"/>
          </a:xfrm>
        </p:grpSpPr>
        <p:sp>
          <p:nvSpPr>
            <p:cNvPr id="28627" name="Shape 35">
              <a:extLst>
                <a:ext uri="{FF2B5EF4-FFF2-40B4-BE49-F238E27FC236}">
                  <a16:creationId xmlns:a16="http://schemas.microsoft.com/office/drawing/2014/main" id="{5C94FD58-EE68-26B1-043A-AB75F97B3575}"/>
                </a:ext>
              </a:extLst>
            </p:cNvPr>
            <p:cNvSpPr/>
            <p:nvPr/>
          </p:nvSpPr>
          <p:spPr>
            <a:xfrm>
              <a:off x="697092" y="7396816"/>
              <a:ext cx="75895" cy="75895"/>
            </a:xfrm>
            <a:prstGeom prst="ellipse">
              <a:avLst/>
            </a:prstGeom>
            <a:solidFill>
              <a:schemeClr val="bg1">
                <a:lumMod val="75000"/>
              </a:schemeClr>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628" name="Text 36">
              <a:extLst>
                <a:ext uri="{FF2B5EF4-FFF2-40B4-BE49-F238E27FC236}">
                  <a16:creationId xmlns:a16="http://schemas.microsoft.com/office/drawing/2014/main" id="{26D9775C-5062-DF3F-0389-5E9C7C6D230B}"/>
                </a:ext>
              </a:extLst>
            </p:cNvPr>
            <p:cNvSpPr txBox="1"/>
            <p:nvPr/>
          </p:nvSpPr>
          <p:spPr>
            <a:xfrm>
              <a:off x="819388" y="7335551"/>
              <a:ext cx="1144829" cy="152705"/>
            </a:xfrm>
            <a:prstGeom prst="rect">
              <a:avLst/>
            </a:prstGeom>
            <a:noFill/>
            <a:ln/>
          </p:spPr>
          <p:txBody>
            <a:bodyPr wrap="square" lIns="0" tIns="0" rIns="0" bIns="0" rtlCol="0" anchor="ctr"/>
            <a:lstStyle/>
            <a:p>
              <a:pPr defTabSz="849112">
                <a:defRPr/>
              </a:pPr>
              <a:r>
                <a:rPr lang="en-US" sz="650" kern="0" dirty="0">
                  <a:solidFill>
                    <a:srgbClr val="6B7280"/>
                  </a:solidFill>
                  <a:latin typeface="STC Forward" panose="00000500000000000000" pitchFamily="2" charset="-78"/>
                  <a:ea typeface="Inter" pitchFamily="34" charset="-122"/>
                  <a:cs typeface="STC Forward" panose="00000500000000000000" pitchFamily="2" charset="-78"/>
                </a:rPr>
                <a:t>TEC Validated:</a:t>
              </a:r>
              <a:endParaRPr lang="en-US" sz="975" b="1" kern="0" dirty="0">
                <a:solidFill>
                  <a:srgbClr val="9CA3AF"/>
                </a:solidFill>
                <a:latin typeface="STC Forward" panose="00000500000000000000" pitchFamily="2" charset="-78"/>
                <a:ea typeface="Inter" pitchFamily="34" charset="-122"/>
                <a:cs typeface="STC Forward" panose="00000500000000000000" pitchFamily="2" charset="-78"/>
              </a:endParaRPr>
            </a:p>
          </p:txBody>
        </p:sp>
      </p:grpSp>
      <p:sp>
        <p:nvSpPr>
          <p:cNvPr id="28629" name="Text 25">
            <a:extLst>
              <a:ext uri="{FF2B5EF4-FFF2-40B4-BE49-F238E27FC236}">
                <a16:creationId xmlns:a16="http://schemas.microsoft.com/office/drawing/2014/main" id="{6D7683B2-1FD8-A259-4CBD-9621411076FD}"/>
              </a:ext>
            </a:extLst>
          </p:cNvPr>
          <p:cNvSpPr txBox="1"/>
          <p:nvPr/>
        </p:nvSpPr>
        <p:spPr>
          <a:xfrm>
            <a:off x="848290" y="7335161"/>
            <a:ext cx="399495" cy="144650"/>
          </a:xfrm>
          <a:prstGeom prst="rect">
            <a:avLst/>
          </a:prstGeom>
          <a:noFill/>
          <a:ln/>
        </p:spPr>
        <p:txBody>
          <a:bodyPr wrap="square" lIns="0" tIns="0" rIns="0" bIns="0" rtlCol="0" anchor="ctr"/>
          <a:lstStyle/>
          <a:p>
            <a:pPr algn="ctr" defTabSz="849112">
              <a:defRPr/>
            </a:pPr>
            <a:r>
              <a:rPr lang="en-US" sz="464" b="1" kern="0" spc="42" dirty="0">
                <a:solidFill>
                  <a:srgbClr val="6B7280"/>
                </a:solidFill>
                <a:latin typeface="STC Forward" panose="00000500000000000000" pitchFamily="2" charset="-78"/>
                <a:ea typeface="Inter" pitchFamily="34" charset="-122"/>
                <a:cs typeface="STC Forward" panose="00000500000000000000" pitchFamily="2" charset="-78"/>
              </a:rPr>
              <a:t>CAPEX</a:t>
            </a:r>
            <a:endParaRPr lang="en-US" sz="464" kern="0" dirty="0">
              <a:solidFill>
                <a:prstClr val="black"/>
              </a:solidFill>
              <a:latin typeface="STC Forward" panose="00000500000000000000" pitchFamily="2" charset="-78"/>
              <a:cs typeface="STC Forward" panose="00000500000000000000" pitchFamily="2" charset="-78"/>
            </a:endParaRPr>
          </a:p>
        </p:txBody>
      </p:sp>
      <p:grpSp>
        <p:nvGrpSpPr>
          <p:cNvPr id="28630" name="Group 28629">
            <a:extLst>
              <a:ext uri="{FF2B5EF4-FFF2-40B4-BE49-F238E27FC236}">
                <a16:creationId xmlns:a16="http://schemas.microsoft.com/office/drawing/2014/main" id="{7E48A74C-7677-1947-03F5-E021C243173C}"/>
              </a:ext>
            </a:extLst>
          </p:cNvPr>
          <p:cNvGrpSpPr/>
          <p:nvPr/>
        </p:nvGrpSpPr>
        <p:grpSpPr>
          <a:xfrm>
            <a:off x="1265459" y="6713076"/>
            <a:ext cx="750779" cy="141798"/>
            <a:chOff x="697092" y="7335551"/>
            <a:chExt cx="808531" cy="152705"/>
          </a:xfrm>
        </p:grpSpPr>
        <p:sp>
          <p:nvSpPr>
            <p:cNvPr id="28631" name="Shape 35">
              <a:extLst>
                <a:ext uri="{FF2B5EF4-FFF2-40B4-BE49-F238E27FC236}">
                  <a16:creationId xmlns:a16="http://schemas.microsoft.com/office/drawing/2014/main" id="{2359717A-D876-33B6-D1A0-73545DE72FBD}"/>
                </a:ext>
              </a:extLst>
            </p:cNvPr>
            <p:cNvSpPr/>
            <p:nvPr/>
          </p:nvSpPr>
          <p:spPr>
            <a:xfrm>
              <a:off x="697092" y="7389196"/>
              <a:ext cx="75895" cy="75895"/>
            </a:xfrm>
            <a:prstGeom prst="ellipse">
              <a:avLst/>
            </a:prstGeom>
            <a:solidFill>
              <a:schemeClr val="bg1">
                <a:lumMod val="75000"/>
              </a:schemeClr>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632" name="Text 36">
              <a:extLst>
                <a:ext uri="{FF2B5EF4-FFF2-40B4-BE49-F238E27FC236}">
                  <a16:creationId xmlns:a16="http://schemas.microsoft.com/office/drawing/2014/main" id="{AD8463AA-5E5C-3152-B10F-FC2BF35843E0}"/>
                </a:ext>
              </a:extLst>
            </p:cNvPr>
            <p:cNvSpPr txBox="1"/>
            <p:nvPr/>
          </p:nvSpPr>
          <p:spPr>
            <a:xfrm>
              <a:off x="819388" y="7335551"/>
              <a:ext cx="686235" cy="152705"/>
            </a:xfrm>
            <a:prstGeom prst="rect">
              <a:avLst/>
            </a:prstGeom>
            <a:noFill/>
            <a:ln/>
          </p:spPr>
          <p:txBody>
            <a:bodyPr wrap="square" lIns="0" tIns="0" rIns="0" bIns="0" rtlCol="0" anchor="ctr"/>
            <a:lstStyle/>
            <a:p>
              <a:pPr defTabSz="849112">
                <a:defRPr/>
              </a:pPr>
              <a:r>
                <a:rPr lang="en-US" sz="650" kern="0" dirty="0">
                  <a:solidFill>
                    <a:srgbClr val="6B7280"/>
                  </a:solidFill>
                  <a:latin typeface="STC Forward" panose="00000500000000000000" pitchFamily="2" charset="-78"/>
                  <a:ea typeface="Inter" pitchFamily="34" charset="-122"/>
                  <a:cs typeface="STC Forward" panose="00000500000000000000" pitchFamily="2" charset="-78"/>
                </a:rPr>
                <a:t>TSA Effort:</a:t>
              </a:r>
              <a:endParaRPr lang="en-US" sz="975" b="1" kern="0" dirty="0">
                <a:solidFill>
                  <a:srgbClr val="9CA3AF"/>
                </a:solidFill>
                <a:latin typeface="STC Forward" panose="00000500000000000000" pitchFamily="2" charset="-78"/>
                <a:ea typeface="Inter" pitchFamily="34" charset="-122"/>
                <a:cs typeface="STC Forward" panose="00000500000000000000" pitchFamily="2" charset="-78"/>
              </a:endParaRPr>
            </a:p>
          </p:txBody>
        </p:sp>
      </p:grpSp>
      <p:sp>
        <p:nvSpPr>
          <p:cNvPr id="28633" name="Text 25">
            <a:extLst>
              <a:ext uri="{FF2B5EF4-FFF2-40B4-BE49-F238E27FC236}">
                <a16:creationId xmlns:a16="http://schemas.microsoft.com/office/drawing/2014/main" id="{0F688648-54CC-F96E-7809-662417BE0B6D}"/>
              </a:ext>
            </a:extLst>
          </p:cNvPr>
          <p:cNvSpPr txBox="1"/>
          <p:nvPr/>
        </p:nvSpPr>
        <p:spPr>
          <a:xfrm>
            <a:off x="848290" y="6711650"/>
            <a:ext cx="399495" cy="144650"/>
          </a:xfrm>
          <a:prstGeom prst="rect">
            <a:avLst/>
          </a:prstGeom>
          <a:noFill/>
          <a:ln/>
        </p:spPr>
        <p:txBody>
          <a:bodyPr wrap="square" lIns="0" tIns="0" rIns="0" bIns="0" rtlCol="0" anchor="ctr"/>
          <a:lstStyle/>
          <a:p>
            <a:pPr algn="ctr" defTabSz="849112">
              <a:defRPr/>
            </a:pPr>
            <a:r>
              <a:rPr lang="en-US" sz="464" b="1" kern="0" spc="42" dirty="0">
                <a:solidFill>
                  <a:srgbClr val="6B7280"/>
                </a:solidFill>
                <a:latin typeface="STC Forward" panose="00000500000000000000" pitchFamily="2" charset="-78"/>
                <a:ea typeface="Inter" pitchFamily="34" charset="-122"/>
                <a:cs typeface="STC Forward" panose="00000500000000000000" pitchFamily="2" charset="-78"/>
              </a:rPr>
              <a:t>CAPEX</a:t>
            </a:r>
            <a:endParaRPr lang="en-US" sz="464" kern="0" dirty="0">
              <a:solidFill>
                <a:prstClr val="black"/>
              </a:solidFill>
              <a:latin typeface="STC Forward" panose="00000500000000000000" pitchFamily="2" charset="-78"/>
              <a:cs typeface="STC Forward" panose="00000500000000000000" pitchFamily="2" charset="-78"/>
            </a:endParaRPr>
          </a:p>
        </p:txBody>
      </p:sp>
      <p:sp>
        <p:nvSpPr>
          <p:cNvPr id="28634" name="TextBox 28633">
            <a:extLst>
              <a:ext uri="{FF2B5EF4-FFF2-40B4-BE49-F238E27FC236}">
                <a16:creationId xmlns:a16="http://schemas.microsoft.com/office/drawing/2014/main" id="{D7DD8B4E-1FA8-30B8-38EE-0148BF3D944A}"/>
              </a:ext>
            </a:extLst>
          </p:cNvPr>
          <p:cNvSpPr txBox="1"/>
          <p:nvPr/>
        </p:nvSpPr>
        <p:spPr>
          <a:xfrm>
            <a:off x="2016238" y="6655368"/>
            <a:ext cx="547281" cy="249427"/>
          </a:xfrm>
          <a:prstGeom prst="rect">
            <a:avLst/>
          </a:prstGeom>
          <a:noFill/>
        </p:spPr>
        <p:txBody>
          <a:bodyPr wrap="square">
            <a:spAutoFit/>
          </a:bodyPr>
          <a:lstStyle/>
          <a:p>
            <a:pPr defTabSz="424556"/>
            <a:r>
              <a:rPr lang="en-US" sz="1021" b="1" kern="0" dirty="0">
                <a:solidFill>
                  <a:srgbClr val="4F008C"/>
                </a:solidFill>
                <a:latin typeface="STC Forward" panose="00000500000000000000" pitchFamily="2" charset="-78"/>
                <a:ea typeface="Inter" pitchFamily="34" charset="-122"/>
                <a:cs typeface="STC Forward" panose="00000500000000000000" pitchFamily="2" charset="-78"/>
              </a:rPr>
              <a:t>0.0 </a:t>
            </a:r>
            <a:r>
              <a:rPr lang="en-US" sz="650" b="1" kern="0" dirty="0">
                <a:solidFill>
                  <a:srgbClr val="9CA3AF"/>
                </a:solidFill>
                <a:latin typeface="STC Forward" panose="00000500000000000000" pitchFamily="2" charset="-78"/>
                <a:ea typeface="Inter" pitchFamily="34" charset="-122"/>
                <a:cs typeface="STC Forward" panose="00000500000000000000" pitchFamily="2" charset="-78"/>
              </a:rPr>
              <a:t>M</a:t>
            </a:r>
            <a:endParaRPr lang="en-US" sz="1486" dirty="0">
              <a:solidFill>
                <a:prstClr val="black"/>
              </a:solidFill>
              <a:latin typeface="Calibri" panose="020F0502020204030204"/>
            </a:endParaRPr>
          </a:p>
        </p:txBody>
      </p:sp>
      <p:sp>
        <p:nvSpPr>
          <p:cNvPr id="28635" name="Shape 35">
            <a:extLst>
              <a:ext uri="{FF2B5EF4-FFF2-40B4-BE49-F238E27FC236}">
                <a16:creationId xmlns:a16="http://schemas.microsoft.com/office/drawing/2014/main" id="{4E51FFEE-493C-F25B-3D85-399B314180D6}"/>
              </a:ext>
            </a:extLst>
          </p:cNvPr>
          <p:cNvSpPr/>
          <p:nvPr/>
        </p:nvSpPr>
        <p:spPr>
          <a:xfrm>
            <a:off x="1265459" y="6995499"/>
            <a:ext cx="70474" cy="70474"/>
          </a:xfrm>
          <a:prstGeom prst="ellipse">
            <a:avLst/>
          </a:prstGeom>
          <a:solidFill>
            <a:schemeClr val="bg1">
              <a:lumMod val="75000"/>
            </a:schemeClr>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636" name="Text 36">
            <a:extLst>
              <a:ext uri="{FF2B5EF4-FFF2-40B4-BE49-F238E27FC236}">
                <a16:creationId xmlns:a16="http://schemas.microsoft.com/office/drawing/2014/main" id="{246780EE-A222-49F1-17E9-6E55104CA787}"/>
              </a:ext>
            </a:extLst>
          </p:cNvPr>
          <p:cNvSpPr txBox="1"/>
          <p:nvPr/>
        </p:nvSpPr>
        <p:spPr>
          <a:xfrm>
            <a:off x="1379021" y="6945686"/>
            <a:ext cx="547281" cy="141798"/>
          </a:xfrm>
          <a:prstGeom prst="rect">
            <a:avLst/>
          </a:prstGeom>
          <a:noFill/>
          <a:ln/>
        </p:spPr>
        <p:txBody>
          <a:bodyPr wrap="square" lIns="0" tIns="0" rIns="0" bIns="0" rtlCol="0" anchor="ctr"/>
          <a:lstStyle/>
          <a:p>
            <a:pPr defTabSz="849112">
              <a:defRPr/>
            </a:pPr>
            <a:r>
              <a:rPr lang="en-US" sz="650" kern="0" dirty="0">
                <a:solidFill>
                  <a:srgbClr val="6B7280"/>
                </a:solidFill>
                <a:latin typeface="STC Forward" panose="00000500000000000000" pitchFamily="2" charset="-78"/>
                <a:ea typeface="Inter" pitchFamily="34" charset="-122"/>
                <a:cs typeface="STC Forward" panose="00000500000000000000" pitchFamily="2" charset="-78"/>
              </a:rPr>
              <a:t>TSA Effort</a:t>
            </a:r>
            <a:r>
              <a:rPr lang="en-US" sz="650" b="1" kern="0" dirty="0">
                <a:solidFill>
                  <a:srgbClr val="6B7280"/>
                </a:solidFill>
                <a:latin typeface="STC Forward" panose="00000500000000000000" pitchFamily="2" charset="-78"/>
                <a:ea typeface="Inter" pitchFamily="34" charset="-122"/>
                <a:cs typeface="STC Forward" panose="00000500000000000000" pitchFamily="2" charset="-78"/>
              </a:rPr>
              <a:t>:</a:t>
            </a:r>
            <a:endParaRPr lang="en-US" sz="975" b="1" kern="0" dirty="0">
              <a:solidFill>
                <a:srgbClr val="9CA3AF"/>
              </a:solidFill>
              <a:latin typeface="STC Forward" panose="00000500000000000000" pitchFamily="2" charset="-78"/>
              <a:ea typeface="Inter" pitchFamily="34" charset="-122"/>
              <a:cs typeface="STC Forward" panose="00000500000000000000" pitchFamily="2" charset="-78"/>
            </a:endParaRPr>
          </a:p>
        </p:txBody>
      </p:sp>
      <p:sp>
        <p:nvSpPr>
          <p:cNvPr id="28637" name="Text 25">
            <a:extLst>
              <a:ext uri="{FF2B5EF4-FFF2-40B4-BE49-F238E27FC236}">
                <a16:creationId xmlns:a16="http://schemas.microsoft.com/office/drawing/2014/main" id="{2CA37F16-2C22-50BB-10E1-D23F1EEE472D}"/>
              </a:ext>
            </a:extLst>
          </p:cNvPr>
          <p:cNvSpPr txBox="1"/>
          <p:nvPr/>
        </p:nvSpPr>
        <p:spPr>
          <a:xfrm>
            <a:off x="848290" y="6944260"/>
            <a:ext cx="399495" cy="144650"/>
          </a:xfrm>
          <a:prstGeom prst="rect">
            <a:avLst/>
          </a:prstGeom>
          <a:noFill/>
          <a:ln/>
        </p:spPr>
        <p:txBody>
          <a:bodyPr wrap="square" lIns="0" tIns="0" rIns="0" bIns="0" rtlCol="0" anchor="ctr"/>
          <a:lstStyle/>
          <a:p>
            <a:pPr algn="ctr" defTabSz="849112">
              <a:defRPr/>
            </a:pPr>
            <a:r>
              <a:rPr lang="en-US" sz="464" b="1" kern="0" spc="42" dirty="0">
                <a:solidFill>
                  <a:srgbClr val="6B7280"/>
                </a:solidFill>
                <a:latin typeface="STC Forward" panose="00000500000000000000" pitchFamily="2" charset="-78"/>
                <a:ea typeface="Inter" pitchFamily="34" charset="-122"/>
                <a:cs typeface="STC Forward" panose="00000500000000000000" pitchFamily="2" charset="-78"/>
              </a:rPr>
              <a:t>OPEX</a:t>
            </a:r>
            <a:endParaRPr lang="en-US" sz="464" kern="0" dirty="0">
              <a:solidFill>
                <a:prstClr val="black"/>
              </a:solidFill>
              <a:latin typeface="STC Forward" panose="00000500000000000000" pitchFamily="2" charset="-78"/>
              <a:cs typeface="STC Forward" panose="00000500000000000000" pitchFamily="2" charset="-78"/>
            </a:endParaRPr>
          </a:p>
        </p:txBody>
      </p:sp>
      <p:sp>
        <p:nvSpPr>
          <p:cNvPr id="28638" name="TextBox 28637">
            <a:extLst>
              <a:ext uri="{FF2B5EF4-FFF2-40B4-BE49-F238E27FC236}">
                <a16:creationId xmlns:a16="http://schemas.microsoft.com/office/drawing/2014/main" id="{15985689-B645-4893-2414-764AB94C227C}"/>
              </a:ext>
            </a:extLst>
          </p:cNvPr>
          <p:cNvSpPr txBox="1"/>
          <p:nvPr/>
        </p:nvSpPr>
        <p:spPr>
          <a:xfrm>
            <a:off x="2016238" y="6887978"/>
            <a:ext cx="547281" cy="263790"/>
          </a:xfrm>
          <a:prstGeom prst="rect">
            <a:avLst/>
          </a:prstGeom>
          <a:noFill/>
        </p:spPr>
        <p:txBody>
          <a:bodyPr wrap="square">
            <a:spAutoFit/>
          </a:bodyPr>
          <a:lstStyle/>
          <a:p>
            <a:pPr defTabSz="424556"/>
            <a:r>
              <a:rPr lang="en-US" sz="1021" b="1" kern="0" dirty="0">
                <a:solidFill>
                  <a:srgbClr val="4F008C"/>
                </a:solidFill>
                <a:latin typeface="STC Forward" panose="00000500000000000000" pitchFamily="2" charset="-78"/>
                <a:ea typeface="Inter" pitchFamily="34" charset="-122"/>
                <a:cs typeface="STC Forward" panose="00000500000000000000" pitchFamily="2" charset="-78"/>
              </a:rPr>
              <a:t>0.0</a:t>
            </a:r>
            <a:r>
              <a:rPr lang="en-US" sz="1114" b="1" kern="0" dirty="0">
                <a:solidFill>
                  <a:srgbClr val="4F008C"/>
                </a:solidFill>
                <a:latin typeface="STC Forward" panose="00000500000000000000" pitchFamily="2" charset="-78"/>
                <a:ea typeface="Inter" pitchFamily="34" charset="-122"/>
                <a:cs typeface="STC Forward" panose="00000500000000000000" pitchFamily="2" charset="-78"/>
              </a:rPr>
              <a:t> </a:t>
            </a:r>
            <a:r>
              <a:rPr lang="en-US" sz="650" b="1" kern="0" dirty="0">
                <a:solidFill>
                  <a:srgbClr val="9CA3AF"/>
                </a:solidFill>
                <a:latin typeface="STC Forward" panose="00000500000000000000" pitchFamily="2" charset="-78"/>
                <a:ea typeface="Inter" pitchFamily="34" charset="-122"/>
                <a:cs typeface="STC Forward" panose="00000500000000000000" pitchFamily="2" charset="-78"/>
              </a:rPr>
              <a:t>M</a:t>
            </a:r>
          </a:p>
        </p:txBody>
      </p:sp>
      <p:sp>
        <p:nvSpPr>
          <p:cNvPr id="28639" name="TextBox 28638">
            <a:extLst>
              <a:ext uri="{FF2B5EF4-FFF2-40B4-BE49-F238E27FC236}">
                <a16:creationId xmlns:a16="http://schemas.microsoft.com/office/drawing/2014/main" id="{8D2158F5-D65D-1F69-FB5F-049919153665}"/>
              </a:ext>
            </a:extLst>
          </p:cNvPr>
          <p:cNvSpPr txBox="1"/>
          <p:nvPr/>
        </p:nvSpPr>
        <p:spPr>
          <a:xfrm>
            <a:off x="2016238" y="7224447"/>
            <a:ext cx="547281" cy="263790"/>
          </a:xfrm>
          <a:prstGeom prst="rect">
            <a:avLst/>
          </a:prstGeom>
          <a:noFill/>
        </p:spPr>
        <p:txBody>
          <a:bodyPr wrap="square">
            <a:spAutoFit/>
          </a:bodyPr>
          <a:lstStyle/>
          <a:p>
            <a:pPr defTabSz="424556"/>
            <a:r>
              <a:rPr lang="en-US" sz="1021" b="1" kern="0" dirty="0">
                <a:solidFill>
                  <a:srgbClr val="4F008C"/>
                </a:solidFill>
                <a:latin typeface="STC Forward" panose="00000500000000000000" pitchFamily="2" charset="-78"/>
                <a:ea typeface="Inter" pitchFamily="34" charset="-122"/>
                <a:cs typeface="STC Forward" panose="00000500000000000000" pitchFamily="2" charset="-78"/>
              </a:rPr>
              <a:t>0.0</a:t>
            </a:r>
            <a:r>
              <a:rPr lang="en-US" sz="1114" b="1" kern="0" dirty="0">
                <a:solidFill>
                  <a:srgbClr val="4F008C"/>
                </a:solidFill>
                <a:latin typeface="STC Forward" panose="00000500000000000000" pitchFamily="2" charset="-78"/>
                <a:ea typeface="Inter" pitchFamily="34" charset="-122"/>
                <a:cs typeface="STC Forward" panose="00000500000000000000" pitchFamily="2" charset="-78"/>
              </a:rPr>
              <a:t> </a:t>
            </a:r>
            <a:r>
              <a:rPr lang="en-US" sz="650" b="1" kern="0" dirty="0">
                <a:solidFill>
                  <a:srgbClr val="9CA3AF"/>
                </a:solidFill>
                <a:latin typeface="STC Forward" panose="00000500000000000000" pitchFamily="2" charset="-78"/>
                <a:ea typeface="Inter" pitchFamily="34" charset="-122"/>
                <a:cs typeface="STC Forward" panose="00000500000000000000" pitchFamily="2" charset="-78"/>
              </a:rPr>
              <a:t>M</a:t>
            </a:r>
          </a:p>
        </p:txBody>
      </p:sp>
      <p:grpSp>
        <p:nvGrpSpPr>
          <p:cNvPr id="28640" name="Group 28639">
            <a:extLst>
              <a:ext uri="{FF2B5EF4-FFF2-40B4-BE49-F238E27FC236}">
                <a16:creationId xmlns:a16="http://schemas.microsoft.com/office/drawing/2014/main" id="{B1058FF7-2C2A-50D3-A9AA-169E02E6EEF2}"/>
              </a:ext>
            </a:extLst>
          </p:cNvPr>
          <p:cNvGrpSpPr/>
          <p:nvPr/>
        </p:nvGrpSpPr>
        <p:grpSpPr>
          <a:xfrm>
            <a:off x="1265460" y="7586903"/>
            <a:ext cx="1176616" cy="141798"/>
            <a:chOff x="697092" y="7335551"/>
            <a:chExt cx="1267125" cy="152705"/>
          </a:xfrm>
        </p:grpSpPr>
        <p:sp>
          <p:nvSpPr>
            <p:cNvPr id="28641" name="Shape 35">
              <a:extLst>
                <a:ext uri="{FF2B5EF4-FFF2-40B4-BE49-F238E27FC236}">
                  <a16:creationId xmlns:a16="http://schemas.microsoft.com/office/drawing/2014/main" id="{C6BD8B94-923A-3C2D-37E4-D19F2F739724}"/>
                </a:ext>
              </a:extLst>
            </p:cNvPr>
            <p:cNvSpPr/>
            <p:nvPr/>
          </p:nvSpPr>
          <p:spPr>
            <a:xfrm>
              <a:off x="697092" y="7396816"/>
              <a:ext cx="75895" cy="75895"/>
            </a:xfrm>
            <a:prstGeom prst="ellipse">
              <a:avLst/>
            </a:prstGeom>
            <a:solidFill>
              <a:schemeClr val="bg1">
                <a:lumMod val="75000"/>
              </a:schemeClr>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642" name="Text 36">
              <a:extLst>
                <a:ext uri="{FF2B5EF4-FFF2-40B4-BE49-F238E27FC236}">
                  <a16:creationId xmlns:a16="http://schemas.microsoft.com/office/drawing/2014/main" id="{87DFFADE-AD27-C6C6-2A70-7909A1631E13}"/>
                </a:ext>
              </a:extLst>
            </p:cNvPr>
            <p:cNvSpPr txBox="1"/>
            <p:nvPr/>
          </p:nvSpPr>
          <p:spPr>
            <a:xfrm>
              <a:off x="819388" y="7335551"/>
              <a:ext cx="1144829" cy="152705"/>
            </a:xfrm>
            <a:prstGeom prst="rect">
              <a:avLst/>
            </a:prstGeom>
            <a:noFill/>
            <a:ln/>
          </p:spPr>
          <p:txBody>
            <a:bodyPr wrap="square" lIns="0" tIns="0" rIns="0" bIns="0" rtlCol="0" anchor="ctr"/>
            <a:lstStyle/>
            <a:p>
              <a:pPr defTabSz="849112">
                <a:defRPr/>
              </a:pPr>
              <a:r>
                <a:rPr lang="en-US" sz="650" kern="0" dirty="0">
                  <a:solidFill>
                    <a:srgbClr val="6B7280"/>
                  </a:solidFill>
                  <a:latin typeface="STC Forward" panose="00000500000000000000" pitchFamily="2" charset="-78"/>
                  <a:ea typeface="Inter" pitchFamily="34" charset="-122"/>
                  <a:cs typeface="STC Forward" panose="00000500000000000000" pitchFamily="2" charset="-78"/>
                </a:rPr>
                <a:t>TEC Validated</a:t>
              </a:r>
              <a:r>
                <a:rPr lang="en-US" sz="650" b="1" kern="0" dirty="0">
                  <a:solidFill>
                    <a:srgbClr val="6B7280"/>
                  </a:solidFill>
                  <a:latin typeface="STC Forward" panose="00000500000000000000" pitchFamily="2" charset="-78"/>
                  <a:ea typeface="Inter" pitchFamily="34" charset="-122"/>
                  <a:cs typeface="STC Forward" panose="00000500000000000000" pitchFamily="2" charset="-78"/>
                </a:rPr>
                <a:t>:</a:t>
              </a:r>
              <a:endParaRPr lang="en-US" sz="975" b="1" kern="0" dirty="0">
                <a:solidFill>
                  <a:srgbClr val="9CA3AF"/>
                </a:solidFill>
                <a:latin typeface="STC Forward" panose="00000500000000000000" pitchFamily="2" charset="-78"/>
                <a:ea typeface="Inter" pitchFamily="34" charset="-122"/>
                <a:cs typeface="STC Forward" panose="00000500000000000000" pitchFamily="2" charset="-78"/>
              </a:endParaRPr>
            </a:p>
          </p:txBody>
        </p:sp>
      </p:grpSp>
      <p:sp>
        <p:nvSpPr>
          <p:cNvPr id="28643" name="Text 25">
            <a:extLst>
              <a:ext uri="{FF2B5EF4-FFF2-40B4-BE49-F238E27FC236}">
                <a16:creationId xmlns:a16="http://schemas.microsoft.com/office/drawing/2014/main" id="{525C4029-35EF-FBFF-AC25-249BEC9603DB}"/>
              </a:ext>
            </a:extLst>
          </p:cNvPr>
          <p:cNvSpPr txBox="1"/>
          <p:nvPr/>
        </p:nvSpPr>
        <p:spPr>
          <a:xfrm>
            <a:off x="848290" y="7585477"/>
            <a:ext cx="399495" cy="144650"/>
          </a:xfrm>
          <a:prstGeom prst="rect">
            <a:avLst/>
          </a:prstGeom>
          <a:noFill/>
          <a:ln/>
        </p:spPr>
        <p:txBody>
          <a:bodyPr wrap="square" lIns="0" tIns="0" rIns="0" bIns="0" rtlCol="0" anchor="ctr"/>
          <a:lstStyle/>
          <a:p>
            <a:pPr algn="ctr" defTabSz="849112">
              <a:defRPr/>
            </a:pPr>
            <a:r>
              <a:rPr lang="en-US" sz="464" b="1" kern="0" spc="42" dirty="0">
                <a:solidFill>
                  <a:srgbClr val="6B7280"/>
                </a:solidFill>
                <a:latin typeface="STC Forward" panose="00000500000000000000" pitchFamily="2" charset="-78"/>
                <a:ea typeface="Inter" pitchFamily="34" charset="-122"/>
                <a:cs typeface="STC Forward" panose="00000500000000000000" pitchFamily="2" charset="-78"/>
              </a:rPr>
              <a:t>OPEX</a:t>
            </a:r>
            <a:endParaRPr lang="en-US" sz="464" kern="0" dirty="0">
              <a:solidFill>
                <a:prstClr val="black"/>
              </a:solidFill>
              <a:latin typeface="STC Forward" panose="00000500000000000000" pitchFamily="2" charset="-78"/>
              <a:cs typeface="STC Forward" panose="00000500000000000000" pitchFamily="2" charset="-78"/>
            </a:endParaRPr>
          </a:p>
        </p:txBody>
      </p:sp>
      <p:sp>
        <p:nvSpPr>
          <p:cNvPr id="28644" name="TextBox 28643">
            <a:extLst>
              <a:ext uri="{FF2B5EF4-FFF2-40B4-BE49-F238E27FC236}">
                <a16:creationId xmlns:a16="http://schemas.microsoft.com/office/drawing/2014/main" id="{AC688A90-33FF-3909-56D9-9BF4050279D8}"/>
              </a:ext>
            </a:extLst>
          </p:cNvPr>
          <p:cNvSpPr txBox="1"/>
          <p:nvPr/>
        </p:nvSpPr>
        <p:spPr>
          <a:xfrm>
            <a:off x="2016238" y="7529195"/>
            <a:ext cx="547281" cy="263790"/>
          </a:xfrm>
          <a:prstGeom prst="rect">
            <a:avLst/>
          </a:prstGeom>
          <a:noFill/>
        </p:spPr>
        <p:txBody>
          <a:bodyPr wrap="square">
            <a:spAutoFit/>
          </a:bodyPr>
          <a:lstStyle/>
          <a:p>
            <a:pPr defTabSz="424556"/>
            <a:r>
              <a:rPr lang="en-US" sz="1021" b="1" kern="0" dirty="0">
                <a:solidFill>
                  <a:srgbClr val="4F008C"/>
                </a:solidFill>
                <a:latin typeface="STC Forward" panose="00000500000000000000" pitchFamily="2" charset="-78"/>
                <a:ea typeface="Inter" pitchFamily="34" charset="-122"/>
                <a:cs typeface="STC Forward" panose="00000500000000000000" pitchFamily="2" charset="-78"/>
              </a:rPr>
              <a:t>0.0</a:t>
            </a:r>
            <a:r>
              <a:rPr lang="en-US" sz="1114" b="1" kern="0" dirty="0">
                <a:solidFill>
                  <a:srgbClr val="4F008C"/>
                </a:solidFill>
                <a:latin typeface="STC Forward" panose="00000500000000000000" pitchFamily="2" charset="-78"/>
                <a:ea typeface="Inter" pitchFamily="34" charset="-122"/>
                <a:cs typeface="STC Forward" panose="00000500000000000000" pitchFamily="2" charset="-78"/>
              </a:rPr>
              <a:t> </a:t>
            </a:r>
            <a:r>
              <a:rPr lang="en-US" sz="650" b="1" kern="0" dirty="0">
                <a:solidFill>
                  <a:srgbClr val="9CA3AF"/>
                </a:solidFill>
                <a:latin typeface="STC Forward" panose="00000500000000000000" pitchFamily="2" charset="-78"/>
                <a:ea typeface="Inter" pitchFamily="34" charset="-122"/>
                <a:cs typeface="STC Forward" panose="00000500000000000000" pitchFamily="2" charset="-78"/>
              </a:rPr>
              <a:t>M</a:t>
            </a:r>
          </a:p>
        </p:txBody>
      </p:sp>
      <p:grpSp>
        <p:nvGrpSpPr>
          <p:cNvPr id="28645" name="Group 28644">
            <a:extLst>
              <a:ext uri="{FF2B5EF4-FFF2-40B4-BE49-F238E27FC236}">
                <a16:creationId xmlns:a16="http://schemas.microsoft.com/office/drawing/2014/main" id="{4F9537E2-2EC1-05FB-4E5B-ABDBBF50B5D0}"/>
              </a:ext>
            </a:extLst>
          </p:cNvPr>
          <p:cNvGrpSpPr/>
          <p:nvPr/>
        </p:nvGrpSpPr>
        <p:grpSpPr>
          <a:xfrm>
            <a:off x="3327713" y="7336587"/>
            <a:ext cx="1176616" cy="141798"/>
            <a:chOff x="697092" y="7335551"/>
            <a:chExt cx="1267125" cy="152705"/>
          </a:xfrm>
        </p:grpSpPr>
        <p:sp>
          <p:nvSpPr>
            <p:cNvPr id="28646" name="Shape 35">
              <a:extLst>
                <a:ext uri="{FF2B5EF4-FFF2-40B4-BE49-F238E27FC236}">
                  <a16:creationId xmlns:a16="http://schemas.microsoft.com/office/drawing/2014/main" id="{D93B4D2A-7815-EFFC-EAEB-9AFBE262330F}"/>
                </a:ext>
              </a:extLst>
            </p:cNvPr>
            <p:cNvSpPr/>
            <p:nvPr/>
          </p:nvSpPr>
          <p:spPr>
            <a:xfrm>
              <a:off x="697092" y="7396816"/>
              <a:ext cx="75895" cy="75895"/>
            </a:xfrm>
            <a:prstGeom prst="ellipse">
              <a:avLst/>
            </a:prstGeom>
            <a:solidFill>
              <a:schemeClr val="bg1">
                <a:lumMod val="75000"/>
              </a:schemeClr>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647" name="Text 36">
              <a:extLst>
                <a:ext uri="{FF2B5EF4-FFF2-40B4-BE49-F238E27FC236}">
                  <a16:creationId xmlns:a16="http://schemas.microsoft.com/office/drawing/2014/main" id="{6208E9A0-948B-9834-52B8-B004696A1862}"/>
                </a:ext>
              </a:extLst>
            </p:cNvPr>
            <p:cNvSpPr txBox="1"/>
            <p:nvPr/>
          </p:nvSpPr>
          <p:spPr>
            <a:xfrm>
              <a:off x="819388" y="7335551"/>
              <a:ext cx="1144829" cy="152705"/>
            </a:xfrm>
            <a:prstGeom prst="rect">
              <a:avLst/>
            </a:prstGeom>
            <a:noFill/>
            <a:ln/>
          </p:spPr>
          <p:txBody>
            <a:bodyPr wrap="square" lIns="0" tIns="0" rIns="0" bIns="0" rtlCol="0" anchor="ctr"/>
            <a:lstStyle/>
            <a:p>
              <a:pPr defTabSz="849112">
                <a:defRPr/>
              </a:pPr>
              <a:r>
                <a:rPr lang="en-US" sz="650" kern="0" dirty="0">
                  <a:solidFill>
                    <a:srgbClr val="6B7280"/>
                  </a:solidFill>
                  <a:latin typeface="STC Forward" panose="00000500000000000000" pitchFamily="2" charset="-78"/>
                  <a:ea typeface="Inter" pitchFamily="34" charset="-122"/>
                  <a:cs typeface="STC Forward" panose="00000500000000000000" pitchFamily="2" charset="-78"/>
                </a:rPr>
                <a:t>TEC Validated:</a:t>
              </a:r>
              <a:endParaRPr lang="en-US" sz="975" b="1" kern="0" dirty="0">
                <a:solidFill>
                  <a:srgbClr val="9CA3AF"/>
                </a:solidFill>
                <a:latin typeface="STC Forward" panose="00000500000000000000" pitchFamily="2" charset="-78"/>
                <a:ea typeface="Inter" pitchFamily="34" charset="-122"/>
                <a:cs typeface="STC Forward" panose="00000500000000000000" pitchFamily="2" charset="-78"/>
              </a:endParaRPr>
            </a:p>
          </p:txBody>
        </p:sp>
      </p:grpSp>
      <p:sp>
        <p:nvSpPr>
          <p:cNvPr id="28648" name="Text 25">
            <a:extLst>
              <a:ext uri="{FF2B5EF4-FFF2-40B4-BE49-F238E27FC236}">
                <a16:creationId xmlns:a16="http://schemas.microsoft.com/office/drawing/2014/main" id="{627C1CF2-40F9-142A-34AD-E3F2F665008D}"/>
              </a:ext>
            </a:extLst>
          </p:cNvPr>
          <p:cNvSpPr txBox="1"/>
          <p:nvPr/>
        </p:nvSpPr>
        <p:spPr>
          <a:xfrm>
            <a:off x="2910543" y="7335161"/>
            <a:ext cx="399495" cy="144650"/>
          </a:xfrm>
          <a:prstGeom prst="rect">
            <a:avLst/>
          </a:prstGeom>
          <a:noFill/>
          <a:ln/>
        </p:spPr>
        <p:txBody>
          <a:bodyPr wrap="square" lIns="0" tIns="0" rIns="0" bIns="0" rtlCol="0" anchor="ctr"/>
          <a:lstStyle/>
          <a:p>
            <a:pPr algn="ctr" defTabSz="849112">
              <a:defRPr/>
            </a:pPr>
            <a:r>
              <a:rPr lang="en-US" sz="464" b="1" kern="0" spc="42" dirty="0">
                <a:solidFill>
                  <a:srgbClr val="6B7280"/>
                </a:solidFill>
                <a:latin typeface="STC Forward" panose="00000500000000000000" pitchFamily="2" charset="-78"/>
                <a:ea typeface="Inter" pitchFamily="34" charset="-122"/>
                <a:cs typeface="STC Forward" panose="00000500000000000000" pitchFamily="2" charset="-78"/>
              </a:rPr>
              <a:t>CAPEX</a:t>
            </a:r>
            <a:endParaRPr lang="en-US" sz="464" kern="0" dirty="0">
              <a:solidFill>
                <a:prstClr val="black"/>
              </a:solidFill>
              <a:latin typeface="STC Forward" panose="00000500000000000000" pitchFamily="2" charset="-78"/>
              <a:cs typeface="STC Forward" panose="00000500000000000000" pitchFamily="2" charset="-78"/>
            </a:endParaRPr>
          </a:p>
        </p:txBody>
      </p:sp>
      <p:grpSp>
        <p:nvGrpSpPr>
          <p:cNvPr id="28649" name="Group 28648">
            <a:extLst>
              <a:ext uri="{FF2B5EF4-FFF2-40B4-BE49-F238E27FC236}">
                <a16:creationId xmlns:a16="http://schemas.microsoft.com/office/drawing/2014/main" id="{7B3D0BCD-B41E-DB37-DA6F-33FF35FAB7E6}"/>
              </a:ext>
            </a:extLst>
          </p:cNvPr>
          <p:cNvGrpSpPr/>
          <p:nvPr/>
        </p:nvGrpSpPr>
        <p:grpSpPr>
          <a:xfrm>
            <a:off x="3327713" y="6713076"/>
            <a:ext cx="750779" cy="141798"/>
            <a:chOff x="697092" y="7335551"/>
            <a:chExt cx="808531" cy="152705"/>
          </a:xfrm>
        </p:grpSpPr>
        <p:sp>
          <p:nvSpPr>
            <p:cNvPr id="28650" name="Shape 35">
              <a:extLst>
                <a:ext uri="{FF2B5EF4-FFF2-40B4-BE49-F238E27FC236}">
                  <a16:creationId xmlns:a16="http://schemas.microsoft.com/office/drawing/2014/main" id="{C18B0DE4-EF21-08CA-51CC-182FD6F72A96}"/>
                </a:ext>
              </a:extLst>
            </p:cNvPr>
            <p:cNvSpPr/>
            <p:nvPr/>
          </p:nvSpPr>
          <p:spPr>
            <a:xfrm>
              <a:off x="697092" y="7389196"/>
              <a:ext cx="75895" cy="75895"/>
            </a:xfrm>
            <a:prstGeom prst="ellipse">
              <a:avLst/>
            </a:prstGeom>
            <a:solidFill>
              <a:schemeClr val="bg1">
                <a:lumMod val="75000"/>
              </a:schemeClr>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651" name="Text 36">
              <a:extLst>
                <a:ext uri="{FF2B5EF4-FFF2-40B4-BE49-F238E27FC236}">
                  <a16:creationId xmlns:a16="http://schemas.microsoft.com/office/drawing/2014/main" id="{B08511C4-F60D-B1C7-6DBF-EBB0037339AF}"/>
                </a:ext>
              </a:extLst>
            </p:cNvPr>
            <p:cNvSpPr txBox="1"/>
            <p:nvPr/>
          </p:nvSpPr>
          <p:spPr>
            <a:xfrm>
              <a:off x="819388" y="7335551"/>
              <a:ext cx="686235" cy="152705"/>
            </a:xfrm>
            <a:prstGeom prst="rect">
              <a:avLst/>
            </a:prstGeom>
            <a:noFill/>
            <a:ln/>
          </p:spPr>
          <p:txBody>
            <a:bodyPr wrap="square" lIns="0" tIns="0" rIns="0" bIns="0" rtlCol="0" anchor="ctr"/>
            <a:lstStyle/>
            <a:p>
              <a:pPr defTabSz="849112">
                <a:defRPr/>
              </a:pPr>
              <a:r>
                <a:rPr lang="en-US" sz="650" kern="0" dirty="0">
                  <a:solidFill>
                    <a:srgbClr val="6B7280"/>
                  </a:solidFill>
                  <a:latin typeface="STC Forward" panose="00000500000000000000" pitchFamily="2" charset="-78"/>
                  <a:ea typeface="Inter" pitchFamily="34" charset="-122"/>
                  <a:cs typeface="STC Forward" panose="00000500000000000000" pitchFamily="2" charset="-78"/>
                </a:rPr>
                <a:t>TSA Effort:</a:t>
              </a:r>
              <a:endParaRPr lang="en-US" sz="975" b="1" kern="0" dirty="0">
                <a:solidFill>
                  <a:srgbClr val="9CA3AF"/>
                </a:solidFill>
                <a:latin typeface="STC Forward" panose="00000500000000000000" pitchFamily="2" charset="-78"/>
                <a:ea typeface="Inter" pitchFamily="34" charset="-122"/>
                <a:cs typeface="STC Forward" panose="00000500000000000000" pitchFamily="2" charset="-78"/>
              </a:endParaRPr>
            </a:p>
          </p:txBody>
        </p:sp>
      </p:grpSp>
      <p:sp>
        <p:nvSpPr>
          <p:cNvPr id="28652" name="Text 25">
            <a:extLst>
              <a:ext uri="{FF2B5EF4-FFF2-40B4-BE49-F238E27FC236}">
                <a16:creationId xmlns:a16="http://schemas.microsoft.com/office/drawing/2014/main" id="{A3C5F202-C73C-ABC1-A628-1F2CAA7A4FA6}"/>
              </a:ext>
            </a:extLst>
          </p:cNvPr>
          <p:cNvSpPr txBox="1"/>
          <p:nvPr/>
        </p:nvSpPr>
        <p:spPr>
          <a:xfrm>
            <a:off x="2910543" y="6711650"/>
            <a:ext cx="399495" cy="144650"/>
          </a:xfrm>
          <a:prstGeom prst="rect">
            <a:avLst/>
          </a:prstGeom>
          <a:noFill/>
          <a:ln/>
        </p:spPr>
        <p:txBody>
          <a:bodyPr wrap="square" lIns="0" tIns="0" rIns="0" bIns="0" rtlCol="0" anchor="ctr"/>
          <a:lstStyle/>
          <a:p>
            <a:pPr algn="ctr" defTabSz="849112">
              <a:defRPr/>
            </a:pPr>
            <a:r>
              <a:rPr lang="en-US" sz="464" b="1" kern="0" spc="42" dirty="0">
                <a:solidFill>
                  <a:srgbClr val="6B7280"/>
                </a:solidFill>
                <a:latin typeface="STC Forward" panose="00000500000000000000" pitchFamily="2" charset="-78"/>
                <a:ea typeface="Inter" pitchFamily="34" charset="-122"/>
                <a:cs typeface="STC Forward" panose="00000500000000000000" pitchFamily="2" charset="-78"/>
              </a:rPr>
              <a:t>CAPEX</a:t>
            </a:r>
            <a:endParaRPr lang="en-US" sz="464" kern="0" dirty="0">
              <a:solidFill>
                <a:prstClr val="black"/>
              </a:solidFill>
              <a:latin typeface="STC Forward" panose="00000500000000000000" pitchFamily="2" charset="-78"/>
              <a:cs typeface="STC Forward" panose="00000500000000000000" pitchFamily="2" charset="-78"/>
            </a:endParaRPr>
          </a:p>
        </p:txBody>
      </p:sp>
      <p:sp>
        <p:nvSpPr>
          <p:cNvPr id="28653" name="TextBox 28652">
            <a:extLst>
              <a:ext uri="{FF2B5EF4-FFF2-40B4-BE49-F238E27FC236}">
                <a16:creationId xmlns:a16="http://schemas.microsoft.com/office/drawing/2014/main" id="{7603C71F-E551-2FB2-D289-0AFF9C77362B}"/>
              </a:ext>
            </a:extLst>
          </p:cNvPr>
          <p:cNvSpPr txBox="1"/>
          <p:nvPr/>
        </p:nvSpPr>
        <p:spPr>
          <a:xfrm>
            <a:off x="4078491" y="6655368"/>
            <a:ext cx="547281" cy="249427"/>
          </a:xfrm>
          <a:prstGeom prst="rect">
            <a:avLst/>
          </a:prstGeom>
          <a:noFill/>
        </p:spPr>
        <p:txBody>
          <a:bodyPr wrap="square">
            <a:spAutoFit/>
          </a:bodyPr>
          <a:lstStyle/>
          <a:p>
            <a:pPr defTabSz="424556"/>
            <a:r>
              <a:rPr lang="en-US" sz="1021" b="1" kern="0" dirty="0">
                <a:solidFill>
                  <a:srgbClr val="4F008C"/>
                </a:solidFill>
                <a:latin typeface="STC Forward" panose="00000500000000000000" pitchFamily="2" charset="-78"/>
                <a:ea typeface="Inter" pitchFamily="34" charset="-122"/>
                <a:cs typeface="STC Forward" panose="00000500000000000000" pitchFamily="2" charset="-78"/>
              </a:rPr>
              <a:t>0.0 </a:t>
            </a:r>
            <a:r>
              <a:rPr lang="en-US" sz="650" b="1" kern="0" dirty="0">
                <a:solidFill>
                  <a:srgbClr val="9CA3AF"/>
                </a:solidFill>
                <a:latin typeface="STC Forward" panose="00000500000000000000" pitchFamily="2" charset="-78"/>
                <a:ea typeface="Inter" pitchFamily="34" charset="-122"/>
                <a:cs typeface="STC Forward" panose="00000500000000000000" pitchFamily="2" charset="-78"/>
              </a:rPr>
              <a:t>M</a:t>
            </a:r>
            <a:endParaRPr lang="en-US" sz="1486" dirty="0">
              <a:solidFill>
                <a:prstClr val="black"/>
              </a:solidFill>
              <a:latin typeface="Calibri" panose="020F0502020204030204"/>
            </a:endParaRPr>
          </a:p>
        </p:txBody>
      </p:sp>
      <p:sp>
        <p:nvSpPr>
          <p:cNvPr id="28654" name="Shape 35">
            <a:extLst>
              <a:ext uri="{FF2B5EF4-FFF2-40B4-BE49-F238E27FC236}">
                <a16:creationId xmlns:a16="http://schemas.microsoft.com/office/drawing/2014/main" id="{868344C7-67C8-962C-0F8E-18B0F8871CC5}"/>
              </a:ext>
            </a:extLst>
          </p:cNvPr>
          <p:cNvSpPr/>
          <p:nvPr/>
        </p:nvSpPr>
        <p:spPr>
          <a:xfrm>
            <a:off x="3327713" y="6995499"/>
            <a:ext cx="70474" cy="70474"/>
          </a:xfrm>
          <a:prstGeom prst="ellipse">
            <a:avLst/>
          </a:prstGeom>
          <a:solidFill>
            <a:schemeClr val="bg1">
              <a:lumMod val="75000"/>
            </a:schemeClr>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655" name="Text 36">
            <a:extLst>
              <a:ext uri="{FF2B5EF4-FFF2-40B4-BE49-F238E27FC236}">
                <a16:creationId xmlns:a16="http://schemas.microsoft.com/office/drawing/2014/main" id="{29A78321-34DD-06F6-0904-E645BA3BAD87}"/>
              </a:ext>
            </a:extLst>
          </p:cNvPr>
          <p:cNvSpPr txBox="1"/>
          <p:nvPr/>
        </p:nvSpPr>
        <p:spPr>
          <a:xfrm>
            <a:off x="3441274" y="6945686"/>
            <a:ext cx="547281" cy="141798"/>
          </a:xfrm>
          <a:prstGeom prst="rect">
            <a:avLst/>
          </a:prstGeom>
          <a:noFill/>
          <a:ln/>
        </p:spPr>
        <p:txBody>
          <a:bodyPr wrap="square" lIns="0" tIns="0" rIns="0" bIns="0" rtlCol="0" anchor="ctr"/>
          <a:lstStyle/>
          <a:p>
            <a:pPr defTabSz="849112">
              <a:defRPr/>
            </a:pPr>
            <a:r>
              <a:rPr lang="en-US" sz="650" kern="0" dirty="0">
                <a:solidFill>
                  <a:srgbClr val="6B7280"/>
                </a:solidFill>
                <a:latin typeface="STC Forward" panose="00000500000000000000" pitchFamily="2" charset="-78"/>
                <a:ea typeface="Inter" pitchFamily="34" charset="-122"/>
                <a:cs typeface="STC Forward" panose="00000500000000000000" pitchFamily="2" charset="-78"/>
              </a:rPr>
              <a:t>TSA Effort</a:t>
            </a:r>
            <a:r>
              <a:rPr lang="en-US" sz="650" b="1" kern="0" dirty="0">
                <a:solidFill>
                  <a:srgbClr val="6B7280"/>
                </a:solidFill>
                <a:latin typeface="STC Forward" panose="00000500000000000000" pitchFamily="2" charset="-78"/>
                <a:ea typeface="Inter" pitchFamily="34" charset="-122"/>
                <a:cs typeface="STC Forward" panose="00000500000000000000" pitchFamily="2" charset="-78"/>
              </a:rPr>
              <a:t>:</a:t>
            </a:r>
            <a:endParaRPr lang="en-US" sz="975" b="1" kern="0" dirty="0">
              <a:solidFill>
                <a:srgbClr val="9CA3AF"/>
              </a:solidFill>
              <a:latin typeface="STC Forward" panose="00000500000000000000" pitchFamily="2" charset="-78"/>
              <a:ea typeface="Inter" pitchFamily="34" charset="-122"/>
              <a:cs typeface="STC Forward" panose="00000500000000000000" pitchFamily="2" charset="-78"/>
            </a:endParaRPr>
          </a:p>
        </p:txBody>
      </p:sp>
      <p:sp>
        <p:nvSpPr>
          <p:cNvPr id="28656" name="Text 25">
            <a:extLst>
              <a:ext uri="{FF2B5EF4-FFF2-40B4-BE49-F238E27FC236}">
                <a16:creationId xmlns:a16="http://schemas.microsoft.com/office/drawing/2014/main" id="{7665B747-66DA-C1CB-0C0B-8110B1B76999}"/>
              </a:ext>
            </a:extLst>
          </p:cNvPr>
          <p:cNvSpPr txBox="1"/>
          <p:nvPr/>
        </p:nvSpPr>
        <p:spPr>
          <a:xfrm>
            <a:off x="2910543" y="6944260"/>
            <a:ext cx="399495" cy="144650"/>
          </a:xfrm>
          <a:prstGeom prst="rect">
            <a:avLst/>
          </a:prstGeom>
          <a:noFill/>
          <a:ln/>
        </p:spPr>
        <p:txBody>
          <a:bodyPr wrap="square" lIns="0" tIns="0" rIns="0" bIns="0" rtlCol="0" anchor="ctr"/>
          <a:lstStyle/>
          <a:p>
            <a:pPr algn="ctr" defTabSz="849112">
              <a:defRPr/>
            </a:pPr>
            <a:r>
              <a:rPr lang="en-US" sz="464" b="1" kern="0" spc="42" dirty="0">
                <a:solidFill>
                  <a:srgbClr val="6B7280"/>
                </a:solidFill>
                <a:latin typeface="STC Forward" panose="00000500000000000000" pitchFamily="2" charset="-78"/>
                <a:ea typeface="Inter" pitchFamily="34" charset="-122"/>
                <a:cs typeface="STC Forward" panose="00000500000000000000" pitchFamily="2" charset="-78"/>
              </a:rPr>
              <a:t>OPEX</a:t>
            </a:r>
            <a:endParaRPr lang="en-US" sz="464" kern="0" dirty="0">
              <a:solidFill>
                <a:prstClr val="black"/>
              </a:solidFill>
              <a:latin typeface="STC Forward" panose="00000500000000000000" pitchFamily="2" charset="-78"/>
              <a:cs typeface="STC Forward" panose="00000500000000000000" pitchFamily="2" charset="-78"/>
            </a:endParaRPr>
          </a:p>
        </p:txBody>
      </p:sp>
      <p:sp>
        <p:nvSpPr>
          <p:cNvPr id="28657" name="TextBox 28656">
            <a:extLst>
              <a:ext uri="{FF2B5EF4-FFF2-40B4-BE49-F238E27FC236}">
                <a16:creationId xmlns:a16="http://schemas.microsoft.com/office/drawing/2014/main" id="{ADD755A0-2EF1-4941-C11F-38E941472B40}"/>
              </a:ext>
            </a:extLst>
          </p:cNvPr>
          <p:cNvSpPr txBox="1"/>
          <p:nvPr/>
        </p:nvSpPr>
        <p:spPr>
          <a:xfrm>
            <a:off x="4078491" y="6887978"/>
            <a:ext cx="547281" cy="263790"/>
          </a:xfrm>
          <a:prstGeom prst="rect">
            <a:avLst/>
          </a:prstGeom>
          <a:noFill/>
        </p:spPr>
        <p:txBody>
          <a:bodyPr wrap="square">
            <a:spAutoFit/>
          </a:bodyPr>
          <a:lstStyle/>
          <a:p>
            <a:pPr defTabSz="424556"/>
            <a:r>
              <a:rPr lang="en-US" sz="1021" b="1" kern="0" dirty="0">
                <a:solidFill>
                  <a:srgbClr val="4F008C"/>
                </a:solidFill>
                <a:latin typeface="STC Forward" panose="00000500000000000000" pitchFamily="2" charset="-78"/>
                <a:ea typeface="Inter" pitchFamily="34" charset="-122"/>
                <a:cs typeface="STC Forward" panose="00000500000000000000" pitchFamily="2" charset="-78"/>
              </a:rPr>
              <a:t>0.0</a:t>
            </a:r>
            <a:r>
              <a:rPr lang="en-US" sz="1114" b="1" kern="0" dirty="0">
                <a:solidFill>
                  <a:srgbClr val="4F008C"/>
                </a:solidFill>
                <a:latin typeface="STC Forward" panose="00000500000000000000" pitchFamily="2" charset="-78"/>
                <a:ea typeface="Inter" pitchFamily="34" charset="-122"/>
                <a:cs typeface="STC Forward" panose="00000500000000000000" pitchFamily="2" charset="-78"/>
              </a:rPr>
              <a:t> </a:t>
            </a:r>
            <a:r>
              <a:rPr lang="en-US" sz="650" b="1" kern="0" dirty="0">
                <a:solidFill>
                  <a:srgbClr val="9CA3AF"/>
                </a:solidFill>
                <a:latin typeface="STC Forward" panose="00000500000000000000" pitchFamily="2" charset="-78"/>
                <a:ea typeface="Inter" pitchFamily="34" charset="-122"/>
                <a:cs typeface="STC Forward" panose="00000500000000000000" pitchFamily="2" charset="-78"/>
              </a:rPr>
              <a:t>M</a:t>
            </a:r>
          </a:p>
        </p:txBody>
      </p:sp>
      <p:sp>
        <p:nvSpPr>
          <p:cNvPr id="28658" name="TextBox 28657">
            <a:extLst>
              <a:ext uri="{FF2B5EF4-FFF2-40B4-BE49-F238E27FC236}">
                <a16:creationId xmlns:a16="http://schemas.microsoft.com/office/drawing/2014/main" id="{17FE8AFF-5051-346E-C401-3E79968BA9E2}"/>
              </a:ext>
            </a:extLst>
          </p:cNvPr>
          <p:cNvSpPr txBox="1"/>
          <p:nvPr/>
        </p:nvSpPr>
        <p:spPr>
          <a:xfrm>
            <a:off x="4078491" y="7224447"/>
            <a:ext cx="547281" cy="263790"/>
          </a:xfrm>
          <a:prstGeom prst="rect">
            <a:avLst/>
          </a:prstGeom>
          <a:noFill/>
        </p:spPr>
        <p:txBody>
          <a:bodyPr wrap="square">
            <a:spAutoFit/>
          </a:bodyPr>
          <a:lstStyle/>
          <a:p>
            <a:pPr defTabSz="424556"/>
            <a:r>
              <a:rPr lang="en-US" sz="1021" b="1" kern="0" dirty="0">
                <a:solidFill>
                  <a:srgbClr val="4F008C"/>
                </a:solidFill>
                <a:latin typeface="STC Forward" panose="00000500000000000000" pitchFamily="2" charset="-78"/>
                <a:ea typeface="Inter" pitchFamily="34" charset="-122"/>
                <a:cs typeface="STC Forward" panose="00000500000000000000" pitchFamily="2" charset="-78"/>
              </a:rPr>
              <a:t>0.0</a:t>
            </a:r>
            <a:r>
              <a:rPr lang="en-US" sz="1114" b="1" kern="0" dirty="0">
                <a:solidFill>
                  <a:srgbClr val="4F008C"/>
                </a:solidFill>
                <a:latin typeface="STC Forward" panose="00000500000000000000" pitchFamily="2" charset="-78"/>
                <a:ea typeface="Inter" pitchFamily="34" charset="-122"/>
                <a:cs typeface="STC Forward" panose="00000500000000000000" pitchFamily="2" charset="-78"/>
              </a:rPr>
              <a:t> </a:t>
            </a:r>
            <a:r>
              <a:rPr lang="en-US" sz="650" b="1" kern="0" dirty="0">
                <a:solidFill>
                  <a:srgbClr val="9CA3AF"/>
                </a:solidFill>
                <a:latin typeface="STC Forward" panose="00000500000000000000" pitchFamily="2" charset="-78"/>
                <a:ea typeface="Inter" pitchFamily="34" charset="-122"/>
                <a:cs typeface="STC Forward" panose="00000500000000000000" pitchFamily="2" charset="-78"/>
              </a:rPr>
              <a:t>M</a:t>
            </a:r>
          </a:p>
        </p:txBody>
      </p:sp>
      <p:grpSp>
        <p:nvGrpSpPr>
          <p:cNvPr id="28659" name="Group 28658">
            <a:extLst>
              <a:ext uri="{FF2B5EF4-FFF2-40B4-BE49-F238E27FC236}">
                <a16:creationId xmlns:a16="http://schemas.microsoft.com/office/drawing/2014/main" id="{1E4FBB75-DF96-ED59-9185-0349302A897B}"/>
              </a:ext>
            </a:extLst>
          </p:cNvPr>
          <p:cNvGrpSpPr/>
          <p:nvPr/>
        </p:nvGrpSpPr>
        <p:grpSpPr>
          <a:xfrm>
            <a:off x="3327713" y="7586903"/>
            <a:ext cx="1176616" cy="141798"/>
            <a:chOff x="697092" y="7335551"/>
            <a:chExt cx="1267125" cy="152705"/>
          </a:xfrm>
        </p:grpSpPr>
        <p:sp>
          <p:nvSpPr>
            <p:cNvPr id="28660" name="Shape 35">
              <a:extLst>
                <a:ext uri="{FF2B5EF4-FFF2-40B4-BE49-F238E27FC236}">
                  <a16:creationId xmlns:a16="http://schemas.microsoft.com/office/drawing/2014/main" id="{98E57F95-09BD-D420-844D-3508CA2C3627}"/>
                </a:ext>
              </a:extLst>
            </p:cNvPr>
            <p:cNvSpPr/>
            <p:nvPr/>
          </p:nvSpPr>
          <p:spPr>
            <a:xfrm>
              <a:off x="697092" y="7396816"/>
              <a:ext cx="75895" cy="75895"/>
            </a:xfrm>
            <a:prstGeom prst="ellipse">
              <a:avLst/>
            </a:prstGeom>
            <a:solidFill>
              <a:schemeClr val="bg1">
                <a:lumMod val="75000"/>
              </a:schemeClr>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661" name="Text 36">
              <a:extLst>
                <a:ext uri="{FF2B5EF4-FFF2-40B4-BE49-F238E27FC236}">
                  <a16:creationId xmlns:a16="http://schemas.microsoft.com/office/drawing/2014/main" id="{48C1A44B-6856-EFEF-2EB4-BCB313A5035C}"/>
                </a:ext>
              </a:extLst>
            </p:cNvPr>
            <p:cNvSpPr txBox="1"/>
            <p:nvPr/>
          </p:nvSpPr>
          <p:spPr>
            <a:xfrm>
              <a:off x="819388" y="7335551"/>
              <a:ext cx="1144829" cy="152705"/>
            </a:xfrm>
            <a:prstGeom prst="rect">
              <a:avLst/>
            </a:prstGeom>
            <a:noFill/>
            <a:ln/>
          </p:spPr>
          <p:txBody>
            <a:bodyPr wrap="square" lIns="0" tIns="0" rIns="0" bIns="0" rtlCol="0" anchor="ctr"/>
            <a:lstStyle/>
            <a:p>
              <a:pPr defTabSz="849112">
                <a:defRPr/>
              </a:pPr>
              <a:r>
                <a:rPr lang="en-US" sz="650" kern="0" dirty="0">
                  <a:solidFill>
                    <a:srgbClr val="6B7280"/>
                  </a:solidFill>
                  <a:latin typeface="STC Forward" panose="00000500000000000000" pitchFamily="2" charset="-78"/>
                  <a:ea typeface="Inter" pitchFamily="34" charset="-122"/>
                  <a:cs typeface="STC Forward" panose="00000500000000000000" pitchFamily="2" charset="-78"/>
                </a:rPr>
                <a:t>TEC Validated</a:t>
              </a:r>
              <a:r>
                <a:rPr lang="en-US" sz="650" b="1" kern="0" dirty="0">
                  <a:solidFill>
                    <a:srgbClr val="6B7280"/>
                  </a:solidFill>
                  <a:latin typeface="STC Forward" panose="00000500000000000000" pitchFamily="2" charset="-78"/>
                  <a:ea typeface="Inter" pitchFamily="34" charset="-122"/>
                  <a:cs typeface="STC Forward" panose="00000500000000000000" pitchFamily="2" charset="-78"/>
                </a:rPr>
                <a:t>:</a:t>
              </a:r>
              <a:endParaRPr lang="en-US" sz="975" b="1" kern="0" dirty="0">
                <a:solidFill>
                  <a:srgbClr val="9CA3AF"/>
                </a:solidFill>
                <a:latin typeface="STC Forward" panose="00000500000000000000" pitchFamily="2" charset="-78"/>
                <a:ea typeface="Inter" pitchFamily="34" charset="-122"/>
                <a:cs typeface="STC Forward" panose="00000500000000000000" pitchFamily="2" charset="-78"/>
              </a:endParaRPr>
            </a:p>
          </p:txBody>
        </p:sp>
      </p:grpSp>
      <p:sp>
        <p:nvSpPr>
          <p:cNvPr id="28662" name="Text 25">
            <a:extLst>
              <a:ext uri="{FF2B5EF4-FFF2-40B4-BE49-F238E27FC236}">
                <a16:creationId xmlns:a16="http://schemas.microsoft.com/office/drawing/2014/main" id="{5A72B744-D530-9B7A-C997-EBC57575399E}"/>
              </a:ext>
            </a:extLst>
          </p:cNvPr>
          <p:cNvSpPr txBox="1"/>
          <p:nvPr/>
        </p:nvSpPr>
        <p:spPr>
          <a:xfrm>
            <a:off x="2910543" y="7585477"/>
            <a:ext cx="399495" cy="144650"/>
          </a:xfrm>
          <a:prstGeom prst="rect">
            <a:avLst/>
          </a:prstGeom>
          <a:noFill/>
          <a:ln/>
        </p:spPr>
        <p:txBody>
          <a:bodyPr wrap="square" lIns="0" tIns="0" rIns="0" bIns="0" rtlCol="0" anchor="ctr"/>
          <a:lstStyle/>
          <a:p>
            <a:pPr algn="ctr" defTabSz="849112">
              <a:defRPr/>
            </a:pPr>
            <a:r>
              <a:rPr lang="en-US" sz="464" b="1" kern="0" spc="42" dirty="0">
                <a:solidFill>
                  <a:srgbClr val="6B7280"/>
                </a:solidFill>
                <a:latin typeface="STC Forward" panose="00000500000000000000" pitchFamily="2" charset="-78"/>
                <a:ea typeface="Inter" pitchFamily="34" charset="-122"/>
                <a:cs typeface="STC Forward" panose="00000500000000000000" pitchFamily="2" charset="-78"/>
              </a:rPr>
              <a:t>OPEX</a:t>
            </a:r>
            <a:endParaRPr lang="en-US" sz="464" kern="0" dirty="0">
              <a:solidFill>
                <a:prstClr val="black"/>
              </a:solidFill>
              <a:latin typeface="STC Forward" panose="00000500000000000000" pitchFamily="2" charset="-78"/>
              <a:cs typeface="STC Forward" panose="00000500000000000000" pitchFamily="2" charset="-78"/>
            </a:endParaRPr>
          </a:p>
        </p:txBody>
      </p:sp>
      <p:sp>
        <p:nvSpPr>
          <p:cNvPr id="28663" name="TextBox 28662">
            <a:extLst>
              <a:ext uri="{FF2B5EF4-FFF2-40B4-BE49-F238E27FC236}">
                <a16:creationId xmlns:a16="http://schemas.microsoft.com/office/drawing/2014/main" id="{DD2D4996-62EB-8A74-9204-DAACA0C84651}"/>
              </a:ext>
            </a:extLst>
          </p:cNvPr>
          <p:cNvSpPr txBox="1"/>
          <p:nvPr/>
        </p:nvSpPr>
        <p:spPr>
          <a:xfrm>
            <a:off x="4078491" y="7529195"/>
            <a:ext cx="547281" cy="263790"/>
          </a:xfrm>
          <a:prstGeom prst="rect">
            <a:avLst/>
          </a:prstGeom>
          <a:noFill/>
        </p:spPr>
        <p:txBody>
          <a:bodyPr wrap="square">
            <a:spAutoFit/>
          </a:bodyPr>
          <a:lstStyle/>
          <a:p>
            <a:pPr defTabSz="424556"/>
            <a:r>
              <a:rPr lang="en-US" sz="1021" b="1" kern="0" dirty="0">
                <a:solidFill>
                  <a:srgbClr val="4F008C"/>
                </a:solidFill>
                <a:latin typeface="STC Forward" panose="00000500000000000000" pitchFamily="2" charset="-78"/>
                <a:ea typeface="Inter" pitchFamily="34" charset="-122"/>
                <a:cs typeface="STC Forward" panose="00000500000000000000" pitchFamily="2" charset="-78"/>
              </a:rPr>
              <a:t>0.0</a:t>
            </a:r>
            <a:r>
              <a:rPr lang="en-US" sz="1114" b="1" kern="0" dirty="0">
                <a:solidFill>
                  <a:srgbClr val="4F008C"/>
                </a:solidFill>
                <a:latin typeface="STC Forward" panose="00000500000000000000" pitchFamily="2" charset="-78"/>
                <a:ea typeface="Inter" pitchFamily="34" charset="-122"/>
                <a:cs typeface="STC Forward" panose="00000500000000000000" pitchFamily="2" charset="-78"/>
              </a:rPr>
              <a:t> </a:t>
            </a:r>
            <a:r>
              <a:rPr lang="en-US" sz="650" b="1" kern="0" dirty="0">
                <a:solidFill>
                  <a:srgbClr val="9CA3AF"/>
                </a:solidFill>
                <a:latin typeface="STC Forward" panose="00000500000000000000" pitchFamily="2" charset="-78"/>
                <a:ea typeface="Inter" pitchFamily="34" charset="-122"/>
                <a:cs typeface="STC Forward" panose="00000500000000000000" pitchFamily="2" charset="-78"/>
              </a:rPr>
              <a:t>M</a:t>
            </a:r>
          </a:p>
        </p:txBody>
      </p:sp>
      <p:grpSp>
        <p:nvGrpSpPr>
          <p:cNvPr id="28664" name="Group 28663">
            <a:extLst>
              <a:ext uri="{FF2B5EF4-FFF2-40B4-BE49-F238E27FC236}">
                <a16:creationId xmlns:a16="http://schemas.microsoft.com/office/drawing/2014/main" id="{840BA80E-9BE0-4C10-6DE6-AA7E7FA5AFED}"/>
              </a:ext>
            </a:extLst>
          </p:cNvPr>
          <p:cNvGrpSpPr/>
          <p:nvPr/>
        </p:nvGrpSpPr>
        <p:grpSpPr>
          <a:xfrm>
            <a:off x="5450166" y="7336587"/>
            <a:ext cx="1176616" cy="141798"/>
            <a:chOff x="697092" y="7335551"/>
            <a:chExt cx="1267125" cy="152705"/>
          </a:xfrm>
        </p:grpSpPr>
        <p:sp>
          <p:nvSpPr>
            <p:cNvPr id="28665" name="Shape 35">
              <a:extLst>
                <a:ext uri="{FF2B5EF4-FFF2-40B4-BE49-F238E27FC236}">
                  <a16:creationId xmlns:a16="http://schemas.microsoft.com/office/drawing/2014/main" id="{7FCBB73B-F774-C84D-0408-3C8514DAC69D}"/>
                </a:ext>
              </a:extLst>
            </p:cNvPr>
            <p:cNvSpPr/>
            <p:nvPr/>
          </p:nvSpPr>
          <p:spPr>
            <a:xfrm>
              <a:off x="697092" y="7396816"/>
              <a:ext cx="75895" cy="75895"/>
            </a:xfrm>
            <a:prstGeom prst="ellipse">
              <a:avLst/>
            </a:prstGeom>
            <a:solidFill>
              <a:schemeClr val="bg1">
                <a:lumMod val="75000"/>
              </a:schemeClr>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666" name="Text 36">
              <a:extLst>
                <a:ext uri="{FF2B5EF4-FFF2-40B4-BE49-F238E27FC236}">
                  <a16:creationId xmlns:a16="http://schemas.microsoft.com/office/drawing/2014/main" id="{7CAC67B2-6130-5F66-B5FB-3A508D2C984D}"/>
                </a:ext>
              </a:extLst>
            </p:cNvPr>
            <p:cNvSpPr txBox="1"/>
            <p:nvPr/>
          </p:nvSpPr>
          <p:spPr>
            <a:xfrm>
              <a:off x="819388" y="7335551"/>
              <a:ext cx="1144829" cy="152705"/>
            </a:xfrm>
            <a:prstGeom prst="rect">
              <a:avLst/>
            </a:prstGeom>
            <a:noFill/>
            <a:ln/>
          </p:spPr>
          <p:txBody>
            <a:bodyPr wrap="square" lIns="0" tIns="0" rIns="0" bIns="0" rtlCol="0" anchor="ctr"/>
            <a:lstStyle/>
            <a:p>
              <a:pPr defTabSz="849112">
                <a:defRPr/>
              </a:pPr>
              <a:r>
                <a:rPr lang="en-US" sz="650" kern="0" dirty="0">
                  <a:solidFill>
                    <a:srgbClr val="6B7280"/>
                  </a:solidFill>
                  <a:latin typeface="STC Forward" panose="00000500000000000000" pitchFamily="2" charset="-78"/>
                  <a:ea typeface="Inter" pitchFamily="34" charset="-122"/>
                  <a:cs typeface="STC Forward" panose="00000500000000000000" pitchFamily="2" charset="-78"/>
                </a:rPr>
                <a:t>TEC Validated:</a:t>
              </a:r>
              <a:endParaRPr lang="en-US" sz="975" b="1" kern="0" dirty="0">
                <a:solidFill>
                  <a:srgbClr val="9CA3AF"/>
                </a:solidFill>
                <a:latin typeface="STC Forward" panose="00000500000000000000" pitchFamily="2" charset="-78"/>
                <a:ea typeface="Inter" pitchFamily="34" charset="-122"/>
                <a:cs typeface="STC Forward" panose="00000500000000000000" pitchFamily="2" charset="-78"/>
              </a:endParaRPr>
            </a:p>
          </p:txBody>
        </p:sp>
      </p:grpSp>
      <p:sp>
        <p:nvSpPr>
          <p:cNvPr id="28667" name="Text 25">
            <a:extLst>
              <a:ext uri="{FF2B5EF4-FFF2-40B4-BE49-F238E27FC236}">
                <a16:creationId xmlns:a16="http://schemas.microsoft.com/office/drawing/2014/main" id="{0F6B8403-E94A-90D8-23F4-386352F03E4E}"/>
              </a:ext>
            </a:extLst>
          </p:cNvPr>
          <p:cNvSpPr txBox="1"/>
          <p:nvPr/>
        </p:nvSpPr>
        <p:spPr>
          <a:xfrm>
            <a:off x="5032997" y="7335161"/>
            <a:ext cx="399495" cy="144650"/>
          </a:xfrm>
          <a:prstGeom prst="rect">
            <a:avLst/>
          </a:prstGeom>
          <a:noFill/>
          <a:ln/>
        </p:spPr>
        <p:txBody>
          <a:bodyPr wrap="square" lIns="0" tIns="0" rIns="0" bIns="0" rtlCol="0" anchor="ctr"/>
          <a:lstStyle/>
          <a:p>
            <a:pPr algn="ctr" defTabSz="849112">
              <a:defRPr/>
            </a:pPr>
            <a:r>
              <a:rPr lang="en-US" sz="464" b="1" kern="0" spc="42" dirty="0">
                <a:solidFill>
                  <a:srgbClr val="6B7280"/>
                </a:solidFill>
                <a:latin typeface="STC Forward" panose="00000500000000000000" pitchFamily="2" charset="-78"/>
                <a:ea typeface="Inter" pitchFamily="34" charset="-122"/>
                <a:cs typeface="STC Forward" panose="00000500000000000000" pitchFamily="2" charset="-78"/>
              </a:rPr>
              <a:t>CAPEX</a:t>
            </a:r>
            <a:endParaRPr lang="en-US" sz="464" kern="0" dirty="0">
              <a:solidFill>
                <a:prstClr val="black"/>
              </a:solidFill>
              <a:latin typeface="STC Forward" panose="00000500000000000000" pitchFamily="2" charset="-78"/>
              <a:cs typeface="STC Forward" panose="00000500000000000000" pitchFamily="2" charset="-78"/>
            </a:endParaRPr>
          </a:p>
        </p:txBody>
      </p:sp>
      <p:grpSp>
        <p:nvGrpSpPr>
          <p:cNvPr id="28668" name="Group 28667">
            <a:extLst>
              <a:ext uri="{FF2B5EF4-FFF2-40B4-BE49-F238E27FC236}">
                <a16:creationId xmlns:a16="http://schemas.microsoft.com/office/drawing/2014/main" id="{AFF65151-748D-52D0-96D7-2C1D93BDDD08}"/>
              </a:ext>
            </a:extLst>
          </p:cNvPr>
          <p:cNvGrpSpPr/>
          <p:nvPr/>
        </p:nvGrpSpPr>
        <p:grpSpPr>
          <a:xfrm>
            <a:off x="5450166" y="6713076"/>
            <a:ext cx="750779" cy="141798"/>
            <a:chOff x="697092" y="7335551"/>
            <a:chExt cx="808531" cy="152705"/>
          </a:xfrm>
        </p:grpSpPr>
        <p:sp>
          <p:nvSpPr>
            <p:cNvPr id="28669" name="Shape 35">
              <a:extLst>
                <a:ext uri="{FF2B5EF4-FFF2-40B4-BE49-F238E27FC236}">
                  <a16:creationId xmlns:a16="http://schemas.microsoft.com/office/drawing/2014/main" id="{1B17D20C-97A2-2AE8-2597-E1D234199CB3}"/>
                </a:ext>
              </a:extLst>
            </p:cNvPr>
            <p:cNvSpPr/>
            <p:nvPr/>
          </p:nvSpPr>
          <p:spPr>
            <a:xfrm>
              <a:off x="697092" y="7389196"/>
              <a:ext cx="75895" cy="75895"/>
            </a:xfrm>
            <a:prstGeom prst="ellipse">
              <a:avLst/>
            </a:prstGeom>
            <a:solidFill>
              <a:schemeClr val="bg1">
                <a:lumMod val="75000"/>
              </a:schemeClr>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670" name="Text 36">
              <a:extLst>
                <a:ext uri="{FF2B5EF4-FFF2-40B4-BE49-F238E27FC236}">
                  <a16:creationId xmlns:a16="http://schemas.microsoft.com/office/drawing/2014/main" id="{10A080A5-CBBD-7C6A-34F7-C5C9552837A7}"/>
                </a:ext>
              </a:extLst>
            </p:cNvPr>
            <p:cNvSpPr txBox="1"/>
            <p:nvPr/>
          </p:nvSpPr>
          <p:spPr>
            <a:xfrm>
              <a:off x="819388" y="7335551"/>
              <a:ext cx="686235" cy="152705"/>
            </a:xfrm>
            <a:prstGeom prst="rect">
              <a:avLst/>
            </a:prstGeom>
            <a:noFill/>
            <a:ln/>
          </p:spPr>
          <p:txBody>
            <a:bodyPr wrap="square" lIns="0" tIns="0" rIns="0" bIns="0" rtlCol="0" anchor="ctr"/>
            <a:lstStyle/>
            <a:p>
              <a:pPr defTabSz="849112">
                <a:defRPr/>
              </a:pPr>
              <a:r>
                <a:rPr lang="en-US" sz="650" kern="0" dirty="0">
                  <a:solidFill>
                    <a:srgbClr val="6B7280"/>
                  </a:solidFill>
                  <a:latin typeface="STC Forward" panose="00000500000000000000" pitchFamily="2" charset="-78"/>
                  <a:ea typeface="Inter" pitchFamily="34" charset="-122"/>
                  <a:cs typeface="STC Forward" panose="00000500000000000000" pitchFamily="2" charset="-78"/>
                </a:rPr>
                <a:t>TSA Effort:</a:t>
              </a:r>
              <a:endParaRPr lang="en-US" sz="975" b="1" kern="0" dirty="0">
                <a:solidFill>
                  <a:srgbClr val="9CA3AF"/>
                </a:solidFill>
                <a:latin typeface="STC Forward" panose="00000500000000000000" pitchFamily="2" charset="-78"/>
                <a:ea typeface="Inter" pitchFamily="34" charset="-122"/>
                <a:cs typeface="STC Forward" panose="00000500000000000000" pitchFamily="2" charset="-78"/>
              </a:endParaRPr>
            </a:p>
          </p:txBody>
        </p:sp>
      </p:grpSp>
      <p:sp>
        <p:nvSpPr>
          <p:cNvPr id="28671" name="Text 25">
            <a:extLst>
              <a:ext uri="{FF2B5EF4-FFF2-40B4-BE49-F238E27FC236}">
                <a16:creationId xmlns:a16="http://schemas.microsoft.com/office/drawing/2014/main" id="{12E5167D-1C74-3F24-4162-31186FF76F74}"/>
              </a:ext>
            </a:extLst>
          </p:cNvPr>
          <p:cNvSpPr txBox="1"/>
          <p:nvPr/>
        </p:nvSpPr>
        <p:spPr>
          <a:xfrm>
            <a:off x="5032997" y="6711650"/>
            <a:ext cx="399495" cy="144650"/>
          </a:xfrm>
          <a:prstGeom prst="rect">
            <a:avLst/>
          </a:prstGeom>
          <a:noFill/>
          <a:ln/>
        </p:spPr>
        <p:txBody>
          <a:bodyPr wrap="square" lIns="0" tIns="0" rIns="0" bIns="0" rtlCol="0" anchor="ctr"/>
          <a:lstStyle/>
          <a:p>
            <a:pPr algn="ctr" defTabSz="849112">
              <a:defRPr/>
            </a:pPr>
            <a:r>
              <a:rPr lang="en-US" sz="464" b="1" kern="0" spc="42" dirty="0">
                <a:solidFill>
                  <a:srgbClr val="6B7280"/>
                </a:solidFill>
                <a:latin typeface="STC Forward" panose="00000500000000000000" pitchFamily="2" charset="-78"/>
                <a:ea typeface="Inter" pitchFamily="34" charset="-122"/>
                <a:cs typeface="STC Forward" panose="00000500000000000000" pitchFamily="2" charset="-78"/>
              </a:rPr>
              <a:t>CAPEX</a:t>
            </a:r>
            <a:endParaRPr lang="en-US" sz="464" kern="0" dirty="0">
              <a:solidFill>
                <a:prstClr val="black"/>
              </a:solidFill>
              <a:latin typeface="STC Forward" panose="00000500000000000000" pitchFamily="2" charset="-78"/>
              <a:cs typeface="STC Forward" panose="00000500000000000000" pitchFamily="2" charset="-78"/>
            </a:endParaRPr>
          </a:p>
        </p:txBody>
      </p:sp>
      <p:sp>
        <p:nvSpPr>
          <p:cNvPr id="28672" name="TextBox 28671">
            <a:extLst>
              <a:ext uri="{FF2B5EF4-FFF2-40B4-BE49-F238E27FC236}">
                <a16:creationId xmlns:a16="http://schemas.microsoft.com/office/drawing/2014/main" id="{29B4B770-5386-9EB5-67CF-17ECBBCE0B3F}"/>
              </a:ext>
            </a:extLst>
          </p:cNvPr>
          <p:cNvSpPr txBox="1"/>
          <p:nvPr/>
        </p:nvSpPr>
        <p:spPr>
          <a:xfrm>
            <a:off x="6200945" y="6655368"/>
            <a:ext cx="547281" cy="249427"/>
          </a:xfrm>
          <a:prstGeom prst="rect">
            <a:avLst/>
          </a:prstGeom>
          <a:noFill/>
        </p:spPr>
        <p:txBody>
          <a:bodyPr wrap="square">
            <a:spAutoFit/>
          </a:bodyPr>
          <a:lstStyle/>
          <a:p>
            <a:pPr defTabSz="424556"/>
            <a:r>
              <a:rPr lang="en-US" sz="1021" b="1" kern="0" dirty="0">
                <a:solidFill>
                  <a:srgbClr val="4F008C"/>
                </a:solidFill>
                <a:latin typeface="STC Forward" panose="00000500000000000000" pitchFamily="2" charset="-78"/>
                <a:ea typeface="Inter" pitchFamily="34" charset="-122"/>
                <a:cs typeface="STC Forward" panose="00000500000000000000" pitchFamily="2" charset="-78"/>
              </a:rPr>
              <a:t>0.0 </a:t>
            </a:r>
            <a:r>
              <a:rPr lang="en-US" sz="650" b="1" kern="0" dirty="0">
                <a:solidFill>
                  <a:srgbClr val="9CA3AF"/>
                </a:solidFill>
                <a:latin typeface="STC Forward" panose="00000500000000000000" pitchFamily="2" charset="-78"/>
                <a:ea typeface="Inter" pitchFamily="34" charset="-122"/>
                <a:cs typeface="STC Forward" panose="00000500000000000000" pitchFamily="2" charset="-78"/>
              </a:rPr>
              <a:t>M</a:t>
            </a:r>
            <a:endParaRPr lang="en-US" sz="1486" dirty="0">
              <a:solidFill>
                <a:prstClr val="black"/>
              </a:solidFill>
              <a:latin typeface="Calibri" panose="020F0502020204030204"/>
            </a:endParaRPr>
          </a:p>
        </p:txBody>
      </p:sp>
      <p:sp>
        <p:nvSpPr>
          <p:cNvPr id="28673" name="Shape 35">
            <a:extLst>
              <a:ext uri="{FF2B5EF4-FFF2-40B4-BE49-F238E27FC236}">
                <a16:creationId xmlns:a16="http://schemas.microsoft.com/office/drawing/2014/main" id="{7066B9CB-542C-20CE-CB97-AECF1E6A7E5D}"/>
              </a:ext>
            </a:extLst>
          </p:cNvPr>
          <p:cNvSpPr/>
          <p:nvPr/>
        </p:nvSpPr>
        <p:spPr>
          <a:xfrm>
            <a:off x="5450166" y="6995499"/>
            <a:ext cx="70474" cy="70474"/>
          </a:xfrm>
          <a:prstGeom prst="ellipse">
            <a:avLst/>
          </a:prstGeom>
          <a:solidFill>
            <a:schemeClr val="bg1">
              <a:lumMod val="75000"/>
            </a:schemeClr>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674" name="Text 36">
            <a:extLst>
              <a:ext uri="{FF2B5EF4-FFF2-40B4-BE49-F238E27FC236}">
                <a16:creationId xmlns:a16="http://schemas.microsoft.com/office/drawing/2014/main" id="{5EF2BBC1-3926-2DA8-101A-99277BE26468}"/>
              </a:ext>
            </a:extLst>
          </p:cNvPr>
          <p:cNvSpPr txBox="1"/>
          <p:nvPr/>
        </p:nvSpPr>
        <p:spPr>
          <a:xfrm>
            <a:off x="5563727" y="6945686"/>
            <a:ext cx="547281" cy="141798"/>
          </a:xfrm>
          <a:prstGeom prst="rect">
            <a:avLst/>
          </a:prstGeom>
          <a:noFill/>
          <a:ln/>
        </p:spPr>
        <p:txBody>
          <a:bodyPr wrap="square" lIns="0" tIns="0" rIns="0" bIns="0" rtlCol="0" anchor="ctr"/>
          <a:lstStyle/>
          <a:p>
            <a:pPr defTabSz="849112">
              <a:defRPr/>
            </a:pPr>
            <a:r>
              <a:rPr lang="en-US" sz="650" kern="0" dirty="0">
                <a:solidFill>
                  <a:srgbClr val="6B7280"/>
                </a:solidFill>
                <a:latin typeface="STC Forward" panose="00000500000000000000" pitchFamily="2" charset="-78"/>
                <a:ea typeface="Inter" pitchFamily="34" charset="-122"/>
                <a:cs typeface="STC Forward" panose="00000500000000000000" pitchFamily="2" charset="-78"/>
              </a:rPr>
              <a:t>TSA Effort</a:t>
            </a:r>
            <a:r>
              <a:rPr lang="en-US" sz="650" b="1" kern="0" dirty="0">
                <a:solidFill>
                  <a:srgbClr val="6B7280"/>
                </a:solidFill>
                <a:latin typeface="STC Forward" panose="00000500000000000000" pitchFamily="2" charset="-78"/>
                <a:ea typeface="Inter" pitchFamily="34" charset="-122"/>
                <a:cs typeface="STC Forward" panose="00000500000000000000" pitchFamily="2" charset="-78"/>
              </a:rPr>
              <a:t>:</a:t>
            </a:r>
            <a:endParaRPr lang="en-US" sz="975" b="1" kern="0" dirty="0">
              <a:solidFill>
                <a:srgbClr val="9CA3AF"/>
              </a:solidFill>
              <a:latin typeface="STC Forward" panose="00000500000000000000" pitchFamily="2" charset="-78"/>
              <a:ea typeface="Inter" pitchFamily="34" charset="-122"/>
              <a:cs typeface="STC Forward" panose="00000500000000000000" pitchFamily="2" charset="-78"/>
            </a:endParaRPr>
          </a:p>
        </p:txBody>
      </p:sp>
      <p:sp>
        <p:nvSpPr>
          <p:cNvPr id="28675" name="Text 25">
            <a:extLst>
              <a:ext uri="{FF2B5EF4-FFF2-40B4-BE49-F238E27FC236}">
                <a16:creationId xmlns:a16="http://schemas.microsoft.com/office/drawing/2014/main" id="{3744BE75-D9BD-5BE0-EC90-FECA03724913}"/>
              </a:ext>
            </a:extLst>
          </p:cNvPr>
          <p:cNvSpPr txBox="1"/>
          <p:nvPr/>
        </p:nvSpPr>
        <p:spPr>
          <a:xfrm>
            <a:off x="5032997" y="6944260"/>
            <a:ext cx="399495" cy="144650"/>
          </a:xfrm>
          <a:prstGeom prst="rect">
            <a:avLst/>
          </a:prstGeom>
          <a:noFill/>
          <a:ln/>
        </p:spPr>
        <p:txBody>
          <a:bodyPr wrap="square" lIns="0" tIns="0" rIns="0" bIns="0" rtlCol="0" anchor="ctr"/>
          <a:lstStyle/>
          <a:p>
            <a:pPr algn="ctr" defTabSz="849112">
              <a:defRPr/>
            </a:pPr>
            <a:r>
              <a:rPr lang="en-US" sz="464" b="1" kern="0" spc="42" dirty="0">
                <a:solidFill>
                  <a:srgbClr val="6B7280"/>
                </a:solidFill>
                <a:latin typeface="STC Forward" panose="00000500000000000000" pitchFamily="2" charset="-78"/>
                <a:ea typeface="Inter" pitchFamily="34" charset="-122"/>
                <a:cs typeface="STC Forward" panose="00000500000000000000" pitchFamily="2" charset="-78"/>
              </a:rPr>
              <a:t>OPEX</a:t>
            </a:r>
            <a:endParaRPr lang="en-US" sz="464" kern="0" dirty="0">
              <a:solidFill>
                <a:prstClr val="black"/>
              </a:solidFill>
              <a:latin typeface="STC Forward" panose="00000500000000000000" pitchFamily="2" charset="-78"/>
              <a:cs typeface="STC Forward" panose="00000500000000000000" pitchFamily="2" charset="-78"/>
            </a:endParaRPr>
          </a:p>
        </p:txBody>
      </p:sp>
      <p:sp>
        <p:nvSpPr>
          <p:cNvPr id="28676" name="TextBox 28675">
            <a:extLst>
              <a:ext uri="{FF2B5EF4-FFF2-40B4-BE49-F238E27FC236}">
                <a16:creationId xmlns:a16="http://schemas.microsoft.com/office/drawing/2014/main" id="{C322BA49-645D-B1CD-2A50-3EFB865A0B2C}"/>
              </a:ext>
            </a:extLst>
          </p:cNvPr>
          <p:cNvSpPr txBox="1"/>
          <p:nvPr/>
        </p:nvSpPr>
        <p:spPr>
          <a:xfrm>
            <a:off x="6200945" y="6887978"/>
            <a:ext cx="547281" cy="263790"/>
          </a:xfrm>
          <a:prstGeom prst="rect">
            <a:avLst/>
          </a:prstGeom>
          <a:noFill/>
        </p:spPr>
        <p:txBody>
          <a:bodyPr wrap="square">
            <a:spAutoFit/>
          </a:bodyPr>
          <a:lstStyle/>
          <a:p>
            <a:pPr defTabSz="424556"/>
            <a:r>
              <a:rPr lang="en-US" sz="1021" b="1" kern="0" dirty="0">
                <a:solidFill>
                  <a:srgbClr val="4F008C"/>
                </a:solidFill>
                <a:latin typeface="STC Forward" panose="00000500000000000000" pitchFamily="2" charset="-78"/>
                <a:ea typeface="Inter" pitchFamily="34" charset="-122"/>
                <a:cs typeface="STC Forward" panose="00000500000000000000" pitchFamily="2" charset="-78"/>
              </a:rPr>
              <a:t>0.0</a:t>
            </a:r>
            <a:r>
              <a:rPr lang="en-US" sz="1114" b="1" kern="0" dirty="0">
                <a:solidFill>
                  <a:srgbClr val="4F008C"/>
                </a:solidFill>
                <a:latin typeface="STC Forward" panose="00000500000000000000" pitchFamily="2" charset="-78"/>
                <a:ea typeface="Inter" pitchFamily="34" charset="-122"/>
                <a:cs typeface="STC Forward" panose="00000500000000000000" pitchFamily="2" charset="-78"/>
              </a:rPr>
              <a:t> </a:t>
            </a:r>
            <a:r>
              <a:rPr lang="en-US" sz="650" b="1" kern="0" dirty="0">
                <a:solidFill>
                  <a:srgbClr val="9CA3AF"/>
                </a:solidFill>
                <a:latin typeface="STC Forward" panose="00000500000000000000" pitchFamily="2" charset="-78"/>
                <a:ea typeface="Inter" pitchFamily="34" charset="-122"/>
                <a:cs typeface="STC Forward" panose="00000500000000000000" pitchFamily="2" charset="-78"/>
              </a:rPr>
              <a:t>M</a:t>
            </a:r>
          </a:p>
        </p:txBody>
      </p:sp>
      <p:sp>
        <p:nvSpPr>
          <p:cNvPr id="28677" name="TextBox 28676">
            <a:extLst>
              <a:ext uri="{FF2B5EF4-FFF2-40B4-BE49-F238E27FC236}">
                <a16:creationId xmlns:a16="http://schemas.microsoft.com/office/drawing/2014/main" id="{D884A039-E00A-C9F3-AF6D-57502479444E}"/>
              </a:ext>
            </a:extLst>
          </p:cNvPr>
          <p:cNvSpPr txBox="1"/>
          <p:nvPr/>
        </p:nvSpPr>
        <p:spPr>
          <a:xfrm>
            <a:off x="6200945" y="7224447"/>
            <a:ext cx="547281" cy="263790"/>
          </a:xfrm>
          <a:prstGeom prst="rect">
            <a:avLst/>
          </a:prstGeom>
          <a:noFill/>
        </p:spPr>
        <p:txBody>
          <a:bodyPr wrap="square">
            <a:spAutoFit/>
          </a:bodyPr>
          <a:lstStyle/>
          <a:p>
            <a:pPr defTabSz="424556"/>
            <a:r>
              <a:rPr lang="en-US" sz="1021" b="1" kern="0" dirty="0">
                <a:solidFill>
                  <a:srgbClr val="4F008C"/>
                </a:solidFill>
                <a:latin typeface="STC Forward" panose="00000500000000000000" pitchFamily="2" charset="-78"/>
                <a:ea typeface="Inter" pitchFamily="34" charset="-122"/>
                <a:cs typeface="STC Forward" panose="00000500000000000000" pitchFamily="2" charset="-78"/>
              </a:rPr>
              <a:t>0.0</a:t>
            </a:r>
            <a:r>
              <a:rPr lang="en-US" sz="1114" b="1" kern="0" dirty="0">
                <a:solidFill>
                  <a:srgbClr val="4F008C"/>
                </a:solidFill>
                <a:latin typeface="STC Forward" panose="00000500000000000000" pitchFamily="2" charset="-78"/>
                <a:ea typeface="Inter" pitchFamily="34" charset="-122"/>
                <a:cs typeface="STC Forward" panose="00000500000000000000" pitchFamily="2" charset="-78"/>
              </a:rPr>
              <a:t> </a:t>
            </a:r>
            <a:r>
              <a:rPr lang="en-US" sz="650" b="1" kern="0" dirty="0">
                <a:solidFill>
                  <a:srgbClr val="9CA3AF"/>
                </a:solidFill>
                <a:latin typeface="STC Forward" panose="00000500000000000000" pitchFamily="2" charset="-78"/>
                <a:ea typeface="Inter" pitchFamily="34" charset="-122"/>
                <a:cs typeface="STC Forward" panose="00000500000000000000" pitchFamily="2" charset="-78"/>
              </a:rPr>
              <a:t>M</a:t>
            </a:r>
          </a:p>
        </p:txBody>
      </p:sp>
      <p:grpSp>
        <p:nvGrpSpPr>
          <p:cNvPr id="28678" name="Group 28677">
            <a:extLst>
              <a:ext uri="{FF2B5EF4-FFF2-40B4-BE49-F238E27FC236}">
                <a16:creationId xmlns:a16="http://schemas.microsoft.com/office/drawing/2014/main" id="{F43AEC27-6560-E399-2D67-D2050FC4E47B}"/>
              </a:ext>
            </a:extLst>
          </p:cNvPr>
          <p:cNvGrpSpPr/>
          <p:nvPr/>
        </p:nvGrpSpPr>
        <p:grpSpPr>
          <a:xfrm>
            <a:off x="5450166" y="7586903"/>
            <a:ext cx="1176616" cy="141798"/>
            <a:chOff x="697092" y="7335551"/>
            <a:chExt cx="1267125" cy="152705"/>
          </a:xfrm>
        </p:grpSpPr>
        <p:sp>
          <p:nvSpPr>
            <p:cNvPr id="28679" name="Shape 35">
              <a:extLst>
                <a:ext uri="{FF2B5EF4-FFF2-40B4-BE49-F238E27FC236}">
                  <a16:creationId xmlns:a16="http://schemas.microsoft.com/office/drawing/2014/main" id="{46C670FD-8637-E3CF-018F-EFD6BFF69A22}"/>
                </a:ext>
              </a:extLst>
            </p:cNvPr>
            <p:cNvSpPr/>
            <p:nvPr/>
          </p:nvSpPr>
          <p:spPr>
            <a:xfrm>
              <a:off x="697092" y="7396816"/>
              <a:ext cx="75895" cy="75895"/>
            </a:xfrm>
            <a:prstGeom prst="ellipse">
              <a:avLst/>
            </a:prstGeom>
            <a:solidFill>
              <a:schemeClr val="bg1">
                <a:lumMod val="75000"/>
              </a:schemeClr>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680" name="Text 36">
              <a:extLst>
                <a:ext uri="{FF2B5EF4-FFF2-40B4-BE49-F238E27FC236}">
                  <a16:creationId xmlns:a16="http://schemas.microsoft.com/office/drawing/2014/main" id="{97294C5A-3B84-F580-E2D4-29C8D5231926}"/>
                </a:ext>
              </a:extLst>
            </p:cNvPr>
            <p:cNvSpPr txBox="1"/>
            <p:nvPr/>
          </p:nvSpPr>
          <p:spPr>
            <a:xfrm>
              <a:off x="819388" y="7335551"/>
              <a:ext cx="1144829" cy="152705"/>
            </a:xfrm>
            <a:prstGeom prst="rect">
              <a:avLst/>
            </a:prstGeom>
            <a:noFill/>
            <a:ln/>
          </p:spPr>
          <p:txBody>
            <a:bodyPr wrap="square" lIns="0" tIns="0" rIns="0" bIns="0" rtlCol="0" anchor="ctr"/>
            <a:lstStyle/>
            <a:p>
              <a:pPr defTabSz="849112">
                <a:defRPr/>
              </a:pPr>
              <a:r>
                <a:rPr lang="en-US" sz="650" kern="0" dirty="0">
                  <a:solidFill>
                    <a:srgbClr val="6B7280"/>
                  </a:solidFill>
                  <a:latin typeface="STC Forward" panose="00000500000000000000" pitchFamily="2" charset="-78"/>
                  <a:ea typeface="Inter" pitchFamily="34" charset="-122"/>
                  <a:cs typeface="STC Forward" panose="00000500000000000000" pitchFamily="2" charset="-78"/>
                </a:rPr>
                <a:t>TEC Validated</a:t>
              </a:r>
              <a:r>
                <a:rPr lang="en-US" sz="650" b="1" kern="0" dirty="0">
                  <a:solidFill>
                    <a:srgbClr val="6B7280"/>
                  </a:solidFill>
                  <a:latin typeface="STC Forward" panose="00000500000000000000" pitchFamily="2" charset="-78"/>
                  <a:ea typeface="Inter" pitchFamily="34" charset="-122"/>
                  <a:cs typeface="STC Forward" panose="00000500000000000000" pitchFamily="2" charset="-78"/>
                </a:rPr>
                <a:t>:</a:t>
              </a:r>
              <a:endParaRPr lang="en-US" sz="975" b="1" kern="0" dirty="0">
                <a:solidFill>
                  <a:srgbClr val="9CA3AF"/>
                </a:solidFill>
                <a:latin typeface="STC Forward" panose="00000500000000000000" pitchFamily="2" charset="-78"/>
                <a:ea typeface="Inter" pitchFamily="34" charset="-122"/>
                <a:cs typeface="STC Forward" panose="00000500000000000000" pitchFamily="2" charset="-78"/>
              </a:endParaRPr>
            </a:p>
          </p:txBody>
        </p:sp>
      </p:grpSp>
      <p:sp>
        <p:nvSpPr>
          <p:cNvPr id="28681" name="Text 25">
            <a:extLst>
              <a:ext uri="{FF2B5EF4-FFF2-40B4-BE49-F238E27FC236}">
                <a16:creationId xmlns:a16="http://schemas.microsoft.com/office/drawing/2014/main" id="{BB5B6CE6-6A97-1E38-AA79-C035B1C90E99}"/>
              </a:ext>
            </a:extLst>
          </p:cNvPr>
          <p:cNvSpPr txBox="1"/>
          <p:nvPr/>
        </p:nvSpPr>
        <p:spPr>
          <a:xfrm>
            <a:off x="5032997" y="7585477"/>
            <a:ext cx="399495" cy="144650"/>
          </a:xfrm>
          <a:prstGeom prst="rect">
            <a:avLst/>
          </a:prstGeom>
          <a:noFill/>
          <a:ln/>
        </p:spPr>
        <p:txBody>
          <a:bodyPr wrap="square" lIns="0" tIns="0" rIns="0" bIns="0" rtlCol="0" anchor="ctr"/>
          <a:lstStyle/>
          <a:p>
            <a:pPr algn="ctr" defTabSz="849112">
              <a:defRPr/>
            </a:pPr>
            <a:r>
              <a:rPr lang="en-US" sz="464" b="1" kern="0" spc="42" dirty="0">
                <a:solidFill>
                  <a:srgbClr val="6B7280"/>
                </a:solidFill>
                <a:latin typeface="STC Forward" panose="00000500000000000000" pitchFamily="2" charset="-78"/>
                <a:ea typeface="Inter" pitchFamily="34" charset="-122"/>
                <a:cs typeface="STC Forward" panose="00000500000000000000" pitchFamily="2" charset="-78"/>
              </a:rPr>
              <a:t>OPEX</a:t>
            </a:r>
            <a:endParaRPr lang="en-US" sz="464" kern="0" dirty="0">
              <a:solidFill>
                <a:prstClr val="black"/>
              </a:solidFill>
              <a:latin typeface="STC Forward" panose="00000500000000000000" pitchFamily="2" charset="-78"/>
              <a:cs typeface="STC Forward" panose="00000500000000000000" pitchFamily="2" charset="-78"/>
            </a:endParaRPr>
          </a:p>
        </p:txBody>
      </p:sp>
      <p:sp>
        <p:nvSpPr>
          <p:cNvPr id="28682" name="TextBox 28681">
            <a:extLst>
              <a:ext uri="{FF2B5EF4-FFF2-40B4-BE49-F238E27FC236}">
                <a16:creationId xmlns:a16="http://schemas.microsoft.com/office/drawing/2014/main" id="{BF805DA6-0686-624E-0871-ADE159D9D849}"/>
              </a:ext>
            </a:extLst>
          </p:cNvPr>
          <p:cNvSpPr txBox="1"/>
          <p:nvPr/>
        </p:nvSpPr>
        <p:spPr>
          <a:xfrm>
            <a:off x="6200945" y="7529195"/>
            <a:ext cx="547281" cy="263790"/>
          </a:xfrm>
          <a:prstGeom prst="rect">
            <a:avLst/>
          </a:prstGeom>
          <a:noFill/>
        </p:spPr>
        <p:txBody>
          <a:bodyPr wrap="square">
            <a:spAutoFit/>
          </a:bodyPr>
          <a:lstStyle/>
          <a:p>
            <a:pPr defTabSz="424556"/>
            <a:r>
              <a:rPr lang="en-US" sz="1021" b="1" kern="0" dirty="0">
                <a:solidFill>
                  <a:srgbClr val="4F008C"/>
                </a:solidFill>
                <a:latin typeface="STC Forward" panose="00000500000000000000" pitchFamily="2" charset="-78"/>
                <a:ea typeface="Inter" pitchFamily="34" charset="-122"/>
                <a:cs typeface="STC Forward" panose="00000500000000000000" pitchFamily="2" charset="-78"/>
              </a:rPr>
              <a:t>0.0</a:t>
            </a:r>
            <a:r>
              <a:rPr lang="en-US" sz="1114" b="1" kern="0" dirty="0">
                <a:solidFill>
                  <a:srgbClr val="4F008C"/>
                </a:solidFill>
                <a:latin typeface="STC Forward" panose="00000500000000000000" pitchFamily="2" charset="-78"/>
                <a:ea typeface="Inter" pitchFamily="34" charset="-122"/>
                <a:cs typeface="STC Forward" panose="00000500000000000000" pitchFamily="2" charset="-78"/>
              </a:rPr>
              <a:t> </a:t>
            </a:r>
            <a:r>
              <a:rPr lang="en-US" sz="650" b="1" kern="0" dirty="0">
                <a:solidFill>
                  <a:srgbClr val="9CA3AF"/>
                </a:solidFill>
                <a:latin typeface="STC Forward" panose="00000500000000000000" pitchFamily="2" charset="-78"/>
                <a:ea typeface="Inter" pitchFamily="34" charset="-122"/>
                <a:cs typeface="STC Forward" panose="00000500000000000000" pitchFamily="2" charset="-78"/>
              </a:rPr>
              <a:t>M</a:t>
            </a:r>
          </a:p>
        </p:txBody>
      </p:sp>
      <p:grpSp>
        <p:nvGrpSpPr>
          <p:cNvPr id="28683" name="Group 28682">
            <a:extLst>
              <a:ext uri="{FF2B5EF4-FFF2-40B4-BE49-F238E27FC236}">
                <a16:creationId xmlns:a16="http://schemas.microsoft.com/office/drawing/2014/main" id="{8DA31548-1350-40E5-BB79-5342E1599D52}"/>
              </a:ext>
            </a:extLst>
          </p:cNvPr>
          <p:cNvGrpSpPr/>
          <p:nvPr/>
        </p:nvGrpSpPr>
        <p:grpSpPr>
          <a:xfrm>
            <a:off x="7572880" y="7336587"/>
            <a:ext cx="1176616" cy="141798"/>
            <a:chOff x="697092" y="7335551"/>
            <a:chExt cx="1267125" cy="152705"/>
          </a:xfrm>
        </p:grpSpPr>
        <p:sp>
          <p:nvSpPr>
            <p:cNvPr id="28684" name="Shape 35">
              <a:extLst>
                <a:ext uri="{FF2B5EF4-FFF2-40B4-BE49-F238E27FC236}">
                  <a16:creationId xmlns:a16="http://schemas.microsoft.com/office/drawing/2014/main" id="{A06B2582-D190-C938-C7E2-127613A9F351}"/>
                </a:ext>
              </a:extLst>
            </p:cNvPr>
            <p:cNvSpPr/>
            <p:nvPr/>
          </p:nvSpPr>
          <p:spPr>
            <a:xfrm>
              <a:off x="697092" y="7396816"/>
              <a:ext cx="75895" cy="75895"/>
            </a:xfrm>
            <a:prstGeom prst="ellipse">
              <a:avLst/>
            </a:prstGeom>
            <a:solidFill>
              <a:schemeClr val="bg1">
                <a:lumMod val="75000"/>
              </a:schemeClr>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685" name="Text 36">
              <a:extLst>
                <a:ext uri="{FF2B5EF4-FFF2-40B4-BE49-F238E27FC236}">
                  <a16:creationId xmlns:a16="http://schemas.microsoft.com/office/drawing/2014/main" id="{CDB300A0-CB6E-7632-D1A3-1D7F6BCD4AB4}"/>
                </a:ext>
              </a:extLst>
            </p:cNvPr>
            <p:cNvSpPr txBox="1"/>
            <p:nvPr/>
          </p:nvSpPr>
          <p:spPr>
            <a:xfrm>
              <a:off x="819388" y="7335551"/>
              <a:ext cx="1144829" cy="152705"/>
            </a:xfrm>
            <a:prstGeom prst="rect">
              <a:avLst/>
            </a:prstGeom>
            <a:noFill/>
            <a:ln/>
          </p:spPr>
          <p:txBody>
            <a:bodyPr wrap="square" lIns="0" tIns="0" rIns="0" bIns="0" rtlCol="0" anchor="ctr"/>
            <a:lstStyle/>
            <a:p>
              <a:pPr defTabSz="849112">
                <a:defRPr/>
              </a:pPr>
              <a:r>
                <a:rPr lang="en-US" sz="650" kern="0" dirty="0">
                  <a:solidFill>
                    <a:srgbClr val="6B7280"/>
                  </a:solidFill>
                  <a:latin typeface="STC Forward" panose="00000500000000000000" pitchFamily="2" charset="-78"/>
                  <a:ea typeface="Inter" pitchFamily="34" charset="-122"/>
                  <a:cs typeface="STC Forward" panose="00000500000000000000" pitchFamily="2" charset="-78"/>
                </a:rPr>
                <a:t>TEC Validated:</a:t>
              </a:r>
              <a:endParaRPr lang="en-US" sz="975" b="1" kern="0" dirty="0">
                <a:solidFill>
                  <a:srgbClr val="9CA3AF"/>
                </a:solidFill>
                <a:latin typeface="STC Forward" panose="00000500000000000000" pitchFamily="2" charset="-78"/>
                <a:ea typeface="Inter" pitchFamily="34" charset="-122"/>
                <a:cs typeface="STC Forward" panose="00000500000000000000" pitchFamily="2" charset="-78"/>
              </a:endParaRPr>
            </a:p>
          </p:txBody>
        </p:sp>
      </p:grpSp>
      <p:sp>
        <p:nvSpPr>
          <p:cNvPr id="28686" name="Text 25">
            <a:extLst>
              <a:ext uri="{FF2B5EF4-FFF2-40B4-BE49-F238E27FC236}">
                <a16:creationId xmlns:a16="http://schemas.microsoft.com/office/drawing/2014/main" id="{AFFBCC3F-91EC-A61B-B230-75C123CA4454}"/>
              </a:ext>
            </a:extLst>
          </p:cNvPr>
          <p:cNvSpPr txBox="1"/>
          <p:nvPr/>
        </p:nvSpPr>
        <p:spPr>
          <a:xfrm>
            <a:off x="7155711" y="7335161"/>
            <a:ext cx="399495" cy="144650"/>
          </a:xfrm>
          <a:prstGeom prst="rect">
            <a:avLst/>
          </a:prstGeom>
          <a:noFill/>
          <a:ln/>
        </p:spPr>
        <p:txBody>
          <a:bodyPr wrap="square" lIns="0" tIns="0" rIns="0" bIns="0" rtlCol="0" anchor="ctr"/>
          <a:lstStyle/>
          <a:p>
            <a:pPr algn="ctr" defTabSz="849112">
              <a:defRPr/>
            </a:pPr>
            <a:r>
              <a:rPr lang="en-US" sz="464" b="1" kern="0" spc="42" dirty="0">
                <a:solidFill>
                  <a:srgbClr val="6B7280"/>
                </a:solidFill>
                <a:latin typeface="STC Forward" panose="00000500000000000000" pitchFamily="2" charset="-78"/>
                <a:ea typeface="Inter" pitchFamily="34" charset="-122"/>
                <a:cs typeface="STC Forward" panose="00000500000000000000" pitchFamily="2" charset="-78"/>
              </a:rPr>
              <a:t>CAPEX</a:t>
            </a:r>
            <a:endParaRPr lang="en-US" sz="464" kern="0" dirty="0">
              <a:solidFill>
                <a:prstClr val="black"/>
              </a:solidFill>
              <a:latin typeface="STC Forward" panose="00000500000000000000" pitchFamily="2" charset="-78"/>
              <a:cs typeface="STC Forward" panose="00000500000000000000" pitchFamily="2" charset="-78"/>
            </a:endParaRPr>
          </a:p>
        </p:txBody>
      </p:sp>
      <p:grpSp>
        <p:nvGrpSpPr>
          <p:cNvPr id="28687" name="Group 28686">
            <a:extLst>
              <a:ext uri="{FF2B5EF4-FFF2-40B4-BE49-F238E27FC236}">
                <a16:creationId xmlns:a16="http://schemas.microsoft.com/office/drawing/2014/main" id="{DFA9DC74-22B1-B225-700B-4BD2110BA740}"/>
              </a:ext>
            </a:extLst>
          </p:cNvPr>
          <p:cNvGrpSpPr/>
          <p:nvPr/>
        </p:nvGrpSpPr>
        <p:grpSpPr>
          <a:xfrm>
            <a:off x="7572880" y="6713076"/>
            <a:ext cx="750779" cy="141798"/>
            <a:chOff x="697092" y="7335551"/>
            <a:chExt cx="808531" cy="152705"/>
          </a:xfrm>
        </p:grpSpPr>
        <p:sp>
          <p:nvSpPr>
            <p:cNvPr id="28688" name="Shape 35">
              <a:extLst>
                <a:ext uri="{FF2B5EF4-FFF2-40B4-BE49-F238E27FC236}">
                  <a16:creationId xmlns:a16="http://schemas.microsoft.com/office/drawing/2014/main" id="{6275A826-12C3-B12E-57A3-17D4863CA0F5}"/>
                </a:ext>
              </a:extLst>
            </p:cNvPr>
            <p:cNvSpPr/>
            <p:nvPr/>
          </p:nvSpPr>
          <p:spPr>
            <a:xfrm>
              <a:off x="697092" y="7389196"/>
              <a:ext cx="75895" cy="75895"/>
            </a:xfrm>
            <a:prstGeom prst="ellipse">
              <a:avLst/>
            </a:prstGeom>
            <a:solidFill>
              <a:schemeClr val="bg1">
                <a:lumMod val="75000"/>
              </a:schemeClr>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689" name="Text 36">
              <a:extLst>
                <a:ext uri="{FF2B5EF4-FFF2-40B4-BE49-F238E27FC236}">
                  <a16:creationId xmlns:a16="http://schemas.microsoft.com/office/drawing/2014/main" id="{417377FE-DD89-3E52-F1D9-D94DB92F1A2E}"/>
                </a:ext>
              </a:extLst>
            </p:cNvPr>
            <p:cNvSpPr txBox="1"/>
            <p:nvPr/>
          </p:nvSpPr>
          <p:spPr>
            <a:xfrm>
              <a:off x="819388" y="7335551"/>
              <a:ext cx="686235" cy="152705"/>
            </a:xfrm>
            <a:prstGeom prst="rect">
              <a:avLst/>
            </a:prstGeom>
            <a:noFill/>
            <a:ln/>
          </p:spPr>
          <p:txBody>
            <a:bodyPr wrap="square" lIns="0" tIns="0" rIns="0" bIns="0" rtlCol="0" anchor="ctr"/>
            <a:lstStyle/>
            <a:p>
              <a:pPr defTabSz="849112">
                <a:defRPr/>
              </a:pPr>
              <a:r>
                <a:rPr lang="en-US" sz="650" kern="0" dirty="0">
                  <a:solidFill>
                    <a:srgbClr val="6B7280"/>
                  </a:solidFill>
                  <a:latin typeface="STC Forward" panose="00000500000000000000" pitchFamily="2" charset="-78"/>
                  <a:ea typeface="Inter" pitchFamily="34" charset="-122"/>
                  <a:cs typeface="STC Forward" panose="00000500000000000000" pitchFamily="2" charset="-78"/>
                </a:rPr>
                <a:t>TSA Effort:</a:t>
              </a:r>
              <a:endParaRPr lang="en-US" sz="975" b="1" kern="0" dirty="0">
                <a:solidFill>
                  <a:srgbClr val="9CA3AF"/>
                </a:solidFill>
                <a:latin typeface="STC Forward" panose="00000500000000000000" pitchFamily="2" charset="-78"/>
                <a:ea typeface="Inter" pitchFamily="34" charset="-122"/>
                <a:cs typeface="STC Forward" panose="00000500000000000000" pitchFamily="2" charset="-78"/>
              </a:endParaRPr>
            </a:p>
          </p:txBody>
        </p:sp>
      </p:grpSp>
      <p:sp>
        <p:nvSpPr>
          <p:cNvPr id="28690" name="Text 25">
            <a:extLst>
              <a:ext uri="{FF2B5EF4-FFF2-40B4-BE49-F238E27FC236}">
                <a16:creationId xmlns:a16="http://schemas.microsoft.com/office/drawing/2014/main" id="{5DFAB0D7-F780-1122-0137-F236920D2359}"/>
              </a:ext>
            </a:extLst>
          </p:cNvPr>
          <p:cNvSpPr txBox="1"/>
          <p:nvPr/>
        </p:nvSpPr>
        <p:spPr>
          <a:xfrm>
            <a:off x="7155711" y="6711650"/>
            <a:ext cx="399495" cy="144650"/>
          </a:xfrm>
          <a:prstGeom prst="rect">
            <a:avLst/>
          </a:prstGeom>
          <a:noFill/>
          <a:ln/>
        </p:spPr>
        <p:txBody>
          <a:bodyPr wrap="square" lIns="0" tIns="0" rIns="0" bIns="0" rtlCol="0" anchor="ctr"/>
          <a:lstStyle/>
          <a:p>
            <a:pPr algn="ctr" defTabSz="849112">
              <a:defRPr/>
            </a:pPr>
            <a:r>
              <a:rPr lang="en-US" sz="464" b="1" kern="0" spc="42" dirty="0">
                <a:solidFill>
                  <a:srgbClr val="6B7280"/>
                </a:solidFill>
                <a:latin typeface="STC Forward" panose="00000500000000000000" pitchFamily="2" charset="-78"/>
                <a:ea typeface="Inter" pitchFamily="34" charset="-122"/>
                <a:cs typeface="STC Forward" panose="00000500000000000000" pitchFamily="2" charset="-78"/>
              </a:rPr>
              <a:t>CAPEX</a:t>
            </a:r>
            <a:endParaRPr lang="en-US" sz="464" kern="0" dirty="0">
              <a:solidFill>
                <a:prstClr val="black"/>
              </a:solidFill>
              <a:latin typeface="STC Forward" panose="00000500000000000000" pitchFamily="2" charset="-78"/>
              <a:cs typeface="STC Forward" panose="00000500000000000000" pitchFamily="2" charset="-78"/>
            </a:endParaRPr>
          </a:p>
        </p:txBody>
      </p:sp>
      <p:sp>
        <p:nvSpPr>
          <p:cNvPr id="28691" name="TextBox 28690">
            <a:extLst>
              <a:ext uri="{FF2B5EF4-FFF2-40B4-BE49-F238E27FC236}">
                <a16:creationId xmlns:a16="http://schemas.microsoft.com/office/drawing/2014/main" id="{57D78EF4-7647-B847-7F87-92C9EB461D0D}"/>
              </a:ext>
            </a:extLst>
          </p:cNvPr>
          <p:cNvSpPr txBox="1"/>
          <p:nvPr/>
        </p:nvSpPr>
        <p:spPr>
          <a:xfrm>
            <a:off x="8323659" y="6655368"/>
            <a:ext cx="547281" cy="249427"/>
          </a:xfrm>
          <a:prstGeom prst="rect">
            <a:avLst/>
          </a:prstGeom>
          <a:noFill/>
        </p:spPr>
        <p:txBody>
          <a:bodyPr wrap="square">
            <a:spAutoFit/>
          </a:bodyPr>
          <a:lstStyle/>
          <a:p>
            <a:pPr defTabSz="424556"/>
            <a:r>
              <a:rPr lang="en-US" sz="1021" b="1" kern="0" dirty="0">
                <a:solidFill>
                  <a:srgbClr val="4F008C"/>
                </a:solidFill>
                <a:latin typeface="STC Forward" panose="00000500000000000000" pitchFamily="2" charset="-78"/>
                <a:ea typeface="Inter" pitchFamily="34" charset="-122"/>
                <a:cs typeface="STC Forward" panose="00000500000000000000" pitchFamily="2" charset="-78"/>
              </a:rPr>
              <a:t>0.0 </a:t>
            </a:r>
            <a:r>
              <a:rPr lang="en-US" sz="650" b="1" kern="0" dirty="0">
                <a:solidFill>
                  <a:srgbClr val="9CA3AF"/>
                </a:solidFill>
                <a:latin typeface="STC Forward" panose="00000500000000000000" pitchFamily="2" charset="-78"/>
                <a:ea typeface="Inter" pitchFamily="34" charset="-122"/>
                <a:cs typeface="STC Forward" panose="00000500000000000000" pitchFamily="2" charset="-78"/>
              </a:rPr>
              <a:t>M</a:t>
            </a:r>
            <a:endParaRPr lang="en-US" sz="1486" dirty="0">
              <a:solidFill>
                <a:prstClr val="black"/>
              </a:solidFill>
              <a:latin typeface="Calibri" panose="020F0502020204030204"/>
            </a:endParaRPr>
          </a:p>
        </p:txBody>
      </p:sp>
      <p:sp>
        <p:nvSpPr>
          <p:cNvPr id="28692" name="Shape 35">
            <a:extLst>
              <a:ext uri="{FF2B5EF4-FFF2-40B4-BE49-F238E27FC236}">
                <a16:creationId xmlns:a16="http://schemas.microsoft.com/office/drawing/2014/main" id="{9D795D89-4607-6525-49A6-8D5E3B10D735}"/>
              </a:ext>
            </a:extLst>
          </p:cNvPr>
          <p:cNvSpPr/>
          <p:nvPr/>
        </p:nvSpPr>
        <p:spPr>
          <a:xfrm>
            <a:off x="7572880" y="6995499"/>
            <a:ext cx="70474" cy="70474"/>
          </a:xfrm>
          <a:prstGeom prst="ellipse">
            <a:avLst/>
          </a:prstGeom>
          <a:solidFill>
            <a:schemeClr val="bg1">
              <a:lumMod val="75000"/>
            </a:schemeClr>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693" name="Text 36">
            <a:extLst>
              <a:ext uri="{FF2B5EF4-FFF2-40B4-BE49-F238E27FC236}">
                <a16:creationId xmlns:a16="http://schemas.microsoft.com/office/drawing/2014/main" id="{503E7275-0050-7798-B9DD-B06D2049E5E3}"/>
              </a:ext>
            </a:extLst>
          </p:cNvPr>
          <p:cNvSpPr txBox="1"/>
          <p:nvPr/>
        </p:nvSpPr>
        <p:spPr>
          <a:xfrm>
            <a:off x="7686442" y="6945686"/>
            <a:ext cx="547281" cy="141798"/>
          </a:xfrm>
          <a:prstGeom prst="rect">
            <a:avLst/>
          </a:prstGeom>
          <a:noFill/>
          <a:ln/>
        </p:spPr>
        <p:txBody>
          <a:bodyPr wrap="square" lIns="0" tIns="0" rIns="0" bIns="0" rtlCol="0" anchor="ctr"/>
          <a:lstStyle/>
          <a:p>
            <a:pPr defTabSz="849112">
              <a:defRPr/>
            </a:pPr>
            <a:r>
              <a:rPr lang="en-US" sz="650" kern="0" dirty="0">
                <a:solidFill>
                  <a:srgbClr val="6B7280"/>
                </a:solidFill>
                <a:latin typeface="STC Forward" panose="00000500000000000000" pitchFamily="2" charset="-78"/>
                <a:ea typeface="Inter" pitchFamily="34" charset="-122"/>
                <a:cs typeface="STC Forward" panose="00000500000000000000" pitchFamily="2" charset="-78"/>
              </a:rPr>
              <a:t>TSA Effort</a:t>
            </a:r>
            <a:r>
              <a:rPr lang="en-US" sz="650" b="1" kern="0" dirty="0">
                <a:solidFill>
                  <a:srgbClr val="6B7280"/>
                </a:solidFill>
                <a:latin typeface="STC Forward" panose="00000500000000000000" pitchFamily="2" charset="-78"/>
                <a:ea typeface="Inter" pitchFamily="34" charset="-122"/>
                <a:cs typeface="STC Forward" panose="00000500000000000000" pitchFamily="2" charset="-78"/>
              </a:rPr>
              <a:t>:</a:t>
            </a:r>
            <a:endParaRPr lang="en-US" sz="975" b="1" kern="0" dirty="0">
              <a:solidFill>
                <a:srgbClr val="9CA3AF"/>
              </a:solidFill>
              <a:latin typeface="STC Forward" panose="00000500000000000000" pitchFamily="2" charset="-78"/>
              <a:ea typeface="Inter" pitchFamily="34" charset="-122"/>
              <a:cs typeface="STC Forward" panose="00000500000000000000" pitchFamily="2" charset="-78"/>
            </a:endParaRPr>
          </a:p>
        </p:txBody>
      </p:sp>
      <p:sp>
        <p:nvSpPr>
          <p:cNvPr id="28694" name="Text 25">
            <a:extLst>
              <a:ext uri="{FF2B5EF4-FFF2-40B4-BE49-F238E27FC236}">
                <a16:creationId xmlns:a16="http://schemas.microsoft.com/office/drawing/2014/main" id="{3D961FDE-AE95-9651-1C2F-3BF46976CF0C}"/>
              </a:ext>
            </a:extLst>
          </p:cNvPr>
          <p:cNvSpPr txBox="1"/>
          <p:nvPr/>
        </p:nvSpPr>
        <p:spPr>
          <a:xfrm>
            <a:off x="7155711" y="6944260"/>
            <a:ext cx="399495" cy="144650"/>
          </a:xfrm>
          <a:prstGeom prst="rect">
            <a:avLst/>
          </a:prstGeom>
          <a:noFill/>
          <a:ln/>
        </p:spPr>
        <p:txBody>
          <a:bodyPr wrap="square" lIns="0" tIns="0" rIns="0" bIns="0" rtlCol="0" anchor="ctr"/>
          <a:lstStyle/>
          <a:p>
            <a:pPr algn="ctr" defTabSz="849112">
              <a:defRPr/>
            </a:pPr>
            <a:r>
              <a:rPr lang="en-US" sz="464" b="1" kern="0" spc="42" dirty="0">
                <a:solidFill>
                  <a:srgbClr val="6B7280"/>
                </a:solidFill>
                <a:latin typeface="STC Forward" panose="00000500000000000000" pitchFamily="2" charset="-78"/>
                <a:ea typeface="Inter" pitchFamily="34" charset="-122"/>
                <a:cs typeface="STC Forward" panose="00000500000000000000" pitchFamily="2" charset="-78"/>
              </a:rPr>
              <a:t>OPEX</a:t>
            </a:r>
            <a:endParaRPr lang="en-US" sz="464" kern="0" dirty="0">
              <a:solidFill>
                <a:prstClr val="black"/>
              </a:solidFill>
              <a:latin typeface="STC Forward" panose="00000500000000000000" pitchFamily="2" charset="-78"/>
              <a:cs typeface="STC Forward" panose="00000500000000000000" pitchFamily="2" charset="-78"/>
            </a:endParaRPr>
          </a:p>
        </p:txBody>
      </p:sp>
      <p:sp>
        <p:nvSpPr>
          <p:cNvPr id="28695" name="TextBox 28694">
            <a:extLst>
              <a:ext uri="{FF2B5EF4-FFF2-40B4-BE49-F238E27FC236}">
                <a16:creationId xmlns:a16="http://schemas.microsoft.com/office/drawing/2014/main" id="{58B75041-C2E2-8399-5B8E-D4AB2423EE23}"/>
              </a:ext>
            </a:extLst>
          </p:cNvPr>
          <p:cNvSpPr txBox="1"/>
          <p:nvPr/>
        </p:nvSpPr>
        <p:spPr>
          <a:xfrm>
            <a:off x="8323659" y="6887978"/>
            <a:ext cx="547281" cy="263790"/>
          </a:xfrm>
          <a:prstGeom prst="rect">
            <a:avLst/>
          </a:prstGeom>
          <a:noFill/>
        </p:spPr>
        <p:txBody>
          <a:bodyPr wrap="square">
            <a:spAutoFit/>
          </a:bodyPr>
          <a:lstStyle/>
          <a:p>
            <a:pPr defTabSz="424556"/>
            <a:r>
              <a:rPr lang="en-US" sz="1021" b="1" kern="0" dirty="0">
                <a:solidFill>
                  <a:srgbClr val="4F008C"/>
                </a:solidFill>
                <a:latin typeface="STC Forward" panose="00000500000000000000" pitchFamily="2" charset="-78"/>
                <a:ea typeface="Inter" pitchFamily="34" charset="-122"/>
                <a:cs typeface="STC Forward" panose="00000500000000000000" pitchFamily="2" charset="-78"/>
              </a:rPr>
              <a:t>0.0</a:t>
            </a:r>
            <a:r>
              <a:rPr lang="en-US" sz="1114" b="1" kern="0" dirty="0">
                <a:solidFill>
                  <a:srgbClr val="4F008C"/>
                </a:solidFill>
                <a:latin typeface="STC Forward" panose="00000500000000000000" pitchFamily="2" charset="-78"/>
                <a:ea typeface="Inter" pitchFamily="34" charset="-122"/>
                <a:cs typeface="STC Forward" panose="00000500000000000000" pitchFamily="2" charset="-78"/>
              </a:rPr>
              <a:t> </a:t>
            </a:r>
            <a:r>
              <a:rPr lang="en-US" sz="650" b="1" kern="0" dirty="0">
                <a:solidFill>
                  <a:srgbClr val="9CA3AF"/>
                </a:solidFill>
                <a:latin typeface="STC Forward" panose="00000500000000000000" pitchFamily="2" charset="-78"/>
                <a:ea typeface="Inter" pitchFamily="34" charset="-122"/>
                <a:cs typeface="STC Forward" panose="00000500000000000000" pitchFamily="2" charset="-78"/>
              </a:rPr>
              <a:t>M</a:t>
            </a:r>
          </a:p>
        </p:txBody>
      </p:sp>
      <p:sp>
        <p:nvSpPr>
          <p:cNvPr id="28696" name="TextBox 28695">
            <a:extLst>
              <a:ext uri="{FF2B5EF4-FFF2-40B4-BE49-F238E27FC236}">
                <a16:creationId xmlns:a16="http://schemas.microsoft.com/office/drawing/2014/main" id="{C59F729B-9E84-CE33-9F34-AF2237FDF92C}"/>
              </a:ext>
            </a:extLst>
          </p:cNvPr>
          <p:cNvSpPr txBox="1"/>
          <p:nvPr/>
        </p:nvSpPr>
        <p:spPr>
          <a:xfrm>
            <a:off x="8323659" y="7224447"/>
            <a:ext cx="547281" cy="263790"/>
          </a:xfrm>
          <a:prstGeom prst="rect">
            <a:avLst/>
          </a:prstGeom>
          <a:noFill/>
        </p:spPr>
        <p:txBody>
          <a:bodyPr wrap="square">
            <a:spAutoFit/>
          </a:bodyPr>
          <a:lstStyle/>
          <a:p>
            <a:pPr defTabSz="424556"/>
            <a:r>
              <a:rPr lang="en-US" sz="1021" b="1" kern="0" dirty="0">
                <a:solidFill>
                  <a:srgbClr val="4F008C"/>
                </a:solidFill>
                <a:latin typeface="STC Forward" panose="00000500000000000000" pitchFamily="2" charset="-78"/>
                <a:ea typeface="Inter" pitchFamily="34" charset="-122"/>
                <a:cs typeface="STC Forward" panose="00000500000000000000" pitchFamily="2" charset="-78"/>
              </a:rPr>
              <a:t>0.0</a:t>
            </a:r>
            <a:r>
              <a:rPr lang="en-US" sz="1114" b="1" kern="0" dirty="0">
                <a:solidFill>
                  <a:srgbClr val="4F008C"/>
                </a:solidFill>
                <a:latin typeface="STC Forward" panose="00000500000000000000" pitchFamily="2" charset="-78"/>
                <a:ea typeface="Inter" pitchFamily="34" charset="-122"/>
                <a:cs typeface="STC Forward" panose="00000500000000000000" pitchFamily="2" charset="-78"/>
              </a:rPr>
              <a:t> </a:t>
            </a:r>
            <a:r>
              <a:rPr lang="en-US" sz="650" b="1" kern="0" dirty="0">
                <a:solidFill>
                  <a:srgbClr val="9CA3AF"/>
                </a:solidFill>
                <a:latin typeface="STC Forward" panose="00000500000000000000" pitchFamily="2" charset="-78"/>
                <a:ea typeface="Inter" pitchFamily="34" charset="-122"/>
                <a:cs typeface="STC Forward" panose="00000500000000000000" pitchFamily="2" charset="-78"/>
              </a:rPr>
              <a:t>M</a:t>
            </a:r>
          </a:p>
        </p:txBody>
      </p:sp>
      <p:grpSp>
        <p:nvGrpSpPr>
          <p:cNvPr id="28697" name="Group 28696">
            <a:extLst>
              <a:ext uri="{FF2B5EF4-FFF2-40B4-BE49-F238E27FC236}">
                <a16:creationId xmlns:a16="http://schemas.microsoft.com/office/drawing/2014/main" id="{92A14088-DE00-C436-4232-CEAA3A4164D9}"/>
              </a:ext>
            </a:extLst>
          </p:cNvPr>
          <p:cNvGrpSpPr/>
          <p:nvPr/>
        </p:nvGrpSpPr>
        <p:grpSpPr>
          <a:xfrm>
            <a:off x="7572880" y="7586903"/>
            <a:ext cx="1176616" cy="141798"/>
            <a:chOff x="697092" y="7335551"/>
            <a:chExt cx="1267125" cy="152705"/>
          </a:xfrm>
        </p:grpSpPr>
        <p:sp>
          <p:nvSpPr>
            <p:cNvPr id="28698" name="Shape 35">
              <a:extLst>
                <a:ext uri="{FF2B5EF4-FFF2-40B4-BE49-F238E27FC236}">
                  <a16:creationId xmlns:a16="http://schemas.microsoft.com/office/drawing/2014/main" id="{19801146-0C13-455D-37BC-D68987CE2700}"/>
                </a:ext>
              </a:extLst>
            </p:cNvPr>
            <p:cNvSpPr/>
            <p:nvPr/>
          </p:nvSpPr>
          <p:spPr>
            <a:xfrm>
              <a:off x="697092" y="7396816"/>
              <a:ext cx="75895" cy="75895"/>
            </a:xfrm>
            <a:prstGeom prst="ellipse">
              <a:avLst/>
            </a:prstGeom>
            <a:solidFill>
              <a:schemeClr val="bg1">
                <a:lumMod val="75000"/>
              </a:schemeClr>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699" name="Text 36">
              <a:extLst>
                <a:ext uri="{FF2B5EF4-FFF2-40B4-BE49-F238E27FC236}">
                  <a16:creationId xmlns:a16="http://schemas.microsoft.com/office/drawing/2014/main" id="{D0FE45D6-2865-DB4D-AD86-288F19EA25D6}"/>
                </a:ext>
              </a:extLst>
            </p:cNvPr>
            <p:cNvSpPr txBox="1"/>
            <p:nvPr/>
          </p:nvSpPr>
          <p:spPr>
            <a:xfrm>
              <a:off x="819388" y="7335551"/>
              <a:ext cx="1144829" cy="152705"/>
            </a:xfrm>
            <a:prstGeom prst="rect">
              <a:avLst/>
            </a:prstGeom>
            <a:noFill/>
            <a:ln/>
          </p:spPr>
          <p:txBody>
            <a:bodyPr wrap="square" lIns="0" tIns="0" rIns="0" bIns="0" rtlCol="0" anchor="ctr"/>
            <a:lstStyle/>
            <a:p>
              <a:pPr defTabSz="849112">
                <a:defRPr/>
              </a:pPr>
              <a:r>
                <a:rPr lang="en-US" sz="650" kern="0" dirty="0">
                  <a:solidFill>
                    <a:srgbClr val="6B7280"/>
                  </a:solidFill>
                  <a:latin typeface="STC Forward" panose="00000500000000000000" pitchFamily="2" charset="-78"/>
                  <a:ea typeface="Inter" pitchFamily="34" charset="-122"/>
                  <a:cs typeface="STC Forward" panose="00000500000000000000" pitchFamily="2" charset="-78"/>
                </a:rPr>
                <a:t>TEC Validated</a:t>
              </a:r>
              <a:r>
                <a:rPr lang="en-US" sz="650" b="1" kern="0" dirty="0">
                  <a:solidFill>
                    <a:srgbClr val="6B7280"/>
                  </a:solidFill>
                  <a:latin typeface="STC Forward" panose="00000500000000000000" pitchFamily="2" charset="-78"/>
                  <a:ea typeface="Inter" pitchFamily="34" charset="-122"/>
                  <a:cs typeface="STC Forward" panose="00000500000000000000" pitchFamily="2" charset="-78"/>
                </a:rPr>
                <a:t>:</a:t>
              </a:r>
              <a:endParaRPr lang="en-US" sz="975" b="1" kern="0" dirty="0">
                <a:solidFill>
                  <a:srgbClr val="9CA3AF"/>
                </a:solidFill>
                <a:latin typeface="STC Forward" panose="00000500000000000000" pitchFamily="2" charset="-78"/>
                <a:ea typeface="Inter" pitchFamily="34" charset="-122"/>
                <a:cs typeface="STC Forward" panose="00000500000000000000" pitchFamily="2" charset="-78"/>
              </a:endParaRPr>
            </a:p>
          </p:txBody>
        </p:sp>
      </p:grpSp>
      <p:sp>
        <p:nvSpPr>
          <p:cNvPr id="28700" name="Text 25">
            <a:extLst>
              <a:ext uri="{FF2B5EF4-FFF2-40B4-BE49-F238E27FC236}">
                <a16:creationId xmlns:a16="http://schemas.microsoft.com/office/drawing/2014/main" id="{CF56A564-DF1F-C30A-80A5-FA3535FB54F0}"/>
              </a:ext>
            </a:extLst>
          </p:cNvPr>
          <p:cNvSpPr txBox="1"/>
          <p:nvPr/>
        </p:nvSpPr>
        <p:spPr>
          <a:xfrm>
            <a:off x="7155711" y="7585477"/>
            <a:ext cx="399495" cy="144650"/>
          </a:xfrm>
          <a:prstGeom prst="rect">
            <a:avLst/>
          </a:prstGeom>
          <a:noFill/>
          <a:ln/>
        </p:spPr>
        <p:txBody>
          <a:bodyPr wrap="square" lIns="0" tIns="0" rIns="0" bIns="0" rtlCol="0" anchor="ctr"/>
          <a:lstStyle/>
          <a:p>
            <a:pPr algn="ctr" defTabSz="849112">
              <a:defRPr/>
            </a:pPr>
            <a:r>
              <a:rPr lang="en-US" sz="464" b="1" kern="0" spc="42" dirty="0">
                <a:solidFill>
                  <a:srgbClr val="6B7280"/>
                </a:solidFill>
                <a:latin typeface="STC Forward" panose="00000500000000000000" pitchFamily="2" charset="-78"/>
                <a:ea typeface="Inter" pitchFamily="34" charset="-122"/>
                <a:cs typeface="STC Forward" panose="00000500000000000000" pitchFamily="2" charset="-78"/>
              </a:rPr>
              <a:t>OPEX</a:t>
            </a:r>
            <a:endParaRPr lang="en-US" sz="464" kern="0" dirty="0">
              <a:solidFill>
                <a:prstClr val="black"/>
              </a:solidFill>
              <a:latin typeface="STC Forward" panose="00000500000000000000" pitchFamily="2" charset="-78"/>
              <a:cs typeface="STC Forward" panose="00000500000000000000" pitchFamily="2" charset="-78"/>
            </a:endParaRPr>
          </a:p>
        </p:txBody>
      </p:sp>
      <p:sp>
        <p:nvSpPr>
          <p:cNvPr id="28701" name="TextBox 28700">
            <a:extLst>
              <a:ext uri="{FF2B5EF4-FFF2-40B4-BE49-F238E27FC236}">
                <a16:creationId xmlns:a16="http://schemas.microsoft.com/office/drawing/2014/main" id="{A0E07639-18BE-2F29-BCED-868FB451353B}"/>
              </a:ext>
            </a:extLst>
          </p:cNvPr>
          <p:cNvSpPr txBox="1"/>
          <p:nvPr/>
        </p:nvSpPr>
        <p:spPr>
          <a:xfrm>
            <a:off x="8323659" y="7529195"/>
            <a:ext cx="547281" cy="263790"/>
          </a:xfrm>
          <a:prstGeom prst="rect">
            <a:avLst/>
          </a:prstGeom>
          <a:noFill/>
        </p:spPr>
        <p:txBody>
          <a:bodyPr wrap="square">
            <a:spAutoFit/>
          </a:bodyPr>
          <a:lstStyle/>
          <a:p>
            <a:pPr defTabSz="424556"/>
            <a:r>
              <a:rPr lang="en-US" sz="1021" b="1" kern="0" dirty="0">
                <a:solidFill>
                  <a:srgbClr val="4F008C"/>
                </a:solidFill>
                <a:latin typeface="STC Forward" panose="00000500000000000000" pitchFamily="2" charset="-78"/>
                <a:ea typeface="Inter" pitchFamily="34" charset="-122"/>
                <a:cs typeface="STC Forward" panose="00000500000000000000" pitchFamily="2" charset="-78"/>
              </a:rPr>
              <a:t>0.0</a:t>
            </a:r>
            <a:r>
              <a:rPr lang="en-US" sz="1114" b="1" kern="0" dirty="0">
                <a:solidFill>
                  <a:srgbClr val="4F008C"/>
                </a:solidFill>
                <a:latin typeface="STC Forward" panose="00000500000000000000" pitchFamily="2" charset="-78"/>
                <a:ea typeface="Inter" pitchFamily="34" charset="-122"/>
                <a:cs typeface="STC Forward" panose="00000500000000000000" pitchFamily="2" charset="-78"/>
              </a:rPr>
              <a:t> </a:t>
            </a:r>
            <a:r>
              <a:rPr lang="en-US" sz="650" b="1" kern="0" dirty="0">
                <a:solidFill>
                  <a:srgbClr val="9CA3AF"/>
                </a:solidFill>
                <a:latin typeface="STC Forward" panose="00000500000000000000" pitchFamily="2" charset="-78"/>
                <a:ea typeface="Inter" pitchFamily="34" charset="-122"/>
                <a:cs typeface="STC Forward" panose="00000500000000000000" pitchFamily="2" charset="-78"/>
              </a:rPr>
              <a:t>M</a:t>
            </a:r>
          </a:p>
        </p:txBody>
      </p:sp>
      <p:grpSp>
        <p:nvGrpSpPr>
          <p:cNvPr id="28702" name="Group 28701">
            <a:extLst>
              <a:ext uri="{FF2B5EF4-FFF2-40B4-BE49-F238E27FC236}">
                <a16:creationId xmlns:a16="http://schemas.microsoft.com/office/drawing/2014/main" id="{AF0FECCD-83F8-BD12-85E3-A54A44576149}"/>
              </a:ext>
            </a:extLst>
          </p:cNvPr>
          <p:cNvGrpSpPr/>
          <p:nvPr/>
        </p:nvGrpSpPr>
        <p:grpSpPr>
          <a:xfrm>
            <a:off x="9695595" y="7336587"/>
            <a:ext cx="1176616" cy="141798"/>
            <a:chOff x="697092" y="7335551"/>
            <a:chExt cx="1267125" cy="152705"/>
          </a:xfrm>
        </p:grpSpPr>
        <p:sp>
          <p:nvSpPr>
            <p:cNvPr id="28703" name="Shape 35">
              <a:extLst>
                <a:ext uri="{FF2B5EF4-FFF2-40B4-BE49-F238E27FC236}">
                  <a16:creationId xmlns:a16="http://schemas.microsoft.com/office/drawing/2014/main" id="{7881377B-FFC8-09A7-57A3-458681F8EA9F}"/>
                </a:ext>
              </a:extLst>
            </p:cNvPr>
            <p:cNvSpPr/>
            <p:nvPr/>
          </p:nvSpPr>
          <p:spPr>
            <a:xfrm>
              <a:off x="697092" y="7396816"/>
              <a:ext cx="75895" cy="75895"/>
            </a:xfrm>
            <a:prstGeom prst="ellipse">
              <a:avLst/>
            </a:prstGeom>
            <a:solidFill>
              <a:schemeClr val="bg1">
                <a:lumMod val="75000"/>
              </a:schemeClr>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704" name="Text 36">
              <a:extLst>
                <a:ext uri="{FF2B5EF4-FFF2-40B4-BE49-F238E27FC236}">
                  <a16:creationId xmlns:a16="http://schemas.microsoft.com/office/drawing/2014/main" id="{8566945C-8813-6EC5-745D-8830DA1531F9}"/>
                </a:ext>
              </a:extLst>
            </p:cNvPr>
            <p:cNvSpPr txBox="1"/>
            <p:nvPr/>
          </p:nvSpPr>
          <p:spPr>
            <a:xfrm>
              <a:off x="819388" y="7335551"/>
              <a:ext cx="1144829" cy="152705"/>
            </a:xfrm>
            <a:prstGeom prst="rect">
              <a:avLst/>
            </a:prstGeom>
            <a:noFill/>
            <a:ln/>
          </p:spPr>
          <p:txBody>
            <a:bodyPr wrap="square" lIns="0" tIns="0" rIns="0" bIns="0" rtlCol="0" anchor="ctr"/>
            <a:lstStyle/>
            <a:p>
              <a:pPr defTabSz="849112">
                <a:defRPr/>
              </a:pPr>
              <a:r>
                <a:rPr lang="en-US" sz="650" kern="0" dirty="0">
                  <a:solidFill>
                    <a:srgbClr val="6B7280"/>
                  </a:solidFill>
                  <a:latin typeface="STC Forward" panose="00000500000000000000" pitchFamily="2" charset="-78"/>
                  <a:ea typeface="Inter" pitchFamily="34" charset="-122"/>
                  <a:cs typeface="STC Forward" panose="00000500000000000000" pitchFamily="2" charset="-78"/>
                </a:rPr>
                <a:t>TEC Validated:</a:t>
              </a:r>
              <a:endParaRPr lang="en-US" sz="975" b="1" kern="0" dirty="0">
                <a:solidFill>
                  <a:srgbClr val="9CA3AF"/>
                </a:solidFill>
                <a:latin typeface="STC Forward" panose="00000500000000000000" pitchFamily="2" charset="-78"/>
                <a:ea typeface="Inter" pitchFamily="34" charset="-122"/>
                <a:cs typeface="STC Forward" panose="00000500000000000000" pitchFamily="2" charset="-78"/>
              </a:endParaRPr>
            </a:p>
          </p:txBody>
        </p:sp>
      </p:grpSp>
      <p:sp>
        <p:nvSpPr>
          <p:cNvPr id="28705" name="Text 25">
            <a:extLst>
              <a:ext uri="{FF2B5EF4-FFF2-40B4-BE49-F238E27FC236}">
                <a16:creationId xmlns:a16="http://schemas.microsoft.com/office/drawing/2014/main" id="{732CD745-BF60-81D4-4B00-9B62D153C9A7}"/>
              </a:ext>
            </a:extLst>
          </p:cNvPr>
          <p:cNvSpPr txBox="1"/>
          <p:nvPr/>
        </p:nvSpPr>
        <p:spPr>
          <a:xfrm>
            <a:off x="9278425" y="7335161"/>
            <a:ext cx="399495" cy="144650"/>
          </a:xfrm>
          <a:prstGeom prst="rect">
            <a:avLst/>
          </a:prstGeom>
          <a:noFill/>
          <a:ln/>
        </p:spPr>
        <p:txBody>
          <a:bodyPr wrap="square" lIns="0" tIns="0" rIns="0" bIns="0" rtlCol="0" anchor="ctr"/>
          <a:lstStyle/>
          <a:p>
            <a:pPr algn="ctr" defTabSz="849112">
              <a:defRPr/>
            </a:pPr>
            <a:r>
              <a:rPr lang="en-US" sz="464" b="1" kern="0" spc="42" dirty="0">
                <a:solidFill>
                  <a:srgbClr val="6B7280"/>
                </a:solidFill>
                <a:latin typeface="STC Forward" panose="00000500000000000000" pitchFamily="2" charset="-78"/>
                <a:ea typeface="Inter" pitchFamily="34" charset="-122"/>
                <a:cs typeface="STC Forward" panose="00000500000000000000" pitchFamily="2" charset="-78"/>
              </a:rPr>
              <a:t>CAPEX</a:t>
            </a:r>
            <a:endParaRPr lang="en-US" sz="464" kern="0" dirty="0">
              <a:solidFill>
                <a:prstClr val="black"/>
              </a:solidFill>
              <a:latin typeface="STC Forward" panose="00000500000000000000" pitchFamily="2" charset="-78"/>
              <a:cs typeface="STC Forward" panose="00000500000000000000" pitchFamily="2" charset="-78"/>
            </a:endParaRPr>
          </a:p>
        </p:txBody>
      </p:sp>
      <p:grpSp>
        <p:nvGrpSpPr>
          <p:cNvPr id="28706" name="Group 28705">
            <a:extLst>
              <a:ext uri="{FF2B5EF4-FFF2-40B4-BE49-F238E27FC236}">
                <a16:creationId xmlns:a16="http://schemas.microsoft.com/office/drawing/2014/main" id="{87F6A3F7-13D3-B35D-173C-57A5B6469C01}"/>
              </a:ext>
            </a:extLst>
          </p:cNvPr>
          <p:cNvGrpSpPr/>
          <p:nvPr/>
        </p:nvGrpSpPr>
        <p:grpSpPr>
          <a:xfrm>
            <a:off x="9695594" y="6713076"/>
            <a:ext cx="750779" cy="141798"/>
            <a:chOff x="697092" y="7335551"/>
            <a:chExt cx="808531" cy="152705"/>
          </a:xfrm>
        </p:grpSpPr>
        <p:sp>
          <p:nvSpPr>
            <p:cNvPr id="28707" name="Shape 35">
              <a:extLst>
                <a:ext uri="{FF2B5EF4-FFF2-40B4-BE49-F238E27FC236}">
                  <a16:creationId xmlns:a16="http://schemas.microsoft.com/office/drawing/2014/main" id="{80BF75AA-D041-57E1-A8F0-970ADDDAD47C}"/>
                </a:ext>
              </a:extLst>
            </p:cNvPr>
            <p:cNvSpPr/>
            <p:nvPr/>
          </p:nvSpPr>
          <p:spPr>
            <a:xfrm>
              <a:off x="697092" y="7389196"/>
              <a:ext cx="75895" cy="75895"/>
            </a:xfrm>
            <a:prstGeom prst="ellipse">
              <a:avLst/>
            </a:prstGeom>
            <a:solidFill>
              <a:schemeClr val="bg1">
                <a:lumMod val="75000"/>
              </a:schemeClr>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708" name="Text 36">
              <a:extLst>
                <a:ext uri="{FF2B5EF4-FFF2-40B4-BE49-F238E27FC236}">
                  <a16:creationId xmlns:a16="http://schemas.microsoft.com/office/drawing/2014/main" id="{3ABFC679-0DCF-1B3F-1247-69471A269CAC}"/>
                </a:ext>
              </a:extLst>
            </p:cNvPr>
            <p:cNvSpPr txBox="1"/>
            <p:nvPr/>
          </p:nvSpPr>
          <p:spPr>
            <a:xfrm>
              <a:off x="819388" y="7335551"/>
              <a:ext cx="686235" cy="152705"/>
            </a:xfrm>
            <a:prstGeom prst="rect">
              <a:avLst/>
            </a:prstGeom>
            <a:noFill/>
            <a:ln/>
          </p:spPr>
          <p:txBody>
            <a:bodyPr wrap="square" lIns="0" tIns="0" rIns="0" bIns="0" rtlCol="0" anchor="ctr"/>
            <a:lstStyle/>
            <a:p>
              <a:pPr defTabSz="849112">
                <a:defRPr/>
              </a:pPr>
              <a:r>
                <a:rPr lang="en-US" sz="650" kern="0" dirty="0">
                  <a:solidFill>
                    <a:srgbClr val="6B7280"/>
                  </a:solidFill>
                  <a:latin typeface="STC Forward" panose="00000500000000000000" pitchFamily="2" charset="-78"/>
                  <a:ea typeface="Inter" pitchFamily="34" charset="-122"/>
                  <a:cs typeface="STC Forward" panose="00000500000000000000" pitchFamily="2" charset="-78"/>
                </a:rPr>
                <a:t>TSA Effort:</a:t>
              </a:r>
              <a:endParaRPr lang="en-US" sz="975" b="1" kern="0" dirty="0">
                <a:solidFill>
                  <a:srgbClr val="9CA3AF"/>
                </a:solidFill>
                <a:latin typeface="STC Forward" panose="00000500000000000000" pitchFamily="2" charset="-78"/>
                <a:ea typeface="Inter" pitchFamily="34" charset="-122"/>
                <a:cs typeface="STC Forward" panose="00000500000000000000" pitchFamily="2" charset="-78"/>
              </a:endParaRPr>
            </a:p>
          </p:txBody>
        </p:sp>
      </p:grpSp>
      <p:sp>
        <p:nvSpPr>
          <p:cNvPr id="28709" name="Text 25">
            <a:extLst>
              <a:ext uri="{FF2B5EF4-FFF2-40B4-BE49-F238E27FC236}">
                <a16:creationId xmlns:a16="http://schemas.microsoft.com/office/drawing/2014/main" id="{95224455-AE65-48DA-E86A-AD9989F7CE51}"/>
              </a:ext>
            </a:extLst>
          </p:cNvPr>
          <p:cNvSpPr txBox="1"/>
          <p:nvPr/>
        </p:nvSpPr>
        <p:spPr>
          <a:xfrm>
            <a:off x="9278425" y="6711650"/>
            <a:ext cx="399495" cy="144650"/>
          </a:xfrm>
          <a:prstGeom prst="rect">
            <a:avLst/>
          </a:prstGeom>
          <a:noFill/>
          <a:ln/>
        </p:spPr>
        <p:txBody>
          <a:bodyPr wrap="square" lIns="0" tIns="0" rIns="0" bIns="0" rtlCol="0" anchor="ctr"/>
          <a:lstStyle/>
          <a:p>
            <a:pPr algn="ctr" defTabSz="849112">
              <a:defRPr/>
            </a:pPr>
            <a:r>
              <a:rPr lang="en-US" sz="464" b="1" kern="0" spc="42" dirty="0">
                <a:solidFill>
                  <a:srgbClr val="6B7280"/>
                </a:solidFill>
                <a:latin typeface="STC Forward" panose="00000500000000000000" pitchFamily="2" charset="-78"/>
                <a:ea typeface="Inter" pitchFamily="34" charset="-122"/>
                <a:cs typeface="STC Forward" panose="00000500000000000000" pitchFamily="2" charset="-78"/>
              </a:rPr>
              <a:t>CAPEX</a:t>
            </a:r>
            <a:endParaRPr lang="en-US" sz="464" kern="0" dirty="0">
              <a:solidFill>
                <a:prstClr val="black"/>
              </a:solidFill>
              <a:latin typeface="STC Forward" panose="00000500000000000000" pitchFamily="2" charset="-78"/>
              <a:cs typeface="STC Forward" panose="00000500000000000000" pitchFamily="2" charset="-78"/>
            </a:endParaRPr>
          </a:p>
        </p:txBody>
      </p:sp>
      <p:sp>
        <p:nvSpPr>
          <p:cNvPr id="28710" name="TextBox 28709">
            <a:extLst>
              <a:ext uri="{FF2B5EF4-FFF2-40B4-BE49-F238E27FC236}">
                <a16:creationId xmlns:a16="http://schemas.microsoft.com/office/drawing/2014/main" id="{A4782964-F982-C262-C8E1-7586919EA144}"/>
              </a:ext>
            </a:extLst>
          </p:cNvPr>
          <p:cNvSpPr txBox="1"/>
          <p:nvPr/>
        </p:nvSpPr>
        <p:spPr>
          <a:xfrm>
            <a:off x="10446373" y="6655368"/>
            <a:ext cx="547281" cy="249427"/>
          </a:xfrm>
          <a:prstGeom prst="rect">
            <a:avLst/>
          </a:prstGeom>
          <a:noFill/>
        </p:spPr>
        <p:txBody>
          <a:bodyPr wrap="square">
            <a:spAutoFit/>
          </a:bodyPr>
          <a:lstStyle/>
          <a:p>
            <a:pPr defTabSz="424556"/>
            <a:r>
              <a:rPr lang="en-US" sz="1021" b="1" kern="0" dirty="0">
                <a:solidFill>
                  <a:srgbClr val="4F008C"/>
                </a:solidFill>
                <a:latin typeface="STC Forward" panose="00000500000000000000" pitchFamily="2" charset="-78"/>
                <a:ea typeface="Inter" pitchFamily="34" charset="-122"/>
                <a:cs typeface="STC Forward" panose="00000500000000000000" pitchFamily="2" charset="-78"/>
              </a:rPr>
              <a:t>0.0 </a:t>
            </a:r>
            <a:r>
              <a:rPr lang="en-US" sz="650" b="1" kern="0" dirty="0">
                <a:solidFill>
                  <a:srgbClr val="9CA3AF"/>
                </a:solidFill>
                <a:latin typeface="STC Forward" panose="00000500000000000000" pitchFamily="2" charset="-78"/>
                <a:ea typeface="Inter" pitchFamily="34" charset="-122"/>
                <a:cs typeface="STC Forward" panose="00000500000000000000" pitchFamily="2" charset="-78"/>
              </a:rPr>
              <a:t>M</a:t>
            </a:r>
            <a:endParaRPr lang="en-US" sz="1486" dirty="0">
              <a:solidFill>
                <a:prstClr val="black"/>
              </a:solidFill>
              <a:latin typeface="Calibri" panose="020F0502020204030204"/>
            </a:endParaRPr>
          </a:p>
        </p:txBody>
      </p:sp>
      <p:sp>
        <p:nvSpPr>
          <p:cNvPr id="28711" name="Shape 35">
            <a:extLst>
              <a:ext uri="{FF2B5EF4-FFF2-40B4-BE49-F238E27FC236}">
                <a16:creationId xmlns:a16="http://schemas.microsoft.com/office/drawing/2014/main" id="{5052F0AD-7F08-52DC-1273-96A778327A79}"/>
              </a:ext>
            </a:extLst>
          </p:cNvPr>
          <p:cNvSpPr/>
          <p:nvPr/>
        </p:nvSpPr>
        <p:spPr>
          <a:xfrm>
            <a:off x="9695595" y="6995499"/>
            <a:ext cx="70474" cy="70474"/>
          </a:xfrm>
          <a:prstGeom prst="ellipse">
            <a:avLst/>
          </a:prstGeom>
          <a:solidFill>
            <a:schemeClr val="bg1">
              <a:lumMod val="75000"/>
            </a:schemeClr>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712" name="Text 36">
            <a:extLst>
              <a:ext uri="{FF2B5EF4-FFF2-40B4-BE49-F238E27FC236}">
                <a16:creationId xmlns:a16="http://schemas.microsoft.com/office/drawing/2014/main" id="{81C67B23-6B96-F753-306F-30206C3C6D3F}"/>
              </a:ext>
            </a:extLst>
          </p:cNvPr>
          <p:cNvSpPr txBox="1"/>
          <p:nvPr/>
        </p:nvSpPr>
        <p:spPr>
          <a:xfrm>
            <a:off x="9809156" y="6945686"/>
            <a:ext cx="547281" cy="141798"/>
          </a:xfrm>
          <a:prstGeom prst="rect">
            <a:avLst/>
          </a:prstGeom>
          <a:noFill/>
          <a:ln/>
        </p:spPr>
        <p:txBody>
          <a:bodyPr wrap="square" lIns="0" tIns="0" rIns="0" bIns="0" rtlCol="0" anchor="ctr"/>
          <a:lstStyle/>
          <a:p>
            <a:pPr defTabSz="849112">
              <a:defRPr/>
            </a:pPr>
            <a:r>
              <a:rPr lang="en-US" sz="650" kern="0" dirty="0">
                <a:solidFill>
                  <a:srgbClr val="6B7280"/>
                </a:solidFill>
                <a:latin typeface="STC Forward" panose="00000500000000000000" pitchFamily="2" charset="-78"/>
                <a:ea typeface="Inter" pitchFamily="34" charset="-122"/>
                <a:cs typeface="STC Forward" panose="00000500000000000000" pitchFamily="2" charset="-78"/>
              </a:rPr>
              <a:t>TSA Effort</a:t>
            </a:r>
            <a:r>
              <a:rPr lang="en-US" sz="650" b="1" kern="0" dirty="0">
                <a:solidFill>
                  <a:srgbClr val="6B7280"/>
                </a:solidFill>
                <a:latin typeface="STC Forward" panose="00000500000000000000" pitchFamily="2" charset="-78"/>
                <a:ea typeface="Inter" pitchFamily="34" charset="-122"/>
                <a:cs typeface="STC Forward" panose="00000500000000000000" pitchFamily="2" charset="-78"/>
              </a:rPr>
              <a:t>:</a:t>
            </a:r>
            <a:endParaRPr lang="en-US" sz="975" b="1" kern="0" dirty="0">
              <a:solidFill>
                <a:srgbClr val="9CA3AF"/>
              </a:solidFill>
              <a:latin typeface="STC Forward" panose="00000500000000000000" pitchFamily="2" charset="-78"/>
              <a:ea typeface="Inter" pitchFamily="34" charset="-122"/>
              <a:cs typeface="STC Forward" panose="00000500000000000000" pitchFamily="2" charset="-78"/>
            </a:endParaRPr>
          </a:p>
        </p:txBody>
      </p:sp>
      <p:sp>
        <p:nvSpPr>
          <p:cNvPr id="28713" name="Text 25">
            <a:extLst>
              <a:ext uri="{FF2B5EF4-FFF2-40B4-BE49-F238E27FC236}">
                <a16:creationId xmlns:a16="http://schemas.microsoft.com/office/drawing/2014/main" id="{AFD11EE4-CE6A-0B16-36E9-4E8355667BC3}"/>
              </a:ext>
            </a:extLst>
          </p:cNvPr>
          <p:cNvSpPr txBox="1"/>
          <p:nvPr/>
        </p:nvSpPr>
        <p:spPr>
          <a:xfrm>
            <a:off x="9278425" y="6944260"/>
            <a:ext cx="399495" cy="144650"/>
          </a:xfrm>
          <a:prstGeom prst="rect">
            <a:avLst/>
          </a:prstGeom>
          <a:noFill/>
          <a:ln/>
        </p:spPr>
        <p:txBody>
          <a:bodyPr wrap="square" lIns="0" tIns="0" rIns="0" bIns="0" rtlCol="0" anchor="ctr"/>
          <a:lstStyle/>
          <a:p>
            <a:pPr algn="ctr" defTabSz="849112">
              <a:defRPr/>
            </a:pPr>
            <a:r>
              <a:rPr lang="en-US" sz="464" b="1" kern="0" spc="42" dirty="0">
                <a:solidFill>
                  <a:srgbClr val="6B7280"/>
                </a:solidFill>
                <a:latin typeface="STC Forward" panose="00000500000000000000" pitchFamily="2" charset="-78"/>
                <a:ea typeface="Inter" pitchFamily="34" charset="-122"/>
                <a:cs typeface="STC Forward" panose="00000500000000000000" pitchFamily="2" charset="-78"/>
              </a:rPr>
              <a:t>OPEX</a:t>
            </a:r>
            <a:endParaRPr lang="en-US" sz="464" kern="0" dirty="0">
              <a:solidFill>
                <a:prstClr val="black"/>
              </a:solidFill>
              <a:latin typeface="STC Forward" panose="00000500000000000000" pitchFamily="2" charset="-78"/>
              <a:cs typeface="STC Forward" panose="00000500000000000000" pitchFamily="2" charset="-78"/>
            </a:endParaRPr>
          </a:p>
        </p:txBody>
      </p:sp>
      <p:sp>
        <p:nvSpPr>
          <p:cNvPr id="28714" name="TextBox 28713">
            <a:extLst>
              <a:ext uri="{FF2B5EF4-FFF2-40B4-BE49-F238E27FC236}">
                <a16:creationId xmlns:a16="http://schemas.microsoft.com/office/drawing/2014/main" id="{C5EF6927-901B-057A-BA8F-D5E098673CE3}"/>
              </a:ext>
            </a:extLst>
          </p:cNvPr>
          <p:cNvSpPr txBox="1"/>
          <p:nvPr/>
        </p:nvSpPr>
        <p:spPr>
          <a:xfrm>
            <a:off x="10446373" y="6887978"/>
            <a:ext cx="547281" cy="263790"/>
          </a:xfrm>
          <a:prstGeom prst="rect">
            <a:avLst/>
          </a:prstGeom>
          <a:noFill/>
        </p:spPr>
        <p:txBody>
          <a:bodyPr wrap="square">
            <a:spAutoFit/>
          </a:bodyPr>
          <a:lstStyle/>
          <a:p>
            <a:pPr defTabSz="424556"/>
            <a:r>
              <a:rPr lang="en-US" sz="1021" b="1" kern="0" dirty="0">
                <a:solidFill>
                  <a:srgbClr val="4F008C"/>
                </a:solidFill>
                <a:latin typeface="STC Forward" panose="00000500000000000000" pitchFamily="2" charset="-78"/>
                <a:ea typeface="Inter" pitchFamily="34" charset="-122"/>
                <a:cs typeface="STC Forward" panose="00000500000000000000" pitchFamily="2" charset="-78"/>
              </a:rPr>
              <a:t>0.0</a:t>
            </a:r>
            <a:r>
              <a:rPr lang="en-US" sz="1114" b="1" kern="0" dirty="0">
                <a:solidFill>
                  <a:srgbClr val="4F008C"/>
                </a:solidFill>
                <a:latin typeface="STC Forward" panose="00000500000000000000" pitchFamily="2" charset="-78"/>
                <a:ea typeface="Inter" pitchFamily="34" charset="-122"/>
                <a:cs typeface="STC Forward" panose="00000500000000000000" pitchFamily="2" charset="-78"/>
              </a:rPr>
              <a:t> </a:t>
            </a:r>
            <a:r>
              <a:rPr lang="en-US" sz="650" b="1" kern="0" dirty="0">
                <a:solidFill>
                  <a:srgbClr val="9CA3AF"/>
                </a:solidFill>
                <a:latin typeface="STC Forward" panose="00000500000000000000" pitchFamily="2" charset="-78"/>
                <a:ea typeface="Inter" pitchFamily="34" charset="-122"/>
                <a:cs typeface="STC Forward" panose="00000500000000000000" pitchFamily="2" charset="-78"/>
              </a:rPr>
              <a:t>M</a:t>
            </a:r>
          </a:p>
        </p:txBody>
      </p:sp>
      <p:sp>
        <p:nvSpPr>
          <p:cNvPr id="28715" name="TextBox 28714">
            <a:extLst>
              <a:ext uri="{FF2B5EF4-FFF2-40B4-BE49-F238E27FC236}">
                <a16:creationId xmlns:a16="http://schemas.microsoft.com/office/drawing/2014/main" id="{D91E9702-0EAE-2513-431E-67991D9D0129}"/>
              </a:ext>
            </a:extLst>
          </p:cNvPr>
          <p:cNvSpPr txBox="1"/>
          <p:nvPr/>
        </p:nvSpPr>
        <p:spPr>
          <a:xfrm>
            <a:off x="10446373" y="7224447"/>
            <a:ext cx="547281" cy="263790"/>
          </a:xfrm>
          <a:prstGeom prst="rect">
            <a:avLst/>
          </a:prstGeom>
          <a:noFill/>
        </p:spPr>
        <p:txBody>
          <a:bodyPr wrap="square">
            <a:spAutoFit/>
          </a:bodyPr>
          <a:lstStyle/>
          <a:p>
            <a:pPr defTabSz="424556"/>
            <a:r>
              <a:rPr lang="en-US" sz="1021" b="1" kern="0" dirty="0">
                <a:solidFill>
                  <a:srgbClr val="4F008C"/>
                </a:solidFill>
                <a:latin typeface="STC Forward" panose="00000500000000000000" pitchFamily="2" charset="-78"/>
                <a:ea typeface="Inter" pitchFamily="34" charset="-122"/>
                <a:cs typeface="STC Forward" panose="00000500000000000000" pitchFamily="2" charset="-78"/>
              </a:rPr>
              <a:t>0.0</a:t>
            </a:r>
            <a:r>
              <a:rPr lang="en-US" sz="1114" b="1" kern="0" dirty="0">
                <a:solidFill>
                  <a:srgbClr val="4F008C"/>
                </a:solidFill>
                <a:latin typeface="STC Forward" panose="00000500000000000000" pitchFamily="2" charset="-78"/>
                <a:ea typeface="Inter" pitchFamily="34" charset="-122"/>
                <a:cs typeface="STC Forward" panose="00000500000000000000" pitchFamily="2" charset="-78"/>
              </a:rPr>
              <a:t> </a:t>
            </a:r>
            <a:r>
              <a:rPr lang="en-US" sz="650" b="1" kern="0" dirty="0">
                <a:solidFill>
                  <a:srgbClr val="9CA3AF"/>
                </a:solidFill>
                <a:latin typeface="STC Forward" panose="00000500000000000000" pitchFamily="2" charset="-78"/>
                <a:ea typeface="Inter" pitchFamily="34" charset="-122"/>
                <a:cs typeface="STC Forward" panose="00000500000000000000" pitchFamily="2" charset="-78"/>
              </a:rPr>
              <a:t>M</a:t>
            </a:r>
          </a:p>
        </p:txBody>
      </p:sp>
      <p:grpSp>
        <p:nvGrpSpPr>
          <p:cNvPr id="28716" name="Group 28715">
            <a:extLst>
              <a:ext uri="{FF2B5EF4-FFF2-40B4-BE49-F238E27FC236}">
                <a16:creationId xmlns:a16="http://schemas.microsoft.com/office/drawing/2014/main" id="{CB88AF0C-F98B-74DB-F327-39376BB11608}"/>
              </a:ext>
            </a:extLst>
          </p:cNvPr>
          <p:cNvGrpSpPr/>
          <p:nvPr/>
        </p:nvGrpSpPr>
        <p:grpSpPr>
          <a:xfrm>
            <a:off x="9695595" y="7586903"/>
            <a:ext cx="1176616" cy="141798"/>
            <a:chOff x="697092" y="7335551"/>
            <a:chExt cx="1267125" cy="152705"/>
          </a:xfrm>
        </p:grpSpPr>
        <p:sp>
          <p:nvSpPr>
            <p:cNvPr id="28717" name="Shape 35">
              <a:extLst>
                <a:ext uri="{FF2B5EF4-FFF2-40B4-BE49-F238E27FC236}">
                  <a16:creationId xmlns:a16="http://schemas.microsoft.com/office/drawing/2014/main" id="{11D83396-1E8D-35BB-1D91-41BF0AD6315B}"/>
                </a:ext>
              </a:extLst>
            </p:cNvPr>
            <p:cNvSpPr/>
            <p:nvPr/>
          </p:nvSpPr>
          <p:spPr>
            <a:xfrm>
              <a:off x="697092" y="7396816"/>
              <a:ext cx="75895" cy="75895"/>
            </a:xfrm>
            <a:prstGeom prst="ellipse">
              <a:avLst/>
            </a:prstGeom>
            <a:solidFill>
              <a:schemeClr val="bg1">
                <a:lumMod val="75000"/>
              </a:schemeClr>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718" name="Text 36">
              <a:extLst>
                <a:ext uri="{FF2B5EF4-FFF2-40B4-BE49-F238E27FC236}">
                  <a16:creationId xmlns:a16="http://schemas.microsoft.com/office/drawing/2014/main" id="{F312437A-A619-11A0-22CE-93FC5E6D4A5C}"/>
                </a:ext>
              </a:extLst>
            </p:cNvPr>
            <p:cNvSpPr txBox="1"/>
            <p:nvPr/>
          </p:nvSpPr>
          <p:spPr>
            <a:xfrm>
              <a:off x="819388" y="7335551"/>
              <a:ext cx="1144829" cy="152705"/>
            </a:xfrm>
            <a:prstGeom prst="rect">
              <a:avLst/>
            </a:prstGeom>
            <a:noFill/>
            <a:ln/>
          </p:spPr>
          <p:txBody>
            <a:bodyPr wrap="square" lIns="0" tIns="0" rIns="0" bIns="0" rtlCol="0" anchor="ctr"/>
            <a:lstStyle/>
            <a:p>
              <a:pPr defTabSz="849112">
                <a:defRPr/>
              </a:pPr>
              <a:r>
                <a:rPr lang="en-US" sz="650" kern="0" dirty="0">
                  <a:solidFill>
                    <a:srgbClr val="6B7280"/>
                  </a:solidFill>
                  <a:latin typeface="STC Forward" panose="00000500000000000000" pitchFamily="2" charset="-78"/>
                  <a:ea typeface="Inter" pitchFamily="34" charset="-122"/>
                  <a:cs typeface="STC Forward" panose="00000500000000000000" pitchFamily="2" charset="-78"/>
                </a:rPr>
                <a:t>TEC Validated</a:t>
              </a:r>
              <a:r>
                <a:rPr lang="en-US" sz="650" b="1" kern="0" dirty="0">
                  <a:solidFill>
                    <a:srgbClr val="6B7280"/>
                  </a:solidFill>
                  <a:latin typeface="STC Forward" panose="00000500000000000000" pitchFamily="2" charset="-78"/>
                  <a:ea typeface="Inter" pitchFamily="34" charset="-122"/>
                  <a:cs typeface="STC Forward" panose="00000500000000000000" pitchFamily="2" charset="-78"/>
                </a:rPr>
                <a:t>:</a:t>
              </a:r>
              <a:endParaRPr lang="en-US" sz="975" b="1" kern="0" dirty="0">
                <a:solidFill>
                  <a:srgbClr val="9CA3AF"/>
                </a:solidFill>
                <a:latin typeface="STC Forward" panose="00000500000000000000" pitchFamily="2" charset="-78"/>
                <a:ea typeface="Inter" pitchFamily="34" charset="-122"/>
                <a:cs typeface="STC Forward" panose="00000500000000000000" pitchFamily="2" charset="-78"/>
              </a:endParaRPr>
            </a:p>
          </p:txBody>
        </p:sp>
      </p:grpSp>
      <p:sp>
        <p:nvSpPr>
          <p:cNvPr id="28719" name="Text 25">
            <a:extLst>
              <a:ext uri="{FF2B5EF4-FFF2-40B4-BE49-F238E27FC236}">
                <a16:creationId xmlns:a16="http://schemas.microsoft.com/office/drawing/2014/main" id="{2C98D47F-7452-346A-C580-B1B8863AB4C8}"/>
              </a:ext>
            </a:extLst>
          </p:cNvPr>
          <p:cNvSpPr txBox="1"/>
          <p:nvPr/>
        </p:nvSpPr>
        <p:spPr>
          <a:xfrm>
            <a:off x="9278425" y="7585477"/>
            <a:ext cx="399495" cy="144650"/>
          </a:xfrm>
          <a:prstGeom prst="rect">
            <a:avLst/>
          </a:prstGeom>
          <a:noFill/>
          <a:ln/>
        </p:spPr>
        <p:txBody>
          <a:bodyPr wrap="square" lIns="0" tIns="0" rIns="0" bIns="0" rtlCol="0" anchor="ctr"/>
          <a:lstStyle/>
          <a:p>
            <a:pPr algn="ctr" defTabSz="849112">
              <a:defRPr/>
            </a:pPr>
            <a:r>
              <a:rPr lang="en-US" sz="464" b="1" kern="0" spc="42" dirty="0">
                <a:solidFill>
                  <a:srgbClr val="6B7280"/>
                </a:solidFill>
                <a:latin typeface="STC Forward" panose="00000500000000000000" pitchFamily="2" charset="-78"/>
                <a:ea typeface="Inter" pitchFamily="34" charset="-122"/>
                <a:cs typeface="STC Forward" panose="00000500000000000000" pitchFamily="2" charset="-78"/>
              </a:rPr>
              <a:t>OPEX</a:t>
            </a:r>
            <a:endParaRPr lang="en-US" sz="464" kern="0" dirty="0">
              <a:solidFill>
                <a:prstClr val="black"/>
              </a:solidFill>
              <a:latin typeface="STC Forward" panose="00000500000000000000" pitchFamily="2" charset="-78"/>
              <a:cs typeface="STC Forward" panose="00000500000000000000" pitchFamily="2" charset="-78"/>
            </a:endParaRPr>
          </a:p>
        </p:txBody>
      </p:sp>
      <p:sp>
        <p:nvSpPr>
          <p:cNvPr id="28720" name="TextBox 28719">
            <a:extLst>
              <a:ext uri="{FF2B5EF4-FFF2-40B4-BE49-F238E27FC236}">
                <a16:creationId xmlns:a16="http://schemas.microsoft.com/office/drawing/2014/main" id="{62E5BF27-82F6-3E81-91C8-AC2F32E2B073}"/>
              </a:ext>
            </a:extLst>
          </p:cNvPr>
          <p:cNvSpPr txBox="1"/>
          <p:nvPr/>
        </p:nvSpPr>
        <p:spPr>
          <a:xfrm>
            <a:off x="10446373" y="7529195"/>
            <a:ext cx="547281" cy="263790"/>
          </a:xfrm>
          <a:prstGeom prst="rect">
            <a:avLst/>
          </a:prstGeom>
          <a:noFill/>
        </p:spPr>
        <p:txBody>
          <a:bodyPr wrap="square">
            <a:spAutoFit/>
          </a:bodyPr>
          <a:lstStyle/>
          <a:p>
            <a:pPr defTabSz="424556"/>
            <a:r>
              <a:rPr lang="en-US" sz="1021" b="1" kern="0" dirty="0">
                <a:solidFill>
                  <a:srgbClr val="4F008C"/>
                </a:solidFill>
                <a:latin typeface="STC Forward" panose="00000500000000000000" pitchFamily="2" charset="-78"/>
                <a:ea typeface="Inter" pitchFamily="34" charset="-122"/>
                <a:cs typeface="STC Forward" panose="00000500000000000000" pitchFamily="2" charset="-78"/>
              </a:rPr>
              <a:t>0.0</a:t>
            </a:r>
            <a:r>
              <a:rPr lang="en-US" sz="1114" b="1" kern="0" dirty="0">
                <a:solidFill>
                  <a:srgbClr val="4F008C"/>
                </a:solidFill>
                <a:latin typeface="STC Forward" panose="00000500000000000000" pitchFamily="2" charset="-78"/>
                <a:ea typeface="Inter" pitchFamily="34" charset="-122"/>
                <a:cs typeface="STC Forward" panose="00000500000000000000" pitchFamily="2" charset="-78"/>
              </a:rPr>
              <a:t> </a:t>
            </a:r>
            <a:r>
              <a:rPr lang="en-US" sz="650" b="1" kern="0" dirty="0">
                <a:solidFill>
                  <a:srgbClr val="9CA3AF"/>
                </a:solidFill>
                <a:latin typeface="STC Forward" panose="00000500000000000000" pitchFamily="2" charset="-78"/>
                <a:ea typeface="Inter" pitchFamily="34" charset="-122"/>
                <a:cs typeface="STC Forward" panose="00000500000000000000" pitchFamily="2" charset="-78"/>
              </a:rPr>
              <a:t>M</a:t>
            </a:r>
          </a:p>
        </p:txBody>
      </p:sp>
      <p:pic>
        <p:nvPicPr>
          <p:cNvPr id="28721" name="Image 10" descr="preencoded.png">
            <a:extLst>
              <a:ext uri="{FF2B5EF4-FFF2-40B4-BE49-F238E27FC236}">
                <a16:creationId xmlns:a16="http://schemas.microsoft.com/office/drawing/2014/main" id="{09C7B1BF-B8BC-B7F2-357A-4412EAE3B479}"/>
              </a:ext>
            </a:extLst>
          </p:cNvPr>
          <p:cNvPicPr>
            <a:picLocks noChangeAspect="1"/>
          </p:cNvPicPr>
          <p:nvPr/>
        </p:nvPicPr>
        <p:blipFill>
          <a:blip r:embed="rId15"/>
          <a:srcRect l="-2078" r="-2078"/>
          <a:stretch/>
        </p:blipFill>
        <p:spPr>
          <a:xfrm>
            <a:off x="805013" y="7202514"/>
            <a:ext cx="1680341" cy="8491"/>
          </a:xfrm>
          <a:prstGeom prst="rect">
            <a:avLst/>
          </a:prstGeom>
        </p:spPr>
      </p:pic>
      <p:pic>
        <p:nvPicPr>
          <p:cNvPr id="28722" name="Image 11" descr="preencoded.png">
            <a:extLst>
              <a:ext uri="{FF2B5EF4-FFF2-40B4-BE49-F238E27FC236}">
                <a16:creationId xmlns:a16="http://schemas.microsoft.com/office/drawing/2014/main" id="{738F821D-BC00-C396-46BD-E3AFC9C38BAB}"/>
              </a:ext>
            </a:extLst>
          </p:cNvPr>
          <p:cNvPicPr>
            <a:picLocks noChangeAspect="1"/>
          </p:cNvPicPr>
          <p:nvPr/>
        </p:nvPicPr>
        <p:blipFill>
          <a:blip r:embed="rId15"/>
          <a:srcRect l="-2078" r="-2078"/>
          <a:stretch/>
        </p:blipFill>
        <p:spPr>
          <a:xfrm>
            <a:off x="2927727" y="7202514"/>
            <a:ext cx="1680341" cy="8491"/>
          </a:xfrm>
          <a:prstGeom prst="rect">
            <a:avLst/>
          </a:prstGeom>
        </p:spPr>
      </p:pic>
      <p:pic>
        <p:nvPicPr>
          <p:cNvPr id="28723" name="Image 12" descr="preencoded.png">
            <a:extLst>
              <a:ext uri="{FF2B5EF4-FFF2-40B4-BE49-F238E27FC236}">
                <a16:creationId xmlns:a16="http://schemas.microsoft.com/office/drawing/2014/main" id="{602E2E23-379B-366D-CACE-DAE0A421F73D}"/>
              </a:ext>
            </a:extLst>
          </p:cNvPr>
          <p:cNvPicPr>
            <a:picLocks noChangeAspect="1"/>
          </p:cNvPicPr>
          <p:nvPr/>
        </p:nvPicPr>
        <p:blipFill>
          <a:blip r:embed="rId15"/>
          <a:srcRect l="-2078" r="-2078"/>
          <a:stretch/>
        </p:blipFill>
        <p:spPr>
          <a:xfrm>
            <a:off x="5050442" y="7202514"/>
            <a:ext cx="1680341" cy="8491"/>
          </a:xfrm>
          <a:prstGeom prst="rect">
            <a:avLst/>
          </a:prstGeom>
        </p:spPr>
      </p:pic>
      <p:pic>
        <p:nvPicPr>
          <p:cNvPr id="28724" name="Image 13" descr="preencoded.png">
            <a:extLst>
              <a:ext uri="{FF2B5EF4-FFF2-40B4-BE49-F238E27FC236}">
                <a16:creationId xmlns:a16="http://schemas.microsoft.com/office/drawing/2014/main" id="{2D7D5040-5D5A-CA98-6B6C-4A3818C5C524}"/>
              </a:ext>
            </a:extLst>
          </p:cNvPr>
          <p:cNvPicPr>
            <a:picLocks noChangeAspect="1"/>
          </p:cNvPicPr>
          <p:nvPr/>
        </p:nvPicPr>
        <p:blipFill>
          <a:blip r:embed="rId15"/>
          <a:srcRect l="-2078" r="-2078"/>
          <a:stretch/>
        </p:blipFill>
        <p:spPr>
          <a:xfrm>
            <a:off x="7173156" y="7202514"/>
            <a:ext cx="1680341" cy="8491"/>
          </a:xfrm>
          <a:prstGeom prst="rect">
            <a:avLst/>
          </a:prstGeom>
        </p:spPr>
      </p:pic>
      <p:pic>
        <p:nvPicPr>
          <p:cNvPr id="28725" name="Image 14" descr="preencoded.png">
            <a:extLst>
              <a:ext uri="{FF2B5EF4-FFF2-40B4-BE49-F238E27FC236}">
                <a16:creationId xmlns:a16="http://schemas.microsoft.com/office/drawing/2014/main" id="{5090BD19-781A-3D03-7C0C-07A31AD2091A}"/>
              </a:ext>
            </a:extLst>
          </p:cNvPr>
          <p:cNvPicPr>
            <a:picLocks noChangeAspect="1"/>
          </p:cNvPicPr>
          <p:nvPr/>
        </p:nvPicPr>
        <p:blipFill>
          <a:blip r:embed="rId15"/>
          <a:srcRect l="-2078" r="-2078"/>
          <a:stretch/>
        </p:blipFill>
        <p:spPr>
          <a:xfrm>
            <a:off x="9295870" y="7202514"/>
            <a:ext cx="1680341" cy="8491"/>
          </a:xfrm>
          <a:prstGeom prst="rect">
            <a:avLst/>
          </a:prstGeom>
        </p:spPr>
      </p:pic>
      <p:pic>
        <p:nvPicPr>
          <p:cNvPr id="28726" name="Image 12" descr="preencoded.png">
            <a:extLst>
              <a:ext uri="{FF2B5EF4-FFF2-40B4-BE49-F238E27FC236}">
                <a16:creationId xmlns:a16="http://schemas.microsoft.com/office/drawing/2014/main" id="{39C79D50-5C39-3949-F4FA-3FE1851200A7}"/>
              </a:ext>
            </a:extLst>
          </p:cNvPr>
          <p:cNvPicPr>
            <a:picLocks noChangeAspect="1"/>
          </p:cNvPicPr>
          <p:nvPr/>
        </p:nvPicPr>
        <p:blipFill>
          <a:blip r:embed="rId15"/>
          <a:srcRect l="-2078" r="-2078"/>
          <a:stretch/>
        </p:blipFill>
        <p:spPr>
          <a:xfrm rot="16200000">
            <a:off x="2710447" y="4827705"/>
            <a:ext cx="1018903" cy="5149"/>
          </a:xfrm>
          <a:prstGeom prst="rect">
            <a:avLst/>
          </a:prstGeom>
        </p:spPr>
      </p:pic>
      <p:pic>
        <p:nvPicPr>
          <p:cNvPr id="28727" name="Image 12" descr="preencoded.png">
            <a:extLst>
              <a:ext uri="{FF2B5EF4-FFF2-40B4-BE49-F238E27FC236}">
                <a16:creationId xmlns:a16="http://schemas.microsoft.com/office/drawing/2014/main" id="{7B277334-A45E-1599-7496-3051858C1BE4}"/>
              </a:ext>
            </a:extLst>
          </p:cNvPr>
          <p:cNvPicPr>
            <a:picLocks noChangeAspect="1"/>
          </p:cNvPicPr>
          <p:nvPr/>
        </p:nvPicPr>
        <p:blipFill>
          <a:blip r:embed="rId15"/>
          <a:srcRect l="-2078" r="-2078"/>
          <a:stretch/>
        </p:blipFill>
        <p:spPr>
          <a:xfrm rot="16200000">
            <a:off x="1421166" y="6176022"/>
            <a:ext cx="424543" cy="2146"/>
          </a:xfrm>
          <a:prstGeom prst="rect">
            <a:avLst/>
          </a:prstGeom>
        </p:spPr>
      </p:pic>
      <p:pic>
        <p:nvPicPr>
          <p:cNvPr id="28728" name="Image 12" descr="preencoded.png">
            <a:extLst>
              <a:ext uri="{FF2B5EF4-FFF2-40B4-BE49-F238E27FC236}">
                <a16:creationId xmlns:a16="http://schemas.microsoft.com/office/drawing/2014/main" id="{CB811A59-BDCB-0ACB-66AF-455794A4404A}"/>
              </a:ext>
            </a:extLst>
          </p:cNvPr>
          <p:cNvPicPr>
            <a:picLocks noChangeAspect="1"/>
          </p:cNvPicPr>
          <p:nvPr/>
        </p:nvPicPr>
        <p:blipFill>
          <a:blip r:embed="rId15"/>
          <a:srcRect l="-2078" r="-2078"/>
          <a:stretch/>
        </p:blipFill>
        <p:spPr>
          <a:xfrm rot="16200000">
            <a:off x="3551307" y="6176023"/>
            <a:ext cx="424543" cy="2146"/>
          </a:xfrm>
          <a:prstGeom prst="rect">
            <a:avLst/>
          </a:prstGeom>
        </p:spPr>
      </p:pic>
      <p:pic>
        <p:nvPicPr>
          <p:cNvPr id="28729" name="Image 12" descr="preencoded.png">
            <a:extLst>
              <a:ext uri="{FF2B5EF4-FFF2-40B4-BE49-F238E27FC236}">
                <a16:creationId xmlns:a16="http://schemas.microsoft.com/office/drawing/2014/main" id="{431C2CB1-CC86-96C4-7D74-91F5C110D6D2}"/>
              </a:ext>
            </a:extLst>
          </p:cNvPr>
          <p:cNvPicPr>
            <a:picLocks noChangeAspect="1"/>
          </p:cNvPicPr>
          <p:nvPr/>
        </p:nvPicPr>
        <p:blipFill>
          <a:blip r:embed="rId15"/>
          <a:srcRect l="-2078" r="-2078"/>
          <a:stretch/>
        </p:blipFill>
        <p:spPr>
          <a:xfrm rot="16200000">
            <a:off x="5681097" y="6176023"/>
            <a:ext cx="424543" cy="2146"/>
          </a:xfrm>
          <a:prstGeom prst="rect">
            <a:avLst/>
          </a:prstGeom>
        </p:spPr>
      </p:pic>
      <p:pic>
        <p:nvPicPr>
          <p:cNvPr id="28730" name="Image 12" descr="preencoded.png">
            <a:extLst>
              <a:ext uri="{FF2B5EF4-FFF2-40B4-BE49-F238E27FC236}">
                <a16:creationId xmlns:a16="http://schemas.microsoft.com/office/drawing/2014/main" id="{9B365BE0-B33E-32C5-9CDB-E295CCC319E1}"/>
              </a:ext>
            </a:extLst>
          </p:cNvPr>
          <p:cNvPicPr>
            <a:picLocks noChangeAspect="1"/>
          </p:cNvPicPr>
          <p:nvPr/>
        </p:nvPicPr>
        <p:blipFill>
          <a:blip r:embed="rId15"/>
          <a:srcRect l="-2078" r="-2078"/>
          <a:stretch/>
        </p:blipFill>
        <p:spPr>
          <a:xfrm rot="16200000">
            <a:off x="7803497" y="6176024"/>
            <a:ext cx="424543" cy="2146"/>
          </a:xfrm>
          <a:prstGeom prst="rect">
            <a:avLst/>
          </a:prstGeom>
        </p:spPr>
      </p:pic>
      <p:pic>
        <p:nvPicPr>
          <p:cNvPr id="28731" name="Image 12" descr="preencoded.png">
            <a:extLst>
              <a:ext uri="{FF2B5EF4-FFF2-40B4-BE49-F238E27FC236}">
                <a16:creationId xmlns:a16="http://schemas.microsoft.com/office/drawing/2014/main" id="{CE2B97C0-77C6-A1D5-303B-2A1F15D8C2F7}"/>
              </a:ext>
            </a:extLst>
          </p:cNvPr>
          <p:cNvPicPr>
            <a:picLocks noChangeAspect="1"/>
          </p:cNvPicPr>
          <p:nvPr/>
        </p:nvPicPr>
        <p:blipFill>
          <a:blip r:embed="rId15"/>
          <a:srcRect l="-2078" r="-2078"/>
          <a:stretch/>
        </p:blipFill>
        <p:spPr>
          <a:xfrm rot="16200000">
            <a:off x="9923768" y="6176024"/>
            <a:ext cx="424543" cy="2146"/>
          </a:xfrm>
          <a:prstGeom prst="rect">
            <a:avLst/>
          </a:prstGeom>
        </p:spPr>
      </p:pic>
      <p:graphicFrame>
        <p:nvGraphicFramePr>
          <p:cNvPr id="28732" name="Chart 28731">
            <a:extLst>
              <a:ext uri="{FF2B5EF4-FFF2-40B4-BE49-F238E27FC236}">
                <a16:creationId xmlns:a16="http://schemas.microsoft.com/office/drawing/2014/main" id="{A0558E29-2115-29A2-A8C2-B9D53489BC0A}"/>
              </a:ext>
            </a:extLst>
          </p:cNvPr>
          <p:cNvGraphicFramePr/>
          <p:nvPr/>
        </p:nvGraphicFramePr>
        <p:xfrm>
          <a:off x="504989" y="10560504"/>
          <a:ext cx="10859360" cy="4156982"/>
        </p:xfrm>
        <a:graphic>
          <a:graphicData uri="http://schemas.openxmlformats.org/drawingml/2006/chart">
            <c:chart xmlns:c="http://schemas.openxmlformats.org/drawingml/2006/chart" xmlns:r="http://schemas.openxmlformats.org/officeDocument/2006/relationships" r:id="rId16"/>
          </a:graphicData>
        </a:graphic>
      </p:graphicFrame>
      <p:grpSp>
        <p:nvGrpSpPr>
          <p:cNvPr id="28733" name="Group 28732">
            <a:extLst>
              <a:ext uri="{FF2B5EF4-FFF2-40B4-BE49-F238E27FC236}">
                <a16:creationId xmlns:a16="http://schemas.microsoft.com/office/drawing/2014/main" id="{CF9B1427-C788-B5A4-FECE-924BA7865E5F}"/>
              </a:ext>
            </a:extLst>
          </p:cNvPr>
          <p:cNvGrpSpPr/>
          <p:nvPr/>
        </p:nvGrpSpPr>
        <p:grpSpPr>
          <a:xfrm>
            <a:off x="504989" y="17684533"/>
            <a:ext cx="2113389" cy="512988"/>
            <a:chOff x="86634" y="2551433"/>
            <a:chExt cx="3438322" cy="552449"/>
          </a:xfrm>
        </p:grpSpPr>
        <p:pic>
          <p:nvPicPr>
            <p:cNvPr id="28734" name="Image 3" descr="preencoded.png">
              <a:extLst>
                <a:ext uri="{FF2B5EF4-FFF2-40B4-BE49-F238E27FC236}">
                  <a16:creationId xmlns:a16="http://schemas.microsoft.com/office/drawing/2014/main" id="{F0901EB4-5F99-93C4-6995-A8BD35E53C66}"/>
                </a:ext>
              </a:extLst>
            </p:cNvPr>
            <p:cNvPicPr>
              <a:picLocks noChangeAspect="1"/>
            </p:cNvPicPr>
            <p:nvPr/>
          </p:nvPicPr>
          <p:blipFill>
            <a:blip r:embed="rId7"/>
            <a:srcRect t="-360" b="-360"/>
            <a:stretch/>
          </p:blipFill>
          <p:spPr>
            <a:xfrm>
              <a:off x="86634" y="2655674"/>
              <a:ext cx="381305" cy="38405"/>
            </a:xfrm>
            <a:prstGeom prst="rect">
              <a:avLst/>
            </a:prstGeom>
          </p:spPr>
        </p:pic>
        <p:sp>
          <p:nvSpPr>
            <p:cNvPr id="28735" name="Text 1">
              <a:extLst>
                <a:ext uri="{FF2B5EF4-FFF2-40B4-BE49-F238E27FC236}">
                  <a16:creationId xmlns:a16="http://schemas.microsoft.com/office/drawing/2014/main" id="{B1D050BC-6236-3DD7-C49D-ED36259E7C52}"/>
                </a:ext>
              </a:extLst>
            </p:cNvPr>
            <p:cNvSpPr txBox="1"/>
            <p:nvPr/>
          </p:nvSpPr>
          <p:spPr>
            <a:xfrm>
              <a:off x="581324" y="2551433"/>
              <a:ext cx="2159152" cy="254542"/>
            </a:xfrm>
            <a:prstGeom prst="rect">
              <a:avLst/>
            </a:prstGeom>
            <a:noFill/>
            <a:ln/>
          </p:spPr>
          <p:txBody>
            <a:bodyPr wrap="square" lIns="0" tIns="0" rIns="0" bIns="0" rtlCol="0" anchor="ctr"/>
            <a:lstStyle/>
            <a:p>
              <a:pPr defTabSz="424556"/>
              <a:r>
                <a:rPr lang="en-US" sz="557" b="1" kern="0" spc="98" dirty="0">
                  <a:solidFill>
                    <a:srgbClr val="6B7280"/>
                  </a:solidFill>
                  <a:latin typeface="STC Forward" panose="00000500000000000000" pitchFamily="2" charset="-78"/>
                  <a:ea typeface="Inter" pitchFamily="34" charset="-122"/>
                  <a:cs typeface="STC Forward" panose="00000500000000000000" pitchFamily="2" charset="-78"/>
                </a:rPr>
                <a:t>Sector Weekly Report</a:t>
              </a:r>
              <a:endParaRPr lang="en-US" sz="557" dirty="0">
                <a:solidFill>
                  <a:prstClr val="black"/>
                </a:solidFill>
                <a:latin typeface="STC Forward" panose="00000500000000000000" pitchFamily="2" charset="-78"/>
                <a:cs typeface="STC Forward" panose="00000500000000000000" pitchFamily="2" charset="-78"/>
              </a:endParaRPr>
            </a:p>
          </p:txBody>
        </p:sp>
        <p:sp>
          <p:nvSpPr>
            <p:cNvPr id="28736" name="Text 2">
              <a:extLst>
                <a:ext uri="{FF2B5EF4-FFF2-40B4-BE49-F238E27FC236}">
                  <a16:creationId xmlns:a16="http://schemas.microsoft.com/office/drawing/2014/main" id="{B2FDFB01-CF61-0316-9813-659289FA5870}"/>
                </a:ext>
              </a:extLst>
            </p:cNvPr>
            <p:cNvSpPr txBox="1"/>
            <p:nvPr/>
          </p:nvSpPr>
          <p:spPr>
            <a:xfrm>
              <a:off x="86636" y="2722577"/>
              <a:ext cx="3438320" cy="381305"/>
            </a:xfrm>
            <a:prstGeom prst="rect">
              <a:avLst/>
            </a:prstGeom>
            <a:noFill/>
            <a:ln/>
          </p:spPr>
          <p:txBody>
            <a:bodyPr wrap="square" lIns="0" tIns="0" rIns="0" bIns="0" rtlCol="0" anchor="ctr"/>
            <a:lstStyle/>
            <a:p>
              <a:pPr defTabSz="424556"/>
              <a:r>
                <a:rPr lang="en-US" sz="1671" b="1" dirty="0">
                  <a:solidFill>
                    <a:srgbClr val="4F008C"/>
                  </a:solidFill>
                  <a:latin typeface="STC Forward" panose="00000500000000000000" pitchFamily="2" charset="-78"/>
                  <a:cs typeface="STC Forward" panose="00000500000000000000" pitchFamily="2" charset="-78"/>
                </a:rPr>
                <a:t>Delayed RFPs </a:t>
              </a:r>
            </a:p>
          </p:txBody>
        </p:sp>
      </p:grpSp>
      <p:pic>
        <p:nvPicPr>
          <p:cNvPr id="28737" name="Image 5" descr="preencoded.png">
            <a:extLst>
              <a:ext uri="{FF2B5EF4-FFF2-40B4-BE49-F238E27FC236}">
                <a16:creationId xmlns:a16="http://schemas.microsoft.com/office/drawing/2014/main" id="{40A7247F-7D0B-3865-23AD-B85157840C7F}"/>
              </a:ext>
            </a:extLst>
          </p:cNvPr>
          <p:cNvPicPr>
            <a:picLocks noChangeAspect="1"/>
          </p:cNvPicPr>
          <p:nvPr/>
        </p:nvPicPr>
        <p:blipFill>
          <a:blip r:embed="rId17"/>
          <a:srcRect t="-2" b="-2"/>
          <a:stretch/>
        </p:blipFill>
        <p:spPr>
          <a:xfrm>
            <a:off x="687267" y="18433269"/>
            <a:ext cx="10499437" cy="4885290"/>
          </a:xfrm>
          <a:prstGeom prst="rect">
            <a:avLst/>
          </a:prstGeom>
        </p:spPr>
      </p:pic>
      <p:sp>
        <p:nvSpPr>
          <p:cNvPr id="28738" name="Shape 18">
            <a:extLst>
              <a:ext uri="{FF2B5EF4-FFF2-40B4-BE49-F238E27FC236}">
                <a16:creationId xmlns:a16="http://schemas.microsoft.com/office/drawing/2014/main" id="{EFC6E967-AA16-6125-86D4-6B7536111B7D}"/>
              </a:ext>
            </a:extLst>
          </p:cNvPr>
          <p:cNvSpPr/>
          <p:nvPr/>
        </p:nvSpPr>
        <p:spPr>
          <a:xfrm>
            <a:off x="695759" y="18339389"/>
            <a:ext cx="10454792" cy="459947"/>
          </a:xfrm>
          <a:prstGeom prst="roundRect">
            <a:avLst>
              <a:gd name="adj" fmla="val 48019"/>
            </a:avLst>
          </a:prstGeom>
          <a:solidFill>
            <a:srgbClr val="4F008C"/>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739" name="TextBox 28738">
            <a:extLst>
              <a:ext uri="{FF2B5EF4-FFF2-40B4-BE49-F238E27FC236}">
                <a16:creationId xmlns:a16="http://schemas.microsoft.com/office/drawing/2014/main" id="{6BA7FB42-2484-B97E-4326-83A576ED4899}"/>
              </a:ext>
            </a:extLst>
          </p:cNvPr>
          <p:cNvSpPr txBox="1"/>
          <p:nvPr/>
        </p:nvSpPr>
        <p:spPr>
          <a:xfrm>
            <a:off x="3159749" y="20793569"/>
            <a:ext cx="5541168" cy="263790"/>
          </a:xfrm>
          <a:prstGeom prst="rect">
            <a:avLst/>
          </a:prstGeom>
          <a:noFill/>
        </p:spPr>
        <p:txBody>
          <a:bodyPr wrap="square">
            <a:spAutoFit/>
          </a:bodyPr>
          <a:lstStyle/>
          <a:p>
            <a:pPr defTabSz="424556"/>
            <a:r>
              <a:rPr lang="en-US" sz="1114" b="1" dirty="0">
                <a:solidFill>
                  <a:srgbClr val="FFFFFF"/>
                </a:solidFill>
                <a:latin typeface="STCForward-Bold"/>
              </a:rPr>
              <a:t>Sub RFP Name</a:t>
            </a:r>
            <a:endParaRPr lang="en-US" sz="1671" dirty="0">
              <a:solidFill>
                <a:prstClr val="black"/>
              </a:solidFill>
              <a:latin typeface="Calibri" panose="020F0502020204030204"/>
            </a:endParaRPr>
          </a:p>
        </p:txBody>
      </p:sp>
      <p:graphicFrame>
        <p:nvGraphicFramePr>
          <p:cNvPr id="28740" name="Table 28739">
            <a:extLst>
              <a:ext uri="{FF2B5EF4-FFF2-40B4-BE49-F238E27FC236}">
                <a16:creationId xmlns:a16="http://schemas.microsoft.com/office/drawing/2014/main" id="{8AD21CEA-C844-0D8E-EF79-E582C83FB903}"/>
              </a:ext>
            </a:extLst>
          </p:cNvPr>
          <p:cNvGraphicFramePr>
            <a:graphicFrameLocks noGrp="1"/>
          </p:cNvGraphicFramePr>
          <p:nvPr/>
        </p:nvGraphicFramePr>
        <p:xfrm>
          <a:off x="648948" y="18397646"/>
          <a:ext cx="10589306" cy="357364"/>
        </p:xfrm>
        <a:graphic>
          <a:graphicData uri="http://schemas.openxmlformats.org/drawingml/2006/table">
            <a:tbl>
              <a:tblPr firstRow="1" bandRow="1">
                <a:tableStyleId>{5C22544A-7EE6-4342-B048-85BDC9FD1C3A}</a:tableStyleId>
              </a:tblPr>
              <a:tblGrid>
                <a:gridCol w="3625000">
                  <a:extLst>
                    <a:ext uri="{9D8B030D-6E8A-4147-A177-3AD203B41FA5}">
                      <a16:colId xmlns:a16="http://schemas.microsoft.com/office/drawing/2014/main" val="84917035"/>
                    </a:ext>
                  </a:extLst>
                </a:gridCol>
                <a:gridCol w="1229405">
                  <a:extLst>
                    <a:ext uri="{9D8B030D-6E8A-4147-A177-3AD203B41FA5}">
                      <a16:colId xmlns:a16="http://schemas.microsoft.com/office/drawing/2014/main" val="2282589054"/>
                    </a:ext>
                  </a:extLst>
                </a:gridCol>
                <a:gridCol w="740965">
                  <a:extLst>
                    <a:ext uri="{9D8B030D-6E8A-4147-A177-3AD203B41FA5}">
                      <a16:colId xmlns:a16="http://schemas.microsoft.com/office/drawing/2014/main" val="498723421"/>
                    </a:ext>
                  </a:extLst>
                </a:gridCol>
                <a:gridCol w="999445">
                  <a:extLst>
                    <a:ext uri="{9D8B030D-6E8A-4147-A177-3AD203B41FA5}">
                      <a16:colId xmlns:a16="http://schemas.microsoft.com/office/drawing/2014/main" val="1205140442"/>
                    </a:ext>
                  </a:extLst>
                </a:gridCol>
                <a:gridCol w="822552">
                  <a:extLst>
                    <a:ext uri="{9D8B030D-6E8A-4147-A177-3AD203B41FA5}">
                      <a16:colId xmlns:a16="http://schemas.microsoft.com/office/drawing/2014/main" val="3288019381"/>
                    </a:ext>
                  </a:extLst>
                </a:gridCol>
                <a:gridCol w="1801266">
                  <a:extLst>
                    <a:ext uri="{9D8B030D-6E8A-4147-A177-3AD203B41FA5}">
                      <a16:colId xmlns:a16="http://schemas.microsoft.com/office/drawing/2014/main" val="3304952369"/>
                    </a:ext>
                  </a:extLst>
                </a:gridCol>
                <a:gridCol w="1370673">
                  <a:extLst>
                    <a:ext uri="{9D8B030D-6E8A-4147-A177-3AD203B41FA5}">
                      <a16:colId xmlns:a16="http://schemas.microsoft.com/office/drawing/2014/main" val="2608187514"/>
                    </a:ext>
                  </a:extLst>
                </a:gridCol>
              </a:tblGrid>
              <a:tr h="357364">
                <a:tc>
                  <a:txBody>
                    <a:bodyPr/>
                    <a:lstStyle/>
                    <a:p>
                      <a:pPr algn="ctr"/>
                      <a:r>
                        <a:rPr lang="en-US" sz="900">
                          <a:latin typeface="STC Forward" panose="00000500000000000000" pitchFamily="2" charset="-78"/>
                          <a:cs typeface="STC Forward" panose="00000500000000000000" pitchFamily="2" charset="-78"/>
                        </a:rPr>
                        <a:t>Sub RFP Name</a:t>
                      </a:r>
                      <a:endParaRPr lang="en-US" sz="900" dirty="0">
                        <a:latin typeface="STC Forward" panose="00000500000000000000" pitchFamily="2" charset="-78"/>
                        <a:cs typeface="STC Forward" panose="00000500000000000000" pitchFamily="2" charset="-78"/>
                      </a:endParaRPr>
                    </a:p>
                  </a:txBody>
                  <a:tcPr marL="84909" marR="84909" marT="42454" marB="42454" anchor="ctr">
                    <a:lnL w="12700" cmpd="sng">
                      <a:noFill/>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118872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STC Forward" panose="00000500000000000000" pitchFamily="2" charset="-78"/>
                          <a:ea typeface="+mn-ea"/>
                          <a:cs typeface="STC Forward" panose="00000500000000000000" pitchFamily="2" charset="-78"/>
                        </a:rPr>
                        <a:t>Impacted Domain</a:t>
                      </a:r>
                      <a:endParaRPr kumimoji="0" lang="en-US" sz="900" b="1" i="0" u="none" strike="noStrike" kern="1200" cap="none" spc="0" normalizeH="0" baseline="0" noProof="0" dirty="0">
                        <a:ln>
                          <a:noFill/>
                        </a:ln>
                        <a:solidFill>
                          <a:prstClr val="white"/>
                        </a:solidFill>
                        <a:effectLst/>
                        <a:uLnTx/>
                        <a:uFillTx/>
                        <a:latin typeface="STC Forward" panose="00000500000000000000" pitchFamily="2" charset="-78"/>
                        <a:ea typeface="+mn-ea"/>
                        <a:cs typeface="STC Forward" panose="00000500000000000000" pitchFamily="2" charset="-78"/>
                      </a:endParaRPr>
                    </a:p>
                  </a:txBody>
                  <a:tcPr marL="84909" marR="84909" marT="42454" marB="42454"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118872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white"/>
                          </a:solidFill>
                          <a:effectLst/>
                          <a:uLnTx/>
                          <a:uFillTx/>
                          <a:latin typeface="STC Forward" panose="00000500000000000000" pitchFamily="2" charset="-78"/>
                          <a:ea typeface="+mn-ea"/>
                          <a:cs typeface="STC Forward" panose="00000500000000000000" pitchFamily="2" charset="-78"/>
                        </a:rPr>
                        <a:t>Status</a:t>
                      </a:r>
                    </a:p>
                  </a:txBody>
                  <a:tcPr marL="84909" marR="84909" marT="42454" marB="42454"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118872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STC Forward" panose="00000500000000000000" pitchFamily="2" charset="-78"/>
                          <a:ea typeface="+mn-ea"/>
                          <a:cs typeface="STC Forward" panose="00000500000000000000" pitchFamily="2" charset="-78"/>
                        </a:rPr>
                        <a:t>Pending With</a:t>
                      </a:r>
                      <a:endParaRPr kumimoji="0" lang="en-US" sz="900" b="1" i="0" u="none" strike="noStrike" kern="1200" cap="none" spc="0" normalizeH="0" baseline="0" noProof="0" dirty="0">
                        <a:ln>
                          <a:noFill/>
                        </a:ln>
                        <a:solidFill>
                          <a:prstClr val="white"/>
                        </a:solidFill>
                        <a:effectLst/>
                        <a:uLnTx/>
                        <a:uFillTx/>
                        <a:latin typeface="STC Forward" panose="00000500000000000000" pitchFamily="2" charset="-78"/>
                        <a:ea typeface="+mn-ea"/>
                        <a:cs typeface="STC Forward" panose="00000500000000000000" pitchFamily="2" charset="-78"/>
                      </a:endParaRPr>
                    </a:p>
                  </a:txBody>
                  <a:tcPr marL="84909" marR="84909" marT="42454" marB="42454"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118872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STC Forward" panose="00000500000000000000" pitchFamily="2" charset="-78"/>
                          <a:ea typeface="+mn-ea"/>
                          <a:cs typeface="STC Forward" panose="00000500000000000000" pitchFamily="2" charset="-78"/>
                        </a:rPr>
                        <a:t>Expense</a:t>
                      </a:r>
                      <a:endParaRPr kumimoji="0" lang="en-US" sz="900" b="1" i="0" u="none" strike="noStrike" kern="1200" cap="none" spc="0" normalizeH="0" baseline="0" noProof="0" dirty="0">
                        <a:ln>
                          <a:noFill/>
                        </a:ln>
                        <a:solidFill>
                          <a:prstClr val="white"/>
                        </a:solidFill>
                        <a:effectLst/>
                        <a:uLnTx/>
                        <a:uFillTx/>
                        <a:latin typeface="STC Forward" panose="00000500000000000000" pitchFamily="2" charset="-78"/>
                        <a:ea typeface="+mn-ea"/>
                        <a:cs typeface="STC Forward" panose="00000500000000000000" pitchFamily="2" charset="-78"/>
                      </a:endParaRPr>
                    </a:p>
                  </a:txBody>
                  <a:tcPr marL="84909" marR="84909" marT="42454" marB="42454"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118872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STC Forward" panose="00000500000000000000" pitchFamily="2" charset="-78"/>
                          <a:ea typeface="+mn-ea"/>
                          <a:cs typeface="STC Forward" panose="00000500000000000000" pitchFamily="2" charset="-78"/>
                        </a:rPr>
                        <a:t>GD Name</a:t>
                      </a:r>
                      <a:endParaRPr kumimoji="0" lang="en-US" sz="900" b="1" i="0" u="none" strike="noStrike" kern="1200" cap="none" spc="0" normalizeH="0" baseline="0" noProof="0" dirty="0">
                        <a:ln>
                          <a:noFill/>
                        </a:ln>
                        <a:solidFill>
                          <a:prstClr val="white"/>
                        </a:solidFill>
                        <a:effectLst/>
                        <a:uLnTx/>
                        <a:uFillTx/>
                        <a:latin typeface="STC Forward" panose="00000500000000000000" pitchFamily="2" charset="-78"/>
                        <a:ea typeface="+mn-ea"/>
                        <a:cs typeface="STC Forward" panose="00000500000000000000" pitchFamily="2" charset="-78"/>
                      </a:endParaRPr>
                    </a:p>
                  </a:txBody>
                  <a:tcPr marL="84909" marR="84909" marT="42454" marB="42454"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118872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white"/>
                          </a:solidFill>
                          <a:effectLst/>
                          <a:uLnTx/>
                          <a:uFillTx/>
                          <a:latin typeface="STC Forward" panose="00000500000000000000" pitchFamily="2" charset="-78"/>
                          <a:ea typeface="+mn-ea"/>
                          <a:cs typeface="STC Forward" panose="00000500000000000000" pitchFamily="2" charset="-78"/>
                        </a:rPr>
                        <a:t>Budget (SAR)</a:t>
                      </a:r>
                    </a:p>
                  </a:txBody>
                  <a:tcPr marL="84909" marR="84909" marT="42454" marB="42454" anchor="ctr">
                    <a:lnL w="12700" cap="flat" cmpd="sng" algn="ctr">
                      <a:solidFill>
                        <a:schemeClr val="bg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78501034"/>
                  </a:ext>
                </a:extLst>
              </a:tr>
            </a:tbl>
          </a:graphicData>
        </a:graphic>
      </p:graphicFrame>
      <p:grpSp>
        <p:nvGrpSpPr>
          <p:cNvPr id="28741" name="Group 28740">
            <a:extLst>
              <a:ext uri="{FF2B5EF4-FFF2-40B4-BE49-F238E27FC236}">
                <a16:creationId xmlns:a16="http://schemas.microsoft.com/office/drawing/2014/main" id="{73529CD3-4930-0270-49A1-106FF9FAF255}"/>
              </a:ext>
            </a:extLst>
          </p:cNvPr>
          <p:cNvGrpSpPr/>
          <p:nvPr/>
        </p:nvGrpSpPr>
        <p:grpSpPr>
          <a:xfrm>
            <a:off x="899606" y="18922813"/>
            <a:ext cx="10189875" cy="256424"/>
            <a:chOff x="511606" y="12162915"/>
            <a:chExt cx="10973712" cy="276149"/>
          </a:xfrm>
        </p:grpSpPr>
        <p:sp>
          <p:nvSpPr>
            <p:cNvPr id="28742" name="Text 26">
              <a:extLst>
                <a:ext uri="{FF2B5EF4-FFF2-40B4-BE49-F238E27FC236}">
                  <a16:creationId xmlns:a16="http://schemas.microsoft.com/office/drawing/2014/main" id="{3F3A1686-B3F5-C2AC-9DA8-B613C7A041F2}"/>
                </a:ext>
              </a:extLst>
            </p:cNvPr>
            <p:cNvSpPr txBox="1"/>
            <p:nvPr/>
          </p:nvSpPr>
          <p:spPr>
            <a:xfrm>
              <a:off x="511606" y="12181812"/>
              <a:ext cx="3534614" cy="200254"/>
            </a:xfrm>
            <a:prstGeom prst="rect">
              <a:avLst/>
            </a:prstGeom>
            <a:noFill/>
            <a:ln/>
          </p:spPr>
          <p:txBody>
            <a:bodyPr wrap="square" lIns="0" tIns="0" rIns="0" bIns="0" rtlCol="0" anchor="ctr"/>
            <a:lstStyle/>
            <a:p>
              <a:pPr defTabSz="849112">
                <a:defRPr/>
              </a:pPr>
              <a:r>
                <a:rPr lang="en-US" sz="836" b="1" kern="0" dirty="0">
                  <a:solidFill>
                    <a:srgbClr val="111827"/>
                  </a:solidFill>
                  <a:latin typeface="STC Forward" panose="00000500000000000000" pitchFamily="2" charset="-78"/>
                  <a:ea typeface="Inter" pitchFamily="34" charset="-122"/>
                  <a:cs typeface="STC Forward" panose="00000500000000000000" pitchFamily="2" charset="-78"/>
                </a:rPr>
                <a:t>Internal-Wireless Network Improvements 2025 - Hajj Scope IBS 1447 (ESM + RF)</a:t>
              </a:r>
              <a:endParaRPr lang="en-US" sz="836" b="1" kern="0" dirty="0">
                <a:solidFill>
                  <a:prstClr val="black"/>
                </a:solidFill>
                <a:latin typeface="STC Forward" panose="00000500000000000000" pitchFamily="2" charset="-78"/>
                <a:cs typeface="STC Forward" panose="00000500000000000000" pitchFamily="2" charset="-78"/>
              </a:endParaRPr>
            </a:p>
          </p:txBody>
        </p:sp>
        <p:sp>
          <p:nvSpPr>
            <p:cNvPr id="28743" name="Text 27">
              <a:extLst>
                <a:ext uri="{FF2B5EF4-FFF2-40B4-BE49-F238E27FC236}">
                  <a16:creationId xmlns:a16="http://schemas.microsoft.com/office/drawing/2014/main" id="{B5C473BF-593C-BA2C-3368-C8620597E6A5}"/>
                </a:ext>
              </a:extLst>
            </p:cNvPr>
            <p:cNvSpPr txBox="1"/>
            <p:nvPr/>
          </p:nvSpPr>
          <p:spPr>
            <a:xfrm>
              <a:off x="4444365" y="12214438"/>
              <a:ext cx="731519" cy="173103"/>
            </a:xfrm>
            <a:prstGeom prst="rect">
              <a:avLst/>
            </a:prstGeom>
            <a:noFill/>
            <a:ln/>
          </p:spPr>
          <p:txBody>
            <a:bodyPr wrap="square" lIns="0" tIns="0" rIns="0" bIns="0" rtlCol="0" anchor="ctr"/>
            <a:lstStyle/>
            <a:p>
              <a:pPr algn="ctr" defTabSz="849112">
                <a:defRPr/>
              </a:pPr>
              <a:r>
                <a:rPr lang="en-US" sz="836" kern="0" dirty="0">
                  <a:solidFill>
                    <a:srgbClr val="374151"/>
                  </a:solidFill>
                  <a:latin typeface="STC Forward" panose="00000500000000000000" pitchFamily="2" charset="-78"/>
                  <a:ea typeface="Inter" pitchFamily="34" charset="-122"/>
                  <a:cs typeface="STC Forward" panose="00000500000000000000" pitchFamily="2" charset="-78"/>
                </a:rPr>
                <a:t>SPG - HPG</a:t>
              </a:r>
              <a:endParaRPr lang="en-US" sz="836" kern="0" dirty="0">
                <a:solidFill>
                  <a:prstClr val="black"/>
                </a:solidFill>
                <a:latin typeface="STC Forward" panose="00000500000000000000" pitchFamily="2" charset="-78"/>
                <a:cs typeface="STC Forward" panose="00000500000000000000" pitchFamily="2" charset="-78"/>
              </a:endParaRPr>
            </a:p>
          </p:txBody>
        </p:sp>
        <p:sp>
          <p:nvSpPr>
            <p:cNvPr id="28744" name="Text 28">
              <a:extLst>
                <a:ext uri="{FF2B5EF4-FFF2-40B4-BE49-F238E27FC236}">
                  <a16:creationId xmlns:a16="http://schemas.microsoft.com/office/drawing/2014/main" id="{EAD4A613-304C-FDFC-F438-4DD808A4F7DE}"/>
                </a:ext>
              </a:extLst>
            </p:cNvPr>
            <p:cNvSpPr txBox="1"/>
            <p:nvPr/>
          </p:nvSpPr>
          <p:spPr>
            <a:xfrm>
              <a:off x="6412076" y="12205434"/>
              <a:ext cx="768096" cy="191110"/>
            </a:xfrm>
            <a:prstGeom prst="rect">
              <a:avLst/>
            </a:prstGeom>
            <a:noFill/>
            <a:ln/>
          </p:spPr>
          <p:txBody>
            <a:bodyPr wrap="square" lIns="0" tIns="0" rIns="0" bIns="0" rtlCol="0" anchor="ctr"/>
            <a:lstStyle/>
            <a:p>
              <a:pPr algn="ctr" defTabSz="849112">
                <a:defRPr/>
              </a:pPr>
              <a:r>
                <a:rPr lang="en-US" sz="743" kern="0" dirty="0">
                  <a:solidFill>
                    <a:srgbClr val="6B7280"/>
                  </a:solidFill>
                  <a:latin typeface="STC Forward" panose="00000500000000000000" pitchFamily="2" charset="-78"/>
                  <a:ea typeface="Inter" pitchFamily="34" charset="-122"/>
                  <a:cs typeface="STC Forward" panose="00000500000000000000" pitchFamily="2" charset="-78"/>
                </a:rPr>
                <a:t>Supplier</a:t>
              </a:r>
              <a:endParaRPr lang="en-US" sz="743" kern="0" dirty="0">
                <a:solidFill>
                  <a:prstClr val="black"/>
                </a:solidFill>
                <a:latin typeface="STC Forward" panose="00000500000000000000" pitchFamily="2" charset="-78"/>
                <a:cs typeface="STC Forward" panose="00000500000000000000" pitchFamily="2" charset="-78"/>
              </a:endParaRPr>
            </a:p>
          </p:txBody>
        </p:sp>
        <p:grpSp>
          <p:nvGrpSpPr>
            <p:cNvPr id="28745" name="Group 28744">
              <a:extLst>
                <a:ext uri="{FF2B5EF4-FFF2-40B4-BE49-F238E27FC236}">
                  <a16:creationId xmlns:a16="http://schemas.microsoft.com/office/drawing/2014/main" id="{3581D23C-B68C-2B9E-318F-03366B5E9332}"/>
                </a:ext>
              </a:extLst>
            </p:cNvPr>
            <p:cNvGrpSpPr/>
            <p:nvPr/>
          </p:nvGrpSpPr>
          <p:grpSpPr>
            <a:xfrm>
              <a:off x="7521777" y="12215036"/>
              <a:ext cx="485546" cy="171907"/>
              <a:chOff x="7226502" y="12215036"/>
              <a:chExt cx="485546" cy="171907"/>
            </a:xfrm>
          </p:grpSpPr>
          <p:sp>
            <p:nvSpPr>
              <p:cNvPr id="28753" name="Shape 29">
                <a:extLst>
                  <a:ext uri="{FF2B5EF4-FFF2-40B4-BE49-F238E27FC236}">
                    <a16:creationId xmlns:a16="http://schemas.microsoft.com/office/drawing/2014/main" id="{8BCAB634-50DE-12CA-C45E-E9F947BBC3F9}"/>
                  </a:ext>
                </a:extLst>
              </p:cNvPr>
              <p:cNvSpPr/>
              <p:nvPr/>
            </p:nvSpPr>
            <p:spPr>
              <a:xfrm>
                <a:off x="7226502" y="12215036"/>
                <a:ext cx="485546" cy="171907"/>
              </a:xfrm>
              <a:prstGeom prst="roundRect">
                <a:avLst>
                  <a:gd name="adj" fmla="val 118203"/>
                </a:avLst>
              </a:prstGeom>
              <a:solidFill>
                <a:srgbClr val="F3F3F3"/>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754" name="Text 30">
                <a:extLst>
                  <a:ext uri="{FF2B5EF4-FFF2-40B4-BE49-F238E27FC236}">
                    <a16:creationId xmlns:a16="http://schemas.microsoft.com/office/drawing/2014/main" id="{32AC803A-BAE8-99DC-764B-A2F5E29F49AB}"/>
                  </a:ext>
                </a:extLst>
              </p:cNvPr>
              <p:cNvSpPr txBox="1"/>
              <p:nvPr/>
            </p:nvSpPr>
            <p:spPr>
              <a:xfrm>
                <a:off x="7245247" y="12234238"/>
                <a:ext cx="448056" cy="133502"/>
              </a:xfrm>
              <a:prstGeom prst="rect">
                <a:avLst/>
              </a:prstGeom>
              <a:noFill/>
              <a:ln/>
            </p:spPr>
            <p:txBody>
              <a:bodyPr wrap="square" lIns="0" tIns="0" rIns="0" bIns="0" rtlCol="0" anchor="ctr"/>
              <a:lstStyle/>
              <a:p>
                <a:pPr algn="ctr" defTabSz="849112">
                  <a:defRPr/>
                </a:pPr>
                <a:r>
                  <a:rPr lang="en-US" sz="650" b="1" kern="0" dirty="0">
                    <a:solidFill>
                      <a:srgbClr val="4F008C"/>
                    </a:solidFill>
                    <a:latin typeface="STC Forward" panose="00000500000000000000" pitchFamily="2" charset="-78"/>
                    <a:ea typeface="Inter" pitchFamily="34" charset="-122"/>
                    <a:cs typeface="STC Forward" panose="00000500000000000000" pitchFamily="2" charset="-78"/>
                  </a:rPr>
                  <a:t>CAPEX</a:t>
                </a:r>
                <a:endParaRPr lang="en-US" sz="650" kern="0" dirty="0">
                  <a:solidFill>
                    <a:srgbClr val="4F008C"/>
                  </a:solidFill>
                  <a:latin typeface="STC Forward" panose="00000500000000000000" pitchFamily="2" charset="-78"/>
                  <a:cs typeface="STC Forward" panose="00000500000000000000" pitchFamily="2" charset="-78"/>
                </a:endParaRPr>
              </a:p>
            </p:txBody>
          </p:sp>
        </p:grpSp>
        <p:grpSp>
          <p:nvGrpSpPr>
            <p:cNvPr id="28746" name="Group 28745">
              <a:extLst>
                <a:ext uri="{FF2B5EF4-FFF2-40B4-BE49-F238E27FC236}">
                  <a16:creationId xmlns:a16="http://schemas.microsoft.com/office/drawing/2014/main" id="{5FED82A7-CE0D-CF1D-5288-FB2096C6A081}"/>
                </a:ext>
              </a:extLst>
            </p:cNvPr>
            <p:cNvGrpSpPr/>
            <p:nvPr/>
          </p:nvGrpSpPr>
          <p:grpSpPr>
            <a:xfrm>
              <a:off x="5513221" y="12196290"/>
              <a:ext cx="685800" cy="209398"/>
              <a:chOff x="8408821" y="12196290"/>
              <a:chExt cx="685800" cy="209398"/>
            </a:xfrm>
          </p:grpSpPr>
          <p:sp>
            <p:nvSpPr>
              <p:cNvPr id="28751" name="Shape 31">
                <a:extLst>
                  <a:ext uri="{FF2B5EF4-FFF2-40B4-BE49-F238E27FC236}">
                    <a16:creationId xmlns:a16="http://schemas.microsoft.com/office/drawing/2014/main" id="{B24309A7-E507-9754-54A2-4F60CEC78B01}"/>
                  </a:ext>
                </a:extLst>
              </p:cNvPr>
              <p:cNvSpPr/>
              <p:nvPr/>
            </p:nvSpPr>
            <p:spPr>
              <a:xfrm>
                <a:off x="8408821" y="12196290"/>
                <a:ext cx="685800" cy="209398"/>
              </a:xfrm>
              <a:prstGeom prst="roundRect">
                <a:avLst>
                  <a:gd name="adj" fmla="val 79396"/>
                </a:avLst>
              </a:prstGeom>
              <a:solidFill>
                <a:srgbClr val="FEE2E2"/>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752" name="Text 32">
                <a:extLst>
                  <a:ext uri="{FF2B5EF4-FFF2-40B4-BE49-F238E27FC236}">
                    <a16:creationId xmlns:a16="http://schemas.microsoft.com/office/drawing/2014/main" id="{6E28E830-241D-B21E-7AA0-6114A1E9D41A}"/>
                  </a:ext>
                </a:extLst>
              </p:cNvPr>
              <p:cNvSpPr txBox="1"/>
              <p:nvPr/>
            </p:nvSpPr>
            <p:spPr>
              <a:xfrm>
                <a:off x="8446769" y="12215036"/>
                <a:ext cx="609905" cy="171907"/>
              </a:xfrm>
              <a:prstGeom prst="rect">
                <a:avLst/>
              </a:prstGeom>
              <a:noFill/>
              <a:ln/>
            </p:spPr>
            <p:txBody>
              <a:bodyPr wrap="square" lIns="0" tIns="0" rIns="0" bIns="0" rtlCol="0" anchor="ctr"/>
              <a:lstStyle/>
              <a:p>
                <a:pPr algn="ctr" defTabSz="849112">
                  <a:defRPr/>
                </a:pPr>
                <a:r>
                  <a:rPr lang="en-US" sz="650" b="1" kern="0" dirty="0">
                    <a:solidFill>
                      <a:srgbClr val="F5375E"/>
                    </a:solidFill>
                    <a:latin typeface="STC Forward" panose="00000500000000000000" pitchFamily="2" charset="-78"/>
                    <a:ea typeface="Inter" pitchFamily="34" charset="-122"/>
                    <a:cs typeface="STC Forward" panose="00000500000000000000" pitchFamily="2" charset="-78"/>
                  </a:rPr>
                  <a:t>DELAYED</a:t>
                </a:r>
                <a:endParaRPr lang="en-US" sz="650" kern="0" dirty="0">
                  <a:solidFill>
                    <a:srgbClr val="F5375E"/>
                  </a:solidFill>
                  <a:latin typeface="STC Forward" panose="00000500000000000000" pitchFamily="2" charset="-78"/>
                  <a:cs typeface="STC Forward" panose="00000500000000000000" pitchFamily="2" charset="-78"/>
                </a:endParaRPr>
              </a:p>
            </p:txBody>
          </p:sp>
        </p:grpSp>
        <p:grpSp>
          <p:nvGrpSpPr>
            <p:cNvPr id="28747" name="Group 28746">
              <a:extLst>
                <a:ext uri="{FF2B5EF4-FFF2-40B4-BE49-F238E27FC236}">
                  <a16:creationId xmlns:a16="http://schemas.microsoft.com/office/drawing/2014/main" id="{7CFAAEF5-8585-0291-9397-8164622615C3}"/>
                </a:ext>
              </a:extLst>
            </p:cNvPr>
            <p:cNvGrpSpPr/>
            <p:nvPr/>
          </p:nvGrpSpPr>
          <p:grpSpPr>
            <a:xfrm>
              <a:off x="10340228" y="12162915"/>
              <a:ext cx="1145090" cy="276149"/>
              <a:chOff x="10149728" y="12162915"/>
              <a:chExt cx="1145090" cy="276149"/>
            </a:xfrm>
          </p:grpSpPr>
          <p:sp>
            <p:nvSpPr>
              <p:cNvPr id="28749" name="Shape 33">
                <a:extLst>
                  <a:ext uri="{FF2B5EF4-FFF2-40B4-BE49-F238E27FC236}">
                    <a16:creationId xmlns:a16="http://schemas.microsoft.com/office/drawing/2014/main" id="{BC8FABD9-7C98-7E42-583A-AD7AAE10F231}"/>
                  </a:ext>
                </a:extLst>
              </p:cNvPr>
              <p:cNvSpPr/>
              <p:nvPr/>
            </p:nvSpPr>
            <p:spPr>
              <a:xfrm>
                <a:off x="10149728" y="12162915"/>
                <a:ext cx="1145090" cy="276149"/>
              </a:xfrm>
              <a:prstGeom prst="roundRect">
                <a:avLst>
                  <a:gd name="adj" fmla="val 228362"/>
                </a:avLst>
              </a:prstGeom>
              <a:solidFill>
                <a:srgbClr val="F3F3F3"/>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750" name="Text 34">
                <a:extLst>
                  <a:ext uri="{FF2B5EF4-FFF2-40B4-BE49-F238E27FC236}">
                    <a16:creationId xmlns:a16="http://schemas.microsoft.com/office/drawing/2014/main" id="{E57B795F-E19C-3364-D1AE-79F6703CE2F7}"/>
                  </a:ext>
                </a:extLst>
              </p:cNvPr>
              <p:cNvSpPr txBox="1"/>
              <p:nvPr/>
            </p:nvSpPr>
            <p:spPr>
              <a:xfrm>
                <a:off x="10312622" y="12200862"/>
                <a:ext cx="819302" cy="200254"/>
              </a:xfrm>
              <a:prstGeom prst="rect">
                <a:avLst/>
              </a:prstGeom>
              <a:noFill/>
              <a:ln/>
            </p:spPr>
            <p:txBody>
              <a:bodyPr wrap="square" lIns="0" tIns="0" rIns="0" bIns="0" rtlCol="0" anchor="ctr"/>
              <a:lstStyle/>
              <a:p>
                <a:pPr algn="ctr" defTabSz="849112">
                  <a:defRPr/>
                </a:pPr>
                <a:r>
                  <a:rPr lang="en-US" sz="836" b="1" kern="0" dirty="0">
                    <a:solidFill>
                      <a:prstClr val="black"/>
                    </a:solidFill>
                    <a:latin typeface="STC Forward" panose="00000500000000000000" pitchFamily="2" charset="-78"/>
                    <a:ea typeface="Inter" pitchFamily="34" charset="-122"/>
                    <a:cs typeface="STC Forward" panose="00000500000000000000" pitchFamily="2" charset="-78"/>
                  </a:rPr>
                  <a:t>67,519,408 </a:t>
                </a:r>
                <a:endParaRPr lang="en-US" sz="836" kern="0" dirty="0">
                  <a:solidFill>
                    <a:prstClr val="black"/>
                  </a:solidFill>
                  <a:latin typeface="STC Forward" panose="00000500000000000000" pitchFamily="2" charset="-78"/>
                  <a:cs typeface="STC Forward" panose="00000500000000000000" pitchFamily="2" charset="-78"/>
                </a:endParaRPr>
              </a:p>
            </p:txBody>
          </p:sp>
        </p:grpSp>
        <p:sp>
          <p:nvSpPr>
            <p:cNvPr id="28748" name="Text 28">
              <a:extLst>
                <a:ext uri="{FF2B5EF4-FFF2-40B4-BE49-F238E27FC236}">
                  <a16:creationId xmlns:a16="http://schemas.microsoft.com/office/drawing/2014/main" id="{56F7D208-E871-B576-BC6F-2C061E5E1ED9}"/>
                </a:ext>
              </a:extLst>
            </p:cNvPr>
            <p:cNvSpPr txBox="1"/>
            <p:nvPr/>
          </p:nvSpPr>
          <p:spPr>
            <a:xfrm>
              <a:off x="8244914" y="12185436"/>
              <a:ext cx="1842061" cy="231107"/>
            </a:xfrm>
            <a:prstGeom prst="rect">
              <a:avLst/>
            </a:prstGeom>
            <a:noFill/>
            <a:ln/>
          </p:spPr>
          <p:txBody>
            <a:bodyPr wrap="square" lIns="0" tIns="0" rIns="0" bIns="0" rtlCol="0" anchor="ctr"/>
            <a:lstStyle/>
            <a:p>
              <a:pPr algn="ctr" defTabSz="849112">
                <a:defRPr/>
              </a:pPr>
              <a:r>
                <a:rPr lang="en-US" sz="743" kern="0" dirty="0">
                  <a:solidFill>
                    <a:srgbClr val="6B7280"/>
                  </a:solidFill>
                  <a:latin typeface="STC Forward" panose="00000500000000000000" pitchFamily="2" charset="-78"/>
                  <a:ea typeface="Inter" pitchFamily="34" charset="-122"/>
                  <a:cs typeface="STC Forward" panose="00000500000000000000" pitchFamily="2" charset="-78"/>
                </a:rPr>
                <a:t>Mobility Services</a:t>
              </a:r>
              <a:endParaRPr lang="en-US" sz="743" kern="0" dirty="0">
                <a:solidFill>
                  <a:prstClr val="black"/>
                </a:solidFill>
                <a:latin typeface="STC Forward" panose="00000500000000000000" pitchFamily="2" charset="-78"/>
                <a:cs typeface="STC Forward" panose="00000500000000000000" pitchFamily="2" charset="-78"/>
              </a:endParaRPr>
            </a:p>
          </p:txBody>
        </p:sp>
      </p:grpSp>
      <p:grpSp>
        <p:nvGrpSpPr>
          <p:cNvPr id="28755" name="Group 28754">
            <a:extLst>
              <a:ext uri="{FF2B5EF4-FFF2-40B4-BE49-F238E27FC236}">
                <a16:creationId xmlns:a16="http://schemas.microsoft.com/office/drawing/2014/main" id="{455B917B-1748-0240-48F8-12D93804F3E3}"/>
              </a:ext>
            </a:extLst>
          </p:cNvPr>
          <p:cNvGrpSpPr/>
          <p:nvPr/>
        </p:nvGrpSpPr>
        <p:grpSpPr>
          <a:xfrm>
            <a:off x="708194" y="19241263"/>
            <a:ext cx="10471435" cy="402704"/>
            <a:chOff x="305470" y="12437291"/>
            <a:chExt cx="11276930" cy="433681"/>
          </a:xfrm>
        </p:grpSpPr>
        <p:sp>
          <p:nvSpPr>
            <p:cNvPr id="28756" name="Shape 35">
              <a:extLst>
                <a:ext uri="{FF2B5EF4-FFF2-40B4-BE49-F238E27FC236}">
                  <a16:creationId xmlns:a16="http://schemas.microsoft.com/office/drawing/2014/main" id="{908FD3C4-43A2-5456-E801-4481C981A402}"/>
                </a:ext>
              </a:extLst>
            </p:cNvPr>
            <p:cNvSpPr/>
            <p:nvPr/>
          </p:nvSpPr>
          <p:spPr>
            <a:xfrm>
              <a:off x="305470" y="12437291"/>
              <a:ext cx="11276930" cy="433681"/>
            </a:xfrm>
            <a:prstGeom prst="rect">
              <a:avLst/>
            </a:prstGeom>
            <a:solidFill>
              <a:srgbClr val="F9FAFB"/>
            </a:solidFill>
            <a:ln/>
          </p:spPr>
          <p:txBody>
            <a:bodyPr/>
            <a:lstStyle/>
            <a:p>
              <a:pPr defTabSz="424556"/>
              <a:endParaRPr lang="en-US" sz="1671" dirty="0">
                <a:solidFill>
                  <a:prstClr val="black"/>
                </a:solidFill>
                <a:latin typeface="Calibri" panose="020F0502020204030204"/>
              </a:endParaRPr>
            </a:p>
          </p:txBody>
        </p:sp>
        <p:grpSp>
          <p:nvGrpSpPr>
            <p:cNvPr id="28757" name="Group 28756">
              <a:extLst>
                <a:ext uri="{FF2B5EF4-FFF2-40B4-BE49-F238E27FC236}">
                  <a16:creationId xmlns:a16="http://schemas.microsoft.com/office/drawing/2014/main" id="{A5F77ECA-80B8-9F52-8AA1-31D35891E2B1}"/>
                </a:ext>
              </a:extLst>
            </p:cNvPr>
            <p:cNvGrpSpPr/>
            <p:nvPr/>
          </p:nvGrpSpPr>
          <p:grpSpPr>
            <a:xfrm>
              <a:off x="510791" y="12532644"/>
              <a:ext cx="10973713" cy="276149"/>
              <a:chOff x="511605" y="12162915"/>
              <a:chExt cx="10973713" cy="276149"/>
            </a:xfrm>
          </p:grpSpPr>
          <p:sp>
            <p:nvSpPr>
              <p:cNvPr id="28758" name="Text 26">
                <a:extLst>
                  <a:ext uri="{FF2B5EF4-FFF2-40B4-BE49-F238E27FC236}">
                    <a16:creationId xmlns:a16="http://schemas.microsoft.com/office/drawing/2014/main" id="{865D5EA2-66A0-4968-E9B1-15AED3FC8ACA}"/>
                  </a:ext>
                </a:extLst>
              </p:cNvPr>
              <p:cNvSpPr txBox="1"/>
              <p:nvPr/>
            </p:nvSpPr>
            <p:spPr>
              <a:xfrm>
                <a:off x="511605" y="12200862"/>
                <a:ext cx="2898055" cy="200254"/>
              </a:xfrm>
              <a:prstGeom prst="rect">
                <a:avLst/>
              </a:prstGeom>
              <a:noFill/>
              <a:ln/>
            </p:spPr>
            <p:txBody>
              <a:bodyPr wrap="square" lIns="0" tIns="0" rIns="0" bIns="0" rtlCol="0" anchor="ctr"/>
              <a:lstStyle/>
              <a:p>
                <a:pPr defTabSz="849112">
                  <a:defRPr/>
                </a:pPr>
                <a:r>
                  <a:rPr lang="en-US" sz="836" b="1" kern="0" dirty="0">
                    <a:solidFill>
                      <a:srgbClr val="111827"/>
                    </a:solidFill>
                    <a:latin typeface="STC Forward" panose="00000500000000000000" pitchFamily="2" charset="-78"/>
                    <a:ea typeface="Inter" pitchFamily="34" charset="-122"/>
                    <a:cs typeface="STC Forward" panose="00000500000000000000" pitchFamily="2" charset="-78"/>
                  </a:rPr>
                  <a:t>BFM – EBU Demand 2025 – Q3 - Tribe - Solutions</a:t>
                </a:r>
                <a:endParaRPr lang="en-US" sz="836" kern="0" dirty="0">
                  <a:solidFill>
                    <a:prstClr val="black"/>
                  </a:solidFill>
                  <a:latin typeface="STC Forward" panose="00000500000000000000" pitchFamily="2" charset="-78"/>
                  <a:cs typeface="STC Forward" panose="00000500000000000000" pitchFamily="2" charset="-78"/>
                </a:endParaRPr>
              </a:p>
            </p:txBody>
          </p:sp>
          <p:sp>
            <p:nvSpPr>
              <p:cNvPr id="28759" name="Text 27">
                <a:extLst>
                  <a:ext uri="{FF2B5EF4-FFF2-40B4-BE49-F238E27FC236}">
                    <a16:creationId xmlns:a16="http://schemas.microsoft.com/office/drawing/2014/main" id="{AAF87EF1-D050-E918-9E74-3A431B7EDDD7}"/>
                  </a:ext>
                </a:extLst>
              </p:cNvPr>
              <p:cNvSpPr txBox="1"/>
              <p:nvPr/>
            </p:nvSpPr>
            <p:spPr>
              <a:xfrm>
                <a:off x="4444365" y="12224637"/>
                <a:ext cx="731519" cy="173103"/>
              </a:xfrm>
              <a:prstGeom prst="rect">
                <a:avLst/>
              </a:prstGeom>
              <a:noFill/>
              <a:ln/>
            </p:spPr>
            <p:txBody>
              <a:bodyPr wrap="square" lIns="0" tIns="0" rIns="0" bIns="0" rtlCol="0" anchor="ctr"/>
              <a:lstStyle/>
              <a:p>
                <a:pPr algn="ctr" defTabSz="849112">
                  <a:defRPr/>
                </a:pPr>
                <a:r>
                  <a:rPr lang="en-US" sz="836" kern="0" dirty="0">
                    <a:solidFill>
                      <a:srgbClr val="374151"/>
                    </a:solidFill>
                    <a:latin typeface="STC Forward" panose="00000500000000000000" pitchFamily="2" charset="-78"/>
                    <a:ea typeface="Inter" pitchFamily="34" charset="-122"/>
                    <a:cs typeface="STC Forward" panose="00000500000000000000" pitchFamily="2" charset="-78"/>
                  </a:rPr>
                  <a:t>AA - DA</a:t>
                </a:r>
                <a:endParaRPr lang="en-US" sz="836" kern="0" dirty="0">
                  <a:solidFill>
                    <a:prstClr val="black"/>
                  </a:solidFill>
                  <a:latin typeface="STC Forward" panose="00000500000000000000" pitchFamily="2" charset="-78"/>
                  <a:cs typeface="STC Forward" panose="00000500000000000000" pitchFamily="2" charset="-78"/>
                </a:endParaRPr>
              </a:p>
            </p:txBody>
          </p:sp>
          <p:sp>
            <p:nvSpPr>
              <p:cNvPr id="28760" name="Text 28">
                <a:extLst>
                  <a:ext uri="{FF2B5EF4-FFF2-40B4-BE49-F238E27FC236}">
                    <a16:creationId xmlns:a16="http://schemas.microsoft.com/office/drawing/2014/main" id="{709C54B0-DA78-7D9B-782D-AD712123FC67}"/>
                  </a:ext>
                </a:extLst>
              </p:cNvPr>
              <p:cNvSpPr txBox="1"/>
              <p:nvPr/>
            </p:nvSpPr>
            <p:spPr>
              <a:xfrm>
                <a:off x="6412076" y="12205434"/>
                <a:ext cx="768096" cy="191110"/>
              </a:xfrm>
              <a:prstGeom prst="rect">
                <a:avLst/>
              </a:prstGeom>
              <a:noFill/>
              <a:ln/>
            </p:spPr>
            <p:txBody>
              <a:bodyPr wrap="square" lIns="0" tIns="0" rIns="0" bIns="0" rtlCol="0" anchor="ctr"/>
              <a:lstStyle/>
              <a:p>
                <a:pPr algn="ctr" defTabSz="849112">
                  <a:defRPr/>
                </a:pPr>
                <a:r>
                  <a:rPr lang="en-US" sz="743" kern="0" dirty="0">
                    <a:solidFill>
                      <a:srgbClr val="6B7280"/>
                    </a:solidFill>
                    <a:latin typeface="STC Forward" panose="00000500000000000000" pitchFamily="2" charset="-78"/>
                    <a:ea typeface="Inter" pitchFamily="34" charset="-122"/>
                    <a:cs typeface="STC Forward" panose="00000500000000000000" pitchFamily="2" charset="-78"/>
                  </a:rPr>
                  <a:t>TA-Domain</a:t>
                </a:r>
              </a:p>
            </p:txBody>
          </p:sp>
          <p:grpSp>
            <p:nvGrpSpPr>
              <p:cNvPr id="28761" name="Group 28760">
                <a:extLst>
                  <a:ext uri="{FF2B5EF4-FFF2-40B4-BE49-F238E27FC236}">
                    <a16:creationId xmlns:a16="http://schemas.microsoft.com/office/drawing/2014/main" id="{B3B763CA-FEDE-97FB-EBED-3AFCE48905B2}"/>
                  </a:ext>
                </a:extLst>
              </p:cNvPr>
              <p:cNvGrpSpPr/>
              <p:nvPr/>
            </p:nvGrpSpPr>
            <p:grpSpPr>
              <a:xfrm>
                <a:off x="7521777" y="12215036"/>
                <a:ext cx="485546" cy="171907"/>
                <a:chOff x="7226502" y="12215036"/>
                <a:chExt cx="485546" cy="171907"/>
              </a:xfrm>
            </p:grpSpPr>
            <p:sp>
              <p:nvSpPr>
                <p:cNvPr id="28769" name="Shape 29">
                  <a:extLst>
                    <a:ext uri="{FF2B5EF4-FFF2-40B4-BE49-F238E27FC236}">
                      <a16:creationId xmlns:a16="http://schemas.microsoft.com/office/drawing/2014/main" id="{EEE33A23-6D1D-1038-94B0-CC25ACB9E1C1}"/>
                    </a:ext>
                  </a:extLst>
                </p:cNvPr>
                <p:cNvSpPr/>
                <p:nvPr/>
              </p:nvSpPr>
              <p:spPr>
                <a:xfrm>
                  <a:off x="7226502" y="12215036"/>
                  <a:ext cx="485546" cy="171907"/>
                </a:xfrm>
                <a:prstGeom prst="roundRect">
                  <a:avLst>
                    <a:gd name="adj" fmla="val 118203"/>
                  </a:avLst>
                </a:prstGeom>
                <a:solidFill>
                  <a:srgbClr val="F3F3F3"/>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770" name="Text 30">
                  <a:extLst>
                    <a:ext uri="{FF2B5EF4-FFF2-40B4-BE49-F238E27FC236}">
                      <a16:creationId xmlns:a16="http://schemas.microsoft.com/office/drawing/2014/main" id="{CC541097-6B9C-5F13-3E31-68BA29F73FE0}"/>
                    </a:ext>
                  </a:extLst>
                </p:cNvPr>
                <p:cNvSpPr txBox="1"/>
                <p:nvPr/>
              </p:nvSpPr>
              <p:spPr>
                <a:xfrm>
                  <a:off x="7245247" y="12234238"/>
                  <a:ext cx="448056" cy="133502"/>
                </a:xfrm>
                <a:prstGeom prst="rect">
                  <a:avLst/>
                </a:prstGeom>
                <a:noFill/>
                <a:ln/>
              </p:spPr>
              <p:txBody>
                <a:bodyPr wrap="square" lIns="0" tIns="0" rIns="0" bIns="0" rtlCol="0" anchor="ctr"/>
                <a:lstStyle/>
                <a:p>
                  <a:pPr algn="ctr" defTabSz="849112">
                    <a:defRPr/>
                  </a:pPr>
                  <a:r>
                    <a:rPr lang="en-US" sz="650" b="1" kern="0" dirty="0">
                      <a:solidFill>
                        <a:srgbClr val="4F008C"/>
                      </a:solidFill>
                      <a:latin typeface="STC Forward" panose="00000500000000000000" pitchFamily="2" charset="-78"/>
                      <a:ea typeface="Inter" pitchFamily="34" charset="-122"/>
                      <a:cs typeface="STC Forward" panose="00000500000000000000" pitchFamily="2" charset="-78"/>
                    </a:rPr>
                    <a:t>CAPEX</a:t>
                  </a:r>
                </a:p>
              </p:txBody>
            </p:sp>
          </p:grpSp>
          <p:grpSp>
            <p:nvGrpSpPr>
              <p:cNvPr id="28762" name="Group 28761">
                <a:extLst>
                  <a:ext uri="{FF2B5EF4-FFF2-40B4-BE49-F238E27FC236}">
                    <a16:creationId xmlns:a16="http://schemas.microsoft.com/office/drawing/2014/main" id="{2786D4F5-20EC-3DAE-93FB-9F72AF9358F6}"/>
                  </a:ext>
                </a:extLst>
              </p:cNvPr>
              <p:cNvGrpSpPr/>
              <p:nvPr/>
            </p:nvGrpSpPr>
            <p:grpSpPr>
              <a:xfrm>
                <a:off x="5513221" y="12196290"/>
                <a:ext cx="685800" cy="209398"/>
                <a:chOff x="8408821" y="12196290"/>
                <a:chExt cx="685800" cy="209398"/>
              </a:xfrm>
            </p:grpSpPr>
            <p:sp>
              <p:nvSpPr>
                <p:cNvPr id="28767" name="Shape 31">
                  <a:extLst>
                    <a:ext uri="{FF2B5EF4-FFF2-40B4-BE49-F238E27FC236}">
                      <a16:creationId xmlns:a16="http://schemas.microsoft.com/office/drawing/2014/main" id="{84D0B874-CEE4-C24D-D847-B3F8D8C3A963}"/>
                    </a:ext>
                  </a:extLst>
                </p:cNvPr>
                <p:cNvSpPr/>
                <p:nvPr/>
              </p:nvSpPr>
              <p:spPr>
                <a:xfrm>
                  <a:off x="8408821" y="12196290"/>
                  <a:ext cx="685800" cy="209398"/>
                </a:xfrm>
                <a:prstGeom prst="roundRect">
                  <a:avLst>
                    <a:gd name="adj" fmla="val 79396"/>
                  </a:avLst>
                </a:prstGeom>
                <a:solidFill>
                  <a:srgbClr val="FEE2E2"/>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768" name="Text 32">
                  <a:extLst>
                    <a:ext uri="{FF2B5EF4-FFF2-40B4-BE49-F238E27FC236}">
                      <a16:creationId xmlns:a16="http://schemas.microsoft.com/office/drawing/2014/main" id="{AFFA8F25-E776-DE91-68BA-3C3F7610638E}"/>
                    </a:ext>
                  </a:extLst>
                </p:cNvPr>
                <p:cNvSpPr txBox="1"/>
                <p:nvPr/>
              </p:nvSpPr>
              <p:spPr>
                <a:xfrm>
                  <a:off x="8446769" y="12215036"/>
                  <a:ext cx="609905" cy="171907"/>
                </a:xfrm>
                <a:prstGeom prst="rect">
                  <a:avLst/>
                </a:prstGeom>
                <a:noFill/>
                <a:ln/>
              </p:spPr>
              <p:txBody>
                <a:bodyPr wrap="square" lIns="0" tIns="0" rIns="0" bIns="0" rtlCol="0" anchor="ctr"/>
                <a:lstStyle/>
                <a:p>
                  <a:pPr algn="ctr" defTabSz="849112">
                    <a:defRPr/>
                  </a:pPr>
                  <a:r>
                    <a:rPr lang="en-US" sz="650" b="1" kern="0" dirty="0">
                      <a:solidFill>
                        <a:srgbClr val="F5375E"/>
                      </a:solidFill>
                      <a:latin typeface="STC Forward" panose="00000500000000000000" pitchFamily="2" charset="-78"/>
                      <a:ea typeface="Inter" pitchFamily="34" charset="-122"/>
                      <a:cs typeface="STC Forward" panose="00000500000000000000" pitchFamily="2" charset="-78"/>
                    </a:rPr>
                    <a:t>DELAYED</a:t>
                  </a:r>
                  <a:endParaRPr lang="en-US" sz="650" kern="0" dirty="0">
                    <a:solidFill>
                      <a:srgbClr val="F5375E"/>
                    </a:solidFill>
                    <a:latin typeface="STC Forward" panose="00000500000000000000" pitchFamily="2" charset="-78"/>
                    <a:cs typeface="STC Forward" panose="00000500000000000000" pitchFamily="2" charset="-78"/>
                  </a:endParaRPr>
                </a:p>
              </p:txBody>
            </p:sp>
          </p:grpSp>
          <p:grpSp>
            <p:nvGrpSpPr>
              <p:cNvPr id="28763" name="Group 28762">
                <a:extLst>
                  <a:ext uri="{FF2B5EF4-FFF2-40B4-BE49-F238E27FC236}">
                    <a16:creationId xmlns:a16="http://schemas.microsoft.com/office/drawing/2014/main" id="{6E36047B-F249-61BC-8546-28415B8C4D34}"/>
                  </a:ext>
                </a:extLst>
              </p:cNvPr>
              <p:cNvGrpSpPr/>
              <p:nvPr/>
            </p:nvGrpSpPr>
            <p:grpSpPr>
              <a:xfrm>
                <a:off x="10340228" y="12162915"/>
                <a:ext cx="1145090" cy="276149"/>
                <a:chOff x="10149728" y="12162915"/>
                <a:chExt cx="1145090" cy="276149"/>
              </a:xfrm>
            </p:grpSpPr>
            <p:sp>
              <p:nvSpPr>
                <p:cNvPr id="28765" name="Shape 33">
                  <a:extLst>
                    <a:ext uri="{FF2B5EF4-FFF2-40B4-BE49-F238E27FC236}">
                      <a16:creationId xmlns:a16="http://schemas.microsoft.com/office/drawing/2014/main" id="{22EA0823-B9EF-25CE-3829-B73658E36EA7}"/>
                    </a:ext>
                  </a:extLst>
                </p:cNvPr>
                <p:cNvSpPr/>
                <p:nvPr/>
              </p:nvSpPr>
              <p:spPr>
                <a:xfrm>
                  <a:off x="10149728" y="12162915"/>
                  <a:ext cx="1145090" cy="276149"/>
                </a:xfrm>
                <a:prstGeom prst="roundRect">
                  <a:avLst>
                    <a:gd name="adj" fmla="val 228362"/>
                  </a:avLst>
                </a:prstGeom>
                <a:solidFill>
                  <a:srgbClr val="F3F3F3"/>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766" name="Text 34">
                  <a:extLst>
                    <a:ext uri="{FF2B5EF4-FFF2-40B4-BE49-F238E27FC236}">
                      <a16:creationId xmlns:a16="http://schemas.microsoft.com/office/drawing/2014/main" id="{66095C8E-9E83-DA54-7826-ADFB7B791EAC}"/>
                    </a:ext>
                  </a:extLst>
                </p:cNvPr>
                <p:cNvSpPr txBox="1"/>
                <p:nvPr/>
              </p:nvSpPr>
              <p:spPr>
                <a:xfrm>
                  <a:off x="10312622" y="12200862"/>
                  <a:ext cx="819302" cy="200254"/>
                </a:xfrm>
                <a:prstGeom prst="rect">
                  <a:avLst/>
                </a:prstGeom>
                <a:noFill/>
                <a:ln/>
              </p:spPr>
              <p:txBody>
                <a:bodyPr wrap="square" lIns="0" tIns="0" rIns="0" bIns="0" rtlCol="0" anchor="ctr"/>
                <a:lstStyle/>
                <a:p>
                  <a:pPr algn="ctr" defTabSz="849112">
                    <a:defRPr/>
                  </a:pPr>
                  <a:r>
                    <a:rPr lang="en-US" sz="836" b="1" kern="0" dirty="0">
                      <a:solidFill>
                        <a:prstClr val="black"/>
                      </a:solidFill>
                      <a:latin typeface="STC Forward" panose="00000500000000000000" pitchFamily="2" charset="-78"/>
                      <a:ea typeface="Inter" pitchFamily="34" charset="-122"/>
                      <a:cs typeface="STC Forward" panose="00000500000000000000" pitchFamily="2" charset="-78"/>
                    </a:rPr>
                    <a:t>3,148,279 </a:t>
                  </a:r>
                  <a:endParaRPr lang="en-US" sz="836" kern="0" dirty="0">
                    <a:solidFill>
                      <a:prstClr val="black"/>
                    </a:solidFill>
                    <a:latin typeface="STC Forward" panose="00000500000000000000" pitchFamily="2" charset="-78"/>
                    <a:cs typeface="STC Forward" panose="00000500000000000000" pitchFamily="2" charset="-78"/>
                  </a:endParaRPr>
                </a:p>
              </p:txBody>
            </p:sp>
          </p:grpSp>
          <p:sp>
            <p:nvSpPr>
              <p:cNvPr id="28764" name="Text 28">
                <a:extLst>
                  <a:ext uri="{FF2B5EF4-FFF2-40B4-BE49-F238E27FC236}">
                    <a16:creationId xmlns:a16="http://schemas.microsoft.com/office/drawing/2014/main" id="{8E8C292B-FDAD-6F85-6192-AC7A897ACF73}"/>
                  </a:ext>
                </a:extLst>
              </p:cNvPr>
              <p:cNvSpPr txBox="1"/>
              <p:nvPr/>
            </p:nvSpPr>
            <p:spPr>
              <a:xfrm>
                <a:off x="8244914" y="12205433"/>
                <a:ext cx="1842061" cy="231107"/>
              </a:xfrm>
              <a:prstGeom prst="rect">
                <a:avLst/>
              </a:prstGeom>
              <a:noFill/>
              <a:ln/>
            </p:spPr>
            <p:txBody>
              <a:bodyPr wrap="square" lIns="0" tIns="0" rIns="0" bIns="0" rtlCol="0" anchor="ctr"/>
              <a:lstStyle/>
              <a:p>
                <a:pPr algn="ctr" defTabSz="849112">
                  <a:defRPr/>
                </a:pPr>
                <a:r>
                  <a:rPr lang="en-US" sz="743" kern="0" dirty="0">
                    <a:solidFill>
                      <a:srgbClr val="6B7280"/>
                    </a:solidFill>
                    <a:latin typeface="STC Forward" panose="00000500000000000000" pitchFamily="2" charset="-78"/>
                    <a:ea typeface="Inter" pitchFamily="34" charset="-122"/>
                    <a:cs typeface="STC Forward" panose="00000500000000000000" pitchFamily="2" charset="-78"/>
                  </a:rPr>
                  <a:t>Billing &amp; Fulfilment Management</a:t>
                </a:r>
                <a:endParaRPr lang="en-US" sz="743" kern="0" dirty="0">
                  <a:solidFill>
                    <a:prstClr val="black"/>
                  </a:solidFill>
                  <a:latin typeface="STC Forward" panose="00000500000000000000" pitchFamily="2" charset="-78"/>
                  <a:cs typeface="STC Forward" panose="00000500000000000000" pitchFamily="2" charset="-78"/>
                </a:endParaRPr>
              </a:p>
            </p:txBody>
          </p:sp>
        </p:grpSp>
      </p:grpSp>
      <p:grpSp>
        <p:nvGrpSpPr>
          <p:cNvPr id="28771" name="Group 28770">
            <a:extLst>
              <a:ext uri="{FF2B5EF4-FFF2-40B4-BE49-F238E27FC236}">
                <a16:creationId xmlns:a16="http://schemas.microsoft.com/office/drawing/2014/main" id="{85FC84EB-8641-896A-8949-86D4860E64BE}"/>
              </a:ext>
            </a:extLst>
          </p:cNvPr>
          <p:cNvGrpSpPr/>
          <p:nvPr/>
        </p:nvGrpSpPr>
        <p:grpSpPr>
          <a:xfrm>
            <a:off x="899606" y="19705994"/>
            <a:ext cx="10189875" cy="256424"/>
            <a:chOff x="511606" y="12162915"/>
            <a:chExt cx="10973712" cy="276149"/>
          </a:xfrm>
        </p:grpSpPr>
        <p:sp>
          <p:nvSpPr>
            <p:cNvPr id="28772" name="Text 26">
              <a:extLst>
                <a:ext uri="{FF2B5EF4-FFF2-40B4-BE49-F238E27FC236}">
                  <a16:creationId xmlns:a16="http://schemas.microsoft.com/office/drawing/2014/main" id="{965EBB51-DA6C-2EC6-8895-7266663A2164}"/>
                </a:ext>
              </a:extLst>
            </p:cNvPr>
            <p:cNvSpPr txBox="1"/>
            <p:nvPr/>
          </p:nvSpPr>
          <p:spPr>
            <a:xfrm>
              <a:off x="511606" y="12200862"/>
              <a:ext cx="2720340" cy="200254"/>
            </a:xfrm>
            <a:prstGeom prst="rect">
              <a:avLst/>
            </a:prstGeom>
            <a:noFill/>
            <a:ln/>
          </p:spPr>
          <p:txBody>
            <a:bodyPr wrap="square" lIns="0" tIns="0" rIns="0" bIns="0" rtlCol="0" anchor="ctr"/>
            <a:lstStyle/>
            <a:p>
              <a:pPr defTabSz="849112">
                <a:defRPr/>
              </a:pPr>
              <a:r>
                <a:rPr lang="en-US" sz="836" b="1" kern="0" dirty="0">
                  <a:solidFill>
                    <a:srgbClr val="111827"/>
                  </a:solidFill>
                  <a:latin typeface="STC Forward" panose="00000500000000000000" pitchFamily="2" charset="-78"/>
                  <a:ea typeface="Inter" pitchFamily="34" charset="-122"/>
                  <a:cs typeface="STC Forward" panose="00000500000000000000" pitchFamily="2" charset="-78"/>
                </a:rPr>
                <a:t>CorpE – CBU Demand – Tribe Q3</a:t>
              </a:r>
              <a:endParaRPr lang="en-US" sz="836" kern="0" dirty="0">
                <a:solidFill>
                  <a:prstClr val="black"/>
                </a:solidFill>
                <a:latin typeface="STC Forward" panose="00000500000000000000" pitchFamily="2" charset="-78"/>
                <a:cs typeface="STC Forward" panose="00000500000000000000" pitchFamily="2" charset="-78"/>
              </a:endParaRPr>
            </a:p>
          </p:txBody>
        </p:sp>
        <p:sp>
          <p:nvSpPr>
            <p:cNvPr id="28773" name="Text 27">
              <a:extLst>
                <a:ext uri="{FF2B5EF4-FFF2-40B4-BE49-F238E27FC236}">
                  <a16:creationId xmlns:a16="http://schemas.microsoft.com/office/drawing/2014/main" id="{61405F86-69F3-6F46-A8E5-F474789BDF8A}"/>
                </a:ext>
              </a:extLst>
            </p:cNvPr>
            <p:cNvSpPr txBox="1"/>
            <p:nvPr/>
          </p:nvSpPr>
          <p:spPr>
            <a:xfrm>
              <a:off x="4444365" y="12214438"/>
              <a:ext cx="731519" cy="173103"/>
            </a:xfrm>
            <a:prstGeom prst="rect">
              <a:avLst/>
            </a:prstGeom>
            <a:noFill/>
            <a:ln/>
          </p:spPr>
          <p:txBody>
            <a:bodyPr wrap="square" lIns="0" tIns="0" rIns="0" bIns="0" rtlCol="0" anchor="ctr"/>
            <a:lstStyle/>
            <a:p>
              <a:pPr algn="ctr" defTabSz="849112">
                <a:defRPr/>
              </a:pPr>
              <a:r>
                <a:rPr lang="en-US" sz="836" kern="0" dirty="0">
                  <a:solidFill>
                    <a:srgbClr val="374151"/>
                  </a:solidFill>
                  <a:latin typeface="STC Forward" panose="00000500000000000000" pitchFamily="2" charset="-78"/>
                  <a:ea typeface="Inter" pitchFamily="34" charset="-122"/>
                  <a:cs typeface="STC Forward" panose="00000500000000000000" pitchFamily="2" charset="-78"/>
                </a:rPr>
                <a:t>DA - AA</a:t>
              </a:r>
            </a:p>
          </p:txBody>
        </p:sp>
        <p:sp>
          <p:nvSpPr>
            <p:cNvPr id="28774" name="Text 28">
              <a:extLst>
                <a:ext uri="{FF2B5EF4-FFF2-40B4-BE49-F238E27FC236}">
                  <a16:creationId xmlns:a16="http://schemas.microsoft.com/office/drawing/2014/main" id="{9551E662-236B-E99D-2BDB-C20DB173E149}"/>
                </a:ext>
              </a:extLst>
            </p:cNvPr>
            <p:cNvSpPr txBox="1"/>
            <p:nvPr/>
          </p:nvSpPr>
          <p:spPr>
            <a:xfrm>
              <a:off x="6412076" y="12205434"/>
              <a:ext cx="768096" cy="191110"/>
            </a:xfrm>
            <a:prstGeom prst="rect">
              <a:avLst/>
            </a:prstGeom>
            <a:noFill/>
            <a:ln/>
          </p:spPr>
          <p:txBody>
            <a:bodyPr wrap="square" lIns="0" tIns="0" rIns="0" bIns="0" rtlCol="0" anchor="ctr"/>
            <a:lstStyle/>
            <a:p>
              <a:pPr algn="ctr" defTabSz="849112">
                <a:defRPr/>
              </a:pPr>
              <a:r>
                <a:rPr lang="en-US" sz="743" kern="0" dirty="0">
                  <a:solidFill>
                    <a:srgbClr val="6B7280"/>
                  </a:solidFill>
                  <a:latin typeface="STC Forward" panose="00000500000000000000" pitchFamily="2" charset="-78"/>
                  <a:ea typeface="Inter" pitchFamily="34" charset="-122"/>
                  <a:cs typeface="STC Forward" panose="00000500000000000000" pitchFamily="2" charset="-78"/>
                </a:rPr>
                <a:t>TA-Domain</a:t>
              </a:r>
            </a:p>
          </p:txBody>
        </p:sp>
        <p:grpSp>
          <p:nvGrpSpPr>
            <p:cNvPr id="28775" name="Group 28774">
              <a:extLst>
                <a:ext uri="{FF2B5EF4-FFF2-40B4-BE49-F238E27FC236}">
                  <a16:creationId xmlns:a16="http://schemas.microsoft.com/office/drawing/2014/main" id="{EE9D4681-1948-7441-2472-7CC8AAFB04B3}"/>
                </a:ext>
              </a:extLst>
            </p:cNvPr>
            <p:cNvGrpSpPr/>
            <p:nvPr/>
          </p:nvGrpSpPr>
          <p:grpSpPr>
            <a:xfrm>
              <a:off x="7521777" y="12215036"/>
              <a:ext cx="485546" cy="171907"/>
              <a:chOff x="7226502" y="12215036"/>
              <a:chExt cx="485546" cy="171907"/>
            </a:xfrm>
          </p:grpSpPr>
          <p:sp>
            <p:nvSpPr>
              <p:cNvPr id="28783" name="Shape 29">
                <a:extLst>
                  <a:ext uri="{FF2B5EF4-FFF2-40B4-BE49-F238E27FC236}">
                    <a16:creationId xmlns:a16="http://schemas.microsoft.com/office/drawing/2014/main" id="{1409CE4D-C9E4-0DA6-1A64-893ABFF0959B}"/>
                  </a:ext>
                </a:extLst>
              </p:cNvPr>
              <p:cNvSpPr/>
              <p:nvPr/>
            </p:nvSpPr>
            <p:spPr>
              <a:xfrm>
                <a:off x="7226502" y="12215036"/>
                <a:ext cx="485546" cy="171907"/>
              </a:xfrm>
              <a:prstGeom prst="roundRect">
                <a:avLst>
                  <a:gd name="adj" fmla="val 118203"/>
                </a:avLst>
              </a:prstGeom>
              <a:solidFill>
                <a:srgbClr val="F3F3F3"/>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784" name="Text 30">
                <a:extLst>
                  <a:ext uri="{FF2B5EF4-FFF2-40B4-BE49-F238E27FC236}">
                    <a16:creationId xmlns:a16="http://schemas.microsoft.com/office/drawing/2014/main" id="{394D513D-EA02-454F-AE1D-EBC8E53B3666}"/>
                  </a:ext>
                </a:extLst>
              </p:cNvPr>
              <p:cNvSpPr txBox="1"/>
              <p:nvPr/>
            </p:nvSpPr>
            <p:spPr>
              <a:xfrm>
                <a:off x="7245247" y="12234238"/>
                <a:ext cx="448056" cy="133502"/>
              </a:xfrm>
              <a:prstGeom prst="rect">
                <a:avLst/>
              </a:prstGeom>
              <a:noFill/>
              <a:ln/>
            </p:spPr>
            <p:txBody>
              <a:bodyPr wrap="square" lIns="0" tIns="0" rIns="0" bIns="0" rtlCol="0" anchor="ctr"/>
              <a:lstStyle/>
              <a:p>
                <a:pPr algn="ctr" defTabSz="849112">
                  <a:defRPr/>
                </a:pPr>
                <a:r>
                  <a:rPr lang="en-US" sz="650" b="1" kern="0" dirty="0">
                    <a:solidFill>
                      <a:srgbClr val="4F008C"/>
                    </a:solidFill>
                    <a:latin typeface="STC Forward" panose="00000500000000000000" pitchFamily="2" charset="-78"/>
                    <a:ea typeface="Inter" pitchFamily="34" charset="-122"/>
                    <a:cs typeface="STC Forward" panose="00000500000000000000" pitchFamily="2" charset="-78"/>
                  </a:rPr>
                  <a:t>CAPEX</a:t>
                </a:r>
                <a:endParaRPr lang="en-US" sz="650" kern="0" dirty="0">
                  <a:solidFill>
                    <a:srgbClr val="4F008C"/>
                  </a:solidFill>
                  <a:latin typeface="STC Forward" panose="00000500000000000000" pitchFamily="2" charset="-78"/>
                  <a:cs typeface="STC Forward" panose="00000500000000000000" pitchFamily="2" charset="-78"/>
                </a:endParaRPr>
              </a:p>
            </p:txBody>
          </p:sp>
        </p:grpSp>
        <p:grpSp>
          <p:nvGrpSpPr>
            <p:cNvPr id="28776" name="Group 28775">
              <a:extLst>
                <a:ext uri="{FF2B5EF4-FFF2-40B4-BE49-F238E27FC236}">
                  <a16:creationId xmlns:a16="http://schemas.microsoft.com/office/drawing/2014/main" id="{CE0B47F5-A099-43F3-B0DB-EF288DB800E5}"/>
                </a:ext>
              </a:extLst>
            </p:cNvPr>
            <p:cNvGrpSpPr/>
            <p:nvPr/>
          </p:nvGrpSpPr>
          <p:grpSpPr>
            <a:xfrm>
              <a:off x="5513221" y="12196290"/>
              <a:ext cx="685800" cy="209398"/>
              <a:chOff x="8408821" y="12196290"/>
              <a:chExt cx="685800" cy="209398"/>
            </a:xfrm>
          </p:grpSpPr>
          <p:sp>
            <p:nvSpPr>
              <p:cNvPr id="28781" name="Shape 31">
                <a:extLst>
                  <a:ext uri="{FF2B5EF4-FFF2-40B4-BE49-F238E27FC236}">
                    <a16:creationId xmlns:a16="http://schemas.microsoft.com/office/drawing/2014/main" id="{F269AE06-9782-71AA-8C12-A007AC8B8F2E}"/>
                  </a:ext>
                </a:extLst>
              </p:cNvPr>
              <p:cNvSpPr/>
              <p:nvPr/>
            </p:nvSpPr>
            <p:spPr>
              <a:xfrm>
                <a:off x="8408821" y="12196290"/>
                <a:ext cx="685800" cy="209398"/>
              </a:xfrm>
              <a:prstGeom prst="roundRect">
                <a:avLst>
                  <a:gd name="adj" fmla="val 79396"/>
                </a:avLst>
              </a:prstGeom>
              <a:solidFill>
                <a:srgbClr val="FEE2E2"/>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782" name="Text 32">
                <a:extLst>
                  <a:ext uri="{FF2B5EF4-FFF2-40B4-BE49-F238E27FC236}">
                    <a16:creationId xmlns:a16="http://schemas.microsoft.com/office/drawing/2014/main" id="{A7BA91C7-5CB0-224D-45D9-16E564D30625}"/>
                  </a:ext>
                </a:extLst>
              </p:cNvPr>
              <p:cNvSpPr txBox="1"/>
              <p:nvPr/>
            </p:nvSpPr>
            <p:spPr>
              <a:xfrm>
                <a:off x="8446769" y="12215036"/>
                <a:ext cx="609905" cy="171907"/>
              </a:xfrm>
              <a:prstGeom prst="rect">
                <a:avLst/>
              </a:prstGeom>
              <a:noFill/>
              <a:ln/>
            </p:spPr>
            <p:txBody>
              <a:bodyPr wrap="square" lIns="0" tIns="0" rIns="0" bIns="0" rtlCol="0" anchor="ctr"/>
              <a:lstStyle/>
              <a:p>
                <a:pPr algn="ctr" defTabSz="849112">
                  <a:defRPr/>
                </a:pPr>
                <a:r>
                  <a:rPr lang="en-US" sz="650" b="1" kern="0" dirty="0">
                    <a:solidFill>
                      <a:srgbClr val="F5375E"/>
                    </a:solidFill>
                    <a:latin typeface="STC Forward" panose="00000500000000000000" pitchFamily="2" charset="-78"/>
                    <a:ea typeface="Inter" pitchFamily="34" charset="-122"/>
                    <a:cs typeface="STC Forward" panose="00000500000000000000" pitchFamily="2" charset="-78"/>
                  </a:rPr>
                  <a:t>DELAYED</a:t>
                </a:r>
                <a:endParaRPr lang="en-US" sz="650" kern="0" dirty="0">
                  <a:solidFill>
                    <a:srgbClr val="F5375E"/>
                  </a:solidFill>
                  <a:latin typeface="STC Forward" panose="00000500000000000000" pitchFamily="2" charset="-78"/>
                  <a:cs typeface="STC Forward" panose="00000500000000000000" pitchFamily="2" charset="-78"/>
                </a:endParaRPr>
              </a:p>
            </p:txBody>
          </p:sp>
        </p:grpSp>
        <p:grpSp>
          <p:nvGrpSpPr>
            <p:cNvPr id="28777" name="Group 28776">
              <a:extLst>
                <a:ext uri="{FF2B5EF4-FFF2-40B4-BE49-F238E27FC236}">
                  <a16:creationId xmlns:a16="http://schemas.microsoft.com/office/drawing/2014/main" id="{5EDE28DB-5375-308D-3C02-6B3BC5B8A46A}"/>
                </a:ext>
              </a:extLst>
            </p:cNvPr>
            <p:cNvGrpSpPr/>
            <p:nvPr/>
          </p:nvGrpSpPr>
          <p:grpSpPr>
            <a:xfrm>
              <a:off x="10340228" y="12162915"/>
              <a:ext cx="1145090" cy="276149"/>
              <a:chOff x="10149728" y="12162915"/>
              <a:chExt cx="1145090" cy="276149"/>
            </a:xfrm>
          </p:grpSpPr>
          <p:sp>
            <p:nvSpPr>
              <p:cNvPr id="28779" name="Shape 33">
                <a:extLst>
                  <a:ext uri="{FF2B5EF4-FFF2-40B4-BE49-F238E27FC236}">
                    <a16:creationId xmlns:a16="http://schemas.microsoft.com/office/drawing/2014/main" id="{367A0F3F-F23E-73C0-8FB1-57E9ED7FA7C4}"/>
                  </a:ext>
                </a:extLst>
              </p:cNvPr>
              <p:cNvSpPr/>
              <p:nvPr/>
            </p:nvSpPr>
            <p:spPr>
              <a:xfrm>
                <a:off x="10149728" y="12162915"/>
                <a:ext cx="1145090" cy="276149"/>
              </a:xfrm>
              <a:prstGeom prst="roundRect">
                <a:avLst>
                  <a:gd name="adj" fmla="val 228362"/>
                </a:avLst>
              </a:prstGeom>
              <a:solidFill>
                <a:srgbClr val="F3F3F3"/>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780" name="Text 34">
                <a:extLst>
                  <a:ext uri="{FF2B5EF4-FFF2-40B4-BE49-F238E27FC236}">
                    <a16:creationId xmlns:a16="http://schemas.microsoft.com/office/drawing/2014/main" id="{9DB62810-7DCF-15A9-F9CC-7E8EFC274A02}"/>
                  </a:ext>
                </a:extLst>
              </p:cNvPr>
              <p:cNvSpPr txBox="1"/>
              <p:nvPr/>
            </p:nvSpPr>
            <p:spPr>
              <a:xfrm>
                <a:off x="10312622" y="12200862"/>
                <a:ext cx="819302" cy="200254"/>
              </a:xfrm>
              <a:prstGeom prst="rect">
                <a:avLst/>
              </a:prstGeom>
              <a:noFill/>
              <a:ln/>
            </p:spPr>
            <p:txBody>
              <a:bodyPr wrap="square" lIns="0" tIns="0" rIns="0" bIns="0" rtlCol="0" anchor="ctr"/>
              <a:lstStyle/>
              <a:p>
                <a:pPr algn="ctr" defTabSz="849112">
                  <a:defRPr/>
                </a:pPr>
                <a:r>
                  <a:rPr lang="en-US" sz="836" b="1" kern="0" dirty="0">
                    <a:solidFill>
                      <a:prstClr val="black"/>
                    </a:solidFill>
                    <a:latin typeface="STC Forward" panose="00000500000000000000" pitchFamily="2" charset="-78"/>
                    <a:ea typeface="Inter" pitchFamily="34" charset="-122"/>
                    <a:cs typeface="STC Forward" panose="00000500000000000000" pitchFamily="2" charset="-78"/>
                  </a:rPr>
                  <a:t>2,935,210 </a:t>
                </a:r>
                <a:endParaRPr lang="en-US" sz="836" kern="0" dirty="0">
                  <a:solidFill>
                    <a:prstClr val="black"/>
                  </a:solidFill>
                  <a:latin typeface="STC Forward" panose="00000500000000000000" pitchFamily="2" charset="-78"/>
                  <a:cs typeface="STC Forward" panose="00000500000000000000" pitchFamily="2" charset="-78"/>
                </a:endParaRPr>
              </a:p>
            </p:txBody>
          </p:sp>
        </p:grpSp>
        <p:sp>
          <p:nvSpPr>
            <p:cNvPr id="28778" name="Text 28">
              <a:extLst>
                <a:ext uri="{FF2B5EF4-FFF2-40B4-BE49-F238E27FC236}">
                  <a16:creationId xmlns:a16="http://schemas.microsoft.com/office/drawing/2014/main" id="{0093380A-B884-12CA-7B56-F6396486555D}"/>
                </a:ext>
              </a:extLst>
            </p:cNvPr>
            <p:cNvSpPr txBox="1"/>
            <p:nvPr/>
          </p:nvSpPr>
          <p:spPr>
            <a:xfrm>
              <a:off x="8244914" y="12185436"/>
              <a:ext cx="1842061" cy="231107"/>
            </a:xfrm>
            <a:prstGeom prst="rect">
              <a:avLst/>
            </a:prstGeom>
            <a:noFill/>
            <a:ln/>
          </p:spPr>
          <p:txBody>
            <a:bodyPr wrap="square" lIns="0" tIns="0" rIns="0" bIns="0" rtlCol="0" anchor="ctr"/>
            <a:lstStyle/>
            <a:p>
              <a:pPr algn="ctr" defTabSz="849112">
                <a:defRPr/>
              </a:pPr>
              <a:r>
                <a:rPr lang="en-US" sz="743" kern="0" dirty="0">
                  <a:solidFill>
                    <a:srgbClr val="6B7280"/>
                  </a:solidFill>
                  <a:latin typeface="STC Forward" panose="00000500000000000000" pitchFamily="2" charset="-78"/>
                  <a:ea typeface="Inter" pitchFamily="34" charset="-122"/>
                  <a:cs typeface="STC Forward" panose="00000500000000000000" pitchFamily="2" charset="-78"/>
                </a:rPr>
                <a:t>Corporate Enablement</a:t>
              </a:r>
              <a:endParaRPr lang="en-US" sz="743" kern="0" dirty="0">
                <a:solidFill>
                  <a:prstClr val="black"/>
                </a:solidFill>
                <a:latin typeface="STC Forward" panose="00000500000000000000" pitchFamily="2" charset="-78"/>
                <a:cs typeface="STC Forward" panose="00000500000000000000" pitchFamily="2" charset="-78"/>
              </a:endParaRPr>
            </a:p>
          </p:txBody>
        </p:sp>
      </p:grpSp>
      <p:grpSp>
        <p:nvGrpSpPr>
          <p:cNvPr id="28785" name="Group 28784">
            <a:extLst>
              <a:ext uri="{FF2B5EF4-FFF2-40B4-BE49-F238E27FC236}">
                <a16:creationId xmlns:a16="http://schemas.microsoft.com/office/drawing/2014/main" id="{12B68677-05A2-A829-46B1-4439FDB84803}"/>
              </a:ext>
            </a:extLst>
          </p:cNvPr>
          <p:cNvGrpSpPr/>
          <p:nvPr/>
        </p:nvGrpSpPr>
        <p:grpSpPr>
          <a:xfrm>
            <a:off x="708194" y="20024445"/>
            <a:ext cx="10471435" cy="402704"/>
            <a:chOff x="305470" y="13254613"/>
            <a:chExt cx="11276930" cy="433681"/>
          </a:xfrm>
        </p:grpSpPr>
        <p:sp>
          <p:nvSpPr>
            <p:cNvPr id="28786" name="Shape 35">
              <a:extLst>
                <a:ext uri="{FF2B5EF4-FFF2-40B4-BE49-F238E27FC236}">
                  <a16:creationId xmlns:a16="http://schemas.microsoft.com/office/drawing/2014/main" id="{DF3EDD64-E6F9-CCDE-F842-6413118C99A9}"/>
                </a:ext>
              </a:extLst>
            </p:cNvPr>
            <p:cNvSpPr/>
            <p:nvPr/>
          </p:nvSpPr>
          <p:spPr>
            <a:xfrm>
              <a:off x="305470" y="13254613"/>
              <a:ext cx="11276930" cy="433681"/>
            </a:xfrm>
            <a:prstGeom prst="rect">
              <a:avLst/>
            </a:prstGeom>
            <a:solidFill>
              <a:srgbClr val="F9FAFB"/>
            </a:solidFill>
            <a:ln/>
          </p:spPr>
          <p:txBody>
            <a:bodyPr/>
            <a:lstStyle/>
            <a:p>
              <a:pPr defTabSz="424556"/>
              <a:endParaRPr lang="en-US" sz="1671" dirty="0">
                <a:solidFill>
                  <a:prstClr val="black"/>
                </a:solidFill>
                <a:latin typeface="Calibri" panose="020F0502020204030204"/>
              </a:endParaRPr>
            </a:p>
          </p:txBody>
        </p:sp>
        <p:grpSp>
          <p:nvGrpSpPr>
            <p:cNvPr id="28787" name="Group 28786">
              <a:extLst>
                <a:ext uri="{FF2B5EF4-FFF2-40B4-BE49-F238E27FC236}">
                  <a16:creationId xmlns:a16="http://schemas.microsoft.com/office/drawing/2014/main" id="{57ECAB72-8DD3-3C97-1205-1AC7661B8323}"/>
                </a:ext>
              </a:extLst>
            </p:cNvPr>
            <p:cNvGrpSpPr/>
            <p:nvPr/>
          </p:nvGrpSpPr>
          <p:grpSpPr>
            <a:xfrm>
              <a:off x="510792" y="13349966"/>
              <a:ext cx="10973712" cy="276149"/>
              <a:chOff x="511606" y="12162915"/>
              <a:chExt cx="10973712" cy="276149"/>
            </a:xfrm>
          </p:grpSpPr>
          <p:sp>
            <p:nvSpPr>
              <p:cNvPr id="28788" name="Text 26">
                <a:extLst>
                  <a:ext uri="{FF2B5EF4-FFF2-40B4-BE49-F238E27FC236}">
                    <a16:creationId xmlns:a16="http://schemas.microsoft.com/office/drawing/2014/main" id="{CF64C2E0-3B92-B5F5-E3C4-FC7E76C5E140}"/>
                  </a:ext>
                </a:extLst>
              </p:cNvPr>
              <p:cNvSpPr txBox="1"/>
              <p:nvPr/>
            </p:nvSpPr>
            <p:spPr>
              <a:xfrm>
                <a:off x="511606" y="12200862"/>
                <a:ext cx="2720340" cy="200254"/>
              </a:xfrm>
              <a:prstGeom prst="rect">
                <a:avLst/>
              </a:prstGeom>
              <a:noFill/>
              <a:ln/>
            </p:spPr>
            <p:txBody>
              <a:bodyPr wrap="square" lIns="0" tIns="0" rIns="0" bIns="0" rtlCol="0" anchor="ctr"/>
              <a:lstStyle/>
              <a:p>
                <a:pPr defTabSz="849112">
                  <a:defRPr/>
                </a:pPr>
                <a:r>
                  <a:rPr lang="en-US" sz="836" b="1" kern="0" dirty="0">
                    <a:solidFill>
                      <a:srgbClr val="111827"/>
                    </a:solidFill>
                    <a:latin typeface="STC Forward" panose="00000500000000000000" pitchFamily="2" charset="-78"/>
                    <a:ea typeface="Inter" pitchFamily="34" charset="-122"/>
                    <a:cs typeface="STC Forward" panose="00000500000000000000" pitchFamily="2" charset="-78"/>
                  </a:rPr>
                  <a:t>BFM – EBU Demand 2025 – Q3 - Tribe  - TCS</a:t>
                </a:r>
              </a:p>
            </p:txBody>
          </p:sp>
          <p:sp>
            <p:nvSpPr>
              <p:cNvPr id="28789" name="Text 27">
                <a:extLst>
                  <a:ext uri="{FF2B5EF4-FFF2-40B4-BE49-F238E27FC236}">
                    <a16:creationId xmlns:a16="http://schemas.microsoft.com/office/drawing/2014/main" id="{8E02278C-1838-3794-29D6-700DAADA3068}"/>
                  </a:ext>
                </a:extLst>
              </p:cNvPr>
              <p:cNvSpPr txBox="1"/>
              <p:nvPr/>
            </p:nvSpPr>
            <p:spPr>
              <a:xfrm>
                <a:off x="4444365" y="12224637"/>
                <a:ext cx="791389" cy="147539"/>
              </a:xfrm>
              <a:prstGeom prst="rect">
                <a:avLst/>
              </a:prstGeom>
              <a:noFill/>
              <a:ln/>
            </p:spPr>
            <p:txBody>
              <a:bodyPr wrap="square" lIns="0" tIns="0" rIns="0" bIns="0" rtlCol="0" anchor="ctr"/>
              <a:lstStyle/>
              <a:p>
                <a:pPr algn="ctr" defTabSz="849112">
                  <a:defRPr/>
                </a:pPr>
                <a:r>
                  <a:rPr lang="en-US" sz="836" kern="0" dirty="0">
                    <a:solidFill>
                      <a:srgbClr val="374151"/>
                    </a:solidFill>
                    <a:latin typeface="STC Forward" panose="00000500000000000000" pitchFamily="2" charset="-78"/>
                    <a:ea typeface="Inter" pitchFamily="34" charset="-122"/>
                    <a:cs typeface="STC Forward" panose="00000500000000000000" pitchFamily="2" charset="-78"/>
                  </a:rPr>
                  <a:t>AA - DA</a:t>
                </a:r>
              </a:p>
            </p:txBody>
          </p:sp>
          <p:sp>
            <p:nvSpPr>
              <p:cNvPr id="28790" name="Text 28">
                <a:extLst>
                  <a:ext uri="{FF2B5EF4-FFF2-40B4-BE49-F238E27FC236}">
                    <a16:creationId xmlns:a16="http://schemas.microsoft.com/office/drawing/2014/main" id="{E38D6F0D-22B5-B875-7F15-129783921F83}"/>
                  </a:ext>
                </a:extLst>
              </p:cNvPr>
              <p:cNvSpPr txBox="1"/>
              <p:nvPr/>
            </p:nvSpPr>
            <p:spPr>
              <a:xfrm>
                <a:off x="6412076" y="12205434"/>
                <a:ext cx="768096" cy="191110"/>
              </a:xfrm>
              <a:prstGeom prst="rect">
                <a:avLst/>
              </a:prstGeom>
              <a:noFill/>
              <a:ln/>
            </p:spPr>
            <p:txBody>
              <a:bodyPr wrap="square" lIns="0" tIns="0" rIns="0" bIns="0" rtlCol="0" anchor="ctr"/>
              <a:lstStyle/>
              <a:p>
                <a:pPr algn="ctr" defTabSz="849112">
                  <a:defRPr/>
                </a:pPr>
                <a:r>
                  <a:rPr lang="en-US" sz="743" kern="0" dirty="0">
                    <a:solidFill>
                      <a:srgbClr val="6B7280"/>
                    </a:solidFill>
                    <a:latin typeface="STC Forward" panose="00000500000000000000" pitchFamily="2" charset="-78"/>
                    <a:ea typeface="Inter" pitchFamily="34" charset="-122"/>
                    <a:cs typeface="STC Forward" panose="00000500000000000000" pitchFamily="2" charset="-78"/>
                  </a:rPr>
                  <a:t>TA-Domain</a:t>
                </a:r>
                <a:endParaRPr lang="en-US" sz="743" kern="0" dirty="0">
                  <a:solidFill>
                    <a:prstClr val="black"/>
                  </a:solidFill>
                  <a:latin typeface="STC Forward" panose="00000500000000000000" pitchFamily="2" charset="-78"/>
                  <a:cs typeface="STC Forward" panose="00000500000000000000" pitchFamily="2" charset="-78"/>
                </a:endParaRPr>
              </a:p>
            </p:txBody>
          </p:sp>
          <p:grpSp>
            <p:nvGrpSpPr>
              <p:cNvPr id="28791" name="Group 28790">
                <a:extLst>
                  <a:ext uri="{FF2B5EF4-FFF2-40B4-BE49-F238E27FC236}">
                    <a16:creationId xmlns:a16="http://schemas.microsoft.com/office/drawing/2014/main" id="{DF5F4609-5696-2198-EB94-FBEDACBE0304}"/>
                  </a:ext>
                </a:extLst>
              </p:cNvPr>
              <p:cNvGrpSpPr/>
              <p:nvPr/>
            </p:nvGrpSpPr>
            <p:grpSpPr>
              <a:xfrm>
                <a:off x="7521777" y="12215036"/>
                <a:ext cx="485546" cy="171907"/>
                <a:chOff x="7226502" y="12215036"/>
                <a:chExt cx="485546" cy="171907"/>
              </a:xfrm>
            </p:grpSpPr>
            <p:sp>
              <p:nvSpPr>
                <p:cNvPr id="28799" name="Shape 29">
                  <a:extLst>
                    <a:ext uri="{FF2B5EF4-FFF2-40B4-BE49-F238E27FC236}">
                      <a16:creationId xmlns:a16="http://schemas.microsoft.com/office/drawing/2014/main" id="{86CF9CEE-F980-45C2-F34A-C068D4397E65}"/>
                    </a:ext>
                  </a:extLst>
                </p:cNvPr>
                <p:cNvSpPr/>
                <p:nvPr/>
              </p:nvSpPr>
              <p:spPr>
                <a:xfrm>
                  <a:off x="7226502" y="12215036"/>
                  <a:ext cx="485546" cy="171907"/>
                </a:xfrm>
                <a:prstGeom prst="roundRect">
                  <a:avLst>
                    <a:gd name="adj" fmla="val 118203"/>
                  </a:avLst>
                </a:prstGeom>
                <a:solidFill>
                  <a:srgbClr val="F3F3F3"/>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800" name="Text 30">
                  <a:extLst>
                    <a:ext uri="{FF2B5EF4-FFF2-40B4-BE49-F238E27FC236}">
                      <a16:creationId xmlns:a16="http://schemas.microsoft.com/office/drawing/2014/main" id="{A8E7AABC-E930-3FD5-6A5D-A90B3DEAC045}"/>
                    </a:ext>
                  </a:extLst>
                </p:cNvPr>
                <p:cNvSpPr txBox="1"/>
                <p:nvPr/>
              </p:nvSpPr>
              <p:spPr>
                <a:xfrm>
                  <a:off x="7245247" y="12234238"/>
                  <a:ext cx="448056" cy="133502"/>
                </a:xfrm>
                <a:prstGeom prst="rect">
                  <a:avLst/>
                </a:prstGeom>
                <a:noFill/>
                <a:ln/>
              </p:spPr>
              <p:txBody>
                <a:bodyPr wrap="square" lIns="0" tIns="0" rIns="0" bIns="0" rtlCol="0" anchor="ctr"/>
                <a:lstStyle/>
                <a:p>
                  <a:pPr algn="ctr" defTabSz="849112">
                    <a:defRPr/>
                  </a:pPr>
                  <a:r>
                    <a:rPr lang="en-US" sz="650" b="1" kern="0" dirty="0">
                      <a:solidFill>
                        <a:srgbClr val="4F008C"/>
                      </a:solidFill>
                      <a:latin typeface="STC Forward" panose="00000500000000000000" pitchFamily="2" charset="-78"/>
                      <a:ea typeface="Inter" pitchFamily="34" charset="-122"/>
                      <a:cs typeface="STC Forward" panose="00000500000000000000" pitchFamily="2" charset="-78"/>
                    </a:rPr>
                    <a:t>CAPEX</a:t>
                  </a:r>
                </a:p>
              </p:txBody>
            </p:sp>
          </p:grpSp>
          <p:grpSp>
            <p:nvGrpSpPr>
              <p:cNvPr id="28792" name="Group 28791">
                <a:extLst>
                  <a:ext uri="{FF2B5EF4-FFF2-40B4-BE49-F238E27FC236}">
                    <a16:creationId xmlns:a16="http://schemas.microsoft.com/office/drawing/2014/main" id="{6CA55993-2B21-DA1E-805F-2F90E3C1FEAD}"/>
                  </a:ext>
                </a:extLst>
              </p:cNvPr>
              <p:cNvGrpSpPr/>
              <p:nvPr/>
            </p:nvGrpSpPr>
            <p:grpSpPr>
              <a:xfrm>
                <a:off x="5513221" y="12196290"/>
                <a:ext cx="685800" cy="209398"/>
                <a:chOff x="8408821" y="12196290"/>
                <a:chExt cx="685800" cy="209398"/>
              </a:xfrm>
            </p:grpSpPr>
            <p:sp>
              <p:nvSpPr>
                <p:cNvPr id="28797" name="Shape 31">
                  <a:extLst>
                    <a:ext uri="{FF2B5EF4-FFF2-40B4-BE49-F238E27FC236}">
                      <a16:creationId xmlns:a16="http://schemas.microsoft.com/office/drawing/2014/main" id="{4693CE28-2A73-A1D5-928D-4CF93F657578}"/>
                    </a:ext>
                  </a:extLst>
                </p:cNvPr>
                <p:cNvSpPr/>
                <p:nvPr/>
              </p:nvSpPr>
              <p:spPr>
                <a:xfrm>
                  <a:off x="8408821" y="12196290"/>
                  <a:ext cx="685800" cy="209398"/>
                </a:xfrm>
                <a:prstGeom prst="roundRect">
                  <a:avLst>
                    <a:gd name="adj" fmla="val 79396"/>
                  </a:avLst>
                </a:prstGeom>
                <a:solidFill>
                  <a:srgbClr val="FEE2E2"/>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798" name="Text 32">
                  <a:extLst>
                    <a:ext uri="{FF2B5EF4-FFF2-40B4-BE49-F238E27FC236}">
                      <a16:creationId xmlns:a16="http://schemas.microsoft.com/office/drawing/2014/main" id="{DCA86103-D6D0-805C-E0AF-FA73B5AC3F3F}"/>
                    </a:ext>
                  </a:extLst>
                </p:cNvPr>
                <p:cNvSpPr txBox="1"/>
                <p:nvPr/>
              </p:nvSpPr>
              <p:spPr>
                <a:xfrm>
                  <a:off x="8446769" y="12215036"/>
                  <a:ext cx="609905" cy="171907"/>
                </a:xfrm>
                <a:prstGeom prst="rect">
                  <a:avLst/>
                </a:prstGeom>
                <a:noFill/>
                <a:ln/>
              </p:spPr>
              <p:txBody>
                <a:bodyPr wrap="square" lIns="0" tIns="0" rIns="0" bIns="0" rtlCol="0" anchor="ctr"/>
                <a:lstStyle/>
                <a:p>
                  <a:pPr algn="ctr" defTabSz="849112">
                    <a:defRPr/>
                  </a:pPr>
                  <a:r>
                    <a:rPr lang="en-US" sz="650" b="1" kern="0" dirty="0">
                      <a:solidFill>
                        <a:srgbClr val="F5375E"/>
                      </a:solidFill>
                      <a:latin typeface="STC Forward" panose="00000500000000000000" pitchFamily="2" charset="-78"/>
                      <a:ea typeface="Inter" pitchFamily="34" charset="-122"/>
                      <a:cs typeface="STC Forward" panose="00000500000000000000" pitchFamily="2" charset="-78"/>
                    </a:rPr>
                    <a:t>DELAYED</a:t>
                  </a:r>
                  <a:endParaRPr lang="en-US" sz="650" kern="0" dirty="0">
                    <a:solidFill>
                      <a:srgbClr val="F5375E"/>
                    </a:solidFill>
                    <a:latin typeface="STC Forward" panose="00000500000000000000" pitchFamily="2" charset="-78"/>
                    <a:cs typeface="STC Forward" panose="00000500000000000000" pitchFamily="2" charset="-78"/>
                  </a:endParaRPr>
                </a:p>
              </p:txBody>
            </p:sp>
          </p:grpSp>
          <p:grpSp>
            <p:nvGrpSpPr>
              <p:cNvPr id="28793" name="Group 28792">
                <a:extLst>
                  <a:ext uri="{FF2B5EF4-FFF2-40B4-BE49-F238E27FC236}">
                    <a16:creationId xmlns:a16="http://schemas.microsoft.com/office/drawing/2014/main" id="{97C97921-E191-7CBB-3D01-9D019C9919D5}"/>
                  </a:ext>
                </a:extLst>
              </p:cNvPr>
              <p:cNvGrpSpPr/>
              <p:nvPr/>
            </p:nvGrpSpPr>
            <p:grpSpPr>
              <a:xfrm>
                <a:off x="10340228" y="12162915"/>
                <a:ext cx="1145090" cy="276149"/>
                <a:chOff x="10149728" y="12162915"/>
                <a:chExt cx="1145090" cy="276149"/>
              </a:xfrm>
            </p:grpSpPr>
            <p:sp>
              <p:nvSpPr>
                <p:cNvPr id="28795" name="Shape 33">
                  <a:extLst>
                    <a:ext uri="{FF2B5EF4-FFF2-40B4-BE49-F238E27FC236}">
                      <a16:creationId xmlns:a16="http://schemas.microsoft.com/office/drawing/2014/main" id="{BE82DE53-B32B-3956-A209-592C9AD3389F}"/>
                    </a:ext>
                  </a:extLst>
                </p:cNvPr>
                <p:cNvSpPr/>
                <p:nvPr/>
              </p:nvSpPr>
              <p:spPr>
                <a:xfrm>
                  <a:off x="10149728" y="12162915"/>
                  <a:ext cx="1145090" cy="276149"/>
                </a:xfrm>
                <a:prstGeom prst="roundRect">
                  <a:avLst>
                    <a:gd name="adj" fmla="val 228362"/>
                  </a:avLst>
                </a:prstGeom>
                <a:solidFill>
                  <a:srgbClr val="F3F3F3"/>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796" name="Text 34">
                  <a:extLst>
                    <a:ext uri="{FF2B5EF4-FFF2-40B4-BE49-F238E27FC236}">
                      <a16:creationId xmlns:a16="http://schemas.microsoft.com/office/drawing/2014/main" id="{8AB5CCF6-5A45-8228-9958-A0571EFDA045}"/>
                    </a:ext>
                  </a:extLst>
                </p:cNvPr>
                <p:cNvSpPr txBox="1"/>
                <p:nvPr/>
              </p:nvSpPr>
              <p:spPr>
                <a:xfrm>
                  <a:off x="10312622" y="12200862"/>
                  <a:ext cx="819302" cy="200254"/>
                </a:xfrm>
                <a:prstGeom prst="rect">
                  <a:avLst/>
                </a:prstGeom>
                <a:noFill/>
                <a:ln/>
              </p:spPr>
              <p:txBody>
                <a:bodyPr wrap="square" lIns="0" tIns="0" rIns="0" bIns="0" rtlCol="0" anchor="ctr"/>
                <a:lstStyle/>
                <a:p>
                  <a:pPr algn="ctr" defTabSz="849112">
                    <a:defRPr/>
                  </a:pPr>
                  <a:r>
                    <a:rPr lang="en-US" sz="836" b="1" kern="0" dirty="0">
                      <a:solidFill>
                        <a:prstClr val="black"/>
                      </a:solidFill>
                      <a:latin typeface="STC Forward" panose="00000500000000000000" pitchFamily="2" charset="-78"/>
                      <a:ea typeface="Inter" pitchFamily="34" charset="-122"/>
                      <a:cs typeface="STC Forward" panose="00000500000000000000" pitchFamily="2" charset="-78"/>
                    </a:rPr>
                    <a:t>1,129,980 </a:t>
                  </a:r>
                </a:p>
              </p:txBody>
            </p:sp>
          </p:grpSp>
          <p:sp>
            <p:nvSpPr>
              <p:cNvPr id="28794" name="Text 28">
                <a:extLst>
                  <a:ext uri="{FF2B5EF4-FFF2-40B4-BE49-F238E27FC236}">
                    <a16:creationId xmlns:a16="http://schemas.microsoft.com/office/drawing/2014/main" id="{77122817-24FD-9F5F-FB2C-9EABE439A65F}"/>
                  </a:ext>
                </a:extLst>
              </p:cNvPr>
              <p:cNvSpPr txBox="1"/>
              <p:nvPr/>
            </p:nvSpPr>
            <p:spPr>
              <a:xfrm>
                <a:off x="8244914" y="12205433"/>
                <a:ext cx="1842061" cy="231107"/>
              </a:xfrm>
              <a:prstGeom prst="rect">
                <a:avLst/>
              </a:prstGeom>
              <a:noFill/>
              <a:ln/>
            </p:spPr>
            <p:txBody>
              <a:bodyPr wrap="square" lIns="0" tIns="0" rIns="0" bIns="0" rtlCol="0" anchor="ctr"/>
              <a:lstStyle/>
              <a:p>
                <a:pPr algn="ctr" defTabSz="849112">
                  <a:defRPr/>
                </a:pPr>
                <a:r>
                  <a:rPr lang="en-US" sz="743" kern="0" dirty="0">
                    <a:solidFill>
                      <a:srgbClr val="6B7280"/>
                    </a:solidFill>
                    <a:latin typeface="STC Forward" panose="00000500000000000000" pitchFamily="2" charset="-78"/>
                    <a:ea typeface="Inter" pitchFamily="34" charset="-122"/>
                    <a:cs typeface="STC Forward" panose="00000500000000000000" pitchFamily="2" charset="-78"/>
                  </a:rPr>
                  <a:t>Billing &amp; Fulfilment Management</a:t>
                </a:r>
              </a:p>
            </p:txBody>
          </p:sp>
        </p:grpSp>
      </p:grpSp>
      <p:grpSp>
        <p:nvGrpSpPr>
          <p:cNvPr id="28801" name="Group 28800">
            <a:extLst>
              <a:ext uri="{FF2B5EF4-FFF2-40B4-BE49-F238E27FC236}">
                <a16:creationId xmlns:a16="http://schemas.microsoft.com/office/drawing/2014/main" id="{61D8BE9A-2897-CABC-3D92-0658CDB72952}"/>
              </a:ext>
            </a:extLst>
          </p:cNvPr>
          <p:cNvGrpSpPr/>
          <p:nvPr/>
        </p:nvGrpSpPr>
        <p:grpSpPr>
          <a:xfrm>
            <a:off x="899606" y="20489175"/>
            <a:ext cx="10189875" cy="256424"/>
            <a:chOff x="511606" y="12162915"/>
            <a:chExt cx="10973712" cy="276149"/>
          </a:xfrm>
        </p:grpSpPr>
        <p:sp>
          <p:nvSpPr>
            <p:cNvPr id="28802" name="Text 26">
              <a:extLst>
                <a:ext uri="{FF2B5EF4-FFF2-40B4-BE49-F238E27FC236}">
                  <a16:creationId xmlns:a16="http://schemas.microsoft.com/office/drawing/2014/main" id="{863943BD-BF41-AADE-A9DA-1E44B423C05E}"/>
                </a:ext>
              </a:extLst>
            </p:cNvPr>
            <p:cNvSpPr txBox="1"/>
            <p:nvPr/>
          </p:nvSpPr>
          <p:spPr>
            <a:xfrm>
              <a:off x="511606" y="12200862"/>
              <a:ext cx="2720340" cy="200254"/>
            </a:xfrm>
            <a:prstGeom prst="rect">
              <a:avLst/>
            </a:prstGeom>
            <a:noFill/>
            <a:ln/>
          </p:spPr>
          <p:txBody>
            <a:bodyPr wrap="square" lIns="0" tIns="0" rIns="0" bIns="0" rtlCol="0" anchor="ctr"/>
            <a:lstStyle/>
            <a:p>
              <a:pPr defTabSz="849112">
                <a:defRPr/>
              </a:pPr>
              <a:r>
                <a:rPr lang="en-US" sz="836" b="1" kern="0" dirty="0">
                  <a:solidFill>
                    <a:srgbClr val="111827"/>
                  </a:solidFill>
                  <a:latin typeface="STC Forward" panose="00000500000000000000" pitchFamily="2" charset="-78"/>
                  <a:ea typeface="Inter" pitchFamily="34" charset="-122"/>
                  <a:cs typeface="STC Forward" panose="00000500000000000000" pitchFamily="2" charset="-78"/>
                </a:rPr>
                <a:t>Huawei Spare Parts for Transmission</a:t>
              </a:r>
              <a:endParaRPr lang="en-US" sz="836" kern="0" dirty="0">
                <a:solidFill>
                  <a:prstClr val="black"/>
                </a:solidFill>
                <a:latin typeface="STC Forward" panose="00000500000000000000" pitchFamily="2" charset="-78"/>
                <a:cs typeface="STC Forward" panose="00000500000000000000" pitchFamily="2" charset="-78"/>
              </a:endParaRPr>
            </a:p>
          </p:txBody>
        </p:sp>
        <p:sp>
          <p:nvSpPr>
            <p:cNvPr id="28803" name="Text 27">
              <a:extLst>
                <a:ext uri="{FF2B5EF4-FFF2-40B4-BE49-F238E27FC236}">
                  <a16:creationId xmlns:a16="http://schemas.microsoft.com/office/drawing/2014/main" id="{6C4D8AA1-ECE5-3B43-CA45-DA4C97382ADE}"/>
                </a:ext>
              </a:extLst>
            </p:cNvPr>
            <p:cNvSpPr txBox="1"/>
            <p:nvPr/>
          </p:nvSpPr>
          <p:spPr>
            <a:xfrm>
              <a:off x="4444365" y="12214438"/>
              <a:ext cx="731519" cy="173103"/>
            </a:xfrm>
            <a:prstGeom prst="rect">
              <a:avLst/>
            </a:prstGeom>
            <a:noFill/>
            <a:ln/>
          </p:spPr>
          <p:txBody>
            <a:bodyPr wrap="square" lIns="0" tIns="0" rIns="0" bIns="0" rtlCol="0" anchor="ctr"/>
            <a:lstStyle/>
            <a:p>
              <a:pPr algn="ctr" defTabSz="849112">
                <a:defRPr/>
              </a:pPr>
              <a:r>
                <a:rPr lang="en-US" sz="836" kern="0" dirty="0">
                  <a:solidFill>
                    <a:srgbClr val="374151"/>
                  </a:solidFill>
                  <a:latin typeface="STC Forward" panose="00000500000000000000" pitchFamily="2" charset="-78"/>
                  <a:ea typeface="Inter" pitchFamily="34" charset="-122"/>
                  <a:cs typeface="STC Forward" panose="00000500000000000000" pitchFamily="2" charset="-78"/>
                </a:rPr>
                <a:t>HPG</a:t>
              </a:r>
              <a:endParaRPr lang="en-US" sz="836" kern="0" dirty="0">
                <a:solidFill>
                  <a:prstClr val="black"/>
                </a:solidFill>
                <a:latin typeface="STC Forward" panose="00000500000000000000" pitchFamily="2" charset="-78"/>
                <a:cs typeface="STC Forward" panose="00000500000000000000" pitchFamily="2" charset="-78"/>
              </a:endParaRPr>
            </a:p>
          </p:txBody>
        </p:sp>
        <p:sp>
          <p:nvSpPr>
            <p:cNvPr id="28804" name="Text 28">
              <a:extLst>
                <a:ext uri="{FF2B5EF4-FFF2-40B4-BE49-F238E27FC236}">
                  <a16:creationId xmlns:a16="http://schemas.microsoft.com/office/drawing/2014/main" id="{2634F0B1-51DC-9C6C-D4A9-5F4FDC365465}"/>
                </a:ext>
              </a:extLst>
            </p:cNvPr>
            <p:cNvSpPr txBox="1"/>
            <p:nvPr/>
          </p:nvSpPr>
          <p:spPr>
            <a:xfrm>
              <a:off x="6412076" y="12205434"/>
              <a:ext cx="768096" cy="191110"/>
            </a:xfrm>
            <a:prstGeom prst="rect">
              <a:avLst/>
            </a:prstGeom>
            <a:noFill/>
            <a:ln/>
          </p:spPr>
          <p:txBody>
            <a:bodyPr wrap="square" lIns="0" tIns="0" rIns="0" bIns="0" rtlCol="0" anchor="ctr"/>
            <a:lstStyle/>
            <a:p>
              <a:pPr algn="ctr" defTabSz="849112">
                <a:defRPr/>
              </a:pPr>
              <a:r>
                <a:rPr lang="en-US" sz="743" kern="0" dirty="0">
                  <a:solidFill>
                    <a:srgbClr val="6B7280"/>
                  </a:solidFill>
                  <a:latin typeface="STC Forward" panose="00000500000000000000" pitchFamily="2" charset="-78"/>
                  <a:ea typeface="Inter" pitchFamily="34" charset="-122"/>
                  <a:cs typeface="STC Forward" panose="00000500000000000000" pitchFamily="2" charset="-78"/>
                </a:rPr>
                <a:t>TA-Domain</a:t>
              </a:r>
            </a:p>
          </p:txBody>
        </p:sp>
        <p:grpSp>
          <p:nvGrpSpPr>
            <p:cNvPr id="28805" name="Group 28804">
              <a:extLst>
                <a:ext uri="{FF2B5EF4-FFF2-40B4-BE49-F238E27FC236}">
                  <a16:creationId xmlns:a16="http://schemas.microsoft.com/office/drawing/2014/main" id="{713E0FD2-617D-88DA-4E64-C58EAD63A112}"/>
                </a:ext>
              </a:extLst>
            </p:cNvPr>
            <p:cNvGrpSpPr/>
            <p:nvPr/>
          </p:nvGrpSpPr>
          <p:grpSpPr>
            <a:xfrm>
              <a:off x="7521777" y="12215036"/>
              <a:ext cx="485546" cy="171907"/>
              <a:chOff x="7226502" y="12215036"/>
              <a:chExt cx="485546" cy="171907"/>
            </a:xfrm>
          </p:grpSpPr>
          <p:sp>
            <p:nvSpPr>
              <p:cNvPr id="28813" name="Shape 29">
                <a:extLst>
                  <a:ext uri="{FF2B5EF4-FFF2-40B4-BE49-F238E27FC236}">
                    <a16:creationId xmlns:a16="http://schemas.microsoft.com/office/drawing/2014/main" id="{1413C281-7AA3-FCA8-E406-905CBCDB4D48}"/>
                  </a:ext>
                </a:extLst>
              </p:cNvPr>
              <p:cNvSpPr/>
              <p:nvPr/>
            </p:nvSpPr>
            <p:spPr>
              <a:xfrm>
                <a:off x="7226502" y="12215036"/>
                <a:ext cx="485546" cy="171907"/>
              </a:xfrm>
              <a:prstGeom prst="roundRect">
                <a:avLst>
                  <a:gd name="adj" fmla="val 118203"/>
                </a:avLst>
              </a:prstGeom>
              <a:solidFill>
                <a:srgbClr val="F3F3F3"/>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814" name="Text 30">
                <a:extLst>
                  <a:ext uri="{FF2B5EF4-FFF2-40B4-BE49-F238E27FC236}">
                    <a16:creationId xmlns:a16="http://schemas.microsoft.com/office/drawing/2014/main" id="{7C092DA4-0AFA-D1CD-42B7-7CDB8A61CD55}"/>
                  </a:ext>
                </a:extLst>
              </p:cNvPr>
              <p:cNvSpPr txBox="1"/>
              <p:nvPr/>
            </p:nvSpPr>
            <p:spPr>
              <a:xfrm>
                <a:off x="7245247" y="12234238"/>
                <a:ext cx="448056" cy="133502"/>
              </a:xfrm>
              <a:prstGeom prst="rect">
                <a:avLst/>
              </a:prstGeom>
              <a:noFill/>
              <a:ln/>
            </p:spPr>
            <p:txBody>
              <a:bodyPr wrap="square" lIns="0" tIns="0" rIns="0" bIns="0" rtlCol="0" anchor="ctr"/>
              <a:lstStyle/>
              <a:p>
                <a:pPr algn="ctr" defTabSz="849112">
                  <a:defRPr/>
                </a:pPr>
                <a:r>
                  <a:rPr lang="en-US" sz="650" b="1" kern="0" dirty="0">
                    <a:solidFill>
                      <a:srgbClr val="4F008C"/>
                    </a:solidFill>
                    <a:latin typeface="STC Forward" panose="00000500000000000000" pitchFamily="2" charset="-78"/>
                    <a:ea typeface="Inter" pitchFamily="34" charset="-122"/>
                    <a:cs typeface="STC Forward" panose="00000500000000000000" pitchFamily="2" charset="-78"/>
                  </a:rPr>
                  <a:t>OPEX</a:t>
                </a:r>
                <a:endParaRPr lang="en-US" sz="650" kern="0" dirty="0">
                  <a:solidFill>
                    <a:srgbClr val="4F008C"/>
                  </a:solidFill>
                  <a:latin typeface="STC Forward" panose="00000500000000000000" pitchFamily="2" charset="-78"/>
                  <a:cs typeface="STC Forward" panose="00000500000000000000" pitchFamily="2" charset="-78"/>
                </a:endParaRPr>
              </a:p>
            </p:txBody>
          </p:sp>
        </p:grpSp>
        <p:grpSp>
          <p:nvGrpSpPr>
            <p:cNvPr id="28806" name="Group 28805">
              <a:extLst>
                <a:ext uri="{FF2B5EF4-FFF2-40B4-BE49-F238E27FC236}">
                  <a16:creationId xmlns:a16="http://schemas.microsoft.com/office/drawing/2014/main" id="{F5E66D2A-012D-67DE-34E5-3EE0596F6564}"/>
                </a:ext>
              </a:extLst>
            </p:cNvPr>
            <p:cNvGrpSpPr/>
            <p:nvPr/>
          </p:nvGrpSpPr>
          <p:grpSpPr>
            <a:xfrm>
              <a:off x="5513221" y="12196290"/>
              <a:ext cx="685800" cy="209398"/>
              <a:chOff x="8408821" y="12196290"/>
              <a:chExt cx="685800" cy="209398"/>
            </a:xfrm>
          </p:grpSpPr>
          <p:sp>
            <p:nvSpPr>
              <p:cNvPr id="28811" name="Shape 31">
                <a:extLst>
                  <a:ext uri="{FF2B5EF4-FFF2-40B4-BE49-F238E27FC236}">
                    <a16:creationId xmlns:a16="http://schemas.microsoft.com/office/drawing/2014/main" id="{315783F3-83AE-2BE4-758D-24798E25A2BE}"/>
                  </a:ext>
                </a:extLst>
              </p:cNvPr>
              <p:cNvSpPr/>
              <p:nvPr/>
            </p:nvSpPr>
            <p:spPr>
              <a:xfrm>
                <a:off x="8408821" y="12196290"/>
                <a:ext cx="685800" cy="209398"/>
              </a:xfrm>
              <a:prstGeom prst="roundRect">
                <a:avLst>
                  <a:gd name="adj" fmla="val 79396"/>
                </a:avLst>
              </a:prstGeom>
              <a:solidFill>
                <a:srgbClr val="FEE2E2"/>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812" name="Text 32">
                <a:extLst>
                  <a:ext uri="{FF2B5EF4-FFF2-40B4-BE49-F238E27FC236}">
                    <a16:creationId xmlns:a16="http://schemas.microsoft.com/office/drawing/2014/main" id="{69DD356D-16A3-989D-C899-DF7DBF127A16}"/>
                  </a:ext>
                </a:extLst>
              </p:cNvPr>
              <p:cNvSpPr txBox="1"/>
              <p:nvPr/>
            </p:nvSpPr>
            <p:spPr>
              <a:xfrm>
                <a:off x="8446769" y="12215036"/>
                <a:ext cx="609905" cy="171907"/>
              </a:xfrm>
              <a:prstGeom prst="rect">
                <a:avLst/>
              </a:prstGeom>
              <a:noFill/>
              <a:ln/>
            </p:spPr>
            <p:txBody>
              <a:bodyPr wrap="square" lIns="0" tIns="0" rIns="0" bIns="0" rtlCol="0" anchor="ctr"/>
              <a:lstStyle/>
              <a:p>
                <a:pPr algn="ctr" defTabSz="849112">
                  <a:defRPr/>
                </a:pPr>
                <a:r>
                  <a:rPr lang="en-US" sz="650" b="1" kern="0" dirty="0">
                    <a:solidFill>
                      <a:srgbClr val="F5375E"/>
                    </a:solidFill>
                    <a:latin typeface="STC Forward" panose="00000500000000000000" pitchFamily="2" charset="-78"/>
                    <a:ea typeface="Inter" pitchFamily="34" charset="-122"/>
                    <a:cs typeface="STC Forward" panose="00000500000000000000" pitchFamily="2" charset="-78"/>
                  </a:rPr>
                  <a:t>DELAYED</a:t>
                </a:r>
                <a:endParaRPr lang="en-US" sz="650" kern="0" dirty="0">
                  <a:solidFill>
                    <a:srgbClr val="F5375E"/>
                  </a:solidFill>
                  <a:latin typeface="STC Forward" panose="00000500000000000000" pitchFamily="2" charset="-78"/>
                  <a:cs typeface="STC Forward" panose="00000500000000000000" pitchFamily="2" charset="-78"/>
                </a:endParaRPr>
              </a:p>
            </p:txBody>
          </p:sp>
        </p:grpSp>
        <p:grpSp>
          <p:nvGrpSpPr>
            <p:cNvPr id="28807" name="Group 28806">
              <a:extLst>
                <a:ext uri="{FF2B5EF4-FFF2-40B4-BE49-F238E27FC236}">
                  <a16:creationId xmlns:a16="http://schemas.microsoft.com/office/drawing/2014/main" id="{9A0E65FF-6C80-9A80-9028-3C9E0DBD5674}"/>
                </a:ext>
              </a:extLst>
            </p:cNvPr>
            <p:cNvGrpSpPr/>
            <p:nvPr/>
          </p:nvGrpSpPr>
          <p:grpSpPr>
            <a:xfrm>
              <a:off x="10340228" y="12162915"/>
              <a:ext cx="1145090" cy="276149"/>
              <a:chOff x="10149728" y="12162915"/>
              <a:chExt cx="1145090" cy="276149"/>
            </a:xfrm>
          </p:grpSpPr>
          <p:sp>
            <p:nvSpPr>
              <p:cNvPr id="28809" name="Shape 33">
                <a:extLst>
                  <a:ext uri="{FF2B5EF4-FFF2-40B4-BE49-F238E27FC236}">
                    <a16:creationId xmlns:a16="http://schemas.microsoft.com/office/drawing/2014/main" id="{FF011382-1643-C2F9-7B06-3C2F68881252}"/>
                  </a:ext>
                </a:extLst>
              </p:cNvPr>
              <p:cNvSpPr/>
              <p:nvPr/>
            </p:nvSpPr>
            <p:spPr>
              <a:xfrm>
                <a:off x="10149728" y="12162915"/>
                <a:ext cx="1145090" cy="276149"/>
              </a:xfrm>
              <a:prstGeom prst="roundRect">
                <a:avLst>
                  <a:gd name="adj" fmla="val 228362"/>
                </a:avLst>
              </a:prstGeom>
              <a:solidFill>
                <a:srgbClr val="F3F3F3"/>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810" name="Text 34">
                <a:extLst>
                  <a:ext uri="{FF2B5EF4-FFF2-40B4-BE49-F238E27FC236}">
                    <a16:creationId xmlns:a16="http://schemas.microsoft.com/office/drawing/2014/main" id="{5E3CFF2C-B5A8-47B1-B9F3-13D655093D37}"/>
                  </a:ext>
                </a:extLst>
              </p:cNvPr>
              <p:cNvSpPr txBox="1"/>
              <p:nvPr/>
            </p:nvSpPr>
            <p:spPr>
              <a:xfrm>
                <a:off x="10312622" y="12200862"/>
                <a:ext cx="819302" cy="200254"/>
              </a:xfrm>
              <a:prstGeom prst="rect">
                <a:avLst/>
              </a:prstGeom>
              <a:noFill/>
              <a:ln/>
            </p:spPr>
            <p:txBody>
              <a:bodyPr wrap="square" lIns="0" tIns="0" rIns="0" bIns="0" rtlCol="0" anchor="ctr"/>
              <a:lstStyle/>
              <a:p>
                <a:pPr algn="ctr" defTabSz="849112">
                  <a:defRPr/>
                </a:pPr>
                <a:r>
                  <a:rPr lang="en-US" sz="836" b="1" kern="0" dirty="0">
                    <a:solidFill>
                      <a:prstClr val="black"/>
                    </a:solidFill>
                    <a:latin typeface="STC Forward" panose="00000500000000000000" pitchFamily="2" charset="-78"/>
                    <a:ea typeface="Inter" pitchFamily="34" charset="-122"/>
                    <a:cs typeface="STC Forward" panose="00000500000000000000" pitchFamily="2" charset="-78"/>
                  </a:rPr>
                  <a:t>36,000,000 </a:t>
                </a:r>
                <a:endParaRPr lang="en-US" sz="836" kern="0" dirty="0">
                  <a:solidFill>
                    <a:prstClr val="black"/>
                  </a:solidFill>
                  <a:latin typeface="STC Forward" panose="00000500000000000000" pitchFamily="2" charset="-78"/>
                  <a:cs typeface="STC Forward" panose="00000500000000000000" pitchFamily="2" charset="-78"/>
                </a:endParaRPr>
              </a:p>
            </p:txBody>
          </p:sp>
        </p:grpSp>
        <p:sp>
          <p:nvSpPr>
            <p:cNvPr id="28808" name="Text 28">
              <a:extLst>
                <a:ext uri="{FF2B5EF4-FFF2-40B4-BE49-F238E27FC236}">
                  <a16:creationId xmlns:a16="http://schemas.microsoft.com/office/drawing/2014/main" id="{1D80CDAA-4542-11FC-B247-B85CF9ED5F35}"/>
                </a:ext>
              </a:extLst>
            </p:cNvPr>
            <p:cNvSpPr txBox="1"/>
            <p:nvPr/>
          </p:nvSpPr>
          <p:spPr>
            <a:xfrm>
              <a:off x="8244914" y="12185436"/>
              <a:ext cx="1842061" cy="231107"/>
            </a:xfrm>
            <a:prstGeom prst="rect">
              <a:avLst/>
            </a:prstGeom>
            <a:noFill/>
            <a:ln/>
          </p:spPr>
          <p:txBody>
            <a:bodyPr wrap="square" lIns="0" tIns="0" rIns="0" bIns="0" rtlCol="0" anchor="ctr"/>
            <a:lstStyle/>
            <a:p>
              <a:pPr algn="ctr" defTabSz="849112">
                <a:defRPr/>
              </a:pPr>
              <a:r>
                <a:rPr lang="en-US" sz="743" kern="0" dirty="0">
                  <a:solidFill>
                    <a:srgbClr val="6B7280"/>
                  </a:solidFill>
                  <a:latin typeface="STC Forward" panose="00000500000000000000" pitchFamily="2" charset="-78"/>
                  <a:ea typeface="Inter" pitchFamily="34" charset="-122"/>
                  <a:cs typeface="STC Forward" panose="00000500000000000000" pitchFamily="2" charset="-78"/>
                </a:rPr>
                <a:t>Field Operation Center</a:t>
              </a:r>
              <a:endParaRPr lang="en-US" sz="743" kern="0" dirty="0">
                <a:solidFill>
                  <a:prstClr val="black"/>
                </a:solidFill>
                <a:latin typeface="STC Forward" panose="00000500000000000000" pitchFamily="2" charset="-78"/>
                <a:cs typeface="STC Forward" panose="00000500000000000000" pitchFamily="2" charset="-78"/>
              </a:endParaRPr>
            </a:p>
          </p:txBody>
        </p:sp>
      </p:grpSp>
      <p:grpSp>
        <p:nvGrpSpPr>
          <p:cNvPr id="28815" name="Group 28814">
            <a:extLst>
              <a:ext uri="{FF2B5EF4-FFF2-40B4-BE49-F238E27FC236}">
                <a16:creationId xmlns:a16="http://schemas.microsoft.com/office/drawing/2014/main" id="{85A6F6CA-D2E5-5C85-E5E4-367B6EAF2625}"/>
              </a:ext>
            </a:extLst>
          </p:cNvPr>
          <p:cNvGrpSpPr/>
          <p:nvPr/>
        </p:nvGrpSpPr>
        <p:grpSpPr>
          <a:xfrm>
            <a:off x="708194" y="20807626"/>
            <a:ext cx="10471435" cy="402704"/>
            <a:chOff x="305470" y="14071935"/>
            <a:chExt cx="11276930" cy="433681"/>
          </a:xfrm>
        </p:grpSpPr>
        <p:sp>
          <p:nvSpPr>
            <p:cNvPr id="28816" name="Shape 35">
              <a:extLst>
                <a:ext uri="{FF2B5EF4-FFF2-40B4-BE49-F238E27FC236}">
                  <a16:creationId xmlns:a16="http://schemas.microsoft.com/office/drawing/2014/main" id="{DC102DEA-3802-B73C-C935-336D125BF006}"/>
                </a:ext>
              </a:extLst>
            </p:cNvPr>
            <p:cNvSpPr/>
            <p:nvPr/>
          </p:nvSpPr>
          <p:spPr>
            <a:xfrm>
              <a:off x="305470" y="14071935"/>
              <a:ext cx="11276930" cy="433681"/>
            </a:xfrm>
            <a:prstGeom prst="rect">
              <a:avLst/>
            </a:prstGeom>
            <a:solidFill>
              <a:srgbClr val="F9FAFB"/>
            </a:solidFill>
            <a:ln/>
          </p:spPr>
          <p:txBody>
            <a:bodyPr/>
            <a:lstStyle/>
            <a:p>
              <a:pPr defTabSz="424556"/>
              <a:endParaRPr lang="en-US" sz="1671" dirty="0">
                <a:solidFill>
                  <a:prstClr val="black"/>
                </a:solidFill>
                <a:latin typeface="Calibri" panose="020F0502020204030204"/>
              </a:endParaRPr>
            </a:p>
          </p:txBody>
        </p:sp>
        <p:grpSp>
          <p:nvGrpSpPr>
            <p:cNvPr id="28817" name="Group 28816">
              <a:extLst>
                <a:ext uri="{FF2B5EF4-FFF2-40B4-BE49-F238E27FC236}">
                  <a16:creationId xmlns:a16="http://schemas.microsoft.com/office/drawing/2014/main" id="{B5D6EA33-C533-E309-0B7A-9852304F6239}"/>
                </a:ext>
              </a:extLst>
            </p:cNvPr>
            <p:cNvGrpSpPr/>
            <p:nvPr/>
          </p:nvGrpSpPr>
          <p:grpSpPr>
            <a:xfrm>
              <a:off x="510792" y="14167288"/>
              <a:ext cx="10973712" cy="276149"/>
              <a:chOff x="511606" y="12162915"/>
              <a:chExt cx="10973712" cy="276149"/>
            </a:xfrm>
          </p:grpSpPr>
          <p:sp>
            <p:nvSpPr>
              <p:cNvPr id="28818" name="Text 26">
                <a:extLst>
                  <a:ext uri="{FF2B5EF4-FFF2-40B4-BE49-F238E27FC236}">
                    <a16:creationId xmlns:a16="http://schemas.microsoft.com/office/drawing/2014/main" id="{35FA4C98-7D31-E82E-1B43-DA9AD6DDAC59}"/>
                  </a:ext>
                </a:extLst>
              </p:cNvPr>
              <p:cNvSpPr txBox="1"/>
              <p:nvPr/>
            </p:nvSpPr>
            <p:spPr>
              <a:xfrm>
                <a:off x="511606" y="12200862"/>
                <a:ext cx="2720340" cy="200254"/>
              </a:xfrm>
              <a:prstGeom prst="rect">
                <a:avLst/>
              </a:prstGeom>
              <a:noFill/>
              <a:ln/>
            </p:spPr>
            <p:txBody>
              <a:bodyPr wrap="square" lIns="0" tIns="0" rIns="0" bIns="0" rtlCol="0" anchor="ctr"/>
              <a:lstStyle/>
              <a:p>
                <a:pPr defTabSz="849112">
                  <a:defRPr/>
                </a:pPr>
                <a:r>
                  <a:rPr lang="en-US" sz="836" b="1" kern="0" dirty="0">
                    <a:solidFill>
                      <a:srgbClr val="111827"/>
                    </a:solidFill>
                    <a:latin typeface="STC Forward" panose="00000500000000000000" pitchFamily="2" charset="-78"/>
                    <a:ea typeface="Inter" pitchFamily="34" charset="-122"/>
                    <a:cs typeface="STC Forward" panose="00000500000000000000" pitchFamily="2" charset="-78"/>
                  </a:rPr>
                  <a:t>Group ERP transformation</a:t>
                </a:r>
              </a:p>
            </p:txBody>
          </p:sp>
          <p:sp>
            <p:nvSpPr>
              <p:cNvPr id="28819" name="Text 27">
                <a:extLst>
                  <a:ext uri="{FF2B5EF4-FFF2-40B4-BE49-F238E27FC236}">
                    <a16:creationId xmlns:a16="http://schemas.microsoft.com/office/drawing/2014/main" id="{2E17F595-CC0F-F408-48C8-551BECDEEA97}"/>
                  </a:ext>
                </a:extLst>
              </p:cNvPr>
              <p:cNvSpPr txBox="1"/>
              <p:nvPr/>
            </p:nvSpPr>
            <p:spPr>
              <a:xfrm>
                <a:off x="4290874" y="12224637"/>
                <a:ext cx="1108219" cy="184903"/>
              </a:xfrm>
              <a:prstGeom prst="rect">
                <a:avLst/>
              </a:prstGeom>
              <a:noFill/>
              <a:ln/>
            </p:spPr>
            <p:txBody>
              <a:bodyPr wrap="square" lIns="0" tIns="0" rIns="0" bIns="0" rtlCol="0" anchor="ctr"/>
              <a:lstStyle/>
              <a:p>
                <a:pPr algn="ctr" defTabSz="849112">
                  <a:defRPr/>
                </a:pPr>
                <a:r>
                  <a:rPr lang="en-US" sz="836" kern="0" dirty="0">
                    <a:solidFill>
                      <a:srgbClr val="374151"/>
                    </a:solidFill>
                    <a:latin typeface="STC Forward" panose="00000500000000000000" pitchFamily="2" charset="-78"/>
                    <a:ea typeface="Inter" pitchFamily="34" charset="-122"/>
                    <a:cs typeface="STC Forward" panose="00000500000000000000" pitchFamily="2" charset="-78"/>
                  </a:rPr>
                  <a:t>AA - DA - IA - SPG</a:t>
                </a:r>
              </a:p>
            </p:txBody>
          </p:sp>
          <p:sp>
            <p:nvSpPr>
              <p:cNvPr id="28820" name="Text 28">
                <a:extLst>
                  <a:ext uri="{FF2B5EF4-FFF2-40B4-BE49-F238E27FC236}">
                    <a16:creationId xmlns:a16="http://schemas.microsoft.com/office/drawing/2014/main" id="{785CEAB7-2BAF-F2A1-0D1B-41FEF7896EA2}"/>
                  </a:ext>
                </a:extLst>
              </p:cNvPr>
              <p:cNvSpPr txBox="1"/>
              <p:nvPr/>
            </p:nvSpPr>
            <p:spPr>
              <a:xfrm>
                <a:off x="6412076" y="12205434"/>
                <a:ext cx="768096" cy="191110"/>
              </a:xfrm>
              <a:prstGeom prst="rect">
                <a:avLst/>
              </a:prstGeom>
              <a:noFill/>
              <a:ln/>
            </p:spPr>
            <p:txBody>
              <a:bodyPr wrap="square" lIns="0" tIns="0" rIns="0" bIns="0" rtlCol="0" anchor="ctr"/>
              <a:lstStyle/>
              <a:p>
                <a:pPr algn="ctr" defTabSz="849112">
                  <a:defRPr/>
                </a:pPr>
                <a:r>
                  <a:rPr lang="en-US" sz="743" kern="0" dirty="0">
                    <a:solidFill>
                      <a:srgbClr val="6B7280"/>
                    </a:solidFill>
                    <a:latin typeface="STC Forward" panose="00000500000000000000" pitchFamily="2" charset="-78"/>
                    <a:ea typeface="Inter" pitchFamily="34" charset="-122"/>
                    <a:cs typeface="STC Forward" panose="00000500000000000000" pitchFamily="2" charset="-78"/>
                  </a:rPr>
                  <a:t>Supplier</a:t>
                </a:r>
                <a:endParaRPr lang="en-US" sz="743" kern="0" dirty="0">
                  <a:solidFill>
                    <a:prstClr val="black"/>
                  </a:solidFill>
                  <a:latin typeface="STC Forward" panose="00000500000000000000" pitchFamily="2" charset="-78"/>
                  <a:cs typeface="STC Forward" panose="00000500000000000000" pitchFamily="2" charset="-78"/>
                </a:endParaRPr>
              </a:p>
            </p:txBody>
          </p:sp>
          <p:grpSp>
            <p:nvGrpSpPr>
              <p:cNvPr id="28821" name="Group 28820">
                <a:extLst>
                  <a:ext uri="{FF2B5EF4-FFF2-40B4-BE49-F238E27FC236}">
                    <a16:creationId xmlns:a16="http://schemas.microsoft.com/office/drawing/2014/main" id="{2E82BD87-6B15-01ED-868F-2BF154F48F9B}"/>
                  </a:ext>
                </a:extLst>
              </p:cNvPr>
              <p:cNvGrpSpPr/>
              <p:nvPr/>
            </p:nvGrpSpPr>
            <p:grpSpPr>
              <a:xfrm>
                <a:off x="7521777" y="12215036"/>
                <a:ext cx="485546" cy="171907"/>
                <a:chOff x="7226502" y="12215036"/>
                <a:chExt cx="485546" cy="171907"/>
              </a:xfrm>
            </p:grpSpPr>
            <p:sp>
              <p:nvSpPr>
                <p:cNvPr id="28829" name="Shape 29">
                  <a:extLst>
                    <a:ext uri="{FF2B5EF4-FFF2-40B4-BE49-F238E27FC236}">
                      <a16:creationId xmlns:a16="http://schemas.microsoft.com/office/drawing/2014/main" id="{C87D57C3-3029-E540-71FC-A13AA6191351}"/>
                    </a:ext>
                  </a:extLst>
                </p:cNvPr>
                <p:cNvSpPr/>
                <p:nvPr/>
              </p:nvSpPr>
              <p:spPr>
                <a:xfrm>
                  <a:off x="7226502" y="12215036"/>
                  <a:ext cx="485546" cy="171907"/>
                </a:xfrm>
                <a:prstGeom prst="roundRect">
                  <a:avLst>
                    <a:gd name="adj" fmla="val 118203"/>
                  </a:avLst>
                </a:prstGeom>
                <a:solidFill>
                  <a:srgbClr val="F3F3F3"/>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830" name="Text 30">
                  <a:extLst>
                    <a:ext uri="{FF2B5EF4-FFF2-40B4-BE49-F238E27FC236}">
                      <a16:creationId xmlns:a16="http://schemas.microsoft.com/office/drawing/2014/main" id="{EB24BD36-BA60-275E-F8D7-3650D4CD35C6}"/>
                    </a:ext>
                  </a:extLst>
                </p:cNvPr>
                <p:cNvSpPr txBox="1"/>
                <p:nvPr/>
              </p:nvSpPr>
              <p:spPr>
                <a:xfrm>
                  <a:off x="7245247" y="12234238"/>
                  <a:ext cx="448056" cy="133502"/>
                </a:xfrm>
                <a:prstGeom prst="rect">
                  <a:avLst/>
                </a:prstGeom>
                <a:noFill/>
                <a:ln/>
              </p:spPr>
              <p:txBody>
                <a:bodyPr wrap="square" lIns="0" tIns="0" rIns="0" bIns="0" rtlCol="0" anchor="ctr"/>
                <a:lstStyle/>
                <a:p>
                  <a:pPr algn="ctr" defTabSz="849112">
                    <a:defRPr/>
                  </a:pPr>
                  <a:r>
                    <a:rPr lang="en-US" sz="650" b="1" kern="0" dirty="0">
                      <a:solidFill>
                        <a:srgbClr val="4F008C"/>
                      </a:solidFill>
                      <a:latin typeface="STC Forward" panose="00000500000000000000" pitchFamily="2" charset="-78"/>
                      <a:ea typeface="Inter" pitchFamily="34" charset="-122"/>
                      <a:cs typeface="STC Forward" panose="00000500000000000000" pitchFamily="2" charset="-78"/>
                    </a:rPr>
                    <a:t>OPEX</a:t>
                  </a:r>
                  <a:endParaRPr lang="en-US" sz="650" kern="0" dirty="0">
                    <a:solidFill>
                      <a:srgbClr val="4F008C"/>
                    </a:solidFill>
                    <a:latin typeface="STC Forward" panose="00000500000000000000" pitchFamily="2" charset="-78"/>
                    <a:cs typeface="STC Forward" panose="00000500000000000000" pitchFamily="2" charset="-78"/>
                  </a:endParaRPr>
                </a:p>
              </p:txBody>
            </p:sp>
          </p:grpSp>
          <p:grpSp>
            <p:nvGrpSpPr>
              <p:cNvPr id="28822" name="Group 28821">
                <a:extLst>
                  <a:ext uri="{FF2B5EF4-FFF2-40B4-BE49-F238E27FC236}">
                    <a16:creationId xmlns:a16="http://schemas.microsoft.com/office/drawing/2014/main" id="{2F419557-3C20-38EB-6C01-DC8AE077E28F}"/>
                  </a:ext>
                </a:extLst>
              </p:cNvPr>
              <p:cNvGrpSpPr/>
              <p:nvPr/>
            </p:nvGrpSpPr>
            <p:grpSpPr>
              <a:xfrm>
                <a:off x="5513221" y="12196290"/>
                <a:ext cx="685800" cy="209398"/>
                <a:chOff x="8408821" y="12196290"/>
                <a:chExt cx="685800" cy="209398"/>
              </a:xfrm>
            </p:grpSpPr>
            <p:sp>
              <p:nvSpPr>
                <p:cNvPr id="28827" name="Shape 31">
                  <a:extLst>
                    <a:ext uri="{FF2B5EF4-FFF2-40B4-BE49-F238E27FC236}">
                      <a16:creationId xmlns:a16="http://schemas.microsoft.com/office/drawing/2014/main" id="{2B2EAC47-630B-8DB2-4A29-B73F4DDB19B9}"/>
                    </a:ext>
                  </a:extLst>
                </p:cNvPr>
                <p:cNvSpPr/>
                <p:nvPr/>
              </p:nvSpPr>
              <p:spPr>
                <a:xfrm>
                  <a:off x="8408821" y="12196290"/>
                  <a:ext cx="685800" cy="209398"/>
                </a:xfrm>
                <a:prstGeom prst="roundRect">
                  <a:avLst>
                    <a:gd name="adj" fmla="val 79396"/>
                  </a:avLst>
                </a:prstGeom>
                <a:solidFill>
                  <a:srgbClr val="FEE2E2"/>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828" name="Text 32">
                  <a:extLst>
                    <a:ext uri="{FF2B5EF4-FFF2-40B4-BE49-F238E27FC236}">
                      <a16:creationId xmlns:a16="http://schemas.microsoft.com/office/drawing/2014/main" id="{E23A2188-2948-6BB0-09A9-AE554D0B47E9}"/>
                    </a:ext>
                  </a:extLst>
                </p:cNvPr>
                <p:cNvSpPr txBox="1"/>
                <p:nvPr/>
              </p:nvSpPr>
              <p:spPr>
                <a:xfrm>
                  <a:off x="8446769" y="12215036"/>
                  <a:ext cx="609905" cy="171907"/>
                </a:xfrm>
                <a:prstGeom prst="rect">
                  <a:avLst/>
                </a:prstGeom>
                <a:noFill/>
                <a:ln/>
              </p:spPr>
              <p:txBody>
                <a:bodyPr wrap="square" lIns="0" tIns="0" rIns="0" bIns="0" rtlCol="0" anchor="ctr"/>
                <a:lstStyle/>
                <a:p>
                  <a:pPr algn="ctr" defTabSz="849112">
                    <a:defRPr/>
                  </a:pPr>
                  <a:r>
                    <a:rPr lang="en-US" sz="650" b="1" kern="0" dirty="0">
                      <a:solidFill>
                        <a:srgbClr val="F5375E"/>
                      </a:solidFill>
                      <a:latin typeface="STC Forward" panose="00000500000000000000" pitchFamily="2" charset="-78"/>
                      <a:ea typeface="Inter" pitchFamily="34" charset="-122"/>
                      <a:cs typeface="STC Forward" panose="00000500000000000000" pitchFamily="2" charset="-78"/>
                    </a:rPr>
                    <a:t>DELAYED</a:t>
                  </a:r>
                  <a:endParaRPr lang="en-US" sz="650" kern="0" dirty="0">
                    <a:solidFill>
                      <a:srgbClr val="F5375E"/>
                    </a:solidFill>
                    <a:latin typeface="STC Forward" panose="00000500000000000000" pitchFamily="2" charset="-78"/>
                    <a:cs typeface="STC Forward" panose="00000500000000000000" pitchFamily="2" charset="-78"/>
                  </a:endParaRPr>
                </a:p>
              </p:txBody>
            </p:sp>
          </p:grpSp>
          <p:grpSp>
            <p:nvGrpSpPr>
              <p:cNvPr id="28823" name="Group 28822">
                <a:extLst>
                  <a:ext uri="{FF2B5EF4-FFF2-40B4-BE49-F238E27FC236}">
                    <a16:creationId xmlns:a16="http://schemas.microsoft.com/office/drawing/2014/main" id="{1583C499-2669-1EEB-92A7-70AA75D5432D}"/>
                  </a:ext>
                </a:extLst>
              </p:cNvPr>
              <p:cNvGrpSpPr/>
              <p:nvPr/>
            </p:nvGrpSpPr>
            <p:grpSpPr>
              <a:xfrm>
                <a:off x="10340228" y="12162915"/>
                <a:ext cx="1145090" cy="276149"/>
                <a:chOff x="10149728" y="12162915"/>
                <a:chExt cx="1145090" cy="276149"/>
              </a:xfrm>
            </p:grpSpPr>
            <p:sp>
              <p:nvSpPr>
                <p:cNvPr id="28825" name="Shape 33">
                  <a:extLst>
                    <a:ext uri="{FF2B5EF4-FFF2-40B4-BE49-F238E27FC236}">
                      <a16:creationId xmlns:a16="http://schemas.microsoft.com/office/drawing/2014/main" id="{8F522A4A-B500-BE90-9CB4-35807F30332F}"/>
                    </a:ext>
                  </a:extLst>
                </p:cNvPr>
                <p:cNvSpPr/>
                <p:nvPr/>
              </p:nvSpPr>
              <p:spPr>
                <a:xfrm>
                  <a:off x="10149728" y="12162915"/>
                  <a:ext cx="1145090" cy="276149"/>
                </a:xfrm>
                <a:prstGeom prst="roundRect">
                  <a:avLst>
                    <a:gd name="adj" fmla="val 228362"/>
                  </a:avLst>
                </a:prstGeom>
                <a:solidFill>
                  <a:srgbClr val="F3F3F3"/>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826" name="Text 34">
                  <a:extLst>
                    <a:ext uri="{FF2B5EF4-FFF2-40B4-BE49-F238E27FC236}">
                      <a16:creationId xmlns:a16="http://schemas.microsoft.com/office/drawing/2014/main" id="{2807B609-D990-07A1-E03F-C38ACF03774E}"/>
                    </a:ext>
                  </a:extLst>
                </p:cNvPr>
                <p:cNvSpPr txBox="1"/>
                <p:nvPr/>
              </p:nvSpPr>
              <p:spPr>
                <a:xfrm>
                  <a:off x="10312622" y="12200862"/>
                  <a:ext cx="819302" cy="200254"/>
                </a:xfrm>
                <a:prstGeom prst="rect">
                  <a:avLst/>
                </a:prstGeom>
                <a:noFill/>
                <a:ln/>
              </p:spPr>
              <p:txBody>
                <a:bodyPr wrap="square" lIns="0" tIns="0" rIns="0" bIns="0" rtlCol="0" anchor="ctr"/>
                <a:lstStyle/>
                <a:p>
                  <a:pPr algn="ctr" defTabSz="849112">
                    <a:defRPr/>
                  </a:pPr>
                  <a:r>
                    <a:rPr lang="en-US" sz="836" b="1" kern="0" dirty="0">
                      <a:solidFill>
                        <a:prstClr val="black"/>
                      </a:solidFill>
                      <a:latin typeface="STC Forward" panose="00000500000000000000" pitchFamily="2" charset="-78"/>
                      <a:ea typeface="Inter" pitchFamily="34" charset="-122"/>
                      <a:cs typeface="STC Forward" panose="00000500000000000000" pitchFamily="2" charset="-78"/>
                    </a:rPr>
                    <a:t>765,000,000</a:t>
                  </a:r>
                </a:p>
              </p:txBody>
            </p:sp>
          </p:grpSp>
          <p:sp>
            <p:nvSpPr>
              <p:cNvPr id="28824" name="Text 28">
                <a:extLst>
                  <a:ext uri="{FF2B5EF4-FFF2-40B4-BE49-F238E27FC236}">
                    <a16:creationId xmlns:a16="http://schemas.microsoft.com/office/drawing/2014/main" id="{CFB12703-2569-A209-4674-29C7C4FD063D}"/>
                  </a:ext>
                </a:extLst>
              </p:cNvPr>
              <p:cNvSpPr txBox="1"/>
              <p:nvPr/>
            </p:nvSpPr>
            <p:spPr>
              <a:xfrm>
                <a:off x="8244914" y="12205433"/>
                <a:ext cx="1842061" cy="231107"/>
              </a:xfrm>
              <a:prstGeom prst="rect">
                <a:avLst/>
              </a:prstGeom>
              <a:noFill/>
              <a:ln/>
            </p:spPr>
            <p:txBody>
              <a:bodyPr wrap="square" lIns="0" tIns="0" rIns="0" bIns="0" rtlCol="0" anchor="ctr"/>
              <a:lstStyle/>
              <a:p>
                <a:pPr algn="ctr" defTabSz="849112">
                  <a:defRPr/>
                </a:pPr>
                <a:r>
                  <a:rPr lang="en-US" sz="743" kern="0" dirty="0">
                    <a:solidFill>
                      <a:srgbClr val="6B7280"/>
                    </a:solidFill>
                    <a:latin typeface="STC Forward" panose="00000500000000000000" pitchFamily="2" charset="-78"/>
                    <a:ea typeface="Inter" pitchFamily="34" charset="-122"/>
                    <a:cs typeface="STC Forward" panose="00000500000000000000" pitchFamily="2" charset="-78"/>
                  </a:rPr>
                  <a:t>FUs Enablement</a:t>
                </a:r>
              </a:p>
            </p:txBody>
          </p:sp>
        </p:grpSp>
      </p:grpSp>
      <p:grpSp>
        <p:nvGrpSpPr>
          <p:cNvPr id="28831" name="Group 28830">
            <a:extLst>
              <a:ext uri="{FF2B5EF4-FFF2-40B4-BE49-F238E27FC236}">
                <a16:creationId xmlns:a16="http://schemas.microsoft.com/office/drawing/2014/main" id="{B56A3479-A976-9CC9-4326-E5CD33CA552F}"/>
              </a:ext>
            </a:extLst>
          </p:cNvPr>
          <p:cNvGrpSpPr/>
          <p:nvPr/>
        </p:nvGrpSpPr>
        <p:grpSpPr>
          <a:xfrm>
            <a:off x="899606" y="21272356"/>
            <a:ext cx="10189875" cy="256424"/>
            <a:chOff x="511606" y="12162915"/>
            <a:chExt cx="10973712" cy="276149"/>
          </a:xfrm>
        </p:grpSpPr>
        <p:sp>
          <p:nvSpPr>
            <p:cNvPr id="28832" name="Text 26">
              <a:extLst>
                <a:ext uri="{FF2B5EF4-FFF2-40B4-BE49-F238E27FC236}">
                  <a16:creationId xmlns:a16="http://schemas.microsoft.com/office/drawing/2014/main" id="{B3F55A8A-948D-02F2-6835-A4EBCB461915}"/>
                </a:ext>
              </a:extLst>
            </p:cNvPr>
            <p:cNvSpPr txBox="1"/>
            <p:nvPr/>
          </p:nvSpPr>
          <p:spPr>
            <a:xfrm>
              <a:off x="511606" y="12200862"/>
              <a:ext cx="2720340" cy="200254"/>
            </a:xfrm>
            <a:prstGeom prst="rect">
              <a:avLst/>
            </a:prstGeom>
            <a:noFill/>
            <a:ln/>
          </p:spPr>
          <p:txBody>
            <a:bodyPr wrap="square" lIns="0" tIns="0" rIns="0" bIns="0" rtlCol="0" anchor="ctr"/>
            <a:lstStyle/>
            <a:p>
              <a:pPr defTabSz="849112">
                <a:defRPr/>
              </a:pPr>
              <a:r>
                <a:rPr lang="en-US" sz="836" b="1" kern="0" dirty="0">
                  <a:solidFill>
                    <a:srgbClr val="111827"/>
                  </a:solidFill>
                  <a:latin typeface="STC Forward" panose="00000500000000000000" pitchFamily="2" charset="-78"/>
                  <a:ea typeface="Inter" pitchFamily="34" charset="-122"/>
                  <a:cs typeface="STC Forward" panose="00000500000000000000" pitchFamily="2" charset="-78"/>
                </a:rPr>
                <a:t>Spare Parts for Network</a:t>
              </a:r>
              <a:endParaRPr lang="en-US" sz="836" kern="0" dirty="0">
                <a:solidFill>
                  <a:prstClr val="black"/>
                </a:solidFill>
                <a:latin typeface="STC Forward" panose="00000500000000000000" pitchFamily="2" charset="-78"/>
                <a:cs typeface="STC Forward" panose="00000500000000000000" pitchFamily="2" charset="-78"/>
              </a:endParaRPr>
            </a:p>
          </p:txBody>
        </p:sp>
        <p:sp>
          <p:nvSpPr>
            <p:cNvPr id="28833" name="Text 27">
              <a:extLst>
                <a:ext uri="{FF2B5EF4-FFF2-40B4-BE49-F238E27FC236}">
                  <a16:creationId xmlns:a16="http://schemas.microsoft.com/office/drawing/2014/main" id="{77BD2009-8213-2BA5-ACCB-22DCAADC8413}"/>
                </a:ext>
              </a:extLst>
            </p:cNvPr>
            <p:cNvSpPr txBox="1"/>
            <p:nvPr/>
          </p:nvSpPr>
          <p:spPr>
            <a:xfrm>
              <a:off x="4444365" y="12214438"/>
              <a:ext cx="731519" cy="173103"/>
            </a:xfrm>
            <a:prstGeom prst="rect">
              <a:avLst/>
            </a:prstGeom>
            <a:noFill/>
            <a:ln/>
          </p:spPr>
          <p:txBody>
            <a:bodyPr wrap="square" lIns="0" tIns="0" rIns="0" bIns="0" rtlCol="0" anchor="ctr"/>
            <a:lstStyle/>
            <a:p>
              <a:pPr algn="ctr" defTabSz="849112">
                <a:defRPr/>
              </a:pPr>
              <a:r>
                <a:rPr lang="en-US" sz="836" kern="0" dirty="0">
                  <a:solidFill>
                    <a:srgbClr val="374151"/>
                  </a:solidFill>
                  <a:latin typeface="STC Forward" panose="00000500000000000000" pitchFamily="2" charset="-78"/>
                  <a:ea typeface="Inter" pitchFamily="34" charset="-122"/>
                  <a:cs typeface="STC Forward" panose="00000500000000000000" pitchFamily="2" charset="-78"/>
                </a:rPr>
                <a:t>HPG</a:t>
              </a:r>
              <a:endParaRPr lang="en-US" sz="836" kern="0" dirty="0">
                <a:solidFill>
                  <a:prstClr val="black"/>
                </a:solidFill>
                <a:latin typeface="STC Forward" panose="00000500000000000000" pitchFamily="2" charset="-78"/>
                <a:cs typeface="STC Forward" panose="00000500000000000000" pitchFamily="2" charset="-78"/>
              </a:endParaRPr>
            </a:p>
          </p:txBody>
        </p:sp>
        <p:sp>
          <p:nvSpPr>
            <p:cNvPr id="28834" name="Text 28">
              <a:extLst>
                <a:ext uri="{FF2B5EF4-FFF2-40B4-BE49-F238E27FC236}">
                  <a16:creationId xmlns:a16="http://schemas.microsoft.com/office/drawing/2014/main" id="{76B4B2A9-3D83-B791-BF8D-04A51C665CA8}"/>
                </a:ext>
              </a:extLst>
            </p:cNvPr>
            <p:cNvSpPr txBox="1"/>
            <p:nvPr/>
          </p:nvSpPr>
          <p:spPr>
            <a:xfrm>
              <a:off x="6412076" y="12205434"/>
              <a:ext cx="768096" cy="191110"/>
            </a:xfrm>
            <a:prstGeom prst="rect">
              <a:avLst/>
            </a:prstGeom>
            <a:noFill/>
            <a:ln/>
          </p:spPr>
          <p:txBody>
            <a:bodyPr wrap="square" lIns="0" tIns="0" rIns="0" bIns="0" rtlCol="0" anchor="ctr"/>
            <a:lstStyle/>
            <a:p>
              <a:pPr algn="ctr" defTabSz="849112">
                <a:defRPr/>
              </a:pPr>
              <a:r>
                <a:rPr lang="en-US" sz="743" kern="0" dirty="0">
                  <a:solidFill>
                    <a:srgbClr val="6B7280"/>
                  </a:solidFill>
                  <a:latin typeface="STC Forward" panose="00000500000000000000" pitchFamily="2" charset="-78"/>
                  <a:ea typeface="Inter" pitchFamily="34" charset="-122"/>
                  <a:cs typeface="STC Forward" panose="00000500000000000000" pitchFamily="2" charset="-78"/>
                </a:rPr>
                <a:t>TA-Domain</a:t>
              </a:r>
            </a:p>
          </p:txBody>
        </p:sp>
        <p:grpSp>
          <p:nvGrpSpPr>
            <p:cNvPr id="28835" name="Group 28834">
              <a:extLst>
                <a:ext uri="{FF2B5EF4-FFF2-40B4-BE49-F238E27FC236}">
                  <a16:creationId xmlns:a16="http://schemas.microsoft.com/office/drawing/2014/main" id="{61B155E3-9AE9-3B7C-FF31-6F5093FF4F32}"/>
                </a:ext>
              </a:extLst>
            </p:cNvPr>
            <p:cNvGrpSpPr/>
            <p:nvPr/>
          </p:nvGrpSpPr>
          <p:grpSpPr>
            <a:xfrm>
              <a:off x="7521777" y="12215036"/>
              <a:ext cx="485546" cy="171907"/>
              <a:chOff x="7226502" y="12215036"/>
              <a:chExt cx="485546" cy="171907"/>
            </a:xfrm>
          </p:grpSpPr>
          <p:sp>
            <p:nvSpPr>
              <p:cNvPr id="28843" name="Shape 29">
                <a:extLst>
                  <a:ext uri="{FF2B5EF4-FFF2-40B4-BE49-F238E27FC236}">
                    <a16:creationId xmlns:a16="http://schemas.microsoft.com/office/drawing/2014/main" id="{1ECD0F95-0552-0B62-3449-7509EA72F8DC}"/>
                  </a:ext>
                </a:extLst>
              </p:cNvPr>
              <p:cNvSpPr/>
              <p:nvPr/>
            </p:nvSpPr>
            <p:spPr>
              <a:xfrm>
                <a:off x="7226502" y="12215036"/>
                <a:ext cx="485546" cy="171907"/>
              </a:xfrm>
              <a:prstGeom prst="roundRect">
                <a:avLst>
                  <a:gd name="adj" fmla="val 118203"/>
                </a:avLst>
              </a:prstGeom>
              <a:solidFill>
                <a:srgbClr val="F3F3F3"/>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844" name="Text 30">
                <a:extLst>
                  <a:ext uri="{FF2B5EF4-FFF2-40B4-BE49-F238E27FC236}">
                    <a16:creationId xmlns:a16="http://schemas.microsoft.com/office/drawing/2014/main" id="{EAEFA38E-CCF5-572D-7785-D379489DB0E8}"/>
                  </a:ext>
                </a:extLst>
              </p:cNvPr>
              <p:cNvSpPr txBox="1"/>
              <p:nvPr/>
            </p:nvSpPr>
            <p:spPr>
              <a:xfrm>
                <a:off x="7245247" y="12234238"/>
                <a:ext cx="448056" cy="133502"/>
              </a:xfrm>
              <a:prstGeom prst="rect">
                <a:avLst/>
              </a:prstGeom>
              <a:noFill/>
              <a:ln/>
            </p:spPr>
            <p:txBody>
              <a:bodyPr wrap="square" lIns="0" tIns="0" rIns="0" bIns="0" rtlCol="0" anchor="ctr"/>
              <a:lstStyle/>
              <a:p>
                <a:pPr algn="ctr" defTabSz="849112">
                  <a:defRPr/>
                </a:pPr>
                <a:r>
                  <a:rPr lang="en-US" sz="650" b="1" kern="0" dirty="0">
                    <a:solidFill>
                      <a:srgbClr val="4F008C"/>
                    </a:solidFill>
                    <a:latin typeface="STC Forward" panose="00000500000000000000" pitchFamily="2" charset="-78"/>
                    <a:ea typeface="Inter" pitchFamily="34" charset="-122"/>
                    <a:cs typeface="STC Forward" panose="00000500000000000000" pitchFamily="2" charset="-78"/>
                  </a:rPr>
                  <a:t>OPEX</a:t>
                </a:r>
                <a:endParaRPr lang="en-US" sz="650" kern="0" dirty="0">
                  <a:solidFill>
                    <a:srgbClr val="4F008C"/>
                  </a:solidFill>
                  <a:latin typeface="STC Forward" panose="00000500000000000000" pitchFamily="2" charset="-78"/>
                  <a:cs typeface="STC Forward" panose="00000500000000000000" pitchFamily="2" charset="-78"/>
                </a:endParaRPr>
              </a:p>
            </p:txBody>
          </p:sp>
        </p:grpSp>
        <p:grpSp>
          <p:nvGrpSpPr>
            <p:cNvPr id="28836" name="Group 28835">
              <a:extLst>
                <a:ext uri="{FF2B5EF4-FFF2-40B4-BE49-F238E27FC236}">
                  <a16:creationId xmlns:a16="http://schemas.microsoft.com/office/drawing/2014/main" id="{78607DB7-6AF4-D0D6-42F3-105958FDD5F6}"/>
                </a:ext>
              </a:extLst>
            </p:cNvPr>
            <p:cNvGrpSpPr/>
            <p:nvPr/>
          </p:nvGrpSpPr>
          <p:grpSpPr>
            <a:xfrm>
              <a:off x="5513221" y="12196290"/>
              <a:ext cx="685800" cy="209398"/>
              <a:chOff x="8408821" y="12196290"/>
              <a:chExt cx="685800" cy="209398"/>
            </a:xfrm>
          </p:grpSpPr>
          <p:sp>
            <p:nvSpPr>
              <p:cNvPr id="28841" name="Shape 31">
                <a:extLst>
                  <a:ext uri="{FF2B5EF4-FFF2-40B4-BE49-F238E27FC236}">
                    <a16:creationId xmlns:a16="http://schemas.microsoft.com/office/drawing/2014/main" id="{FB27ECD1-C835-AEF5-6E3A-4BEC4F158384}"/>
                  </a:ext>
                </a:extLst>
              </p:cNvPr>
              <p:cNvSpPr/>
              <p:nvPr/>
            </p:nvSpPr>
            <p:spPr>
              <a:xfrm>
                <a:off x="8408821" y="12196290"/>
                <a:ext cx="685800" cy="209398"/>
              </a:xfrm>
              <a:prstGeom prst="roundRect">
                <a:avLst>
                  <a:gd name="adj" fmla="val 79396"/>
                </a:avLst>
              </a:prstGeom>
              <a:solidFill>
                <a:srgbClr val="FEE2E2"/>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842" name="Text 32">
                <a:extLst>
                  <a:ext uri="{FF2B5EF4-FFF2-40B4-BE49-F238E27FC236}">
                    <a16:creationId xmlns:a16="http://schemas.microsoft.com/office/drawing/2014/main" id="{D01E9472-D5CE-AB06-9C4C-7558B22D40DC}"/>
                  </a:ext>
                </a:extLst>
              </p:cNvPr>
              <p:cNvSpPr txBox="1"/>
              <p:nvPr/>
            </p:nvSpPr>
            <p:spPr>
              <a:xfrm>
                <a:off x="8446769" y="12215036"/>
                <a:ext cx="609905" cy="171907"/>
              </a:xfrm>
              <a:prstGeom prst="rect">
                <a:avLst/>
              </a:prstGeom>
              <a:noFill/>
              <a:ln/>
            </p:spPr>
            <p:txBody>
              <a:bodyPr wrap="square" lIns="0" tIns="0" rIns="0" bIns="0" rtlCol="0" anchor="ctr"/>
              <a:lstStyle/>
              <a:p>
                <a:pPr algn="ctr" defTabSz="849112">
                  <a:defRPr/>
                </a:pPr>
                <a:r>
                  <a:rPr lang="en-US" sz="650" b="1" kern="0" dirty="0">
                    <a:solidFill>
                      <a:srgbClr val="F5375E"/>
                    </a:solidFill>
                    <a:latin typeface="STC Forward" panose="00000500000000000000" pitchFamily="2" charset="-78"/>
                    <a:ea typeface="Inter" pitchFamily="34" charset="-122"/>
                    <a:cs typeface="STC Forward" panose="00000500000000000000" pitchFamily="2" charset="-78"/>
                  </a:rPr>
                  <a:t>DELAYED</a:t>
                </a:r>
                <a:endParaRPr lang="en-US" sz="650" kern="0" dirty="0">
                  <a:solidFill>
                    <a:srgbClr val="F5375E"/>
                  </a:solidFill>
                  <a:latin typeface="STC Forward" panose="00000500000000000000" pitchFamily="2" charset="-78"/>
                  <a:cs typeface="STC Forward" panose="00000500000000000000" pitchFamily="2" charset="-78"/>
                </a:endParaRPr>
              </a:p>
            </p:txBody>
          </p:sp>
        </p:grpSp>
        <p:grpSp>
          <p:nvGrpSpPr>
            <p:cNvPr id="28837" name="Group 28836">
              <a:extLst>
                <a:ext uri="{FF2B5EF4-FFF2-40B4-BE49-F238E27FC236}">
                  <a16:creationId xmlns:a16="http://schemas.microsoft.com/office/drawing/2014/main" id="{B6D8F6B1-2549-F88F-DD6D-5ACE6550502D}"/>
                </a:ext>
              </a:extLst>
            </p:cNvPr>
            <p:cNvGrpSpPr/>
            <p:nvPr/>
          </p:nvGrpSpPr>
          <p:grpSpPr>
            <a:xfrm>
              <a:off x="10340228" y="12162915"/>
              <a:ext cx="1145090" cy="276149"/>
              <a:chOff x="10149728" y="12162915"/>
              <a:chExt cx="1145090" cy="276149"/>
            </a:xfrm>
          </p:grpSpPr>
          <p:sp>
            <p:nvSpPr>
              <p:cNvPr id="28839" name="Shape 33">
                <a:extLst>
                  <a:ext uri="{FF2B5EF4-FFF2-40B4-BE49-F238E27FC236}">
                    <a16:creationId xmlns:a16="http://schemas.microsoft.com/office/drawing/2014/main" id="{6E23CBF3-0B1D-F328-5532-EF6BFEF16465}"/>
                  </a:ext>
                </a:extLst>
              </p:cNvPr>
              <p:cNvSpPr/>
              <p:nvPr/>
            </p:nvSpPr>
            <p:spPr>
              <a:xfrm>
                <a:off x="10149728" y="12162915"/>
                <a:ext cx="1145090" cy="276149"/>
              </a:xfrm>
              <a:prstGeom prst="roundRect">
                <a:avLst>
                  <a:gd name="adj" fmla="val 228362"/>
                </a:avLst>
              </a:prstGeom>
              <a:solidFill>
                <a:srgbClr val="F3F3F3"/>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840" name="Text 34">
                <a:extLst>
                  <a:ext uri="{FF2B5EF4-FFF2-40B4-BE49-F238E27FC236}">
                    <a16:creationId xmlns:a16="http://schemas.microsoft.com/office/drawing/2014/main" id="{1DB0AEE4-A3B9-39C5-579B-4C50D7429765}"/>
                  </a:ext>
                </a:extLst>
              </p:cNvPr>
              <p:cNvSpPr txBox="1"/>
              <p:nvPr/>
            </p:nvSpPr>
            <p:spPr>
              <a:xfrm>
                <a:off x="10312622" y="12200862"/>
                <a:ext cx="819302" cy="200254"/>
              </a:xfrm>
              <a:prstGeom prst="rect">
                <a:avLst/>
              </a:prstGeom>
              <a:noFill/>
              <a:ln/>
            </p:spPr>
            <p:txBody>
              <a:bodyPr wrap="square" lIns="0" tIns="0" rIns="0" bIns="0" rtlCol="0" anchor="ctr"/>
              <a:lstStyle/>
              <a:p>
                <a:pPr algn="ctr" defTabSz="849112">
                  <a:defRPr/>
                </a:pPr>
                <a:r>
                  <a:rPr lang="en-US" sz="836" b="1" kern="0" dirty="0">
                    <a:solidFill>
                      <a:prstClr val="black"/>
                    </a:solidFill>
                    <a:latin typeface="STC Forward" panose="00000500000000000000" pitchFamily="2" charset="-78"/>
                    <a:ea typeface="Inter" pitchFamily="34" charset="-122"/>
                    <a:cs typeface="STC Forward" panose="00000500000000000000" pitchFamily="2" charset="-78"/>
                  </a:rPr>
                  <a:t>50,600,000 </a:t>
                </a:r>
                <a:endParaRPr lang="en-US" sz="836" kern="0" dirty="0">
                  <a:solidFill>
                    <a:prstClr val="black"/>
                  </a:solidFill>
                  <a:latin typeface="STC Forward" panose="00000500000000000000" pitchFamily="2" charset="-78"/>
                  <a:cs typeface="STC Forward" panose="00000500000000000000" pitchFamily="2" charset="-78"/>
                </a:endParaRPr>
              </a:p>
            </p:txBody>
          </p:sp>
        </p:grpSp>
        <p:sp>
          <p:nvSpPr>
            <p:cNvPr id="28838" name="Text 28">
              <a:extLst>
                <a:ext uri="{FF2B5EF4-FFF2-40B4-BE49-F238E27FC236}">
                  <a16:creationId xmlns:a16="http://schemas.microsoft.com/office/drawing/2014/main" id="{1B78D5E5-364A-DE9E-A033-DAD1D2CCB2EA}"/>
                </a:ext>
              </a:extLst>
            </p:cNvPr>
            <p:cNvSpPr txBox="1"/>
            <p:nvPr/>
          </p:nvSpPr>
          <p:spPr>
            <a:xfrm>
              <a:off x="8244914" y="12185436"/>
              <a:ext cx="1842061" cy="231107"/>
            </a:xfrm>
            <a:prstGeom prst="rect">
              <a:avLst/>
            </a:prstGeom>
            <a:noFill/>
            <a:ln/>
          </p:spPr>
          <p:txBody>
            <a:bodyPr wrap="square" lIns="0" tIns="0" rIns="0" bIns="0" rtlCol="0" anchor="ctr"/>
            <a:lstStyle/>
            <a:p>
              <a:pPr algn="ctr" defTabSz="849112">
                <a:defRPr/>
              </a:pPr>
              <a:r>
                <a:rPr lang="en-US" sz="743" kern="0" dirty="0">
                  <a:solidFill>
                    <a:srgbClr val="6B7280"/>
                  </a:solidFill>
                  <a:latin typeface="STC Forward" panose="00000500000000000000" pitchFamily="2" charset="-78"/>
                  <a:ea typeface="Inter" pitchFamily="34" charset="-122"/>
                  <a:cs typeface="STC Forward" panose="00000500000000000000" pitchFamily="2" charset="-78"/>
                </a:rPr>
                <a:t>Field Operation Center</a:t>
              </a:r>
              <a:endParaRPr lang="en-US" sz="743" kern="0" dirty="0">
                <a:solidFill>
                  <a:prstClr val="black"/>
                </a:solidFill>
                <a:latin typeface="STC Forward" panose="00000500000000000000" pitchFamily="2" charset="-78"/>
                <a:cs typeface="STC Forward" panose="00000500000000000000" pitchFamily="2" charset="-78"/>
              </a:endParaRPr>
            </a:p>
          </p:txBody>
        </p:sp>
      </p:grpSp>
      <p:grpSp>
        <p:nvGrpSpPr>
          <p:cNvPr id="28845" name="Group 28844">
            <a:extLst>
              <a:ext uri="{FF2B5EF4-FFF2-40B4-BE49-F238E27FC236}">
                <a16:creationId xmlns:a16="http://schemas.microsoft.com/office/drawing/2014/main" id="{3BA9F856-AD84-1EEC-8C92-A64429EEB185}"/>
              </a:ext>
            </a:extLst>
          </p:cNvPr>
          <p:cNvGrpSpPr/>
          <p:nvPr/>
        </p:nvGrpSpPr>
        <p:grpSpPr>
          <a:xfrm>
            <a:off x="708194" y="21590807"/>
            <a:ext cx="10471435" cy="402704"/>
            <a:chOff x="305470" y="14889257"/>
            <a:chExt cx="11276930" cy="433681"/>
          </a:xfrm>
        </p:grpSpPr>
        <p:sp>
          <p:nvSpPr>
            <p:cNvPr id="28846" name="Shape 35">
              <a:extLst>
                <a:ext uri="{FF2B5EF4-FFF2-40B4-BE49-F238E27FC236}">
                  <a16:creationId xmlns:a16="http://schemas.microsoft.com/office/drawing/2014/main" id="{63ECEBB6-8123-DFDB-7E3F-677C1A4AEE61}"/>
                </a:ext>
              </a:extLst>
            </p:cNvPr>
            <p:cNvSpPr/>
            <p:nvPr/>
          </p:nvSpPr>
          <p:spPr>
            <a:xfrm>
              <a:off x="305470" y="14889257"/>
              <a:ext cx="11276930" cy="433681"/>
            </a:xfrm>
            <a:prstGeom prst="rect">
              <a:avLst/>
            </a:prstGeom>
            <a:solidFill>
              <a:srgbClr val="F9FAFB"/>
            </a:solidFill>
            <a:ln/>
          </p:spPr>
          <p:txBody>
            <a:bodyPr/>
            <a:lstStyle/>
            <a:p>
              <a:pPr defTabSz="424556"/>
              <a:endParaRPr lang="en-US" sz="1671" dirty="0">
                <a:solidFill>
                  <a:prstClr val="black"/>
                </a:solidFill>
                <a:latin typeface="Calibri" panose="020F0502020204030204"/>
              </a:endParaRPr>
            </a:p>
          </p:txBody>
        </p:sp>
        <p:grpSp>
          <p:nvGrpSpPr>
            <p:cNvPr id="28847" name="Group 28846">
              <a:extLst>
                <a:ext uri="{FF2B5EF4-FFF2-40B4-BE49-F238E27FC236}">
                  <a16:creationId xmlns:a16="http://schemas.microsoft.com/office/drawing/2014/main" id="{C2C77486-F028-7842-19B0-E33C752D7027}"/>
                </a:ext>
              </a:extLst>
            </p:cNvPr>
            <p:cNvGrpSpPr/>
            <p:nvPr/>
          </p:nvGrpSpPr>
          <p:grpSpPr>
            <a:xfrm>
              <a:off x="510792" y="14984610"/>
              <a:ext cx="10973712" cy="276149"/>
              <a:chOff x="511606" y="12162915"/>
              <a:chExt cx="10973712" cy="276149"/>
            </a:xfrm>
          </p:grpSpPr>
          <p:sp>
            <p:nvSpPr>
              <p:cNvPr id="28848" name="Text 26">
                <a:extLst>
                  <a:ext uri="{FF2B5EF4-FFF2-40B4-BE49-F238E27FC236}">
                    <a16:creationId xmlns:a16="http://schemas.microsoft.com/office/drawing/2014/main" id="{8DA57FC7-6A03-9C26-3883-018F103BBB02}"/>
                  </a:ext>
                </a:extLst>
              </p:cNvPr>
              <p:cNvSpPr txBox="1"/>
              <p:nvPr/>
            </p:nvSpPr>
            <p:spPr>
              <a:xfrm>
                <a:off x="511606" y="12200862"/>
                <a:ext cx="2720340" cy="200254"/>
              </a:xfrm>
              <a:prstGeom prst="rect">
                <a:avLst/>
              </a:prstGeom>
              <a:noFill/>
              <a:ln/>
            </p:spPr>
            <p:txBody>
              <a:bodyPr wrap="square" lIns="0" tIns="0" rIns="0" bIns="0" rtlCol="0" anchor="ctr"/>
              <a:lstStyle/>
              <a:p>
                <a:pPr defTabSz="849112">
                  <a:defRPr/>
                </a:pPr>
                <a:r>
                  <a:rPr lang="en-US" sz="836" b="1" kern="0" dirty="0">
                    <a:solidFill>
                      <a:srgbClr val="111827"/>
                    </a:solidFill>
                    <a:latin typeface="STC Forward" panose="00000500000000000000" pitchFamily="2" charset="-78"/>
                    <a:ea typeface="Inter" pitchFamily="34" charset="-122"/>
                    <a:cs typeface="STC Forward" panose="00000500000000000000" pitchFamily="2" charset="-78"/>
                  </a:rPr>
                  <a:t>CorpE – EBU Demand – Tribe Q3</a:t>
                </a:r>
                <a:endParaRPr lang="en-US" sz="836" kern="0" dirty="0">
                  <a:solidFill>
                    <a:prstClr val="black"/>
                  </a:solidFill>
                  <a:latin typeface="STC Forward" panose="00000500000000000000" pitchFamily="2" charset="-78"/>
                  <a:cs typeface="STC Forward" panose="00000500000000000000" pitchFamily="2" charset="-78"/>
                </a:endParaRPr>
              </a:p>
            </p:txBody>
          </p:sp>
          <p:sp>
            <p:nvSpPr>
              <p:cNvPr id="28849" name="Text 27">
                <a:extLst>
                  <a:ext uri="{FF2B5EF4-FFF2-40B4-BE49-F238E27FC236}">
                    <a16:creationId xmlns:a16="http://schemas.microsoft.com/office/drawing/2014/main" id="{81B5F870-909F-C471-B3B6-FA312FF348E3}"/>
                  </a:ext>
                </a:extLst>
              </p:cNvPr>
              <p:cNvSpPr txBox="1"/>
              <p:nvPr/>
            </p:nvSpPr>
            <p:spPr>
              <a:xfrm>
                <a:off x="4444365" y="12224637"/>
                <a:ext cx="731519" cy="173103"/>
              </a:xfrm>
              <a:prstGeom prst="rect">
                <a:avLst/>
              </a:prstGeom>
              <a:noFill/>
              <a:ln/>
            </p:spPr>
            <p:txBody>
              <a:bodyPr wrap="square" lIns="0" tIns="0" rIns="0" bIns="0" rtlCol="0" anchor="ctr"/>
              <a:lstStyle/>
              <a:p>
                <a:pPr algn="ctr" defTabSz="849112">
                  <a:defRPr/>
                </a:pPr>
                <a:r>
                  <a:rPr lang="en-US" sz="836" kern="0" dirty="0">
                    <a:solidFill>
                      <a:srgbClr val="374151"/>
                    </a:solidFill>
                    <a:latin typeface="STC Forward" panose="00000500000000000000" pitchFamily="2" charset="-78"/>
                    <a:ea typeface="Inter" pitchFamily="34" charset="-122"/>
                    <a:cs typeface="STC Forward" panose="00000500000000000000" pitchFamily="2" charset="-78"/>
                  </a:rPr>
                  <a:t>DA - AA</a:t>
                </a:r>
                <a:endParaRPr lang="en-US" sz="836" kern="0" dirty="0">
                  <a:solidFill>
                    <a:prstClr val="black"/>
                  </a:solidFill>
                  <a:latin typeface="STC Forward" panose="00000500000000000000" pitchFamily="2" charset="-78"/>
                  <a:cs typeface="STC Forward" panose="00000500000000000000" pitchFamily="2" charset="-78"/>
                </a:endParaRPr>
              </a:p>
            </p:txBody>
          </p:sp>
          <p:sp>
            <p:nvSpPr>
              <p:cNvPr id="28850" name="Text 28">
                <a:extLst>
                  <a:ext uri="{FF2B5EF4-FFF2-40B4-BE49-F238E27FC236}">
                    <a16:creationId xmlns:a16="http://schemas.microsoft.com/office/drawing/2014/main" id="{84E6E4AE-1343-295D-EE3C-A5B6CE77C015}"/>
                  </a:ext>
                </a:extLst>
              </p:cNvPr>
              <p:cNvSpPr txBox="1"/>
              <p:nvPr/>
            </p:nvSpPr>
            <p:spPr>
              <a:xfrm>
                <a:off x="6412076" y="12205434"/>
                <a:ext cx="768096" cy="191110"/>
              </a:xfrm>
              <a:prstGeom prst="rect">
                <a:avLst/>
              </a:prstGeom>
              <a:noFill/>
              <a:ln/>
            </p:spPr>
            <p:txBody>
              <a:bodyPr wrap="square" lIns="0" tIns="0" rIns="0" bIns="0" rtlCol="0" anchor="ctr"/>
              <a:lstStyle/>
              <a:p>
                <a:pPr algn="ctr" defTabSz="849112">
                  <a:defRPr/>
                </a:pPr>
                <a:r>
                  <a:rPr lang="en-US" sz="743" kern="0" dirty="0">
                    <a:solidFill>
                      <a:srgbClr val="6B7280"/>
                    </a:solidFill>
                    <a:latin typeface="STC Forward" panose="00000500000000000000" pitchFamily="2" charset="-78"/>
                    <a:ea typeface="Inter" pitchFamily="34" charset="-122"/>
                    <a:cs typeface="STC Forward" panose="00000500000000000000" pitchFamily="2" charset="-78"/>
                  </a:rPr>
                  <a:t>TA-Domain</a:t>
                </a:r>
              </a:p>
            </p:txBody>
          </p:sp>
          <p:grpSp>
            <p:nvGrpSpPr>
              <p:cNvPr id="28851" name="Group 28850">
                <a:extLst>
                  <a:ext uri="{FF2B5EF4-FFF2-40B4-BE49-F238E27FC236}">
                    <a16:creationId xmlns:a16="http://schemas.microsoft.com/office/drawing/2014/main" id="{2F765B81-B143-38FA-9FBD-11747CA0CAC2}"/>
                  </a:ext>
                </a:extLst>
              </p:cNvPr>
              <p:cNvGrpSpPr/>
              <p:nvPr/>
            </p:nvGrpSpPr>
            <p:grpSpPr>
              <a:xfrm>
                <a:off x="7521777" y="12215036"/>
                <a:ext cx="485546" cy="171907"/>
                <a:chOff x="7226502" y="12215036"/>
                <a:chExt cx="485546" cy="171907"/>
              </a:xfrm>
            </p:grpSpPr>
            <p:sp>
              <p:nvSpPr>
                <p:cNvPr id="28859" name="Shape 29">
                  <a:extLst>
                    <a:ext uri="{FF2B5EF4-FFF2-40B4-BE49-F238E27FC236}">
                      <a16:creationId xmlns:a16="http://schemas.microsoft.com/office/drawing/2014/main" id="{426446B7-8FC8-65D6-8C2C-A56E450DF9CC}"/>
                    </a:ext>
                  </a:extLst>
                </p:cNvPr>
                <p:cNvSpPr/>
                <p:nvPr/>
              </p:nvSpPr>
              <p:spPr>
                <a:xfrm>
                  <a:off x="7226502" y="12215036"/>
                  <a:ext cx="485546" cy="171907"/>
                </a:xfrm>
                <a:prstGeom prst="roundRect">
                  <a:avLst>
                    <a:gd name="adj" fmla="val 118203"/>
                  </a:avLst>
                </a:prstGeom>
                <a:solidFill>
                  <a:srgbClr val="F3F3F3"/>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860" name="Text 30">
                  <a:extLst>
                    <a:ext uri="{FF2B5EF4-FFF2-40B4-BE49-F238E27FC236}">
                      <a16:creationId xmlns:a16="http://schemas.microsoft.com/office/drawing/2014/main" id="{6D0E53B1-B191-1D5A-2DE3-114834734373}"/>
                    </a:ext>
                  </a:extLst>
                </p:cNvPr>
                <p:cNvSpPr txBox="1"/>
                <p:nvPr/>
              </p:nvSpPr>
              <p:spPr>
                <a:xfrm>
                  <a:off x="7245247" y="12234238"/>
                  <a:ext cx="448056" cy="133502"/>
                </a:xfrm>
                <a:prstGeom prst="rect">
                  <a:avLst/>
                </a:prstGeom>
                <a:noFill/>
                <a:ln/>
              </p:spPr>
              <p:txBody>
                <a:bodyPr wrap="square" lIns="0" tIns="0" rIns="0" bIns="0" rtlCol="0" anchor="ctr"/>
                <a:lstStyle/>
                <a:p>
                  <a:pPr algn="ctr" defTabSz="849112">
                    <a:defRPr/>
                  </a:pPr>
                  <a:r>
                    <a:rPr lang="en-US" sz="650" b="1" kern="0" dirty="0">
                      <a:solidFill>
                        <a:srgbClr val="4F008C"/>
                      </a:solidFill>
                      <a:latin typeface="STC Forward" panose="00000500000000000000" pitchFamily="2" charset="-78"/>
                      <a:ea typeface="Inter" pitchFamily="34" charset="-122"/>
                      <a:cs typeface="STC Forward" panose="00000500000000000000" pitchFamily="2" charset="-78"/>
                    </a:rPr>
                    <a:t>CAPEX</a:t>
                  </a:r>
                  <a:endParaRPr lang="en-US" sz="650" kern="0" dirty="0">
                    <a:solidFill>
                      <a:srgbClr val="4F008C"/>
                    </a:solidFill>
                    <a:latin typeface="STC Forward" panose="00000500000000000000" pitchFamily="2" charset="-78"/>
                    <a:cs typeface="STC Forward" panose="00000500000000000000" pitchFamily="2" charset="-78"/>
                  </a:endParaRPr>
                </a:p>
              </p:txBody>
            </p:sp>
          </p:grpSp>
          <p:grpSp>
            <p:nvGrpSpPr>
              <p:cNvPr id="28852" name="Group 28851">
                <a:extLst>
                  <a:ext uri="{FF2B5EF4-FFF2-40B4-BE49-F238E27FC236}">
                    <a16:creationId xmlns:a16="http://schemas.microsoft.com/office/drawing/2014/main" id="{C9030860-F6DC-8B24-AF1F-16831894EADB}"/>
                  </a:ext>
                </a:extLst>
              </p:cNvPr>
              <p:cNvGrpSpPr/>
              <p:nvPr/>
            </p:nvGrpSpPr>
            <p:grpSpPr>
              <a:xfrm>
                <a:off x="5513221" y="12196290"/>
                <a:ext cx="685800" cy="209398"/>
                <a:chOff x="8408821" y="12196290"/>
                <a:chExt cx="685800" cy="209398"/>
              </a:xfrm>
            </p:grpSpPr>
            <p:sp>
              <p:nvSpPr>
                <p:cNvPr id="28857" name="Shape 31">
                  <a:extLst>
                    <a:ext uri="{FF2B5EF4-FFF2-40B4-BE49-F238E27FC236}">
                      <a16:creationId xmlns:a16="http://schemas.microsoft.com/office/drawing/2014/main" id="{3703AE43-494E-EFB0-A496-44BDCF9D21E8}"/>
                    </a:ext>
                  </a:extLst>
                </p:cNvPr>
                <p:cNvSpPr/>
                <p:nvPr/>
              </p:nvSpPr>
              <p:spPr>
                <a:xfrm>
                  <a:off x="8408821" y="12196290"/>
                  <a:ext cx="685800" cy="209398"/>
                </a:xfrm>
                <a:prstGeom prst="roundRect">
                  <a:avLst>
                    <a:gd name="adj" fmla="val 79396"/>
                  </a:avLst>
                </a:prstGeom>
                <a:solidFill>
                  <a:srgbClr val="FEE2E2"/>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858" name="Text 32">
                  <a:extLst>
                    <a:ext uri="{FF2B5EF4-FFF2-40B4-BE49-F238E27FC236}">
                      <a16:creationId xmlns:a16="http://schemas.microsoft.com/office/drawing/2014/main" id="{C92F5E0A-3461-5451-64C8-D69E3FA6A9CE}"/>
                    </a:ext>
                  </a:extLst>
                </p:cNvPr>
                <p:cNvSpPr txBox="1"/>
                <p:nvPr/>
              </p:nvSpPr>
              <p:spPr>
                <a:xfrm>
                  <a:off x="8446769" y="12215036"/>
                  <a:ext cx="609905" cy="171907"/>
                </a:xfrm>
                <a:prstGeom prst="rect">
                  <a:avLst/>
                </a:prstGeom>
                <a:noFill/>
                <a:ln/>
              </p:spPr>
              <p:txBody>
                <a:bodyPr wrap="square" lIns="0" tIns="0" rIns="0" bIns="0" rtlCol="0" anchor="ctr"/>
                <a:lstStyle/>
                <a:p>
                  <a:pPr algn="ctr" defTabSz="849112">
                    <a:defRPr/>
                  </a:pPr>
                  <a:r>
                    <a:rPr lang="en-US" sz="650" b="1" kern="0" dirty="0">
                      <a:solidFill>
                        <a:srgbClr val="F5375E"/>
                      </a:solidFill>
                      <a:latin typeface="STC Forward" panose="00000500000000000000" pitchFamily="2" charset="-78"/>
                      <a:ea typeface="Inter" pitchFamily="34" charset="-122"/>
                      <a:cs typeface="STC Forward" panose="00000500000000000000" pitchFamily="2" charset="-78"/>
                    </a:rPr>
                    <a:t>DELAYED</a:t>
                  </a:r>
                  <a:endParaRPr lang="en-US" sz="650" kern="0" dirty="0">
                    <a:solidFill>
                      <a:srgbClr val="F5375E"/>
                    </a:solidFill>
                    <a:latin typeface="STC Forward" panose="00000500000000000000" pitchFamily="2" charset="-78"/>
                    <a:cs typeface="STC Forward" panose="00000500000000000000" pitchFamily="2" charset="-78"/>
                  </a:endParaRPr>
                </a:p>
              </p:txBody>
            </p:sp>
          </p:grpSp>
          <p:grpSp>
            <p:nvGrpSpPr>
              <p:cNvPr id="28853" name="Group 28852">
                <a:extLst>
                  <a:ext uri="{FF2B5EF4-FFF2-40B4-BE49-F238E27FC236}">
                    <a16:creationId xmlns:a16="http://schemas.microsoft.com/office/drawing/2014/main" id="{81C971B5-288A-A8CD-2248-6DF29ECFCC55}"/>
                  </a:ext>
                </a:extLst>
              </p:cNvPr>
              <p:cNvGrpSpPr/>
              <p:nvPr/>
            </p:nvGrpSpPr>
            <p:grpSpPr>
              <a:xfrm>
                <a:off x="10340228" y="12162915"/>
                <a:ext cx="1145090" cy="276149"/>
                <a:chOff x="10149728" y="12162915"/>
                <a:chExt cx="1145090" cy="276149"/>
              </a:xfrm>
            </p:grpSpPr>
            <p:sp>
              <p:nvSpPr>
                <p:cNvPr id="28855" name="Shape 33">
                  <a:extLst>
                    <a:ext uri="{FF2B5EF4-FFF2-40B4-BE49-F238E27FC236}">
                      <a16:creationId xmlns:a16="http://schemas.microsoft.com/office/drawing/2014/main" id="{EF6F1784-89E2-B062-5A9B-2CB478737472}"/>
                    </a:ext>
                  </a:extLst>
                </p:cNvPr>
                <p:cNvSpPr/>
                <p:nvPr/>
              </p:nvSpPr>
              <p:spPr>
                <a:xfrm>
                  <a:off x="10149728" y="12162915"/>
                  <a:ext cx="1145090" cy="276149"/>
                </a:xfrm>
                <a:prstGeom prst="roundRect">
                  <a:avLst>
                    <a:gd name="adj" fmla="val 228362"/>
                  </a:avLst>
                </a:prstGeom>
                <a:solidFill>
                  <a:srgbClr val="F3F3F3"/>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856" name="Text 34">
                  <a:extLst>
                    <a:ext uri="{FF2B5EF4-FFF2-40B4-BE49-F238E27FC236}">
                      <a16:creationId xmlns:a16="http://schemas.microsoft.com/office/drawing/2014/main" id="{5C966540-F0A7-D6AB-48DD-92185C23967C}"/>
                    </a:ext>
                  </a:extLst>
                </p:cNvPr>
                <p:cNvSpPr txBox="1"/>
                <p:nvPr/>
              </p:nvSpPr>
              <p:spPr>
                <a:xfrm>
                  <a:off x="10312622" y="12200862"/>
                  <a:ext cx="819302" cy="200254"/>
                </a:xfrm>
                <a:prstGeom prst="rect">
                  <a:avLst/>
                </a:prstGeom>
                <a:noFill/>
                <a:ln/>
              </p:spPr>
              <p:txBody>
                <a:bodyPr wrap="square" lIns="0" tIns="0" rIns="0" bIns="0" rtlCol="0" anchor="ctr"/>
                <a:lstStyle/>
                <a:p>
                  <a:pPr algn="ctr" defTabSz="849112">
                    <a:defRPr/>
                  </a:pPr>
                  <a:r>
                    <a:rPr lang="en-US" sz="836" b="1" kern="0" dirty="0">
                      <a:solidFill>
                        <a:prstClr val="black"/>
                      </a:solidFill>
                      <a:latin typeface="STC Forward" panose="00000500000000000000" pitchFamily="2" charset="-78"/>
                      <a:ea typeface="Inter" pitchFamily="34" charset="-122"/>
                      <a:cs typeface="STC Forward" panose="00000500000000000000" pitchFamily="2" charset="-78"/>
                    </a:rPr>
                    <a:t>5,445,429 </a:t>
                  </a:r>
                  <a:endParaRPr lang="en-US" sz="836" kern="0" dirty="0">
                    <a:solidFill>
                      <a:prstClr val="black"/>
                    </a:solidFill>
                    <a:latin typeface="STC Forward" panose="00000500000000000000" pitchFamily="2" charset="-78"/>
                    <a:cs typeface="STC Forward" panose="00000500000000000000" pitchFamily="2" charset="-78"/>
                  </a:endParaRPr>
                </a:p>
              </p:txBody>
            </p:sp>
          </p:grpSp>
          <p:sp>
            <p:nvSpPr>
              <p:cNvPr id="28854" name="Text 28">
                <a:extLst>
                  <a:ext uri="{FF2B5EF4-FFF2-40B4-BE49-F238E27FC236}">
                    <a16:creationId xmlns:a16="http://schemas.microsoft.com/office/drawing/2014/main" id="{A492B1EA-DF6A-E054-FBBB-FB14B0B1C3CD}"/>
                  </a:ext>
                </a:extLst>
              </p:cNvPr>
              <p:cNvSpPr txBox="1"/>
              <p:nvPr/>
            </p:nvSpPr>
            <p:spPr>
              <a:xfrm>
                <a:off x="8244914" y="12205433"/>
                <a:ext cx="1842061" cy="231107"/>
              </a:xfrm>
              <a:prstGeom prst="rect">
                <a:avLst/>
              </a:prstGeom>
              <a:noFill/>
              <a:ln/>
            </p:spPr>
            <p:txBody>
              <a:bodyPr wrap="square" lIns="0" tIns="0" rIns="0" bIns="0" rtlCol="0" anchor="ctr"/>
              <a:lstStyle/>
              <a:p>
                <a:pPr algn="ctr" defTabSz="849112">
                  <a:defRPr/>
                </a:pPr>
                <a:r>
                  <a:rPr lang="en-US" sz="743" kern="0" dirty="0">
                    <a:solidFill>
                      <a:srgbClr val="6B7280"/>
                    </a:solidFill>
                    <a:latin typeface="STC Forward" panose="00000500000000000000" pitchFamily="2" charset="-78"/>
                    <a:ea typeface="Inter" pitchFamily="34" charset="-122"/>
                    <a:cs typeface="STC Forward" panose="00000500000000000000" pitchFamily="2" charset="-78"/>
                  </a:rPr>
                  <a:t>Corporate Enablement</a:t>
                </a:r>
                <a:endParaRPr lang="en-US" sz="743" kern="0" dirty="0">
                  <a:solidFill>
                    <a:prstClr val="black"/>
                  </a:solidFill>
                  <a:latin typeface="STC Forward" panose="00000500000000000000" pitchFamily="2" charset="-78"/>
                  <a:cs typeface="STC Forward" panose="00000500000000000000" pitchFamily="2" charset="-78"/>
                </a:endParaRPr>
              </a:p>
            </p:txBody>
          </p:sp>
        </p:grpSp>
      </p:grpSp>
      <p:grpSp>
        <p:nvGrpSpPr>
          <p:cNvPr id="28861" name="Group 28860">
            <a:extLst>
              <a:ext uri="{FF2B5EF4-FFF2-40B4-BE49-F238E27FC236}">
                <a16:creationId xmlns:a16="http://schemas.microsoft.com/office/drawing/2014/main" id="{B55E0C7B-8911-576F-646D-73D9AAA6C26C}"/>
              </a:ext>
            </a:extLst>
          </p:cNvPr>
          <p:cNvGrpSpPr/>
          <p:nvPr/>
        </p:nvGrpSpPr>
        <p:grpSpPr>
          <a:xfrm>
            <a:off x="899606" y="22055538"/>
            <a:ext cx="10189875" cy="256424"/>
            <a:chOff x="511606" y="12162915"/>
            <a:chExt cx="10973712" cy="276149"/>
          </a:xfrm>
        </p:grpSpPr>
        <p:sp>
          <p:nvSpPr>
            <p:cNvPr id="28862" name="Text 26">
              <a:extLst>
                <a:ext uri="{FF2B5EF4-FFF2-40B4-BE49-F238E27FC236}">
                  <a16:creationId xmlns:a16="http://schemas.microsoft.com/office/drawing/2014/main" id="{C937A491-4199-5F93-0CE4-508E58148330}"/>
                </a:ext>
              </a:extLst>
            </p:cNvPr>
            <p:cNvSpPr txBox="1"/>
            <p:nvPr/>
          </p:nvSpPr>
          <p:spPr>
            <a:xfrm>
              <a:off x="511606" y="12200862"/>
              <a:ext cx="3488894" cy="200254"/>
            </a:xfrm>
            <a:prstGeom prst="rect">
              <a:avLst/>
            </a:prstGeom>
            <a:noFill/>
            <a:ln/>
          </p:spPr>
          <p:txBody>
            <a:bodyPr wrap="square" lIns="0" tIns="0" rIns="0" bIns="0" rtlCol="0" anchor="ctr"/>
            <a:lstStyle/>
            <a:p>
              <a:pPr defTabSz="849112">
                <a:defRPr/>
              </a:pPr>
              <a:r>
                <a:rPr lang="fr-FR" sz="836" b="1" kern="0" dirty="0">
                  <a:solidFill>
                    <a:srgbClr val="111827"/>
                  </a:solidFill>
                  <a:latin typeface="STC Forward" panose="00000500000000000000" pitchFamily="2" charset="-78"/>
                  <a:ea typeface="Inter" pitchFamily="34" charset="-122"/>
                  <a:cs typeface="STC Forward" panose="00000500000000000000" pitchFamily="2" charset="-78"/>
                </a:rPr>
                <a:t>Telco Cloud Infrastructure expansions 2025 - Captive RFP</a:t>
              </a:r>
              <a:endParaRPr lang="en-US" sz="836" kern="0" dirty="0">
                <a:solidFill>
                  <a:prstClr val="black"/>
                </a:solidFill>
                <a:latin typeface="STC Forward" panose="00000500000000000000" pitchFamily="2" charset="-78"/>
                <a:cs typeface="STC Forward" panose="00000500000000000000" pitchFamily="2" charset="-78"/>
              </a:endParaRPr>
            </a:p>
          </p:txBody>
        </p:sp>
        <p:sp>
          <p:nvSpPr>
            <p:cNvPr id="28863" name="Text 27">
              <a:extLst>
                <a:ext uri="{FF2B5EF4-FFF2-40B4-BE49-F238E27FC236}">
                  <a16:creationId xmlns:a16="http://schemas.microsoft.com/office/drawing/2014/main" id="{BE02CA87-B6DF-07BA-1627-D95486927546}"/>
                </a:ext>
              </a:extLst>
            </p:cNvPr>
            <p:cNvSpPr txBox="1"/>
            <p:nvPr/>
          </p:nvSpPr>
          <p:spPr>
            <a:xfrm>
              <a:off x="4444365" y="12214438"/>
              <a:ext cx="731519" cy="173103"/>
            </a:xfrm>
            <a:prstGeom prst="rect">
              <a:avLst/>
            </a:prstGeom>
            <a:noFill/>
            <a:ln/>
          </p:spPr>
          <p:txBody>
            <a:bodyPr wrap="square" lIns="0" tIns="0" rIns="0" bIns="0" rtlCol="0" anchor="ctr"/>
            <a:lstStyle/>
            <a:p>
              <a:pPr algn="ctr" defTabSz="849112">
                <a:defRPr/>
              </a:pPr>
              <a:r>
                <a:rPr lang="en-US" sz="836" kern="0" dirty="0">
                  <a:solidFill>
                    <a:srgbClr val="374151"/>
                  </a:solidFill>
                  <a:latin typeface="STC Forward" panose="00000500000000000000" pitchFamily="2" charset="-78"/>
                  <a:ea typeface="Inter" pitchFamily="34" charset="-122"/>
                  <a:cs typeface="STC Forward" panose="00000500000000000000" pitchFamily="2" charset="-78"/>
                </a:rPr>
                <a:t>AA - HPG</a:t>
              </a:r>
              <a:endParaRPr lang="en-US" sz="836" kern="0" dirty="0">
                <a:solidFill>
                  <a:prstClr val="black"/>
                </a:solidFill>
                <a:latin typeface="STC Forward" panose="00000500000000000000" pitchFamily="2" charset="-78"/>
                <a:cs typeface="STC Forward" panose="00000500000000000000" pitchFamily="2" charset="-78"/>
              </a:endParaRPr>
            </a:p>
          </p:txBody>
        </p:sp>
        <p:sp>
          <p:nvSpPr>
            <p:cNvPr id="28864" name="Text 28">
              <a:extLst>
                <a:ext uri="{FF2B5EF4-FFF2-40B4-BE49-F238E27FC236}">
                  <a16:creationId xmlns:a16="http://schemas.microsoft.com/office/drawing/2014/main" id="{BFD820C8-1FFE-80A3-72BD-FCC3321FEEC0}"/>
                </a:ext>
              </a:extLst>
            </p:cNvPr>
            <p:cNvSpPr txBox="1"/>
            <p:nvPr/>
          </p:nvSpPr>
          <p:spPr>
            <a:xfrm>
              <a:off x="6412076" y="12205434"/>
              <a:ext cx="768096" cy="191110"/>
            </a:xfrm>
            <a:prstGeom prst="rect">
              <a:avLst/>
            </a:prstGeom>
            <a:noFill/>
            <a:ln/>
          </p:spPr>
          <p:txBody>
            <a:bodyPr wrap="square" lIns="0" tIns="0" rIns="0" bIns="0" rtlCol="0" anchor="ctr"/>
            <a:lstStyle/>
            <a:p>
              <a:pPr algn="ctr" defTabSz="849112">
                <a:defRPr/>
              </a:pPr>
              <a:r>
                <a:rPr lang="en-US" sz="743" kern="0" dirty="0">
                  <a:solidFill>
                    <a:srgbClr val="6B7280"/>
                  </a:solidFill>
                  <a:latin typeface="STC Forward" panose="00000500000000000000" pitchFamily="2" charset="-78"/>
                  <a:ea typeface="Inter" pitchFamily="34" charset="-122"/>
                  <a:cs typeface="STC Forward" panose="00000500000000000000" pitchFamily="2" charset="-78"/>
                </a:rPr>
                <a:t>Supplier</a:t>
              </a:r>
              <a:endParaRPr lang="en-US" sz="743" kern="0" dirty="0">
                <a:solidFill>
                  <a:prstClr val="black"/>
                </a:solidFill>
                <a:latin typeface="STC Forward" panose="00000500000000000000" pitchFamily="2" charset="-78"/>
                <a:cs typeface="STC Forward" panose="00000500000000000000" pitchFamily="2" charset="-78"/>
              </a:endParaRPr>
            </a:p>
          </p:txBody>
        </p:sp>
        <p:grpSp>
          <p:nvGrpSpPr>
            <p:cNvPr id="28865" name="Group 28864">
              <a:extLst>
                <a:ext uri="{FF2B5EF4-FFF2-40B4-BE49-F238E27FC236}">
                  <a16:creationId xmlns:a16="http://schemas.microsoft.com/office/drawing/2014/main" id="{79A89ED9-38C2-AAC9-8ACD-876194C2449F}"/>
                </a:ext>
              </a:extLst>
            </p:cNvPr>
            <p:cNvGrpSpPr/>
            <p:nvPr/>
          </p:nvGrpSpPr>
          <p:grpSpPr>
            <a:xfrm>
              <a:off x="7521777" y="12215036"/>
              <a:ext cx="485546" cy="171907"/>
              <a:chOff x="7226502" y="12215036"/>
              <a:chExt cx="485546" cy="171907"/>
            </a:xfrm>
          </p:grpSpPr>
          <p:sp>
            <p:nvSpPr>
              <p:cNvPr id="28873" name="Shape 29">
                <a:extLst>
                  <a:ext uri="{FF2B5EF4-FFF2-40B4-BE49-F238E27FC236}">
                    <a16:creationId xmlns:a16="http://schemas.microsoft.com/office/drawing/2014/main" id="{389DF281-168D-D735-813A-B9B0A091FD13}"/>
                  </a:ext>
                </a:extLst>
              </p:cNvPr>
              <p:cNvSpPr/>
              <p:nvPr/>
            </p:nvSpPr>
            <p:spPr>
              <a:xfrm>
                <a:off x="7226502" y="12215036"/>
                <a:ext cx="485546" cy="171907"/>
              </a:xfrm>
              <a:prstGeom prst="roundRect">
                <a:avLst>
                  <a:gd name="adj" fmla="val 118203"/>
                </a:avLst>
              </a:prstGeom>
              <a:solidFill>
                <a:srgbClr val="F3F3F3"/>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874" name="Text 30">
                <a:extLst>
                  <a:ext uri="{FF2B5EF4-FFF2-40B4-BE49-F238E27FC236}">
                    <a16:creationId xmlns:a16="http://schemas.microsoft.com/office/drawing/2014/main" id="{A1FB31F9-11F1-C8BE-35B5-90BAF6F6FF93}"/>
                  </a:ext>
                </a:extLst>
              </p:cNvPr>
              <p:cNvSpPr txBox="1"/>
              <p:nvPr/>
            </p:nvSpPr>
            <p:spPr>
              <a:xfrm>
                <a:off x="7245247" y="12234238"/>
                <a:ext cx="448056" cy="133502"/>
              </a:xfrm>
              <a:prstGeom prst="rect">
                <a:avLst/>
              </a:prstGeom>
              <a:noFill/>
              <a:ln/>
            </p:spPr>
            <p:txBody>
              <a:bodyPr wrap="square" lIns="0" tIns="0" rIns="0" bIns="0" rtlCol="0" anchor="ctr"/>
              <a:lstStyle/>
              <a:p>
                <a:pPr algn="ctr" defTabSz="849112">
                  <a:defRPr/>
                </a:pPr>
                <a:r>
                  <a:rPr lang="en-US" sz="650" b="1" kern="0" dirty="0">
                    <a:solidFill>
                      <a:srgbClr val="4F008C"/>
                    </a:solidFill>
                    <a:latin typeface="STC Forward" panose="00000500000000000000" pitchFamily="2" charset="-78"/>
                    <a:ea typeface="Inter" pitchFamily="34" charset="-122"/>
                    <a:cs typeface="STC Forward" panose="00000500000000000000" pitchFamily="2" charset="-78"/>
                  </a:rPr>
                  <a:t>CAPEX</a:t>
                </a:r>
                <a:endParaRPr lang="en-US" sz="650" kern="0" dirty="0">
                  <a:solidFill>
                    <a:srgbClr val="4F008C"/>
                  </a:solidFill>
                  <a:latin typeface="STC Forward" panose="00000500000000000000" pitchFamily="2" charset="-78"/>
                  <a:cs typeface="STC Forward" panose="00000500000000000000" pitchFamily="2" charset="-78"/>
                </a:endParaRPr>
              </a:p>
            </p:txBody>
          </p:sp>
        </p:grpSp>
        <p:grpSp>
          <p:nvGrpSpPr>
            <p:cNvPr id="28866" name="Group 28865">
              <a:extLst>
                <a:ext uri="{FF2B5EF4-FFF2-40B4-BE49-F238E27FC236}">
                  <a16:creationId xmlns:a16="http://schemas.microsoft.com/office/drawing/2014/main" id="{6ABEFB35-0DCF-490E-8467-EDFD0D68F009}"/>
                </a:ext>
              </a:extLst>
            </p:cNvPr>
            <p:cNvGrpSpPr/>
            <p:nvPr/>
          </p:nvGrpSpPr>
          <p:grpSpPr>
            <a:xfrm>
              <a:off x="5513221" y="12196290"/>
              <a:ext cx="685800" cy="209398"/>
              <a:chOff x="8408821" y="12196290"/>
              <a:chExt cx="685800" cy="209398"/>
            </a:xfrm>
          </p:grpSpPr>
          <p:sp>
            <p:nvSpPr>
              <p:cNvPr id="28871" name="Shape 31">
                <a:extLst>
                  <a:ext uri="{FF2B5EF4-FFF2-40B4-BE49-F238E27FC236}">
                    <a16:creationId xmlns:a16="http://schemas.microsoft.com/office/drawing/2014/main" id="{FBB68123-1B22-59BE-29AD-649BB0A2D890}"/>
                  </a:ext>
                </a:extLst>
              </p:cNvPr>
              <p:cNvSpPr/>
              <p:nvPr/>
            </p:nvSpPr>
            <p:spPr>
              <a:xfrm>
                <a:off x="8408821" y="12196290"/>
                <a:ext cx="685800" cy="209398"/>
              </a:xfrm>
              <a:prstGeom prst="roundRect">
                <a:avLst>
                  <a:gd name="adj" fmla="val 79396"/>
                </a:avLst>
              </a:prstGeom>
              <a:solidFill>
                <a:srgbClr val="FEE2E2"/>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872" name="Text 32">
                <a:extLst>
                  <a:ext uri="{FF2B5EF4-FFF2-40B4-BE49-F238E27FC236}">
                    <a16:creationId xmlns:a16="http://schemas.microsoft.com/office/drawing/2014/main" id="{447511EF-8D0F-FD41-223B-2EB2580CDB26}"/>
                  </a:ext>
                </a:extLst>
              </p:cNvPr>
              <p:cNvSpPr txBox="1"/>
              <p:nvPr/>
            </p:nvSpPr>
            <p:spPr>
              <a:xfrm>
                <a:off x="8446769" y="12215036"/>
                <a:ext cx="609905" cy="171907"/>
              </a:xfrm>
              <a:prstGeom prst="rect">
                <a:avLst/>
              </a:prstGeom>
              <a:noFill/>
              <a:ln/>
            </p:spPr>
            <p:txBody>
              <a:bodyPr wrap="square" lIns="0" tIns="0" rIns="0" bIns="0" rtlCol="0" anchor="ctr"/>
              <a:lstStyle/>
              <a:p>
                <a:pPr algn="ctr" defTabSz="849112">
                  <a:defRPr/>
                </a:pPr>
                <a:r>
                  <a:rPr lang="en-US" sz="650" b="1" kern="0" dirty="0">
                    <a:solidFill>
                      <a:srgbClr val="F5375E"/>
                    </a:solidFill>
                    <a:latin typeface="STC Forward" panose="00000500000000000000" pitchFamily="2" charset="-78"/>
                    <a:ea typeface="Inter" pitchFamily="34" charset="-122"/>
                    <a:cs typeface="STC Forward" panose="00000500000000000000" pitchFamily="2" charset="-78"/>
                  </a:rPr>
                  <a:t>DELAYED</a:t>
                </a:r>
                <a:endParaRPr lang="en-US" sz="650" kern="0" dirty="0">
                  <a:solidFill>
                    <a:srgbClr val="F5375E"/>
                  </a:solidFill>
                  <a:latin typeface="STC Forward" panose="00000500000000000000" pitchFamily="2" charset="-78"/>
                  <a:cs typeface="STC Forward" panose="00000500000000000000" pitchFamily="2" charset="-78"/>
                </a:endParaRPr>
              </a:p>
            </p:txBody>
          </p:sp>
        </p:grpSp>
        <p:grpSp>
          <p:nvGrpSpPr>
            <p:cNvPr id="28867" name="Group 28866">
              <a:extLst>
                <a:ext uri="{FF2B5EF4-FFF2-40B4-BE49-F238E27FC236}">
                  <a16:creationId xmlns:a16="http://schemas.microsoft.com/office/drawing/2014/main" id="{1086B90A-9CD7-4476-D004-6DD3EE563DCE}"/>
                </a:ext>
              </a:extLst>
            </p:cNvPr>
            <p:cNvGrpSpPr/>
            <p:nvPr/>
          </p:nvGrpSpPr>
          <p:grpSpPr>
            <a:xfrm>
              <a:off x="10340228" y="12162915"/>
              <a:ext cx="1145090" cy="276149"/>
              <a:chOff x="10149728" y="12162915"/>
              <a:chExt cx="1145090" cy="276149"/>
            </a:xfrm>
          </p:grpSpPr>
          <p:sp>
            <p:nvSpPr>
              <p:cNvPr id="28869" name="Shape 33">
                <a:extLst>
                  <a:ext uri="{FF2B5EF4-FFF2-40B4-BE49-F238E27FC236}">
                    <a16:creationId xmlns:a16="http://schemas.microsoft.com/office/drawing/2014/main" id="{4339576E-9CD5-4109-9D59-F4FF585BC78B}"/>
                  </a:ext>
                </a:extLst>
              </p:cNvPr>
              <p:cNvSpPr/>
              <p:nvPr/>
            </p:nvSpPr>
            <p:spPr>
              <a:xfrm>
                <a:off x="10149728" y="12162915"/>
                <a:ext cx="1145090" cy="276149"/>
              </a:xfrm>
              <a:prstGeom prst="roundRect">
                <a:avLst>
                  <a:gd name="adj" fmla="val 228362"/>
                </a:avLst>
              </a:prstGeom>
              <a:solidFill>
                <a:srgbClr val="F3F3F3"/>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870" name="Text 34">
                <a:extLst>
                  <a:ext uri="{FF2B5EF4-FFF2-40B4-BE49-F238E27FC236}">
                    <a16:creationId xmlns:a16="http://schemas.microsoft.com/office/drawing/2014/main" id="{E34E2C0A-EFAD-7F2C-8D75-EED98BAC35EF}"/>
                  </a:ext>
                </a:extLst>
              </p:cNvPr>
              <p:cNvSpPr txBox="1"/>
              <p:nvPr/>
            </p:nvSpPr>
            <p:spPr>
              <a:xfrm>
                <a:off x="10312622" y="12200862"/>
                <a:ext cx="819302" cy="200254"/>
              </a:xfrm>
              <a:prstGeom prst="rect">
                <a:avLst/>
              </a:prstGeom>
              <a:noFill/>
              <a:ln/>
            </p:spPr>
            <p:txBody>
              <a:bodyPr wrap="square" lIns="0" tIns="0" rIns="0" bIns="0" rtlCol="0" anchor="ctr"/>
              <a:lstStyle/>
              <a:p>
                <a:pPr algn="ctr" defTabSz="849112">
                  <a:defRPr/>
                </a:pPr>
                <a:r>
                  <a:rPr lang="en-US" sz="836" b="1" kern="0" dirty="0">
                    <a:solidFill>
                      <a:prstClr val="black"/>
                    </a:solidFill>
                    <a:latin typeface="STC Forward" panose="00000500000000000000" pitchFamily="2" charset="-78"/>
                    <a:ea typeface="Inter" pitchFamily="34" charset="-122"/>
                    <a:cs typeface="STC Forward" panose="00000500000000000000" pitchFamily="2" charset="-78"/>
                  </a:rPr>
                  <a:t>6,300,000 </a:t>
                </a:r>
                <a:endParaRPr lang="en-US" sz="836" kern="0" dirty="0">
                  <a:solidFill>
                    <a:prstClr val="black"/>
                  </a:solidFill>
                  <a:latin typeface="STC Forward" panose="00000500000000000000" pitchFamily="2" charset="-78"/>
                  <a:cs typeface="STC Forward" panose="00000500000000000000" pitchFamily="2" charset="-78"/>
                </a:endParaRPr>
              </a:p>
            </p:txBody>
          </p:sp>
        </p:grpSp>
        <p:sp>
          <p:nvSpPr>
            <p:cNvPr id="28868" name="Text 28">
              <a:extLst>
                <a:ext uri="{FF2B5EF4-FFF2-40B4-BE49-F238E27FC236}">
                  <a16:creationId xmlns:a16="http://schemas.microsoft.com/office/drawing/2014/main" id="{18F6DE94-30DA-071A-D026-B0226BD0395B}"/>
                </a:ext>
              </a:extLst>
            </p:cNvPr>
            <p:cNvSpPr txBox="1"/>
            <p:nvPr/>
          </p:nvSpPr>
          <p:spPr>
            <a:xfrm>
              <a:off x="8244914" y="12185436"/>
              <a:ext cx="1842061" cy="231107"/>
            </a:xfrm>
            <a:prstGeom prst="rect">
              <a:avLst/>
            </a:prstGeom>
            <a:noFill/>
            <a:ln/>
          </p:spPr>
          <p:txBody>
            <a:bodyPr wrap="square" lIns="0" tIns="0" rIns="0" bIns="0" rtlCol="0" anchor="ctr"/>
            <a:lstStyle/>
            <a:p>
              <a:pPr algn="ctr" defTabSz="849112">
                <a:defRPr/>
              </a:pPr>
              <a:r>
                <a:rPr lang="en-US" sz="743" kern="0" dirty="0">
                  <a:solidFill>
                    <a:srgbClr val="6B7280"/>
                  </a:solidFill>
                  <a:latin typeface="STC Forward" panose="00000500000000000000" pitchFamily="2" charset="-78"/>
                  <a:ea typeface="Inter" pitchFamily="34" charset="-122"/>
                  <a:cs typeface="STC Forward" panose="00000500000000000000" pitchFamily="2" charset="-78"/>
                </a:rPr>
                <a:t>Infrastructure Excellence</a:t>
              </a:r>
              <a:endParaRPr lang="en-US" sz="743" kern="0" dirty="0">
                <a:solidFill>
                  <a:prstClr val="black"/>
                </a:solidFill>
                <a:latin typeface="STC Forward" panose="00000500000000000000" pitchFamily="2" charset="-78"/>
                <a:cs typeface="STC Forward" panose="00000500000000000000" pitchFamily="2" charset="-78"/>
              </a:endParaRPr>
            </a:p>
          </p:txBody>
        </p:sp>
      </p:grpSp>
      <p:grpSp>
        <p:nvGrpSpPr>
          <p:cNvPr id="28875" name="Group 28874">
            <a:extLst>
              <a:ext uri="{FF2B5EF4-FFF2-40B4-BE49-F238E27FC236}">
                <a16:creationId xmlns:a16="http://schemas.microsoft.com/office/drawing/2014/main" id="{5CB1AC72-64AC-53B6-A96A-8584B0C7EF69}"/>
              </a:ext>
            </a:extLst>
          </p:cNvPr>
          <p:cNvGrpSpPr/>
          <p:nvPr/>
        </p:nvGrpSpPr>
        <p:grpSpPr>
          <a:xfrm>
            <a:off x="708194" y="22373988"/>
            <a:ext cx="10471435" cy="402704"/>
            <a:chOff x="305470" y="15706579"/>
            <a:chExt cx="11276930" cy="433681"/>
          </a:xfrm>
        </p:grpSpPr>
        <p:sp>
          <p:nvSpPr>
            <p:cNvPr id="28876" name="Shape 35">
              <a:extLst>
                <a:ext uri="{FF2B5EF4-FFF2-40B4-BE49-F238E27FC236}">
                  <a16:creationId xmlns:a16="http://schemas.microsoft.com/office/drawing/2014/main" id="{91C02FB8-94C3-D144-2F35-34FEE2D899B6}"/>
                </a:ext>
              </a:extLst>
            </p:cNvPr>
            <p:cNvSpPr/>
            <p:nvPr/>
          </p:nvSpPr>
          <p:spPr>
            <a:xfrm>
              <a:off x="305470" y="15706579"/>
              <a:ext cx="11276930" cy="433681"/>
            </a:xfrm>
            <a:prstGeom prst="rect">
              <a:avLst/>
            </a:prstGeom>
            <a:solidFill>
              <a:srgbClr val="F9FAFB"/>
            </a:solidFill>
            <a:ln/>
          </p:spPr>
          <p:txBody>
            <a:bodyPr/>
            <a:lstStyle/>
            <a:p>
              <a:pPr defTabSz="424556"/>
              <a:endParaRPr lang="en-US" sz="1671" dirty="0">
                <a:solidFill>
                  <a:prstClr val="black"/>
                </a:solidFill>
                <a:latin typeface="Calibri" panose="020F0502020204030204"/>
              </a:endParaRPr>
            </a:p>
          </p:txBody>
        </p:sp>
        <p:grpSp>
          <p:nvGrpSpPr>
            <p:cNvPr id="28877" name="Group 28876">
              <a:extLst>
                <a:ext uri="{FF2B5EF4-FFF2-40B4-BE49-F238E27FC236}">
                  <a16:creationId xmlns:a16="http://schemas.microsoft.com/office/drawing/2014/main" id="{A4112F70-26B3-A3B2-D6D5-D3C7EFA014A3}"/>
                </a:ext>
              </a:extLst>
            </p:cNvPr>
            <p:cNvGrpSpPr/>
            <p:nvPr/>
          </p:nvGrpSpPr>
          <p:grpSpPr>
            <a:xfrm>
              <a:off x="510792" y="15801932"/>
              <a:ext cx="10973712" cy="276149"/>
              <a:chOff x="511606" y="12162915"/>
              <a:chExt cx="10973712" cy="276149"/>
            </a:xfrm>
          </p:grpSpPr>
          <p:sp>
            <p:nvSpPr>
              <p:cNvPr id="28878" name="Text 26">
                <a:extLst>
                  <a:ext uri="{FF2B5EF4-FFF2-40B4-BE49-F238E27FC236}">
                    <a16:creationId xmlns:a16="http://schemas.microsoft.com/office/drawing/2014/main" id="{25BDF357-3C2C-6245-604B-2CE83A79D7AB}"/>
                  </a:ext>
                </a:extLst>
              </p:cNvPr>
              <p:cNvSpPr txBox="1"/>
              <p:nvPr/>
            </p:nvSpPr>
            <p:spPr>
              <a:xfrm>
                <a:off x="511606" y="12200862"/>
                <a:ext cx="2956308" cy="200254"/>
              </a:xfrm>
              <a:prstGeom prst="rect">
                <a:avLst/>
              </a:prstGeom>
              <a:noFill/>
              <a:ln/>
            </p:spPr>
            <p:txBody>
              <a:bodyPr wrap="square" lIns="0" tIns="0" rIns="0" bIns="0" rtlCol="0" anchor="ctr"/>
              <a:lstStyle/>
              <a:p>
                <a:pPr defTabSz="849112">
                  <a:defRPr/>
                </a:pPr>
                <a:r>
                  <a:rPr lang="en-US" sz="836" b="1" kern="0" dirty="0">
                    <a:solidFill>
                      <a:srgbClr val="111827"/>
                    </a:solidFill>
                    <a:latin typeface="STC Forward" panose="00000500000000000000" pitchFamily="2" charset="-78"/>
                    <a:ea typeface="Inter" pitchFamily="34" charset="-122"/>
                    <a:cs typeface="STC Forward" panose="00000500000000000000" pitchFamily="2" charset="-78"/>
                  </a:rPr>
                  <a:t>BFM – EBU Demands 2025 – Q4 - IT platform - TCS</a:t>
                </a:r>
                <a:endParaRPr lang="en-US" sz="836" kern="0" dirty="0">
                  <a:solidFill>
                    <a:prstClr val="black"/>
                  </a:solidFill>
                  <a:latin typeface="STC Forward" panose="00000500000000000000" pitchFamily="2" charset="-78"/>
                  <a:cs typeface="STC Forward" panose="00000500000000000000" pitchFamily="2" charset="-78"/>
                </a:endParaRPr>
              </a:p>
            </p:txBody>
          </p:sp>
          <p:sp>
            <p:nvSpPr>
              <p:cNvPr id="28879" name="Text 27">
                <a:extLst>
                  <a:ext uri="{FF2B5EF4-FFF2-40B4-BE49-F238E27FC236}">
                    <a16:creationId xmlns:a16="http://schemas.microsoft.com/office/drawing/2014/main" id="{3105BA99-2A33-9A81-C9C6-245BA48E3C83}"/>
                  </a:ext>
                </a:extLst>
              </p:cNvPr>
              <p:cNvSpPr txBox="1"/>
              <p:nvPr/>
            </p:nvSpPr>
            <p:spPr>
              <a:xfrm>
                <a:off x="4362431" y="12224637"/>
                <a:ext cx="996334" cy="192821"/>
              </a:xfrm>
              <a:prstGeom prst="rect">
                <a:avLst/>
              </a:prstGeom>
              <a:noFill/>
              <a:ln/>
            </p:spPr>
            <p:txBody>
              <a:bodyPr wrap="square" lIns="0" tIns="0" rIns="0" bIns="0" rtlCol="0" anchor="ctr"/>
              <a:lstStyle/>
              <a:p>
                <a:pPr algn="ctr" defTabSz="849112">
                  <a:defRPr/>
                </a:pPr>
                <a:r>
                  <a:rPr lang="en-US" sz="836" kern="0" dirty="0">
                    <a:solidFill>
                      <a:srgbClr val="374151"/>
                    </a:solidFill>
                    <a:latin typeface="STC Forward" panose="00000500000000000000" pitchFamily="2" charset="-78"/>
                    <a:ea typeface="Inter" pitchFamily="34" charset="-122"/>
                    <a:cs typeface="STC Forward" panose="00000500000000000000" pitchFamily="2" charset="-78"/>
                  </a:rPr>
                  <a:t>HPG - IA - AA - DA</a:t>
                </a:r>
                <a:endParaRPr lang="en-US" sz="836" kern="0" dirty="0">
                  <a:solidFill>
                    <a:prstClr val="black"/>
                  </a:solidFill>
                  <a:latin typeface="STC Forward" panose="00000500000000000000" pitchFamily="2" charset="-78"/>
                  <a:cs typeface="STC Forward" panose="00000500000000000000" pitchFamily="2" charset="-78"/>
                </a:endParaRPr>
              </a:p>
            </p:txBody>
          </p:sp>
          <p:sp>
            <p:nvSpPr>
              <p:cNvPr id="28880" name="Text 28">
                <a:extLst>
                  <a:ext uri="{FF2B5EF4-FFF2-40B4-BE49-F238E27FC236}">
                    <a16:creationId xmlns:a16="http://schemas.microsoft.com/office/drawing/2014/main" id="{F3C61637-69F5-751B-3B7E-E65670B007C0}"/>
                  </a:ext>
                </a:extLst>
              </p:cNvPr>
              <p:cNvSpPr txBox="1"/>
              <p:nvPr/>
            </p:nvSpPr>
            <p:spPr>
              <a:xfrm>
                <a:off x="6412076" y="12205434"/>
                <a:ext cx="768096" cy="191110"/>
              </a:xfrm>
              <a:prstGeom prst="rect">
                <a:avLst/>
              </a:prstGeom>
              <a:noFill/>
              <a:ln/>
            </p:spPr>
            <p:txBody>
              <a:bodyPr wrap="square" lIns="0" tIns="0" rIns="0" bIns="0" rtlCol="0" anchor="ctr"/>
              <a:lstStyle/>
              <a:p>
                <a:pPr algn="ctr" defTabSz="849112">
                  <a:defRPr/>
                </a:pPr>
                <a:r>
                  <a:rPr lang="en-US" sz="743" kern="0" dirty="0">
                    <a:solidFill>
                      <a:srgbClr val="6B7280"/>
                    </a:solidFill>
                    <a:latin typeface="STC Forward" panose="00000500000000000000" pitchFamily="2" charset="-78"/>
                    <a:ea typeface="Inter" pitchFamily="34" charset="-122"/>
                    <a:cs typeface="STC Forward" panose="00000500000000000000" pitchFamily="2" charset="-78"/>
                  </a:rPr>
                  <a:t>TA-Domain</a:t>
                </a:r>
              </a:p>
            </p:txBody>
          </p:sp>
          <p:grpSp>
            <p:nvGrpSpPr>
              <p:cNvPr id="28881" name="Group 28880">
                <a:extLst>
                  <a:ext uri="{FF2B5EF4-FFF2-40B4-BE49-F238E27FC236}">
                    <a16:creationId xmlns:a16="http://schemas.microsoft.com/office/drawing/2014/main" id="{3B5D88E1-620D-63D9-1D1D-F884AA5D808C}"/>
                  </a:ext>
                </a:extLst>
              </p:cNvPr>
              <p:cNvGrpSpPr/>
              <p:nvPr/>
            </p:nvGrpSpPr>
            <p:grpSpPr>
              <a:xfrm>
                <a:off x="7521777" y="12215036"/>
                <a:ext cx="485546" cy="171907"/>
                <a:chOff x="7226502" y="12215036"/>
                <a:chExt cx="485546" cy="171907"/>
              </a:xfrm>
            </p:grpSpPr>
            <p:sp>
              <p:nvSpPr>
                <p:cNvPr id="28889" name="Shape 29">
                  <a:extLst>
                    <a:ext uri="{FF2B5EF4-FFF2-40B4-BE49-F238E27FC236}">
                      <a16:creationId xmlns:a16="http://schemas.microsoft.com/office/drawing/2014/main" id="{BE304C84-028A-CED4-CC94-B0EEFBF77305}"/>
                    </a:ext>
                  </a:extLst>
                </p:cNvPr>
                <p:cNvSpPr/>
                <p:nvPr/>
              </p:nvSpPr>
              <p:spPr>
                <a:xfrm>
                  <a:off x="7226502" y="12215036"/>
                  <a:ext cx="485546" cy="171907"/>
                </a:xfrm>
                <a:prstGeom prst="roundRect">
                  <a:avLst>
                    <a:gd name="adj" fmla="val 118203"/>
                  </a:avLst>
                </a:prstGeom>
                <a:solidFill>
                  <a:srgbClr val="F3F3F3"/>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890" name="Text 30">
                  <a:extLst>
                    <a:ext uri="{FF2B5EF4-FFF2-40B4-BE49-F238E27FC236}">
                      <a16:creationId xmlns:a16="http://schemas.microsoft.com/office/drawing/2014/main" id="{C076985F-2D0C-1881-F5ED-8DF04E86DFAF}"/>
                    </a:ext>
                  </a:extLst>
                </p:cNvPr>
                <p:cNvSpPr txBox="1"/>
                <p:nvPr/>
              </p:nvSpPr>
              <p:spPr>
                <a:xfrm>
                  <a:off x="7245247" y="12234238"/>
                  <a:ext cx="448056" cy="133502"/>
                </a:xfrm>
                <a:prstGeom prst="rect">
                  <a:avLst/>
                </a:prstGeom>
                <a:noFill/>
                <a:ln/>
              </p:spPr>
              <p:txBody>
                <a:bodyPr wrap="square" lIns="0" tIns="0" rIns="0" bIns="0" rtlCol="0" anchor="ctr"/>
                <a:lstStyle/>
                <a:p>
                  <a:pPr algn="ctr" defTabSz="849112">
                    <a:defRPr/>
                  </a:pPr>
                  <a:r>
                    <a:rPr lang="en-US" sz="650" b="1" kern="0" dirty="0">
                      <a:solidFill>
                        <a:srgbClr val="4F008C"/>
                      </a:solidFill>
                      <a:latin typeface="STC Forward" panose="00000500000000000000" pitchFamily="2" charset="-78"/>
                      <a:ea typeface="Inter" pitchFamily="34" charset="-122"/>
                      <a:cs typeface="STC Forward" panose="00000500000000000000" pitchFamily="2" charset="-78"/>
                    </a:rPr>
                    <a:t>CAPEX</a:t>
                  </a:r>
                  <a:endParaRPr lang="en-US" sz="650" kern="0" dirty="0">
                    <a:solidFill>
                      <a:srgbClr val="4F008C"/>
                    </a:solidFill>
                    <a:latin typeface="STC Forward" panose="00000500000000000000" pitchFamily="2" charset="-78"/>
                    <a:cs typeface="STC Forward" panose="00000500000000000000" pitchFamily="2" charset="-78"/>
                  </a:endParaRPr>
                </a:p>
              </p:txBody>
            </p:sp>
          </p:grpSp>
          <p:grpSp>
            <p:nvGrpSpPr>
              <p:cNvPr id="28882" name="Group 28881">
                <a:extLst>
                  <a:ext uri="{FF2B5EF4-FFF2-40B4-BE49-F238E27FC236}">
                    <a16:creationId xmlns:a16="http://schemas.microsoft.com/office/drawing/2014/main" id="{90F52AED-2E1F-D523-86FA-61D81A11D940}"/>
                  </a:ext>
                </a:extLst>
              </p:cNvPr>
              <p:cNvGrpSpPr/>
              <p:nvPr/>
            </p:nvGrpSpPr>
            <p:grpSpPr>
              <a:xfrm>
                <a:off x="5513221" y="12196290"/>
                <a:ext cx="685800" cy="209398"/>
                <a:chOff x="8408821" y="12196290"/>
                <a:chExt cx="685800" cy="209398"/>
              </a:xfrm>
            </p:grpSpPr>
            <p:sp>
              <p:nvSpPr>
                <p:cNvPr id="28887" name="Shape 31">
                  <a:extLst>
                    <a:ext uri="{FF2B5EF4-FFF2-40B4-BE49-F238E27FC236}">
                      <a16:creationId xmlns:a16="http://schemas.microsoft.com/office/drawing/2014/main" id="{31E53EB7-5188-E12F-BE47-23F14EB27C7E}"/>
                    </a:ext>
                  </a:extLst>
                </p:cNvPr>
                <p:cNvSpPr/>
                <p:nvPr/>
              </p:nvSpPr>
              <p:spPr>
                <a:xfrm>
                  <a:off x="8408821" y="12196290"/>
                  <a:ext cx="685800" cy="209398"/>
                </a:xfrm>
                <a:prstGeom prst="roundRect">
                  <a:avLst>
                    <a:gd name="adj" fmla="val 79396"/>
                  </a:avLst>
                </a:prstGeom>
                <a:solidFill>
                  <a:srgbClr val="FEE2E2"/>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888" name="Text 32">
                  <a:extLst>
                    <a:ext uri="{FF2B5EF4-FFF2-40B4-BE49-F238E27FC236}">
                      <a16:creationId xmlns:a16="http://schemas.microsoft.com/office/drawing/2014/main" id="{07800407-7E46-597B-2BB0-CEF78C9CB9BE}"/>
                    </a:ext>
                  </a:extLst>
                </p:cNvPr>
                <p:cNvSpPr txBox="1"/>
                <p:nvPr/>
              </p:nvSpPr>
              <p:spPr>
                <a:xfrm>
                  <a:off x="8446769" y="12215036"/>
                  <a:ext cx="609905" cy="171907"/>
                </a:xfrm>
                <a:prstGeom prst="rect">
                  <a:avLst/>
                </a:prstGeom>
                <a:noFill/>
                <a:ln/>
              </p:spPr>
              <p:txBody>
                <a:bodyPr wrap="square" lIns="0" tIns="0" rIns="0" bIns="0" rtlCol="0" anchor="ctr"/>
                <a:lstStyle/>
                <a:p>
                  <a:pPr algn="ctr" defTabSz="849112">
                    <a:defRPr/>
                  </a:pPr>
                  <a:r>
                    <a:rPr lang="en-US" sz="650" b="1" kern="0" dirty="0">
                      <a:solidFill>
                        <a:srgbClr val="F5375E"/>
                      </a:solidFill>
                      <a:latin typeface="STC Forward" panose="00000500000000000000" pitchFamily="2" charset="-78"/>
                      <a:ea typeface="Inter" pitchFamily="34" charset="-122"/>
                      <a:cs typeface="STC Forward" panose="00000500000000000000" pitchFamily="2" charset="-78"/>
                    </a:rPr>
                    <a:t>DELAYED</a:t>
                  </a:r>
                  <a:endParaRPr lang="en-US" sz="650" kern="0" dirty="0">
                    <a:solidFill>
                      <a:srgbClr val="F5375E"/>
                    </a:solidFill>
                    <a:latin typeface="STC Forward" panose="00000500000000000000" pitchFamily="2" charset="-78"/>
                    <a:cs typeface="STC Forward" panose="00000500000000000000" pitchFamily="2" charset="-78"/>
                  </a:endParaRPr>
                </a:p>
              </p:txBody>
            </p:sp>
          </p:grpSp>
          <p:grpSp>
            <p:nvGrpSpPr>
              <p:cNvPr id="28883" name="Group 28882">
                <a:extLst>
                  <a:ext uri="{FF2B5EF4-FFF2-40B4-BE49-F238E27FC236}">
                    <a16:creationId xmlns:a16="http://schemas.microsoft.com/office/drawing/2014/main" id="{769200E6-C04B-FEAF-8372-0FA7090C7960}"/>
                  </a:ext>
                </a:extLst>
              </p:cNvPr>
              <p:cNvGrpSpPr/>
              <p:nvPr/>
            </p:nvGrpSpPr>
            <p:grpSpPr>
              <a:xfrm>
                <a:off x="10340228" y="12162915"/>
                <a:ext cx="1145090" cy="276149"/>
                <a:chOff x="10149728" y="12162915"/>
                <a:chExt cx="1145090" cy="276149"/>
              </a:xfrm>
            </p:grpSpPr>
            <p:sp>
              <p:nvSpPr>
                <p:cNvPr id="28885" name="Shape 33">
                  <a:extLst>
                    <a:ext uri="{FF2B5EF4-FFF2-40B4-BE49-F238E27FC236}">
                      <a16:creationId xmlns:a16="http://schemas.microsoft.com/office/drawing/2014/main" id="{2DAFC191-E5A8-9C3F-4F95-B6A4772970F7}"/>
                    </a:ext>
                  </a:extLst>
                </p:cNvPr>
                <p:cNvSpPr/>
                <p:nvPr/>
              </p:nvSpPr>
              <p:spPr>
                <a:xfrm>
                  <a:off x="10149728" y="12162915"/>
                  <a:ext cx="1145090" cy="276149"/>
                </a:xfrm>
                <a:prstGeom prst="roundRect">
                  <a:avLst>
                    <a:gd name="adj" fmla="val 228362"/>
                  </a:avLst>
                </a:prstGeom>
                <a:solidFill>
                  <a:srgbClr val="F3F3F3"/>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886" name="Text 34">
                  <a:extLst>
                    <a:ext uri="{FF2B5EF4-FFF2-40B4-BE49-F238E27FC236}">
                      <a16:creationId xmlns:a16="http://schemas.microsoft.com/office/drawing/2014/main" id="{1AB3B81E-B07F-D878-DD8C-B5524AB62763}"/>
                    </a:ext>
                  </a:extLst>
                </p:cNvPr>
                <p:cNvSpPr txBox="1"/>
                <p:nvPr/>
              </p:nvSpPr>
              <p:spPr>
                <a:xfrm>
                  <a:off x="10312622" y="12200862"/>
                  <a:ext cx="819302" cy="200254"/>
                </a:xfrm>
                <a:prstGeom prst="rect">
                  <a:avLst/>
                </a:prstGeom>
                <a:noFill/>
                <a:ln/>
              </p:spPr>
              <p:txBody>
                <a:bodyPr wrap="square" lIns="0" tIns="0" rIns="0" bIns="0" rtlCol="0" anchor="ctr"/>
                <a:lstStyle/>
                <a:p>
                  <a:pPr algn="ctr" defTabSz="849112">
                    <a:defRPr/>
                  </a:pPr>
                  <a:r>
                    <a:rPr lang="en-US" sz="836" b="1" kern="0" dirty="0">
                      <a:solidFill>
                        <a:prstClr val="black"/>
                      </a:solidFill>
                      <a:latin typeface="STC Forward" panose="00000500000000000000" pitchFamily="2" charset="-78"/>
                      <a:ea typeface="Inter" pitchFamily="34" charset="-122"/>
                      <a:cs typeface="STC Forward" panose="00000500000000000000" pitchFamily="2" charset="-78"/>
                    </a:rPr>
                    <a:t>387,813  </a:t>
                  </a:r>
                  <a:endParaRPr lang="en-US" sz="836" kern="0" dirty="0">
                    <a:solidFill>
                      <a:prstClr val="black"/>
                    </a:solidFill>
                    <a:latin typeface="STC Forward" panose="00000500000000000000" pitchFamily="2" charset="-78"/>
                    <a:cs typeface="STC Forward" panose="00000500000000000000" pitchFamily="2" charset="-78"/>
                  </a:endParaRPr>
                </a:p>
              </p:txBody>
            </p:sp>
          </p:grpSp>
          <p:sp>
            <p:nvSpPr>
              <p:cNvPr id="28884" name="Text 28">
                <a:extLst>
                  <a:ext uri="{FF2B5EF4-FFF2-40B4-BE49-F238E27FC236}">
                    <a16:creationId xmlns:a16="http://schemas.microsoft.com/office/drawing/2014/main" id="{3D096811-B6F8-9F06-F2E0-8698A17701E9}"/>
                  </a:ext>
                </a:extLst>
              </p:cNvPr>
              <p:cNvSpPr txBox="1"/>
              <p:nvPr/>
            </p:nvSpPr>
            <p:spPr>
              <a:xfrm>
                <a:off x="8244914" y="12205433"/>
                <a:ext cx="1842061" cy="231107"/>
              </a:xfrm>
              <a:prstGeom prst="rect">
                <a:avLst/>
              </a:prstGeom>
              <a:noFill/>
              <a:ln/>
            </p:spPr>
            <p:txBody>
              <a:bodyPr wrap="square" lIns="0" tIns="0" rIns="0" bIns="0" rtlCol="0" anchor="ctr"/>
              <a:lstStyle/>
              <a:p>
                <a:pPr algn="ctr" defTabSz="849112">
                  <a:defRPr/>
                </a:pPr>
                <a:r>
                  <a:rPr lang="en-US" sz="743" kern="0" dirty="0">
                    <a:solidFill>
                      <a:srgbClr val="6B7280"/>
                    </a:solidFill>
                    <a:latin typeface="STC Forward" panose="00000500000000000000" pitchFamily="2" charset="-78"/>
                    <a:ea typeface="Inter" pitchFamily="34" charset="-122"/>
                    <a:cs typeface="STC Forward" panose="00000500000000000000" pitchFamily="2" charset="-78"/>
                  </a:rPr>
                  <a:t>Billing &amp; Fulfilment Management</a:t>
                </a:r>
              </a:p>
            </p:txBody>
          </p:sp>
        </p:grpSp>
      </p:grpSp>
      <p:pic>
        <p:nvPicPr>
          <p:cNvPr id="28891" name="Image 3" descr="preencoded.png">
            <a:extLst>
              <a:ext uri="{FF2B5EF4-FFF2-40B4-BE49-F238E27FC236}">
                <a16:creationId xmlns:a16="http://schemas.microsoft.com/office/drawing/2014/main" id="{51D82BF5-A493-5E9C-3C67-68073C6B6729}"/>
              </a:ext>
            </a:extLst>
          </p:cNvPr>
          <p:cNvPicPr>
            <a:picLocks noChangeAspect="1"/>
          </p:cNvPicPr>
          <p:nvPr/>
        </p:nvPicPr>
        <p:blipFill>
          <a:blip r:embed="rId7"/>
          <a:srcRect t="-360" b="-360"/>
          <a:stretch/>
        </p:blipFill>
        <p:spPr>
          <a:xfrm>
            <a:off x="504989" y="8127177"/>
            <a:ext cx="354069" cy="35662"/>
          </a:xfrm>
          <a:prstGeom prst="rect">
            <a:avLst/>
          </a:prstGeom>
        </p:spPr>
      </p:pic>
      <p:sp>
        <p:nvSpPr>
          <p:cNvPr id="28892" name="Text 1">
            <a:extLst>
              <a:ext uri="{FF2B5EF4-FFF2-40B4-BE49-F238E27FC236}">
                <a16:creationId xmlns:a16="http://schemas.microsoft.com/office/drawing/2014/main" id="{74E2415B-C748-35D7-9FF8-BDC4648843D1}"/>
              </a:ext>
            </a:extLst>
          </p:cNvPr>
          <p:cNvSpPr txBox="1"/>
          <p:nvPr/>
        </p:nvSpPr>
        <p:spPr>
          <a:xfrm>
            <a:off x="964344" y="8030382"/>
            <a:ext cx="1202594" cy="229252"/>
          </a:xfrm>
          <a:prstGeom prst="rect">
            <a:avLst/>
          </a:prstGeom>
          <a:noFill/>
          <a:ln/>
        </p:spPr>
        <p:txBody>
          <a:bodyPr wrap="square" lIns="0" tIns="0" rIns="0" bIns="0" rtlCol="0" anchor="ctr"/>
          <a:lstStyle/>
          <a:p>
            <a:pPr defTabSz="424556"/>
            <a:r>
              <a:rPr lang="en-US" sz="557" b="1" kern="0" spc="98" dirty="0">
                <a:solidFill>
                  <a:srgbClr val="6B7280"/>
                </a:solidFill>
                <a:latin typeface="STC Forward" panose="00000500000000000000" pitchFamily="2" charset="-78"/>
                <a:ea typeface="Inter" pitchFamily="34" charset="-122"/>
                <a:cs typeface="STC Forward" panose="00000500000000000000" pitchFamily="2" charset="-78"/>
              </a:rPr>
              <a:t>Sector Weekly Report</a:t>
            </a:r>
            <a:endParaRPr lang="en-US" sz="557" dirty="0">
              <a:solidFill>
                <a:prstClr val="black"/>
              </a:solidFill>
              <a:latin typeface="STC Forward" panose="00000500000000000000" pitchFamily="2" charset="-78"/>
              <a:cs typeface="STC Forward" panose="00000500000000000000" pitchFamily="2" charset="-78"/>
            </a:endParaRPr>
          </a:p>
        </p:txBody>
      </p:sp>
      <p:sp>
        <p:nvSpPr>
          <p:cNvPr id="28893" name="Text 2">
            <a:extLst>
              <a:ext uri="{FF2B5EF4-FFF2-40B4-BE49-F238E27FC236}">
                <a16:creationId xmlns:a16="http://schemas.microsoft.com/office/drawing/2014/main" id="{FEF530DC-ADC1-FA59-C7CA-490760A93680}"/>
              </a:ext>
            </a:extLst>
          </p:cNvPr>
          <p:cNvSpPr txBox="1"/>
          <p:nvPr/>
        </p:nvSpPr>
        <p:spPr>
          <a:xfrm>
            <a:off x="504989" y="8189301"/>
            <a:ext cx="1957360" cy="354069"/>
          </a:xfrm>
          <a:prstGeom prst="rect">
            <a:avLst/>
          </a:prstGeom>
          <a:noFill/>
          <a:ln/>
        </p:spPr>
        <p:txBody>
          <a:bodyPr wrap="square" lIns="0" tIns="0" rIns="0" bIns="0" rtlCol="0" anchor="ctr"/>
          <a:lstStyle/>
          <a:p>
            <a:pPr defTabSz="424556"/>
            <a:r>
              <a:rPr lang="en-US" sz="1671" b="1" dirty="0">
                <a:solidFill>
                  <a:srgbClr val="4F008C"/>
                </a:solidFill>
                <a:latin typeface="STC Forward" panose="00000500000000000000" pitchFamily="2" charset="-78"/>
                <a:cs typeface="STC Forward" panose="00000500000000000000" pitchFamily="2" charset="-78"/>
              </a:rPr>
              <a:t>RFx Status</a:t>
            </a:r>
          </a:p>
        </p:txBody>
      </p:sp>
      <p:sp>
        <p:nvSpPr>
          <p:cNvPr id="28894" name="Shape 1">
            <a:extLst>
              <a:ext uri="{FF2B5EF4-FFF2-40B4-BE49-F238E27FC236}">
                <a16:creationId xmlns:a16="http://schemas.microsoft.com/office/drawing/2014/main" id="{B9EEE949-BA70-6DA4-D91D-7B17C6720887}"/>
              </a:ext>
            </a:extLst>
          </p:cNvPr>
          <p:cNvSpPr/>
          <p:nvPr/>
        </p:nvSpPr>
        <p:spPr>
          <a:xfrm>
            <a:off x="2305971" y="8950779"/>
            <a:ext cx="9150790" cy="1505948"/>
          </a:xfrm>
          <a:prstGeom prst="rect">
            <a:avLst/>
          </a:prstGeom>
          <a:solidFill>
            <a:srgbClr val="4F008C"/>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895" name="Shape 1">
            <a:extLst>
              <a:ext uri="{FF2B5EF4-FFF2-40B4-BE49-F238E27FC236}">
                <a16:creationId xmlns:a16="http://schemas.microsoft.com/office/drawing/2014/main" id="{F7804B13-24B0-2A2A-E768-771E4EEECA88}"/>
              </a:ext>
            </a:extLst>
          </p:cNvPr>
          <p:cNvSpPr/>
          <p:nvPr/>
        </p:nvSpPr>
        <p:spPr>
          <a:xfrm>
            <a:off x="424544" y="8950779"/>
            <a:ext cx="1839686" cy="1505948"/>
          </a:xfrm>
          <a:prstGeom prst="rect">
            <a:avLst/>
          </a:prstGeom>
          <a:solidFill>
            <a:srgbClr val="4F008C"/>
          </a:solidFill>
          <a:ln w="12700">
            <a:solidFill>
              <a:schemeClr val="bg1">
                <a:alpha val="0"/>
              </a:schemeClr>
            </a:solidFill>
            <a:prstDash val="solid"/>
          </a:ln>
        </p:spPr>
        <p:txBody>
          <a:bodyPr/>
          <a:lstStyle/>
          <a:p>
            <a:pPr defTabSz="424556"/>
            <a:endParaRPr lang="en-US" sz="1671">
              <a:solidFill>
                <a:prstClr val="black"/>
              </a:solidFill>
              <a:latin typeface="Calibri" panose="020F0502020204030204"/>
            </a:endParaRPr>
          </a:p>
        </p:txBody>
      </p:sp>
      <p:pic>
        <p:nvPicPr>
          <p:cNvPr id="28896" name="Picture 52">
            <a:extLst>
              <a:ext uri="{FF2B5EF4-FFF2-40B4-BE49-F238E27FC236}">
                <a16:creationId xmlns:a16="http://schemas.microsoft.com/office/drawing/2014/main" id="{748D9356-8B66-F79F-81A1-60FF6A6C0043}"/>
              </a:ext>
            </a:extLst>
          </p:cNvPr>
          <p:cNvPicPr>
            <a:picLocks noChangeAspect="1" noChangeArrowheads="1"/>
          </p:cNvPicPr>
          <p:nvPr/>
        </p:nvPicPr>
        <p:blipFill>
          <a:blip r:embed="rId18">
            <a:lum bright="70000" contrast="-70000"/>
            <a:extLst>
              <a:ext uri="{28A0092B-C50C-407E-A947-70E740481C1C}">
                <a14:useLocalDpi xmlns:a14="http://schemas.microsoft.com/office/drawing/2010/main" val="0"/>
              </a:ext>
            </a:extLst>
          </a:blip>
          <a:srcRect/>
          <a:stretch>
            <a:fillRect/>
          </a:stretch>
        </p:blipFill>
        <p:spPr bwMode="auto">
          <a:xfrm>
            <a:off x="1026803" y="9063128"/>
            <a:ext cx="702516" cy="456881"/>
          </a:xfrm>
          <a:prstGeom prst="rect">
            <a:avLst/>
          </a:prstGeom>
          <a:noFill/>
          <a:extLst>
            <a:ext uri="{909E8E84-426E-40DD-AFC4-6F175D3DCCD1}">
              <a14:hiddenFill xmlns:a14="http://schemas.microsoft.com/office/drawing/2010/main">
                <a:solidFill>
                  <a:srgbClr val="FFFFFF"/>
                </a:solidFill>
              </a14:hiddenFill>
            </a:ext>
          </a:extLst>
        </p:spPr>
      </p:pic>
      <p:grpSp>
        <p:nvGrpSpPr>
          <p:cNvPr id="28897" name="Group 28896">
            <a:extLst>
              <a:ext uri="{FF2B5EF4-FFF2-40B4-BE49-F238E27FC236}">
                <a16:creationId xmlns:a16="http://schemas.microsoft.com/office/drawing/2014/main" id="{0229A67E-C2D4-9F25-53AE-E4669C84B8F3}"/>
              </a:ext>
            </a:extLst>
          </p:cNvPr>
          <p:cNvGrpSpPr/>
          <p:nvPr/>
        </p:nvGrpSpPr>
        <p:grpSpPr>
          <a:xfrm>
            <a:off x="580198" y="9629416"/>
            <a:ext cx="1506010" cy="690827"/>
            <a:chOff x="1166854" y="9905206"/>
            <a:chExt cx="1621857" cy="743967"/>
          </a:xfrm>
        </p:grpSpPr>
        <p:sp>
          <p:nvSpPr>
            <p:cNvPr id="28898" name="TextBox 28897">
              <a:extLst>
                <a:ext uri="{FF2B5EF4-FFF2-40B4-BE49-F238E27FC236}">
                  <a16:creationId xmlns:a16="http://schemas.microsoft.com/office/drawing/2014/main" id="{7CDF010D-4CE3-EAD3-BAB2-1891F479A912}"/>
                </a:ext>
              </a:extLst>
            </p:cNvPr>
            <p:cNvSpPr txBox="1"/>
            <p:nvPr/>
          </p:nvSpPr>
          <p:spPr>
            <a:xfrm>
              <a:off x="1373833" y="9905206"/>
              <a:ext cx="1211943" cy="468866"/>
            </a:xfrm>
            <a:prstGeom prst="rect">
              <a:avLst/>
            </a:prstGeom>
            <a:noFill/>
          </p:spPr>
          <p:txBody>
            <a:bodyPr wrap="square" rtlCol="0">
              <a:spAutoFit/>
            </a:bodyPr>
            <a:lstStyle/>
            <a:p>
              <a:pPr algn="ctr" defTabSz="849139"/>
              <a:r>
                <a:rPr lang="en-US" sz="2229" b="1" kern="0" dirty="0">
                  <a:solidFill>
                    <a:prstClr val="white"/>
                  </a:solidFill>
                  <a:latin typeface="STC Forward" panose="00000500000000000000" pitchFamily="2" charset="-78"/>
                  <a:cs typeface="STC Forward" panose="00000500000000000000" pitchFamily="2" charset="-78"/>
                </a:rPr>
                <a:t>94</a:t>
              </a:r>
              <a:r>
                <a:rPr lang="en-US" sz="1486" b="1" kern="0" dirty="0">
                  <a:solidFill>
                    <a:prstClr val="white"/>
                  </a:solidFill>
                  <a:latin typeface="STC Forward" panose="00000500000000000000" pitchFamily="2" charset="-78"/>
                  <a:cs typeface="STC Forward" panose="00000500000000000000" pitchFamily="2" charset="-78"/>
                </a:rPr>
                <a:t> </a:t>
              </a:r>
              <a:r>
                <a:rPr lang="en-US" sz="1114" kern="0" dirty="0">
                  <a:solidFill>
                    <a:prstClr val="white"/>
                  </a:solidFill>
                  <a:latin typeface="STC Forward" panose="00000500000000000000" pitchFamily="2" charset="-78"/>
                  <a:cs typeface="STC Forward" panose="00000500000000000000" pitchFamily="2" charset="-78"/>
                </a:rPr>
                <a:t>RFPs</a:t>
              </a:r>
              <a:endParaRPr lang="en-US" sz="1486" kern="0" dirty="0">
                <a:solidFill>
                  <a:prstClr val="white"/>
                </a:solidFill>
                <a:latin typeface="STC Forward" panose="00000500000000000000" pitchFamily="2" charset="-78"/>
                <a:cs typeface="STC Forward" panose="00000500000000000000" pitchFamily="2" charset="-78"/>
              </a:endParaRPr>
            </a:p>
          </p:txBody>
        </p:sp>
        <p:sp>
          <p:nvSpPr>
            <p:cNvPr id="28899" name="TextBox 28898">
              <a:extLst>
                <a:ext uri="{FF2B5EF4-FFF2-40B4-BE49-F238E27FC236}">
                  <a16:creationId xmlns:a16="http://schemas.microsoft.com/office/drawing/2014/main" id="{291A8202-CAD9-2C01-3527-FD7A8FA041D3}"/>
                </a:ext>
              </a:extLst>
            </p:cNvPr>
            <p:cNvSpPr txBox="1"/>
            <p:nvPr/>
          </p:nvSpPr>
          <p:spPr>
            <a:xfrm>
              <a:off x="1166854" y="10365092"/>
              <a:ext cx="1621857" cy="284081"/>
            </a:xfrm>
            <a:prstGeom prst="rect">
              <a:avLst/>
            </a:prstGeom>
            <a:noFill/>
          </p:spPr>
          <p:txBody>
            <a:bodyPr wrap="square" rtlCol="0">
              <a:spAutoFit/>
            </a:bodyPr>
            <a:lstStyle/>
            <a:p>
              <a:pPr algn="ctr" defTabSz="849139"/>
              <a:r>
                <a:rPr lang="en-US" sz="1114" kern="0" dirty="0">
                  <a:solidFill>
                    <a:prstClr val="white"/>
                  </a:solidFill>
                  <a:latin typeface="STC Forward" panose="00000500000000000000" pitchFamily="2" charset="-78"/>
                  <a:cs typeface="STC Forward" panose="00000500000000000000" pitchFamily="2" charset="-78"/>
                </a:rPr>
                <a:t>Received in 2026</a:t>
              </a:r>
            </a:p>
          </p:txBody>
        </p:sp>
      </p:grpSp>
      <p:cxnSp>
        <p:nvCxnSpPr>
          <p:cNvPr id="28900" name="Straight Connector 28899">
            <a:extLst>
              <a:ext uri="{FF2B5EF4-FFF2-40B4-BE49-F238E27FC236}">
                <a16:creationId xmlns:a16="http://schemas.microsoft.com/office/drawing/2014/main" id="{AC6FB5CD-26A1-6907-C693-F509899B2863}"/>
              </a:ext>
            </a:extLst>
          </p:cNvPr>
          <p:cNvCxnSpPr>
            <a:cxnSpLocks/>
          </p:cNvCxnSpPr>
          <p:nvPr/>
        </p:nvCxnSpPr>
        <p:spPr>
          <a:xfrm>
            <a:off x="6881070" y="9430748"/>
            <a:ext cx="0" cy="849086"/>
          </a:xfrm>
          <a:prstGeom prst="line">
            <a:avLst/>
          </a:prstGeom>
          <a:noFill/>
          <a:ln w="28575" cap="flat" cmpd="sng" algn="ctr">
            <a:solidFill>
              <a:srgbClr val="F5375E"/>
            </a:solidFill>
            <a:prstDash val="solid"/>
            <a:miter lim="800000"/>
          </a:ln>
          <a:effectLst/>
        </p:spPr>
      </p:cxnSp>
      <p:sp>
        <p:nvSpPr>
          <p:cNvPr id="28901" name="Rounded Rectangle 9">
            <a:extLst>
              <a:ext uri="{FF2B5EF4-FFF2-40B4-BE49-F238E27FC236}">
                <a16:creationId xmlns:a16="http://schemas.microsoft.com/office/drawing/2014/main" id="{EECDF8CB-6A4D-A52F-7DD5-79855A172C84}"/>
              </a:ext>
            </a:extLst>
          </p:cNvPr>
          <p:cNvSpPr/>
          <p:nvPr/>
        </p:nvSpPr>
        <p:spPr>
          <a:xfrm>
            <a:off x="424543" y="10476311"/>
            <a:ext cx="11038114" cy="32491"/>
          </a:xfrm>
          <a:custGeom>
            <a:avLst/>
            <a:gdLst/>
            <a:ahLst/>
            <a:cxnLst/>
            <a:rect l="l" t="t" r="r" b="b"/>
            <a:pathLst>
              <a:path w="5264968" h="1008113">
                <a:moveTo>
                  <a:pt x="0" y="0"/>
                </a:moveTo>
                <a:lnTo>
                  <a:pt x="5211246" y="0"/>
                </a:lnTo>
                <a:cubicBezTo>
                  <a:pt x="5240916" y="0"/>
                  <a:pt x="5264968" y="24052"/>
                  <a:pt x="5264968" y="53722"/>
                </a:cubicBezTo>
                <a:lnTo>
                  <a:pt x="5264968" y="954391"/>
                </a:lnTo>
                <a:cubicBezTo>
                  <a:pt x="5264968" y="984061"/>
                  <a:pt x="5240916" y="1008113"/>
                  <a:pt x="5211246" y="1008113"/>
                </a:cubicBezTo>
                <a:lnTo>
                  <a:pt x="0" y="1008113"/>
                </a:lnTo>
                <a:close/>
              </a:path>
            </a:pathLst>
          </a:custGeom>
          <a:solidFill>
            <a:srgbClr val="FFFFFF">
              <a:lumMod val="95000"/>
            </a:srgbClr>
          </a:solidFill>
          <a:ln w="12700" cap="flat" cmpd="sng" algn="ctr">
            <a:noFill/>
            <a:prstDash val="solid"/>
            <a:miter lim="800000"/>
          </a:ln>
          <a:effectLst/>
        </p:spPr>
        <p:txBody>
          <a:bodyPr rtlCol="0" anchor="ctr"/>
          <a:lstStyle/>
          <a:p>
            <a:pPr algn="ctr" defTabSz="849139">
              <a:defRPr/>
            </a:pPr>
            <a:endParaRPr lang="en-US" sz="1021" kern="0" dirty="0">
              <a:solidFill>
                <a:srgbClr val="4F008C"/>
              </a:solidFill>
              <a:latin typeface="Arial"/>
            </a:endParaRPr>
          </a:p>
        </p:txBody>
      </p:sp>
      <p:grpSp>
        <p:nvGrpSpPr>
          <p:cNvPr id="28902" name="Group 28901">
            <a:extLst>
              <a:ext uri="{FF2B5EF4-FFF2-40B4-BE49-F238E27FC236}">
                <a16:creationId xmlns:a16="http://schemas.microsoft.com/office/drawing/2014/main" id="{528D63D5-3C0B-BCD8-45A2-656E4F29DF03}"/>
              </a:ext>
            </a:extLst>
          </p:cNvPr>
          <p:cNvGrpSpPr/>
          <p:nvPr/>
        </p:nvGrpSpPr>
        <p:grpSpPr>
          <a:xfrm>
            <a:off x="2660831" y="9672612"/>
            <a:ext cx="3866227" cy="349455"/>
            <a:chOff x="2332110" y="10473806"/>
            <a:chExt cx="4163629" cy="376336"/>
          </a:xfrm>
        </p:grpSpPr>
        <p:grpSp>
          <p:nvGrpSpPr>
            <p:cNvPr id="28903" name="Group 28902">
              <a:extLst>
                <a:ext uri="{FF2B5EF4-FFF2-40B4-BE49-F238E27FC236}">
                  <a16:creationId xmlns:a16="http://schemas.microsoft.com/office/drawing/2014/main" id="{55CAA0CE-257F-C3B5-68DB-CE45C7ED4CEF}"/>
                </a:ext>
              </a:extLst>
            </p:cNvPr>
            <p:cNvGrpSpPr/>
            <p:nvPr/>
          </p:nvGrpSpPr>
          <p:grpSpPr>
            <a:xfrm>
              <a:off x="2332110" y="10473806"/>
              <a:ext cx="1988430" cy="376336"/>
              <a:chOff x="4029110" y="10094923"/>
              <a:chExt cx="1988430" cy="376336"/>
            </a:xfrm>
          </p:grpSpPr>
          <p:sp>
            <p:nvSpPr>
              <p:cNvPr id="28909" name="TextBox 28908">
                <a:extLst>
                  <a:ext uri="{FF2B5EF4-FFF2-40B4-BE49-F238E27FC236}">
                    <a16:creationId xmlns:a16="http://schemas.microsoft.com/office/drawing/2014/main" id="{E2D6EFAB-1070-18B9-FAD3-110996206E67}"/>
                  </a:ext>
                </a:extLst>
              </p:cNvPr>
              <p:cNvSpPr txBox="1"/>
              <p:nvPr/>
            </p:nvSpPr>
            <p:spPr>
              <a:xfrm>
                <a:off x="4029110" y="10094923"/>
                <a:ext cx="510137" cy="376336"/>
              </a:xfrm>
              <a:prstGeom prst="rect">
                <a:avLst/>
              </a:prstGeom>
              <a:noFill/>
            </p:spPr>
            <p:txBody>
              <a:bodyPr wrap="square">
                <a:spAutoFit/>
              </a:bodyPr>
              <a:lstStyle/>
              <a:p>
                <a:pPr algn="ctr" defTabSz="849139">
                  <a:defRPr/>
                </a:pPr>
                <a:r>
                  <a:rPr lang="en-US" sz="1671" b="1" kern="0" dirty="0">
                    <a:solidFill>
                      <a:prstClr val="white"/>
                    </a:solidFill>
                    <a:latin typeface="STC Forward" panose="00000500000000000000" pitchFamily="2" charset="-78"/>
                    <a:cs typeface="STC Forward" panose="00000500000000000000" pitchFamily="2" charset="-78"/>
                    <a:sym typeface="Century Gothic"/>
                  </a:rPr>
                  <a:t>50</a:t>
                </a:r>
                <a:endParaRPr lang="en-US" sz="1671" b="1" kern="0" dirty="0">
                  <a:solidFill>
                    <a:prstClr val="white"/>
                  </a:solidFill>
                  <a:latin typeface="STC Forward" panose="00000500000000000000" pitchFamily="2" charset="-78"/>
                  <a:cs typeface="STC Forward" panose="00000500000000000000" pitchFamily="2" charset="-78"/>
                </a:endParaRPr>
              </a:p>
            </p:txBody>
          </p:sp>
          <p:grpSp>
            <p:nvGrpSpPr>
              <p:cNvPr id="28910" name="Group 28909">
                <a:extLst>
                  <a:ext uri="{FF2B5EF4-FFF2-40B4-BE49-F238E27FC236}">
                    <a16:creationId xmlns:a16="http://schemas.microsoft.com/office/drawing/2014/main" id="{6D19D4FB-93D8-339A-622E-E686C1F602C9}"/>
                  </a:ext>
                </a:extLst>
              </p:cNvPr>
              <p:cNvGrpSpPr/>
              <p:nvPr/>
            </p:nvGrpSpPr>
            <p:grpSpPr>
              <a:xfrm>
                <a:off x="4572894" y="10170234"/>
                <a:ext cx="1444646" cy="187811"/>
                <a:chOff x="7434388" y="2159014"/>
                <a:chExt cx="1444646" cy="187811"/>
              </a:xfrm>
            </p:grpSpPr>
            <p:sp>
              <p:nvSpPr>
                <p:cNvPr id="28911" name="Title 1">
                  <a:extLst>
                    <a:ext uri="{FF2B5EF4-FFF2-40B4-BE49-F238E27FC236}">
                      <a16:creationId xmlns:a16="http://schemas.microsoft.com/office/drawing/2014/main" id="{E79BB317-7EFA-BEF5-98E9-EB26706B0F92}"/>
                    </a:ext>
                  </a:extLst>
                </p:cNvPr>
                <p:cNvSpPr txBox="1">
                  <a:spLocks/>
                </p:cNvSpPr>
                <p:nvPr/>
              </p:nvSpPr>
              <p:spPr>
                <a:xfrm>
                  <a:off x="7592684" y="2159014"/>
                  <a:ext cx="1286350" cy="187811"/>
                </a:xfrm>
                <a:prstGeom prst="rect">
                  <a:avLst/>
                </a:prstGeom>
                <a:noFill/>
                <a:ln>
                  <a:noFill/>
                </a:ln>
              </p:spPr>
              <p:txBody>
                <a:bodyPr spcFirstLastPara="1" vert="horz" wrap="square" lIns="0" tIns="0" rIns="0" bIns="0" anchor="t" anchorCtr="0">
                  <a:noAutofit/>
                </a:bodyPr>
                <a:lstStyle>
                  <a:defPPr marR="0" lvl="0" algn="l" rtl="0">
                    <a:lnSpc>
                      <a:spcPct val="100000"/>
                    </a:lnSpc>
                    <a:spcBef>
                      <a:spcPts val="0"/>
                    </a:spcBef>
                    <a:spcAft>
                      <a:spcPts val="0"/>
                    </a:spcAft>
                    <a:defRPr lang="en-US"/>
                  </a:defPPr>
                  <a:lvl1pPr marL="0" marR="0" lvl="0" indent="0" algn="l" defTabSz="914400" rtl="0" eaLnBrk="1" latinLnBrk="0" hangingPunct="1">
                    <a:lnSpc>
                      <a:spcPct val="100000"/>
                    </a:lnSpc>
                    <a:spcBef>
                      <a:spcPts val="0"/>
                    </a:spcBef>
                    <a:spcAft>
                      <a:spcPts val="0"/>
                    </a:spcAft>
                    <a:buClr>
                      <a:schemeClr val="dk1"/>
                    </a:buClr>
                    <a:buSzPts val="4400"/>
                    <a:buFont typeface="Arial"/>
                    <a:buNone/>
                    <a:defRPr sz="2700" b="0" i="0" u="none" strike="noStrike" kern="1200" cap="none">
                      <a:solidFill>
                        <a:schemeClr val="bg2"/>
                      </a:solidFill>
                      <a:latin typeface="+mj-lt"/>
                      <a:ea typeface="Arial"/>
                      <a:cs typeface="STC Forward" panose="00000500000000000000" pitchFamily="50" charset="-78"/>
                      <a:sym typeface="Arial"/>
                    </a:defRPr>
                  </a:lvl1pPr>
                  <a:lvl2pPr marL="457200" marR="0" lvl="1" indent="0"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rgbClr val="000000"/>
                      </a:solidFill>
                      <a:latin typeface="Arial"/>
                      <a:ea typeface="Arial"/>
                      <a:cs typeface="Arial"/>
                      <a:sym typeface="Arial"/>
                    </a:defRPr>
                  </a:lvl2pPr>
                  <a:lvl3pPr marL="914400" marR="0" lvl="2" indent="0"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rgbClr val="000000"/>
                      </a:solidFill>
                      <a:latin typeface="Arial"/>
                      <a:ea typeface="Arial"/>
                      <a:cs typeface="Arial"/>
                      <a:sym typeface="Arial"/>
                    </a:defRPr>
                  </a:lvl3pPr>
                  <a:lvl4pPr marL="1371600" marR="0" lvl="3" indent="0"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rgbClr val="000000"/>
                      </a:solidFill>
                      <a:latin typeface="Arial"/>
                      <a:ea typeface="Arial"/>
                      <a:cs typeface="Arial"/>
                      <a:sym typeface="Arial"/>
                    </a:defRPr>
                  </a:lvl4pPr>
                  <a:lvl5pPr marL="1828800" marR="0" lvl="4" indent="0"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rgbClr val="000000"/>
                      </a:solidFill>
                      <a:latin typeface="Arial"/>
                      <a:ea typeface="Arial"/>
                      <a:cs typeface="Arial"/>
                      <a:sym typeface="Arial"/>
                    </a:defRPr>
                  </a:lvl5pPr>
                  <a:lvl6pPr marL="2286000" marR="0" lvl="5" indent="0"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rgbClr val="000000"/>
                      </a:solidFill>
                      <a:latin typeface="Arial"/>
                      <a:ea typeface="Arial"/>
                      <a:cs typeface="Arial"/>
                      <a:sym typeface="Arial"/>
                    </a:defRPr>
                  </a:lvl6pPr>
                  <a:lvl7pPr marL="2743200" marR="0" lvl="6" indent="0"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rgbClr val="000000"/>
                      </a:solidFill>
                      <a:latin typeface="Arial"/>
                      <a:ea typeface="Arial"/>
                      <a:cs typeface="Arial"/>
                      <a:sym typeface="Arial"/>
                    </a:defRPr>
                  </a:lvl7pPr>
                  <a:lvl8pPr marL="3200400" marR="0" lvl="7" indent="0"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rgbClr val="000000"/>
                      </a:solidFill>
                      <a:latin typeface="Arial"/>
                      <a:ea typeface="Arial"/>
                      <a:cs typeface="Arial"/>
                      <a:sym typeface="Arial"/>
                    </a:defRPr>
                  </a:lvl8pPr>
                  <a:lvl9pPr marL="3657600" marR="0" lvl="8" indent="0"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rgbClr val="000000"/>
                      </a:solidFill>
                      <a:latin typeface="Arial"/>
                      <a:ea typeface="Arial"/>
                      <a:cs typeface="Arial"/>
                      <a:sym typeface="Arial"/>
                    </a:defRPr>
                  </a:lvl9pPr>
                </a:lstStyle>
                <a:p>
                  <a:pPr defTabSz="849112">
                    <a:buClr>
                      <a:srgbClr val="1D252D"/>
                    </a:buClr>
                    <a:defRPr/>
                  </a:pPr>
                  <a:r>
                    <a:rPr lang="en-GB" sz="1021" kern="0" dirty="0">
                      <a:solidFill>
                        <a:prstClr val="white"/>
                      </a:solidFill>
                      <a:latin typeface="STC Forward" panose="00000500000000000000" pitchFamily="2" charset="-78"/>
                      <a:cs typeface="STC Forward" panose="00000500000000000000" pitchFamily="2" charset="-78"/>
                    </a:rPr>
                    <a:t>Approved Projects</a:t>
                  </a:r>
                </a:p>
              </p:txBody>
            </p:sp>
            <p:sp>
              <p:nvSpPr>
                <p:cNvPr id="28912" name="矩形 82">
                  <a:extLst>
                    <a:ext uri="{FF2B5EF4-FFF2-40B4-BE49-F238E27FC236}">
                      <a16:creationId xmlns:a16="http://schemas.microsoft.com/office/drawing/2014/main" id="{ABF3EACE-CA8B-A602-74B7-87DFC8F1C730}"/>
                    </a:ext>
                  </a:extLst>
                </p:cNvPr>
                <p:cNvSpPr/>
                <p:nvPr/>
              </p:nvSpPr>
              <p:spPr bwMode="auto">
                <a:xfrm>
                  <a:off x="7434388" y="2161479"/>
                  <a:ext cx="45719" cy="182880"/>
                </a:xfrm>
                <a:prstGeom prst="rect">
                  <a:avLst/>
                </a:prstGeom>
                <a:solidFill>
                  <a:srgbClr val="00C48C"/>
                </a:solidFill>
                <a:ln w="9525" cap="flat" cmpd="sng" algn="ctr">
                  <a:solidFill>
                    <a:sysClr val="window" lastClr="FFFFFF"/>
                  </a:solidFill>
                  <a:prstDash val="solid"/>
                </a:ln>
                <a:effectLst>
                  <a:outerShdw blurRad="101600" dir="2700000" sx="69000" sy="69000" algn="tl" rotWithShape="0">
                    <a:sysClr val="windowText" lastClr="000000">
                      <a:lumMod val="50000"/>
                      <a:lumOff val="50000"/>
                      <a:alpha val="52000"/>
                    </a:sysClr>
                  </a:outerShdw>
                </a:effectLst>
              </p:spPr>
              <p:txBody>
                <a:bodyPr rot="0" spcFirstLastPara="0" vert="horz" wrap="square" lIns="63681" tIns="31841" rIns="63681" bIns="31841" numCol="1" spcCol="0" rtlCol="0" fromWordArt="0" anchor="ctr" anchorCtr="0" forceAA="0" compatLnSpc="1">
                  <a:prstTxWarp prst="textNoShape">
                    <a:avLst/>
                  </a:prstTxWarp>
                  <a:noAutofit/>
                </a:bodyPr>
                <a:lstStyle>
                  <a:defPPr>
                    <a:defRPr lang="en-US"/>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pPr algn="ctr" defTabSz="636834">
                    <a:defRPr/>
                  </a:pPr>
                  <a:endParaRPr lang="zh-CN" altLang="en-US" sz="1300" kern="0" dirty="0">
                    <a:solidFill>
                      <a:prstClr val="white"/>
                    </a:solidFill>
                    <a:latin typeface="Franklin Gothic Book"/>
                    <a:ea typeface="微软雅黑"/>
                  </a:endParaRPr>
                </a:p>
              </p:txBody>
            </p:sp>
          </p:grpSp>
        </p:grpSp>
        <p:grpSp>
          <p:nvGrpSpPr>
            <p:cNvPr id="28904" name="Group 28903">
              <a:extLst>
                <a:ext uri="{FF2B5EF4-FFF2-40B4-BE49-F238E27FC236}">
                  <a16:creationId xmlns:a16="http://schemas.microsoft.com/office/drawing/2014/main" id="{0C027889-662B-40B7-C6B2-BDDC34D738DF}"/>
                </a:ext>
              </a:extLst>
            </p:cNvPr>
            <p:cNvGrpSpPr/>
            <p:nvPr/>
          </p:nvGrpSpPr>
          <p:grpSpPr>
            <a:xfrm>
              <a:off x="4518257" y="10473806"/>
              <a:ext cx="1977482" cy="376336"/>
              <a:chOff x="4029110" y="10357390"/>
              <a:chExt cx="1977482" cy="376336"/>
            </a:xfrm>
          </p:grpSpPr>
          <p:grpSp>
            <p:nvGrpSpPr>
              <p:cNvPr id="28905" name="Group 28904">
                <a:extLst>
                  <a:ext uri="{FF2B5EF4-FFF2-40B4-BE49-F238E27FC236}">
                    <a16:creationId xmlns:a16="http://schemas.microsoft.com/office/drawing/2014/main" id="{A8DEF567-2A2C-1A77-9447-61F7BB20D746}"/>
                  </a:ext>
                </a:extLst>
              </p:cNvPr>
              <p:cNvGrpSpPr/>
              <p:nvPr/>
            </p:nvGrpSpPr>
            <p:grpSpPr>
              <a:xfrm>
                <a:off x="4572894" y="10439499"/>
                <a:ext cx="1433698" cy="187811"/>
                <a:chOff x="7434388" y="2159014"/>
                <a:chExt cx="1433698" cy="187811"/>
              </a:xfrm>
            </p:grpSpPr>
            <p:sp>
              <p:nvSpPr>
                <p:cNvPr id="28907" name="Title 1">
                  <a:extLst>
                    <a:ext uri="{FF2B5EF4-FFF2-40B4-BE49-F238E27FC236}">
                      <a16:creationId xmlns:a16="http://schemas.microsoft.com/office/drawing/2014/main" id="{FB4F3784-08F7-409A-608C-5A09E8CA8352}"/>
                    </a:ext>
                  </a:extLst>
                </p:cNvPr>
                <p:cNvSpPr txBox="1">
                  <a:spLocks/>
                </p:cNvSpPr>
                <p:nvPr/>
              </p:nvSpPr>
              <p:spPr>
                <a:xfrm>
                  <a:off x="7592684" y="2159014"/>
                  <a:ext cx="1275402" cy="187811"/>
                </a:xfrm>
                <a:prstGeom prst="rect">
                  <a:avLst/>
                </a:prstGeom>
                <a:noFill/>
                <a:ln>
                  <a:noFill/>
                </a:ln>
              </p:spPr>
              <p:txBody>
                <a:bodyPr spcFirstLastPara="1" vert="horz" wrap="square" lIns="0" tIns="0" rIns="0" bIns="0" anchor="t" anchorCtr="0">
                  <a:noAutofit/>
                </a:bodyPr>
                <a:lstStyle>
                  <a:defPPr marR="0" lvl="0" algn="l" rtl="0">
                    <a:lnSpc>
                      <a:spcPct val="100000"/>
                    </a:lnSpc>
                    <a:spcBef>
                      <a:spcPts val="0"/>
                    </a:spcBef>
                    <a:spcAft>
                      <a:spcPts val="0"/>
                    </a:spcAft>
                    <a:defRPr lang="en-US"/>
                  </a:defPPr>
                  <a:lvl1pPr marL="0" marR="0" lvl="0" indent="0" algn="l" defTabSz="914400" rtl="0" eaLnBrk="1" latinLnBrk="0" hangingPunct="1">
                    <a:lnSpc>
                      <a:spcPct val="100000"/>
                    </a:lnSpc>
                    <a:spcBef>
                      <a:spcPts val="0"/>
                    </a:spcBef>
                    <a:spcAft>
                      <a:spcPts val="0"/>
                    </a:spcAft>
                    <a:buClr>
                      <a:schemeClr val="dk1"/>
                    </a:buClr>
                    <a:buSzPts val="4400"/>
                    <a:buFont typeface="Arial"/>
                    <a:buNone/>
                    <a:defRPr sz="2700" b="0" i="0" u="none" strike="noStrike" kern="1200" cap="none">
                      <a:solidFill>
                        <a:schemeClr val="bg2"/>
                      </a:solidFill>
                      <a:latin typeface="+mj-lt"/>
                      <a:ea typeface="Arial"/>
                      <a:cs typeface="STC Forward" panose="00000500000000000000" pitchFamily="50" charset="-78"/>
                      <a:sym typeface="Arial"/>
                    </a:defRPr>
                  </a:lvl1pPr>
                  <a:lvl2pPr marL="457200" marR="0" lvl="1" indent="0"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rgbClr val="000000"/>
                      </a:solidFill>
                      <a:latin typeface="Arial"/>
                      <a:ea typeface="Arial"/>
                      <a:cs typeface="Arial"/>
                      <a:sym typeface="Arial"/>
                    </a:defRPr>
                  </a:lvl2pPr>
                  <a:lvl3pPr marL="914400" marR="0" lvl="2" indent="0"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rgbClr val="000000"/>
                      </a:solidFill>
                      <a:latin typeface="Arial"/>
                      <a:ea typeface="Arial"/>
                      <a:cs typeface="Arial"/>
                      <a:sym typeface="Arial"/>
                    </a:defRPr>
                  </a:lvl3pPr>
                  <a:lvl4pPr marL="1371600" marR="0" lvl="3" indent="0"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rgbClr val="000000"/>
                      </a:solidFill>
                      <a:latin typeface="Arial"/>
                      <a:ea typeface="Arial"/>
                      <a:cs typeface="Arial"/>
                      <a:sym typeface="Arial"/>
                    </a:defRPr>
                  </a:lvl4pPr>
                  <a:lvl5pPr marL="1828800" marR="0" lvl="4" indent="0"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rgbClr val="000000"/>
                      </a:solidFill>
                      <a:latin typeface="Arial"/>
                      <a:ea typeface="Arial"/>
                      <a:cs typeface="Arial"/>
                      <a:sym typeface="Arial"/>
                    </a:defRPr>
                  </a:lvl5pPr>
                  <a:lvl6pPr marL="2286000" marR="0" lvl="5" indent="0"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rgbClr val="000000"/>
                      </a:solidFill>
                      <a:latin typeface="Arial"/>
                      <a:ea typeface="Arial"/>
                      <a:cs typeface="Arial"/>
                      <a:sym typeface="Arial"/>
                    </a:defRPr>
                  </a:lvl6pPr>
                  <a:lvl7pPr marL="2743200" marR="0" lvl="6" indent="0"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rgbClr val="000000"/>
                      </a:solidFill>
                      <a:latin typeface="Arial"/>
                      <a:ea typeface="Arial"/>
                      <a:cs typeface="Arial"/>
                      <a:sym typeface="Arial"/>
                    </a:defRPr>
                  </a:lvl7pPr>
                  <a:lvl8pPr marL="3200400" marR="0" lvl="7" indent="0"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rgbClr val="000000"/>
                      </a:solidFill>
                      <a:latin typeface="Arial"/>
                      <a:ea typeface="Arial"/>
                      <a:cs typeface="Arial"/>
                      <a:sym typeface="Arial"/>
                    </a:defRPr>
                  </a:lvl8pPr>
                  <a:lvl9pPr marL="3657600" marR="0" lvl="8" indent="0"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rgbClr val="000000"/>
                      </a:solidFill>
                      <a:latin typeface="Arial"/>
                      <a:ea typeface="Arial"/>
                      <a:cs typeface="Arial"/>
                      <a:sym typeface="Arial"/>
                    </a:defRPr>
                  </a:lvl9pPr>
                </a:lstStyle>
                <a:p>
                  <a:pPr defTabSz="849112">
                    <a:buClr>
                      <a:srgbClr val="1D252D"/>
                    </a:buClr>
                    <a:defRPr/>
                  </a:pPr>
                  <a:r>
                    <a:rPr lang="en-GB" sz="1021" kern="0" dirty="0">
                      <a:solidFill>
                        <a:prstClr val="white"/>
                      </a:solidFill>
                      <a:latin typeface="STC Forward" panose="00000500000000000000" pitchFamily="2" charset="-78"/>
                      <a:cs typeface="STC Forward" panose="00000500000000000000" pitchFamily="2" charset="-78"/>
                    </a:rPr>
                    <a:t>In Progress RFPs</a:t>
                  </a:r>
                </a:p>
              </p:txBody>
            </p:sp>
            <p:sp>
              <p:nvSpPr>
                <p:cNvPr id="28908" name="矩形 82">
                  <a:extLst>
                    <a:ext uri="{FF2B5EF4-FFF2-40B4-BE49-F238E27FC236}">
                      <a16:creationId xmlns:a16="http://schemas.microsoft.com/office/drawing/2014/main" id="{C0C53969-EE2D-A684-6D8C-BA77AF07BFA0}"/>
                    </a:ext>
                  </a:extLst>
                </p:cNvPr>
                <p:cNvSpPr/>
                <p:nvPr/>
              </p:nvSpPr>
              <p:spPr bwMode="auto">
                <a:xfrm>
                  <a:off x="7434388" y="2161479"/>
                  <a:ext cx="45719" cy="182880"/>
                </a:xfrm>
                <a:prstGeom prst="rect">
                  <a:avLst/>
                </a:prstGeom>
                <a:solidFill>
                  <a:schemeClr val="accent2"/>
                </a:solidFill>
                <a:ln w="9525" cap="flat" cmpd="sng" algn="ctr">
                  <a:solidFill>
                    <a:sysClr val="window" lastClr="FFFFFF"/>
                  </a:solidFill>
                  <a:prstDash val="solid"/>
                </a:ln>
                <a:effectLst>
                  <a:outerShdw blurRad="101600" dir="2700000" sx="69000" sy="69000" algn="tl" rotWithShape="0">
                    <a:sysClr val="windowText" lastClr="000000">
                      <a:lumMod val="50000"/>
                      <a:lumOff val="50000"/>
                      <a:alpha val="52000"/>
                    </a:sysClr>
                  </a:outerShdw>
                </a:effectLst>
              </p:spPr>
              <p:txBody>
                <a:bodyPr rot="0" spcFirstLastPara="0" vert="horz" wrap="square" lIns="63681" tIns="31841" rIns="63681" bIns="31841" numCol="1" spcCol="0" rtlCol="0" fromWordArt="0" anchor="ctr" anchorCtr="0" forceAA="0" compatLnSpc="1">
                  <a:prstTxWarp prst="textNoShape">
                    <a:avLst/>
                  </a:prstTxWarp>
                  <a:noAutofit/>
                </a:bodyPr>
                <a:lstStyle>
                  <a:defPPr>
                    <a:defRPr lang="en-US"/>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pPr algn="ctr" defTabSz="636834">
                    <a:defRPr/>
                  </a:pPr>
                  <a:endParaRPr lang="zh-CN" altLang="en-US" sz="1300" kern="0">
                    <a:solidFill>
                      <a:prstClr val="white"/>
                    </a:solidFill>
                    <a:latin typeface="Franklin Gothic Book"/>
                    <a:ea typeface="微软雅黑"/>
                  </a:endParaRPr>
                </a:p>
              </p:txBody>
            </p:sp>
          </p:grpSp>
          <p:sp>
            <p:nvSpPr>
              <p:cNvPr id="28906" name="TextBox 28905">
                <a:extLst>
                  <a:ext uri="{FF2B5EF4-FFF2-40B4-BE49-F238E27FC236}">
                    <a16:creationId xmlns:a16="http://schemas.microsoft.com/office/drawing/2014/main" id="{7BA0EDA5-C819-D4C9-21D5-E594477EAAB8}"/>
                  </a:ext>
                </a:extLst>
              </p:cNvPr>
              <p:cNvSpPr txBox="1"/>
              <p:nvPr/>
            </p:nvSpPr>
            <p:spPr>
              <a:xfrm>
                <a:off x="4029110" y="10357390"/>
                <a:ext cx="510137" cy="376336"/>
              </a:xfrm>
              <a:prstGeom prst="rect">
                <a:avLst/>
              </a:prstGeom>
              <a:noFill/>
            </p:spPr>
            <p:txBody>
              <a:bodyPr wrap="square">
                <a:spAutoFit/>
              </a:bodyPr>
              <a:lstStyle/>
              <a:p>
                <a:pPr algn="ctr" defTabSz="849139">
                  <a:defRPr/>
                </a:pPr>
                <a:r>
                  <a:rPr lang="en-US" sz="1671" b="1" kern="0" dirty="0">
                    <a:solidFill>
                      <a:prstClr val="white"/>
                    </a:solidFill>
                    <a:latin typeface="STC Forward" panose="00000500000000000000" pitchFamily="2" charset="-78"/>
                    <a:cs typeface="STC Forward" panose="00000500000000000000" pitchFamily="2" charset="-78"/>
                    <a:sym typeface="Century Gothic"/>
                  </a:rPr>
                  <a:t>41</a:t>
                </a:r>
                <a:endParaRPr lang="en-US" sz="1671" b="1" kern="0" dirty="0">
                  <a:solidFill>
                    <a:prstClr val="white"/>
                  </a:solidFill>
                  <a:latin typeface="STC Forward" panose="00000500000000000000" pitchFamily="2" charset="-78"/>
                  <a:cs typeface="STC Forward" panose="00000500000000000000" pitchFamily="2" charset="-78"/>
                </a:endParaRPr>
              </a:p>
            </p:txBody>
          </p:sp>
        </p:grpSp>
      </p:grpSp>
      <p:grpSp>
        <p:nvGrpSpPr>
          <p:cNvPr id="28913" name="Group 28912">
            <a:extLst>
              <a:ext uri="{FF2B5EF4-FFF2-40B4-BE49-F238E27FC236}">
                <a16:creationId xmlns:a16="http://schemas.microsoft.com/office/drawing/2014/main" id="{45CA4B36-A159-FF67-36D8-2CB531A1DE8E}"/>
              </a:ext>
            </a:extLst>
          </p:cNvPr>
          <p:cNvGrpSpPr/>
          <p:nvPr/>
        </p:nvGrpSpPr>
        <p:grpSpPr>
          <a:xfrm>
            <a:off x="7280862" y="9637626"/>
            <a:ext cx="3773133" cy="373041"/>
            <a:chOff x="7307528" y="10458990"/>
            <a:chExt cx="4063374" cy="401736"/>
          </a:xfrm>
        </p:grpSpPr>
        <p:sp>
          <p:nvSpPr>
            <p:cNvPr id="28914" name="TextBox 28913">
              <a:extLst>
                <a:ext uri="{FF2B5EF4-FFF2-40B4-BE49-F238E27FC236}">
                  <a16:creationId xmlns:a16="http://schemas.microsoft.com/office/drawing/2014/main" id="{06A938E1-929F-E82D-B283-6A6F6F5D16BE}"/>
                </a:ext>
              </a:extLst>
            </p:cNvPr>
            <p:cNvSpPr txBox="1"/>
            <p:nvPr/>
          </p:nvSpPr>
          <p:spPr>
            <a:xfrm>
              <a:off x="9456949" y="10458990"/>
              <a:ext cx="510138" cy="345676"/>
            </a:xfrm>
            <a:prstGeom prst="rect">
              <a:avLst/>
            </a:prstGeom>
            <a:noFill/>
          </p:spPr>
          <p:txBody>
            <a:bodyPr wrap="square">
              <a:spAutoFit/>
            </a:bodyPr>
            <a:lstStyle/>
            <a:p>
              <a:pPr algn="ctr" defTabSz="849139">
                <a:defRPr/>
              </a:pPr>
              <a:r>
                <a:rPr lang="en-US" sz="1486" b="1" kern="0" dirty="0">
                  <a:solidFill>
                    <a:prstClr val="white"/>
                  </a:solidFill>
                  <a:latin typeface="STC Forward" panose="00000500000000000000" pitchFamily="2" charset="-78"/>
                  <a:cs typeface="STC Forward" panose="00000500000000000000" pitchFamily="2" charset="-78"/>
                  <a:sym typeface="Century Gothic"/>
                </a:rPr>
                <a:t>40</a:t>
              </a:r>
              <a:endParaRPr lang="en-US" sz="1486" kern="0" dirty="0">
                <a:solidFill>
                  <a:prstClr val="white"/>
                </a:solidFill>
                <a:latin typeface="Calibri" panose="020F0502020204030204"/>
              </a:endParaRPr>
            </a:p>
          </p:txBody>
        </p:sp>
        <p:grpSp>
          <p:nvGrpSpPr>
            <p:cNvPr id="28915" name="Group 28914">
              <a:extLst>
                <a:ext uri="{FF2B5EF4-FFF2-40B4-BE49-F238E27FC236}">
                  <a16:creationId xmlns:a16="http://schemas.microsoft.com/office/drawing/2014/main" id="{7CC874E2-2934-E0BE-055E-4D0DB44FA14A}"/>
                </a:ext>
              </a:extLst>
            </p:cNvPr>
            <p:cNvGrpSpPr/>
            <p:nvPr/>
          </p:nvGrpSpPr>
          <p:grpSpPr>
            <a:xfrm>
              <a:off x="10000733" y="10546926"/>
              <a:ext cx="1370169" cy="182880"/>
              <a:chOff x="7434388" y="2161479"/>
              <a:chExt cx="1370169" cy="182880"/>
            </a:xfrm>
          </p:grpSpPr>
          <p:sp>
            <p:nvSpPr>
              <p:cNvPr id="28920" name="Title 1">
                <a:extLst>
                  <a:ext uri="{FF2B5EF4-FFF2-40B4-BE49-F238E27FC236}">
                    <a16:creationId xmlns:a16="http://schemas.microsoft.com/office/drawing/2014/main" id="{C1A6BA89-9343-FF9A-8C28-D9D382C829ED}"/>
                  </a:ext>
                </a:extLst>
              </p:cNvPr>
              <p:cNvSpPr txBox="1">
                <a:spLocks/>
              </p:cNvSpPr>
              <p:nvPr/>
            </p:nvSpPr>
            <p:spPr>
              <a:xfrm>
                <a:off x="7592684" y="2171715"/>
                <a:ext cx="1211873" cy="170106"/>
              </a:xfrm>
              <a:prstGeom prst="rect">
                <a:avLst/>
              </a:prstGeom>
              <a:noFill/>
              <a:ln>
                <a:noFill/>
              </a:ln>
            </p:spPr>
            <p:txBody>
              <a:bodyPr spcFirstLastPara="1" vert="horz" wrap="square" lIns="0" tIns="0" rIns="0" bIns="0" anchor="t" anchorCtr="0">
                <a:noAutofit/>
              </a:bodyPr>
              <a:lstStyle>
                <a:defPPr marR="0" lvl="0" algn="l" rtl="0">
                  <a:lnSpc>
                    <a:spcPct val="100000"/>
                  </a:lnSpc>
                  <a:spcBef>
                    <a:spcPts val="0"/>
                  </a:spcBef>
                  <a:spcAft>
                    <a:spcPts val="0"/>
                  </a:spcAft>
                  <a:defRPr lang="en-US"/>
                </a:defPPr>
                <a:lvl1pPr marL="0" marR="0" lvl="0" indent="0" algn="l" defTabSz="914400" rtl="0" eaLnBrk="1" latinLnBrk="0" hangingPunct="1">
                  <a:lnSpc>
                    <a:spcPct val="100000"/>
                  </a:lnSpc>
                  <a:spcBef>
                    <a:spcPts val="0"/>
                  </a:spcBef>
                  <a:spcAft>
                    <a:spcPts val="0"/>
                  </a:spcAft>
                  <a:buClr>
                    <a:schemeClr val="dk1"/>
                  </a:buClr>
                  <a:buSzPts val="4400"/>
                  <a:buFont typeface="Arial"/>
                  <a:buNone/>
                  <a:defRPr sz="2700" b="0" i="0" u="none" strike="noStrike" kern="1200" cap="none">
                    <a:solidFill>
                      <a:schemeClr val="bg2"/>
                    </a:solidFill>
                    <a:latin typeface="+mj-lt"/>
                    <a:ea typeface="Arial"/>
                    <a:cs typeface="STC Forward" panose="00000500000000000000" pitchFamily="50" charset="-78"/>
                    <a:sym typeface="Arial"/>
                  </a:defRPr>
                </a:lvl1pPr>
                <a:lvl2pPr marL="457200" marR="0" lvl="1" indent="0"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rgbClr val="000000"/>
                    </a:solidFill>
                    <a:latin typeface="Arial"/>
                    <a:ea typeface="Arial"/>
                    <a:cs typeface="Arial"/>
                    <a:sym typeface="Arial"/>
                  </a:defRPr>
                </a:lvl2pPr>
                <a:lvl3pPr marL="914400" marR="0" lvl="2" indent="0"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rgbClr val="000000"/>
                    </a:solidFill>
                    <a:latin typeface="Arial"/>
                    <a:ea typeface="Arial"/>
                    <a:cs typeface="Arial"/>
                    <a:sym typeface="Arial"/>
                  </a:defRPr>
                </a:lvl3pPr>
                <a:lvl4pPr marL="1371600" marR="0" lvl="3" indent="0"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rgbClr val="000000"/>
                    </a:solidFill>
                    <a:latin typeface="Arial"/>
                    <a:ea typeface="Arial"/>
                    <a:cs typeface="Arial"/>
                    <a:sym typeface="Arial"/>
                  </a:defRPr>
                </a:lvl4pPr>
                <a:lvl5pPr marL="1828800" marR="0" lvl="4" indent="0"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rgbClr val="000000"/>
                    </a:solidFill>
                    <a:latin typeface="Arial"/>
                    <a:ea typeface="Arial"/>
                    <a:cs typeface="Arial"/>
                    <a:sym typeface="Arial"/>
                  </a:defRPr>
                </a:lvl5pPr>
                <a:lvl6pPr marL="2286000" marR="0" lvl="5" indent="0"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rgbClr val="000000"/>
                    </a:solidFill>
                    <a:latin typeface="Arial"/>
                    <a:ea typeface="Arial"/>
                    <a:cs typeface="Arial"/>
                    <a:sym typeface="Arial"/>
                  </a:defRPr>
                </a:lvl6pPr>
                <a:lvl7pPr marL="2743200" marR="0" lvl="6" indent="0"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rgbClr val="000000"/>
                    </a:solidFill>
                    <a:latin typeface="Arial"/>
                    <a:ea typeface="Arial"/>
                    <a:cs typeface="Arial"/>
                    <a:sym typeface="Arial"/>
                  </a:defRPr>
                </a:lvl7pPr>
                <a:lvl8pPr marL="3200400" marR="0" lvl="7" indent="0"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rgbClr val="000000"/>
                    </a:solidFill>
                    <a:latin typeface="Arial"/>
                    <a:ea typeface="Arial"/>
                    <a:cs typeface="Arial"/>
                    <a:sym typeface="Arial"/>
                  </a:defRPr>
                </a:lvl8pPr>
                <a:lvl9pPr marL="3657600" marR="0" lvl="8" indent="0"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rgbClr val="000000"/>
                    </a:solidFill>
                    <a:latin typeface="Arial"/>
                    <a:ea typeface="Arial"/>
                    <a:cs typeface="Arial"/>
                    <a:sym typeface="Arial"/>
                  </a:defRPr>
                </a:lvl9pPr>
              </a:lstStyle>
              <a:p>
                <a:pPr defTabSz="849112">
                  <a:buClr>
                    <a:srgbClr val="1D252D"/>
                  </a:buClr>
                  <a:defRPr/>
                </a:pPr>
                <a:r>
                  <a:rPr lang="en-GB" sz="1021" kern="0" dirty="0">
                    <a:solidFill>
                      <a:prstClr val="white"/>
                    </a:solidFill>
                    <a:latin typeface="STC Forward" panose="00000500000000000000" pitchFamily="2" charset="-78"/>
                    <a:cs typeface="STC Forward" panose="00000500000000000000" pitchFamily="2" charset="-78"/>
                  </a:rPr>
                  <a:t>CF Projects</a:t>
                </a:r>
              </a:p>
            </p:txBody>
          </p:sp>
          <p:sp>
            <p:nvSpPr>
              <p:cNvPr id="28921" name="矩形 82">
                <a:extLst>
                  <a:ext uri="{FF2B5EF4-FFF2-40B4-BE49-F238E27FC236}">
                    <a16:creationId xmlns:a16="http://schemas.microsoft.com/office/drawing/2014/main" id="{14824DA7-9F1D-6D4D-03C7-0739DE7DB871}"/>
                  </a:ext>
                </a:extLst>
              </p:cNvPr>
              <p:cNvSpPr/>
              <p:nvPr/>
            </p:nvSpPr>
            <p:spPr bwMode="auto">
              <a:xfrm>
                <a:off x="7434388" y="2161479"/>
                <a:ext cx="45719" cy="182880"/>
              </a:xfrm>
              <a:prstGeom prst="rect">
                <a:avLst/>
              </a:prstGeom>
              <a:solidFill>
                <a:srgbClr val="1BCED8"/>
              </a:solidFill>
              <a:ln w="9525" cap="flat" cmpd="sng" algn="ctr">
                <a:solidFill>
                  <a:sysClr val="window" lastClr="FFFFFF"/>
                </a:solidFill>
                <a:prstDash val="solid"/>
              </a:ln>
              <a:effectLst>
                <a:outerShdw blurRad="101600" dir="2700000" sx="69000" sy="69000" algn="tl" rotWithShape="0">
                  <a:sysClr val="windowText" lastClr="000000">
                    <a:lumMod val="50000"/>
                    <a:lumOff val="50000"/>
                    <a:alpha val="52000"/>
                  </a:sysClr>
                </a:outerShdw>
              </a:effectLst>
            </p:spPr>
            <p:txBody>
              <a:bodyPr rot="0" spcFirstLastPara="0" vert="horz" wrap="square" lIns="63681" tIns="31841" rIns="63681" bIns="31841" numCol="1" spcCol="0" rtlCol="0" fromWordArt="0" anchor="ctr" anchorCtr="0" forceAA="0" compatLnSpc="1">
                <a:prstTxWarp prst="textNoShape">
                  <a:avLst/>
                </a:prstTxWarp>
                <a:noAutofit/>
              </a:bodyPr>
              <a:lstStyle>
                <a:defPPr>
                  <a:defRPr lang="en-US"/>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pPr algn="ctr" defTabSz="636834">
                  <a:defRPr/>
                </a:pPr>
                <a:endParaRPr lang="zh-CN" altLang="en-US" sz="1300" kern="0">
                  <a:solidFill>
                    <a:prstClr val="white"/>
                  </a:solidFill>
                  <a:latin typeface="Franklin Gothic Book"/>
                  <a:ea typeface="微软雅黑"/>
                </a:endParaRPr>
              </a:p>
            </p:txBody>
          </p:sp>
        </p:grpSp>
        <p:grpSp>
          <p:nvGrpSpPr>
            <p:cNvPr id="28916" name="Group 28915">
              <a:extLst>
                <a:ext uri="{FF2B5EF4-FFF2-40B4-BE49-F238E27FC236}">
                  <a16:creationId xmlns:a16="http://schemas.microsoft.com/office/drawing/2014/main" id="{4BD9B0B9-E52C-390E-4D22-646C724AA876}"/>
                </a:ext>
              </a:extLst>
            </p:cNvPr>
            <p:cNvGrpSpPr/>
            <p:nvPr/>
          </p:nvGrpSpPr>
          <p:grpSpPr>
            <a:xfrm>
              <a:off x="7851312" y="10560522"/>
              <a:ext cx="1177603" cy="182880"/>
              <a:chOff x="7434388" y="2161479"/>
              <a:chExt cx="1177603" cy="182880"/>
            </a:xfrm>
          </p:grpSpPr>
          <p:sp>
            <p:nvSpPr>
              <p:cNvPr id="28918" name="Title 1">
                <a:extLst>
                  <a:ext uri="{FF2B5EF4-FFF2-40B4-BE49-F238E27FC236}">
                    <a16:creationId xmlns:a16="http://schemas.microsoft.com/office/drawing/2014/main" id="{8A95C03D-CEF0-C660-DA5B-B9BF341DE791}"/>
                  </a:ext>
                </a:extLst>
              </p:cNvPr>
              <p:cNvSpPr txBox="1">
                <a:spLocks/>
              </p:cNvSpPr>
              <p:nvPr/>
            </p:nvSpPr>
            <p:spPr>
              <a:xfrm>
                <a:off x="7592684" y="2171715"/>
                <a:ext cx="1019307" cy="164976"/>
              </a:xfrm>
              <a:prstGeom prst="rect">
                <a:avLst/>
              </a:prstGeom>
              <a:noFill/>
              <a:ln>
                <a:noFill/>
              </a:ln>
            </p:spPr>
            <p:txBody>
              <a:bodyPr spcFirstLastPara="1" vert="horz" wrap="square" lIns="0" tIns="0" rIns="0" bIns="0" anchor="t" anchorCtr="0">
                <a:noAutofit/>
              </a:bodyPr>
              <a:lstStyle>
                <a:defPPr marR="0" lvl="0" algn="l" rtl="0">
                  <a:lnSpc>
                    <a:spcPct val="100000"/>
                  </a:lnSpc>
                  <a:spcBef>
                    <a:spcPts val="0"/>
                  </a:spcBef>
                  <a:spcAft>
                    <a:spcPts val="0"/>
                  </a:spcAft>
                  <a:defRPr lang="en-US"/>
                </a:defPPr>
                <a:lvl1pPr marL="0" marR="0" lvl="0" indent="0" algn="l" defTabSz="914400" rtl="0" eaLnBrk="1" latinLnBrk="0" hangingPunct="1">
                  <a:lnSpc>
                    <a:spcPct val="100000"/>
                  </a:lnSpc>
                  <a:spcBef>
                    <a:spcPts val="0"/>
                  </a:spcBef>
                  <a:spcAft>
                    <a:spcPts val="0"/>
                  </a:spcAft>
                  <a:buClr>
                    <a:schemeClr val="dk1"/>
                  </a:buClr>
                  <a:buSzPts val="4400"/>
                  <a:buFont typeface="Arial"/>
                  <a:buNone/>
                  <a:defRPr sz="2700" b="0" i="0" u="none" strike="noStrike" kern="1200" cap="none">
                    <a:solidFill>
                      <a:schemeClr val="bg2"/>
                    </a:solidFill>
                    <a:latin typeface="+mj-lt"/>
                    <a:ea typeface="Arial"/>
                    <a:cs typeface="STC Forward" panose="00000500000000000000" pitchFamily="50" charset="-78"/>
                    <a:sym typeface="Arial"/>
                  </a:defRPr>
                </a:lvl1pPr>
                <a:lvl2pPr marL="457200" marR="0" lvl="1" indent="0"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rgbClr val="000000"/>
                    </a:solidFill>
                    <a:latin typeface="Arial"/>
                    <a:ea typeface="Arial"/>
                    <a:cs typeface="Arial"/>
                    <a:sym typeface="Arial"/>
                  </a:defRPr>
                </a:lvl2pPr>
                <a:lvl3pPr marL="914400" marR="0" lvl="2" indent="0"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rgbClr val="000000"/>
                    </a:solidFill>
                    <a:latin typeface="Arial"/>
                    <a:ea typeface="Arial"/>
                    <a:cs typeface="Arial"/>
                    <a:sym typeface="Arial"/>
                  </a:defRPr>
                </a:lvl3pPr>
                <a:lvl4pPr marL="1371600" marR="0" lvl="3" indent="0"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rgbClr val="000000"/>
                    </a:solidFill>
                    <a:latin typeface="Arial"/>
                    <a:ea typeface="Arial"/>
                    <a:cs typeface="Arial"/>
                    <a:sym typeface="Arial"/>
                  </a:defRPr>
                </a:lvl4pPr>
                <a:lvl5pPr marL="1828800" marR="0" lvl="4" indent="0"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rgbClr val="000000"/>
                    </a:solidFill>
                    <a:latin typeface="Arial"/>
                    <a:ea typeface="Arial"/>
                    <a:cs typeface="Arial"/>
                    <a:sym typeface="Arial"/>
                  </a:defRPr>
                </a:lvl5pPr>
                <a:lvl6pPr marL="2286000" marR="0" lvl="5" indent="0"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rgbClr val="000000"/>
                    </a:solidFill>
                    <a:latin typeface="Arial"/>
                    <a:ea typeface="Arial"/>
                    <a:cs typeface="Arial"/>
                    <a:sym typeface="Arial"/>
                  </a:defRPr>
                </a:lvl6pPr>
                <a:lvl7pPr marL="2743200" marR="0" lvl="6" indent="0"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rgbClr val="000000"/>
                    </a:solidFill>
                    <a:latin typeface="Arial"/>
                    <a:ea typeface="Arial"/>
                    <a:cs typeface="Arial"/>
                    <a:sym typeface="Arial"/>
                  </a:defRPr>
                </a:lvl7pPr>
                <a:lvl8pPr marL="3200400" marR="0" lvl="7" indent="0"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rgbClr val="000000"/>
                    </a:solidFill>
                    <a:latin typeface="Arial"/>
                    <a:ea typeface="Arial"/>
                    <a:cs typeface="Arial"/>
                    <a:sym typeface="Arial"/>
                  </a:defRPr>
                </a:lvl8pPr>
                <a:lvl9pPr marL="3657600" marR="0" lvl="8" indent="0"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rgbClr val="000000"/>
                    </a:solidFill>
                    <a:latin typeface="Arial"/>
                    <a:ea typeface="Arial"/>
                    <a:cs typeface="Arial"/>
                    <a:sym typeface="Arial"/>
                  </a:defRPr>
                </a:lvl9pPr>
              </a:lstStyle>
              <a:p>
                <a:pPr defTabSz="849112">
                  <a:buClr>
                    <a:srgbClr val="1D252D"/>
                  </a:buClr>
                  <a:defRPr/>
                </a:pPr>
                <a:r>
                  <a:rPr lang="en-GB" sz="1021" kern="0" dirty="0">
                    <a:solidFill>
                      <a:prstClr val="white"/>
                    </a:solidFill>
                    <a:latin typeface="STC Forward" panose="00000500000000000000" pitchFamily="2" charset="-78"/>
                    <a:cs typeface="STC Forward" panose="00000500000000000000" pitchFamily="2" charset="-78"/>
                  </a:rPr>
                  <a:t>2026 Projects</a:t>
                </a:r>
              </a:p>
            </p:txBody>
          </p:sp>
          <p:sp>
            <p:nvSpPr>
              <p:cNvPr id="28919" name="矩形 82">
                <a:extLst>
                  <a:ext uri="{FF2B5EF4-FFF2-40B4-BE49-F238E27FC236}">
                    <a16:creationId xmlns:a16="http://schemas.microsoft.com/office/drawing/2014/main" id="{BA6A9276-9C6C-A965-83D8-F6EEF5DF24B7}"/>
                  </a:ext>
                </a:extLst>
              </p:cNvPr>
              <p:cNvSpPr/>
              <p:nvPr/>
            </p:nvSpPr>
            <p:spPr bwMode="auto">
              <a:xfrm>
                <a:off x="7434388" y="2161479"/>
                <a:ext cx="45719" cy="182880"/>
              </a:xfrm>
              <a:prstGeom prst="rect">
                <a:avLst/>
              </a:prstGeom>
              <a:solidFill>
                <a:schemeClr val="accent4"/>
              </a:solidFill>
              <a:ln w="9525" cap="flat" cmpd="sng" algn="ctr">
                <a:solidFill>
                  <a:sysClr val="window" lastClr="FFFFFF"/>
                </a:solidFill>
                <a:prstDash val="solid"/>
              </a:ln>
              <a:effectLst>
                <a:outerShdw blurRad="101600" dir="2700000" sx="69000" sy="69000" algn="tl" rotWithShape="0">
                  <a:sysClr val="windowText" lastClr="000000">
                    <a:lumMod val="50000"/>
                    <a:lumOff val="50000"/>
                    <a:alpha val="52000"/>
                  </a:sysClr>
                </a:outerShdw>
              </a:effectLst>
            </p:spPr>
            <p:txBody>
              <a:bodyPr rot="0" spcFirstLastPara="0" vert="horz" wrap="square" lIns="63681" tIns="31841" rIns="63681" bIns="31841" numCol="1" spcCol="0" rtlCol="0" fromWordArt="0" anchor="ctr" anchorCtr="0" forceAA="0" compatLnSpc="1">
                <a:prstTxWarp prst="textNoShape">
                  <a:avLst/>
                </a:prstTxWarp>
                <a:noAutofit/>
              </a:bodyPr>
              <a:lstStyle>
                <a:defPPr>
                  <a:defRPr lang="en-US"/>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pPr algn="ctr" defTabSz="636834">
                  <a:defRPr/>
                </a:pPr>
                <a:endParaRPr lang="zh-CN" altLang="en-US" sz="1300" kern="0">
                  <a:solidFill>
                    <a:prstClr val="white"/>
                  </a:solidFill>
                  <a:latin typeface="Franklin Gothic Book"/>
                  <a:ea typeface="微软雅黑"/>
                </a:endParaRPr>
              </a:p>
            </p:txBody>
          </p:sp>
        </p:grpSp>
        <p:sp>
          <p:nvSpPr>
            <p:cNvPr id="28917" name="TextBox 28916">
              <a:extLst>
                <a:ext uri="{FF2B5EF4-FFF2-40B4-BE49-F238E27FC236}">
                  <a16:creationId xmlns:a16="http://schemas.microsoft.com/office/drawing/2014/main" id="{B813805C-7EBE-60E0-9BCD-6951E482C136}"/>
                </a:ext>
              </a:extLst>
            </p:cNvPr>
            <p:cNvSpPr txBox="1"/>
            <p:nvPr/>
          </p:nvSpPr>
          <p:spPr>
            <a:xfrm>
              <a:off x="7307528" y="10484390"/>
              <a:ext cx="510138" cy="376336"/>
            </a:xfrm>
            <a:prstGeom prst="rect">
              <a:avLst/>
            </a:prstGeom>
            <a:noFill/>
          </p:spPr>
          <p:txBody>
            <a:bodyPr wrap="square">
              <a:spAutoFit/>
            </a:bodyPr>
            <a:lstStyle/>
            <a:p>
              <a:pPr algn="ctr" defTabSz="849139">
                <a:defRPr/>
              </a:pPr>
              <a:r>
                <a:rPr lang="en-US" sz="1671" b="1" kern="0" dirty="0">
                  <a:solidFill>
                    <a:prstClr val="white"/>
                  </a:solidFill>
                  <a:latin typeface="STC Forward" panose="00000500000000000000" pitchFamily="2" charset="-78"/>
                  <a:cs typeface="STC Forward" panose="00000500000000000000" pitchFamily="2" charset="-78"/>
                  <a:sym typeface="Century Gothic"/>
                </a:rPr>
                <a:t>54</a:t>
              </a:r>
              <a:endParaRPr lang="en-US" sz="1486" kern="0" dirty="0">
                <a:solidFill>
                  <a:prstClr val="white"/>
                </a:solidFill>
                <a:latin typeface="Calibri" panose="020F0502020204030204"/>
              </a:endParaRPr>
            </a:p>
          </p:txBody>
        </p:sp>
      </p:grpSp>
      <p:grpSp>
        <p:nvGrpSpPr>
          <p:cNvPr id="28922" name="Group 28921">
            <a:extLst>
              <a:ext uri="{FF2B5EF4-FFF2-40B4-BE49-F238E27FC236}">
                <a16:creationId xmlns:a16="http://schemas.microsoft.com/office/drawing/2014/main" id="{D0EA9D9A-073D-B07D-9AF5-C00357D98A14}"/>
              </a:ext>
            </a:extLst>
          </p:cNvPr>
          <p:cNvGrpSpPr/>
          <p:nvPr/>
        </p:nvGrpSpPr>
        <p:grpSpPr>
          <a:xfrm>
            <a:off x="420072" y="23431142"/>
            <a:ext cx="11042585" cy="378117"/>
            <a:chOff x="-4816" y="27016650"/>
            <a:chExt cx="11892015" cy="407203"/>
          </a:xfrm>
        </p:grpSpPr>
        <p:sp>
          <p:nvSpPr>
            <p:cNvPr id="28923" name="Rectangle 28922">
              <a:extLst>
                <a:ext uri="{FF2B5EF4-FFF2-40B4-BE49-F238E27FC236}">
                  <a16:creationId xmlns:a16="http://schemas.microsoft.com/office/drawing/2014/main" id="{4E4ED66C-BACE-04C6-4967-7B2CDDD3FE04}"/>
                </a:ext>
              </a:extLst>
            </p:cNvPr>
            <p:cNvSpPr>
              <a:spLocks/>
            </p:cNvSpPr>
            <p:nvPr/>
          </p:nvSpPr>
          <p:spPr>
            <a:xfrm>
              <a:off x="-4816" y="27030498"/>
              <a:ext cx="11892015" cy="358007"/>
            </a:xfrm>
            <a:prstGeom prst="rect">
              <a:avLst/>
            </a:prstGeom>
            <a:solidFill>
              <a:srgbClr val="FF37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24556"/>
              <a:endParaRPr lang="en-US" sz="1671" dirty="0">
                <a:solidFill>
                  <a:prstClr val="white"/>
                </a:solidFill>
                <a:latin typeface="Calibri" panose="020F0502020204030204"/>
              </a:endParaRPr>
            </a:p>
          </p:txBody>
        </p:sp>
        <p:sp>
          <p:nvSpPr>
            <p:cNvPr id="28924" name="TextBox 28923">
              <a:extLst>
                <a:ext uri="{FF2B5EF4-FFF2-40B4-BE49-F238E27FC236}">
                  <a16:creationId xmlns:a16="http://schemas.microsoft.com/office/drawing/2014/main" id="{E2968A11-74FC-FDFB-AA4E-128817FEF480}"/>
                </a:ext>
              </a:extLst>
            </p:cNvPr>
            <p:cNvSpPr txBox="1"/>
            <p:nvPr/>
          </p:nvSpPr>
          <p:spPr>
            <a:xfrm>
              <a:off x="986588" y="27016650"/>
              <a:ext cx="9909206" cy="407203"/>
            </a:xfrm>
            <a:prstGeom prst="rect">
              <a:avLst/>
            </a:prstGeom>
            <a:noFill/>
            <a:ln>
              <a:noFill/>
            </a:ln>
          </p:spPr>
          <p:txBody>
            <a:bodyPr wrap="square" rtlCol="0">
              <a:spAutoFit/>
            </a:bodyPr>
            <a:lstStyle/>
            <a:p>
              <a:pPr algn="ctr" defTabSz="424556"/>
              <a:r>
                <a:rPr lang="en-US" sz="1857" b="1" dirty="0">
                  <a:solidFill>
                    <a:prstClr val="white"/>
                  </a:solidFill>
                  <a:latin typeface="STC Forward" panose="00000500000000000000" pitchFamily="2" charset="-78"/>
                  <a:cs typeface="STC Forward" panose="00000500000000000000" pitchFamily="2" charset="-78"/>
                </a:rPr>
                <a:t>Technology Strategy and Architecture Sector</a:t>
              </a:r>
            </a:p>
          </p:txBody>
        </p:sp>
      </p:grpSp>
      <p:sp>
        <p:nvSpPr>
          <p:cNvPr id="28925" name="TextBox 28924">
            <a:extLst>
              <a:ext uri="{FF2B5EF4-FFF2-40B4-BE49-F238E27FC236}">
                <a16:creationId xmlns:a16="http://schemas.microsoft.com/office/drawing/2014/main" id="{20CB266B-7ECD-F245-4AC4-8F5550DD6D64}"/>
              </a:ext>
            </a:extLst>
          </p:cNvPr>
          <p:cNvSpPr txBox="1"/>
          <p:nvPr/>
        </p:nvSpPr>
        <p:spPr>
          <a:xfrm>
            <a:off x="3813681" y="9103310"/>
            <a:ext cx="1436400" cy="292388"/>
          </a:xfrm>
          <a:prstGeom prst="rect">
            <a:avLst/>
          </a:prstGeom>
          <a:noFill/>
        </p:spPr>
        <p:txBody>
          <a:bodyPr wrap="square">
            <a:spAutoFit/>
          </a:bodyPr>
          <a:lstStyle/>
          <a:p>
            <a:pPr algn="ctr" defTabSz="424556"/>
            <a:r>
              <a:rPr lang="en-US" sz="1300" b="1" dirty="0">
                <a:solidFill>
                  <a:srgbClr val="F5375E"/>
                </a:solidFill>
                <a:latin typeface="Calibri" panose="020F0502020204030204" pitchFamily="34" charset="0"/>
                <a:ea typeface="Times New Roman" panose="02020603050405020304" pitchFamily="18" charset="0"/>
              </a:rPr>
              <a:t>Status Breakdown</a:t>
            </a:r>
            <a:endParaRPr lang="en-US" sz="1300" b="1" dirty="0">
              <a:solidFill>
                <a:srgbClr val="F5375E"/>
              </a:solidFill>
              <a:latin typeface="Times New Roman" panose="02020603050405020304" pitchFamily="18" charset="0"/>
              <a:ea typeface="Aptos" panose="020B0004020202020204" pitchFamily="34" charset="0"/>
            </a:endParaRPr>
          </a:p>
        </p:txBody>
      </p:sp>
      <p:sp>
        <p:nvSpPr>
          <p:cNvPr id="28926" name="TextBox 28925">
            <a:extLst>
              <a:ext uri="{FF2B5EF4-FFF2-40B4-BE49-F238E27FC236}">
                <a16:creationId xmlns:a16="http://schemas.microsoft.com/office/drawing/2014/main" id="{EBD54997-222A-4386-8F4E-5FF48ED11834}"/>
              </a:ext>
            </a:extLst>
          </p:cNvPr>
          <p:cNvSpPr txBox="1"/>
          <p:nvPr/>
        </p:nvSpPr>
        <p:spPr>
          <a:xfrm>
            <a:off x="8303881" y="9103310"/>
            <a:ext cx="1611708" cy="292388"/>
          </a:xfrm>
          <a:prstGeom prst="rect">
            <a:avLst/>
          </a:prstGeom>
          <a:noFill/>
        </p:spPr>
        <p:txBody>
          <a:bodyPr wrap="square">
            <a:spAutoFit/>
          </a:bodyPr>
          <a:lstStyle/>
          <a:p>
            <a:pPr algn="ctr" defTabSz="424556"/>
            <a:r>
              <a:rPr lang="en-US" sz="1300" b="1" dirty="0">
                <a:solidFill>
                  <a:srgbClr val="F5375E"/>
                </a:solidFill>
                <a:latin typeface="Calibri" panose="020F0502020204030204" pitchFamily="34" charset="0"/>
                <a:ea typeface="Times New Roman" panose="02020603050405020304" pitchFamily="18" charset="0"/>
              </a:rPr>
              <a:t>Project Classification</a:t>
            </a:r>
            <a:endParaRPr lang="en-US" sz="1300" b="1" dirty="0">
              <a:solidFill>
                <a:srgbClr val="F5375E"/>
              </a:solidFill>
              <a:latin typeface="Times New Roman" panose="02020603050405020304" pitchFamily="18" charset="0"/>
              <a:ea typeface="Aptos" panose="020B0004020202020204" pitchFamily="34" charset="0"/>
            </a:endParaRPr>
          </a:p>
        </p:txBody>
      </p:sp>
      <p:sp>
        <p:nvSpPr>
          <p:cNvPr id="28927" name="Up-Down Arrow 14">
            <a:extLst>
              <a:ext uri="{FF2B5EF4-FFF2-40B4-BE49-F238E27FC236}">
                <a16:creationId xmlns:a16="http://schemas.microsoft.com/office/drawing/2014/main" id="{B33161A6-1421-8308-3B61-C0D3A56C80D0}"/>
              </a:ext>
            </a:extLst>
          </p:cNvPr>
          <p:cNvSpPr/>
          <p:nvPr/>
        </p:nvSpPr>
        <p:spPr>
          <a:xfrm>
            <a:off x="4396469" y="9386850"/>
            <a:ext cx="135412" cy="172412"/>
          </a:xfrm>
          <a:prstGeom prst="upDownArrow">
            <a:avLst>
              <a:gd name="adj1" fmla="val 33671"/>
              <a:gd name="adj2" fmla="val 50000"/>
            </a:avLst>
          </a:prstGeom>
          <a:solidFill>
            <a:srgbClr val="FFFFFF"/>
          </a:solidFill>
          <a:ln w="12700" cap="flat" cmpd="sng" algn="ctr">
            <a:noFill/>
            <a:prstDash val="solid"/>
            <a:miter lim="800000"/>
          </a:ln>
          <a:effectLst/>
        </p:spPr>
        <p:txBody>
          <a:bodyPr rtlCol="0" anchor="ctr"/>
          <a:lstStyle/>
          <a:p>
            <a:pPr algn="ctr" defTabSz="849112">
              <a:defRPr/>
            </a:pPr>
            <a:endParaRPr lang="en-US" sz="1671" kern="0">
              <a:solidFill>
                <a:srgbClr val="FFFFFF"/>
              </a:solidFill>
              <a:latin typeface="Arial"/>
            </a:endParaRPr>
          </a:p>
        </p:txBody>
      </p:sp>
      <p:sp>
        <p:nvSpPr>
          <p:cNvPr id="28928" name="Up-Down Arrow 14">
            <a:extLst>
              <a:ext uri="{FF2B5EF4-FFF2-40B4-BE49-F238E27FC236}">
                <a16:creationId xmlns:a16="http://schemas.microsoft.com/office/drawing/2014/main" id="{130DC26F-6C2E-FC93-CE8B-76D6A3023D37}"/>
              </a:ext>
            </a:extLst>
          </p:cNvPr>
          <p:cNvSpPr/>
          <p:nvPr/>
        </p:nvSpPr>
        <p:spPr>
          <a:xfrm>
            <a:off x="9072068" y="9386850"/>
            <a:ext cx="135412" cy="172412"/>
          </a:xfrm>
          <a:prstGeom prst="upDownArrow">
            <a:avLst>
              <a:gd name="adj1" fmla="val 33671"/>
              <a:gd name="adj2" fmla="val 50000"/>
            </a:avLst>
          </a:prstGeom>
          <a:solidFill>
            <a:srgbClr val="FFFFFF"/>
          </a:solidFill>
          <a:ln w="12700" cap="flat" cmpd="sng" algn="ctr">
            <a:noFill/>
            <a:prstDash val="solid"/>
            <a:miter lim="800000"/>
          </a:ln>
          <a:effectLst/>
        </p:spPr>
        <p:txBody>
          <a:bodyPr rtlCol="0" anchor="ctr"/>
          <a:lstStyle/>
          <a:p>
            <a:pPr algn="ctr" defTabSz="849112">
              <a:defRPr/>
            </a:pPr>
            <a:endParaRPr lang="en-US" sz="1671" kern="0">
              <a:solidFill>
                <a:srgbClr val="FFFFFF"/>
              </a:solidFill>
              <a:latin typeface="Arial"/>
            </a:endParaRPr>
          </a:p>
        </p:txBody>
      </p:sp>
      <p:grpSp>
        <p:nvGrpSpPr>
          <p:cNvPr id="28929" name="Group 28928">
            <a:extLst>
              <a:ext uri="{FF2B5EF4-FFF2-40B4-BE49-F238E27FC236}">
                <a16:creationId xmlns:a16="http://schemas.microsoft.com/office/drawing/2014/main" id="{05BE1B07-D83E-F09E-FD61-1F9660FBF241}"/>
              </a:ext>
            </a:extLst>
          </p:cNvPr>
          <p:cNvGrpSpPr/>
          <p:nvPr/>
        </p:nvGrpSpPr>
        <p:grpSpPr>
          <a:xfrm>
            <a:off x="777044" y="14832362"/>
            <a:ext cx="10333118" cy="2717755"/>
            <a:chOff x="379616" y="15693912"/>
            <a:chExt cx="11127973" cy="2926813"/>
          </a:xfrm>
        </p:grpSpPr>
        <p:sp>
          <p:nvSpPr>
            <p:cNvPr id="28930" name="Rounded Rectangle 116">
              <a:extLst>
                <a:ext uri="{FF2B5EF4-FFF2-40B4-BE49-F238E27FC236}">
                  <a16:creationId xmlns:a16="http://schemas.microsoft.com/office/drawing/2014/main" id="{B871DAC2-D2AB-24B9-5507-65D88A05B19E}"/>
                </a:ext>
              </a:extLst>
            </p:cNvPr>
            <p:cNvSpPr/>
            <p:nvPr/>
          </p:nvSpPr>
          <p:spPr>
            <a:xfrm>
              <a:off x="379616" y="15693912"/>
              <a:ext cx="5541966" cy="349376"/>
            </a:xfrm>
            <a:prstGeom prst="roundRect">
              <a:avLst/>
            </a:prstGeom>
            <a:solidFill>
              <a:srgbClr val="4F008C"/>
            </a:solidFill>
            <a:ln w="25400" cap="flat">
              <a:noFill/>
              <a:prstDash val="solid"/>
              <a:round/>
            </a:ln>
            <a:effectLst/>
            <a:sp3d/>
          </p:spPr>
          <p:txBody>
            <a:bodyPr rot="0" spcFirstLastPara="1" vertOverflow="overflow" horzOverflow="overflow" vert="horz" wrap="square" lIns="33429" tIns="33429" rIns="33429" bIns="33429" numCol="1" spcCol="38100" rtlCol="0" anchor="ctr">
              <a:noAutofit/>
            </a:bodyPr>
            <a:lstStyle/>
            <a:p>
              <a:pPr marL="849139" defTabSz="849125">
                <a:defRPr/>
              </a:pPr>
              <a:endParaRPr lang="en-US" sz="1114" b="1" kern="0" dirty="0">
                <a:solidFill>
                  <a:srgbClr val="FFDD40"/>
                </a:solidFill>
                <a:latin typeface="Arial"/>
                <a:ea typeface="Calibri Light"/>
                <a:cs typeface="Calibri Light"/>
                <a:sym typeface="Calibri Light"/>
              </a:endParaRPr>
            </a:p>
          </p:txBody>
        </p:sp>
        <p:sp>
          <p:nvSpPr>
            <p:cNvPr id="28931" name="Rounded Rectangle 116">
              <a:extLst>
                <a:ext uri="{FF2B5EF4-FFF2-40B4-BE49-F238E27FC236}">
                  <a16:creationId xmlns:a16="http://schemas.microsoft.com/office/drawing/2014/main" id="{51FEA891-F1A5-9B97-2879-9325C191B200}"/>
                </a:ext>
              </a:extLst>
            </p:cNvPr>
            <p:cNvSpPr/>
            <p:nvPr/>
          </p:nvSpPr>
          <p:spPr>
            <a:xfrm>
              <a:off x="5965623" y="15693912"/>
              <a:ext cx="5541966" cy="349376"/>
            </a:xfrm>
            <a:prstGeom prst="roundRect">
              <a:avLst/>
            </a:prstGeom>
            <a:solidFill>
              <a:srgbClr val="4F008C"/>
            </a:solidFill>
            <a:ln w="25400" cap="flat">
              <a:noFill/>
              <a:prstDash val="solid"/>
              <a:round/>
            </a:ln>
            <a:effectLst/>
            <a:sp3d/>
          </p:spPr>
          <p:txBody>
            <a:bodyPr rot="0" spcFirstLastPara="1" vertOverflow="overflow" horzOverflow="overflow" vert="horz" wrap="square" lIns="33429" tIns="33429" rIns="33429" bIns="33429" numCol="1" spcCol="38100" rtlCol="0" anchor="ctr">
              <a:noAutofit/>
            </a:bodyPr>
            <a:lstStyle/>
            <a:p>
              <a:pPr marL="849139" algn="ctr" defTabSz="849125">
                <a:defRPr/>
              </a:pPr>
              <a:endParaRPr lang="en-US" sz="1114" b="1" kern="0" dirty="0">
                <a:solidFill>
                  <a:srgbClr val="FFDD40"/>
                </a:solidFill>
                <a:latin typeface="Arial"/>
                <a:ea typeface="Calibri Light"/>
                <a:cs typeface="Calibri Light"/>
                <a:sym typeface="Calibri Light"/>
              </a:endParaRPr>
            </a:p>
          </p:txBody>
        </p:sp>
        <p:sp>
          <p:nvSpPr>
            <p:cNvPr id="28932" name="TextBox 28931">
              <a:extLst>
                <a:ext uri="{FF2B5EF4-FFF2-40B4-BE49-F238E27FC236}">
                  <a16:creationId xmlns:a16="http://schemas.microsoft.com/office/drawing/2014/main" id="{7BA3F687-163A-7808-D482-620A637AF684}"/>
                </a:ext>
              </a:extLst>
            </p:cNvPr>
            <p:cNvSpPr txBox="1"/>
            <p:nvPr/>
          </p:nvSpPr>
          <p:spPr>
            <a:xfrm>
              <a:off x="852964" y="15720227"/>
              <a:ext cx="4595271" cy="268614"/>
            </a:xfrm>
            <a:prstGeom prst="rect">
              <a:avLst/>
            </a:prstGeom>
            <a:noFill/>
          </p:spPr>
          <p:txBody>
            <a:bodyPr wrap="square">
              <a:spAutoFit/>
            </a:bodyPr>
            <a:lstStyle/>
            <a:p>
              <a:pPr defTabSz="424556"/>
              <a:r>
                <a:rPr lang="en-US" sz="1021" b="1" dirty="0">
                  <a:solidFill>
                    <a:srgbClr val="FFFFFF"/>
                  </a:solidFill>
                  <a:latin typeface="STC Forward" panose="00000500000000000000" pitchFamily="2" charset="-78"/>
                  <a:cs typeface="STC Forward" panose="00000500000000000000" pitchFamily="2" charset="-78"/>
                </a:rPr>
                <a:t>The Projects Have A Pib But Have Not Yet Been Received By RFX</a:t>
              </a:r>
              <a:endParaRPr lang="en-US" sz="1671" dirty="0">
                <a:solidFill>
                  <a:prstClr val="black"/>
                </a:solidFill>
                <a:latin typeface="STC Forward" panose="00000500000000000000" pitchFamily="2" charset="-78"/>
                <a:cs typeface="STC Forward" panose="00000500000000000000" pitchFamily="2" charset="-78"/>
              </a:endParaRPr>
            </a:p>
          </p:txBody>
        </p:sp>
        <p:sp>
          <p:nvSpPr>
            <p:cNvPr id="28933" name="TextBox 28932">
              <a:extLst>
                <a:ext uri="{FF2B5EF4-FFF2-40B4-BE49-F238E27FC236}">
                  <a16:creationId xmlns:a16="http://schemas.microsoft.com/office/drawing/2014/main" id="{15E9BC4F-4B99-5582-B5B7-9059275639B5}"/>
                </a:ext>
              </a:extLst>
            </p:cNvPr>
            <p:cNvSpPr txBox="1"/>
            <p:nvPr/>
          </p:nvSpPr>
          <p:spPr>
            <a:xfrm>
              <a:off x="6755441" y="15720227"/>
              <a:ext cx="4055436" cy="268614"/>
            </a:xfrm>
            <a:prstGeom prst="rect">
              <a:avLst/>
            </a:prstGeom>
            <a:noFill/>
          </p:spPr>
          <p:txBody>
            <a:bodyPr wrap="square">
              <a:spAutoFit/>
            </a:bodyPr>
            <a:lstStyle/>
            <a:p>
              <a:pPr algn="ctr" defTabSz="424556"/>
              <a:r>
                <a:rPr lang="en-US" sz="1021" b="1" dirty="0">
                  <a:solidFill>
                    <a:srgbClr val="FFFFFF"/>
                  </a:solidFill>
                  <a:latin typeface="STC Forward" panose="00000500000000000000" pitchFamily="2" charset="-78"/>
                  <a:cs typeface="STC Forward" panose="00000500000000000000" pitchFamily="2" charset="-78"/>
                </a:rPr>
                <a:t>Direct Value MPA Projects Status</a:t>
              </a:r>
            </a:p>
          </p:txBody>
        </p:sp>
        <p:grpSp>
          <p:nvGrpSpPr>
            <p:cNvPr id="28934" name="Group 28933">
              <a:extLst>
                <a:ext uri="{FF2B5EF4-FFF2-40B4-BE49-F238E27FC236}">
                  <a16:creationId xmlns:a16="http://schemas.microsoft.com/office/drawing/2014/main" id="{94FC2E75-0113-7363-B8DF-18B2DD141161}"/>
                </a:ext>
              </a:extLst>
            </p:cNvPr>
            <p:cNvGrpSpPr/>
            <p:nvPr/>
          </p:nvGrpSpPr>
          <p:grpSpPr>
            <a:xfrm>
              <a:off x="379616" y="16092633"/>
              <a:ext cx="5541966" cy="2528092"/>
              <a:chOff x="379616" y="16067233"/>
              <a:chExt cx="5541966" cy="2528092"/>
            </a:xfrm>
          </p:grpSpPr>
          <p:sp>
            <p:nvSpPr>
              <p:cNvPr id="28952" name="Rounded Rectangle 116">
                <a:extLst>
                  <a:ext uri="{FF2B5EF4-FFF2-40B4-BE49-F238E27FC236}">
                    <a16:creationId xmlns:a16="http://schemas.microsoft.com/office/drawing/2014/main" id="{E1088EC0-8C53-189C-D683-6F7A4D75FC11}"/>
                  </a:ext>
                </a:extLst>
              </p:cNvPr>
              <p:cNvSpPr/>
              <p:nvPr/>
            </p:nvSpPr>
            <p:spPr>
              <a:xfrm>
                <a:off x="379616" y="16067233"/>
                <a:ext cx="3077961" cy="349376"/>
              </a:xfrm>
              <a:prstGeom prst="roundRect">
                <a:avLst/>
              </a:prstGeom>
              <a:solidFill>
                <a:srgbClr val="4F008C"/>
              </a:solidFill>
              <a:ln w="25400" cap="flat">
                <a:noFill/>
                <a:prstDash val="solid"/>
                <a:round/>
              </a:ln>
              <a:effectLst/>
              <a:sp3d/>
            </p:spPr>
            <p:txBody>
              <a:bodyPr rot="0" spcFirstLastPara="1" vertOverflow="overflow" horzOverflow="overflow" vert="horz" wrap="square" lIns="33429" tIns="33429" rIns="33429" bIns="33429" numCol="1" spcCol="38100" rtlCol="0" anchor="ctr">
                <a:noAutofit/>
              </a:bodyPr>
              <a:lstStyle/>
              <a:p>
                <a:pPr marL="849139" defTabSz="849125">
                  <a:defRPr/>
                </a:pPr>
                <a:endParaRPr lang="en-US" sz="1114" b="1" kern="0" dirty="0">
                  <a:solidFill>
                    <a:srgbClr val="FFDD40"/>
                  </a:solidFill>
                  <a:latin typeface="Arial"/>
                  <a:ea typeface="Calibri Light"/>
                  <a:cs typeface="Calibri Light"/>
                  <a:sym typeface="Calibri Light"/>
                </a:endParaRPr>
              </a:p>
            </p:txBody>
          </p:sp>
          <p:sp>
            <p:nvSpPr>
              <p:cNvPr id="28953" name="Rounded Rectangle 116">
                <a:extLst>
                  <a:ext uri="{FF2B5EF4-FFF2-40B4-BE49-F238E27FC236}">
                    <a16:creationId xmlns:a16="http://schemas.microsoft.com/office/drawing/2014/main" id="{263ACC69-2003-BE0B-3B0F-84A03EA4037F}"/>
                  </a:ext>
                </a:extLst>
              </p:cNvPr>
              <p:cNvSpPr/>
              <p:nvPr/>
            </p:nvSpPr>
            <p:spPr>
              <a:xfrm>
                <a:off x="3524252" y="16067844"/>
                <a:ext cx="2397330" cy="349376"/>
              </a:xfrm>
              <a:prstGeom prst="roundRect">
                <a:avLst/>
              </a:prstGeom>
              <a:solidFill>
                <a:srgbClr val="4F008C"/>
              </a:solidFill>
              <a:ln w="25400" cap="flat">
                <a:noFill/>
                <a:prstDash val="solid"/>
                <a:round/>
              </a:ln>
              <a:effectLst/>
              <a:sp3d/>
            </p:spPr>
            <p:txBody>
              <a:bodyPr rot="0" spcFirstLastPara="1" vertOverflow="overflow" horzOverflow="overflow" vert="horz" wrap="square" lIns="33429" tIns="33429" rIns="33429" bIns="33429" numCol="1" spcCol="38100" rtlCol="0" anchor="ctr">
                <a:noAutofit/>
              </a:bodyPr>
              <a:lstStyle/>
              <a:p>
                <a:pPr marL="849139" defTabSz="849125">
                  <a:defRPr/>
                </a:pPr>
                <a:endParaRPr lang="en-US" sz="1114" b="1" kern="0" dirty="0">
                  <a:solidFill>
                    <a:srgbClr val="FFDD40"/>
                  </a:solidFill>
                  <a:latin typeface="Arial"/>
                  <a:ea typeface="Calibri Light"/>
                  <a:cs typeface="Calibri Light"/>
                  <a:sym typeface="Calibri Light"/>
                </a:endParaRPr>
              </a:p>
            </p:txBody>
          </p:sp>
          <p:sp>
            <p:nvSpPr>
              <p:cNvPr id="28954" name="Rounded Rectangle 117">
                <a:extLst>
                  <a:ext uri="{FF2B5EF4-FFF2-40B4-BE49-F238E27FC236}">
                    <a16:creationId xmlns:a16="http://schemas.microsoft.com/office/drawing/2014/main" id="{E55F910A-8881-79B2-889E-D34AC254FEA1}"/>
                  </a:ext>
                </a:extLst>
              </p:cNvPr>
              <p:cNvSpPr/>
              <p:nvPr/>
            </p:nvSpPr>
            <p:spPr>
              <a:xfrm>
                <a:off x="379616" y="16489820"/>
                <a:ext cx="3077961" cy="310477"/>
              </a:xfrm>
              <a:prstGeom prst="roundRect">
                <a:avLst/>
              </a:prstGeom>
              <a:solidFill>
                <a:srgbClr val="F9FAFB"/>
              </a:solidFill>
              <a:ln w="12700" cap="flat">
                <a:noFill/>
                <a:prstDash val="solid"/>
                <a:round/>
              </a:ln>
              <a:effectLst/>
              <a:sp3d/>
            </p:spPr>
            <p:txBody>
              <a:bodyPr rot="0" spcFirstLastPara="1" vertOverflow="overflow" horzOverflow="overflow" vert="horz" wrap="square" lIns="33429" tIns="33429" rIns="33429" bIns="33429" numCol="1" spcCol="38100" rtlCol="0" anchor="ctr">
                <a:noAutofit/>
              </a:bodyPr>
              <a:lstStyle/>
              <a:p>
                <a:pPr algn="ctr" defTabSz="849125">
                  <a:defRPr/>
                </a:pPr>
                <a:r>
                  <a:rPr lang="en-US" sz="1021" kern="0" dirty="0">
                    <a:solidFill>
                      <a:prstClr val="black"/>
                    </a:solidFill>
                    <a:latin typeface="STC Forward" panose="00000500000000000000" pitchFamily="2" charset="-78"/>
                    <a:ea typeface="Calibri Light"/>
                    <a:cs typeface="STC Forward" panose="00000500000000000000" pitchFamily="2" charset="-78"/>
                    <a:sym typeface="Calibri Light"/>
                  </a:rPr>
                  <a:t>Envelope 2026</a:t>
                </a:r>
              </a:p>
            </p:txBody>
          </p:sp>
          <p:sp>
            <p:nvSpPr>
              <p:cNvPr id="28955" name="Rounded Rectangle 117">
                <a:extLst>
                  <a:ext uri="{FF2B5EF4-FFF2-40B4-BE49-F238E27FC236}">
                    <a16:creationId xmlns:a16="http://schemas.microsoft.com/office/drawing/2014/main" id="{ECCAB28B-A3F8-EF80-0876-D5ED180CA779}"/>
                  </a:ext>
                </a:extLst>
              </p:cNvPr>
              <p:cNvSpPr/>
              <p:nvPr/>
            </p:nvSpPr>
            <p:spPr>
              <a:xfrm>
                <a:off x="3503613" y="16489820"/>
                <a:ext cx="2397330" cy="310477"/>
              </a:xfrm>
              <a:prstGeom prst="roundRect">
                <a:avLst/>
              </a:prstGeom>
              <a:solidFill>
                <a:srgbClr val="F9F9F9"/>
              </a:solidFill>
              <a:ln w="12700" cap="flat">
                <a:noFill/>
                <a:prstDash val="solid"/>
                <a:round/>
              </a:ln>
              <a:effectLst/>
              <a:sp3d/>
            </p:spPr>
            <p:txBody>
              <a:bodyPr rot="0" spcFirstLastPara="1" vertOverflow="overflow" horzOverflow="overflow" vert="horz" wrap="square" lIns="33429" tIns="33429" rIns="33429" bIns="33429" numCol="1" spcCol="38100" rtlCol="0" anchor="ctr">
                <a:noAutofit/>
              </a:bodyPr>
              <a:lstStyle/>
              <a:p>
                <a:pPr algn="ctr" defTabSz="849125">
                  <a:defRPr/>
                </a:pPr>
                <a:r>
                  <a:rPr lang="en-US" sz="1114" b="1" kern="0" dirty="0">
                    <a:solidFill>
                      <a:prstClr val="black"/>
                    </a:solidFill>
                    <a:latin typeface="STC Forward" panose="00000500000000000000" pitchFamily="2" charset="-78"/>
                    <a:ea typeface="Calibri Light"/>
                    <a:cs typeface="STC Forward" panose="00000500000000000000" pitchFamily="2" charset="-78"/>
                    <a:sym typeface="Calibri Light"/>
                  </a:rPr>
                  <a:t>73</a:t>
                </a:r>
              </a:p>
            </p:txBody>
          </p:sp>
          <p:sp>
            <p:nvSpPr>
              <p:cNvPr id="28956" name="Rounded Rectangle 117">
                <a:extLst>
                  <a:ext uri="{FF2B5EF4-FFF2-40B4-BE49-F238E27FC236}">
                    <a16:creationId xmlns:a16="http://schemas.microsoft.com/office/drawing/2014/main" id="{047E2461-0CEA-5794-2745-59C759B3E5F3}"/>
                  </a:ext>
                </a:extLst>
              </p:cNvPr>
              <p:cNvSpPr/>
              <p:nvPr/>
            </p:nvSpPr>
            <p:spPr>
              <a:xfrm>
                <a:off x="379616" y="16849033"/>
                <a:ext cx="3077961" cy="310477"/>
              </a:xfrm>
              <a:prstGeom prst="roundRect">
                <a:avLst/>
              </a:prstGeom>
              <a:solidFill>
                <a:srgbClr val="F9F9F9"/>
              </a:solidFill>
              <a:ln w="12700" cap="flat">
                <a:noFill/>
                <a:prstDash val="solid"/>
                <a:round/>
              </a:ln>
              <a:effectLst/>
              <a:sp3d/>
            </p:spPr>
            <p:txBody>
              <a:bodyPr rot="0" spcFirstLastPara="1" vertOverflow="overflow" horzOverflow="overflow" vert="horz" wrap="square" lIns="33429" tIns="33429" rIns="33429" bIns="33429" numCol="1" spcCol="38100" rtlCol="0" anchor="ctr">
                <a:noAutofit/>
              </a:bodyPr>
              <a:lstStyle/>
              <a:p>
                <a:pPr algn="ctr" defTabSz="849125">
                  <a:defRPr/>
                </a:pPr>
                <a:r>
                  <a:rPr lang="en-US" sz="1021" kern="0" dirty="0">
                    <a:solidFill>
                      <a:prstClr val="black"/>
                    </a:solidFill>
                    <a:latin typeface="STC Forward" panose="00000500000000000000" pitchFamily="2" charset="-78"/>
                    <a:ea typeface="Calibri Light"/>
                    <a:cs typeface="STC Forward" panose="00000500000000000000" pitchFamily="2" charset="-78"/>
                    <a:sym typeface="Calibri Light"/>
                  </a:rPr>
                  <a:t>Envelope 2025</a:t>
                </a:r>
              </a:p>
            </p:txBody>
          </p:sp>
          <p:sp>
            <p:nvSpPr>
              <p:cNvPr id="28957" name="Rounded Rectangle 117">
                <a:extLst>
                  <a:ext uri="{FF2B5EF4-FFF2-40B4-BE49-F238E27FC236}">
                    <a16:creationId xmlns:a16="http://schemas.microsoft.com/office/drawing/2014/main" id="{59D5FC45-B7E6-953F-F84A-8F86AFD58B1A}"/>
                  </a:ext>
                </a:extLst>
              </p:cNvPr>
              <p:cNvSpPr/>
              <p:nvPr/>
            </p:nvSpPr>
            <p:spPr>
              <a:xfrm>
                <a:off x="3503613" y="16849033"/>
                <a:ext cx="2397330" cy="310477"/>
              </a:xfrm>
              <a:prstGeom prst="roundRect">
                <a:avLst/>
              </a:prstGeom>
              <a:solidFill>
                <a:srgbClr val="F9F9F9"/>
              </a:solidFill>
              <a:ln w="12700" cap="flat">
                <a:noFill/>
                <a:prstDash val="solid"/>
                <a:round/>
              </a:ln>
              <a:effectLst/>
              <a:sp3d/>
            </p:spPr>
            <p:txBody>
              <a:bodyPr rot="0" spcFirstLastPara="1" vertOverflow="overflow" horzOverflow="overflow" vert="horz" wrap="square" lIns="33429" tIns="33429" rIns="33429" bIns="33429" numCol="1" spcCol="38100" rtlCol="0" anchor="ctr">
                <a:noAutofit/>
              </a:bodyPr>
              <a:lstStyle/>
              <a:p>
                <a:pPr algn="ctr" defTabSz="849125">
                  <a:defRPr/>
                </a:pPr>
                <a:r>
                  <a:rPr lang="en-US" sz="1114" b="1" kern="0" dirty="0">
                    <a:solidFill>
                      <a:prstClr val="black"/>
                    </a:solidFill>
                    <a:latin typeface="STC Forward" panose="00000500000000000000" pitchFamily="2" charset="-78"/>
                    <a:ea typeface="Calibri Light"/>
                    <a:cs typeface="STC Forward" panose="00000500000000000000" pitchFamily="2" charset="-78"/>
                    <a:sym typeface="Calibri Light"/>
                  </a:rPr>
                  <a:t>10</a:t>
                </a:r>
              </a:p>
            </p:txBody>
          </p:sp>
          <p:sp>
            <p:nvSpPr>
              <p:cNvPr id="28958" name="Rounded Rectangle 117">
                <a:extLst>
                  <a:ext uri="{FF2B5EF4-FFF2-40B4-BE49-F238E27FC236}">
                    <a16:creationId xmlns:a16="http://schemas.microsoft.com/office/drawing/2014/main" id="{42AD9352-808F-2AA0-4CCC-BCF2102E13D3}"/>
                  </a:ext>
                </a:extLst>
              </p:cNvPr>
              <p:cNvSpPr/>
              <p:nvPr/>
            </p:nvSpPr>
            <p:spPr>
              <a:xfrm>
                <a:off x="379616" y="17208245"/>
                <a:ext cx="3077961" cy="310477"/>
              </a:xfrm>
              <a:prstGeom prst="roundRect">
                <a:avLst/>
              </a:prstGeom>
              <a:solidFill>
                <a:srgbClr val="F9F9F9"/>
              </a:solidFill>
              <a:ln w="12700" cap="flat">
                <a:noFill/>
                <a:prstDash val="solid"/>
                <a:round/>
              </a:ln>
              <a:effectLst/>
              <a:sp3d/>
            </p:spPr>
            <p:txBody>
              <a:bodyPr rot="0" spcFirstLastPara="1" vertOverflow="overflow" horzOverflow="overflow" vert="horz" wrap="square" lIns="33429" tIns="33429" rIns="33429" bIns="33429" numCol="1" spcCol="38100" rtlCol="0" anchor="ctr">
                <a:noAutofit/>
              </a:bodyPr>
              <a:lstStyle/>
              <a:p>
                <a:pPr algn="ctr" defTabSz="849125">
                  <a:defRPr/>
                </a:pPr>
                <a:r>
                  <a:rPr lang="en-US" sz="1021" kern="0" dirty="0">
                    <a:solidFill>
                      <a:prstClr val="black"/>
                    </a:solidFill>
                    <a:latin typeface="STC Forward" panose="00000500000000000000" pitchFamily="2" charset="-78"/>
                    <a:ea typeface="Calibri Light"/>
                    <a:cs typeface="STC Forward" panose="00000500000000000000" pitchFamily="2" charset="-78"/>
                    <a:sym typeface="Calibri Light"/>
                  </a:rPr>
                  <a:t>CF 2024</a:t>
                </a:r>
              </a:p>
            </p:txBody>
          </p:sp>
          <p:sp>
            <p:nvSpPr>
              <p:cNvPr id="28959" name="Rounded Rectangle 117">
                <a:extLst>
                  <a:ext uri="{FF2B5EF4-FFF2-40B4-BE49-F238E27FC236}">
                    <a16:creationId xmlns:a16="http://schemas.microsoft.com/office/drawing/2014/main" id="{829D5385-1713-23F6-9F81-BE233A3E31C4}"/>
                  </a:ext>
                </a:extLst>
              </p:cNvPr>
              <p:cNvSpPr/>
              <p:nvPr/>
            </p:nvSpPr>
            <p:spPr>
              <a:xfrm>
                <a:off x="3503613" y="17208245"/>
                <a:ext cx="2397330" cy="310477"/>
              </a:xfrm>
              <a:prstGeom prst="roundRect">
                <a:avLst/>
              </a:prstGeom>
              <a:solidFill>
                <a:srgbClr val="F9F9F9"/>
              </a:solidFill>
              <a:ln w="12700" cap="flat">
                <a:noFill/>
                <a:prstDash val="solid"/>
                <a:round/>
              </a:ln>
              <a:effectLst/>
              <a:sp3d/>
            </p:spPr>
            <p:txBody>
              <a:bodyPr rot="0" spcFirstLastPara="1" vertOverflow="overflow" horzOverflow="overflow" vert="horz" wrap="square" lIns="33429" tIns="33429" rIns="33429" bIns="33429" numCol="1" spcCol="38100" rtlCol="0" anchor="ctr">
                <a:noAutofit/>
              </a:bodyPr>
              <a:lstStyle/>
              <a:p>
                <a:pPr algn="ctr" defTabSz="849125">
                  <a:defRPr/>
                </a:pPr>
                <a:r>
                  <a:rPr lang="en-US" sz="1114" b="1" kern="0" dirty="0">
                    <a:solidFill>
                      <a:prstClr val="black"/>
                    </a:solidFill>
                    <a:latin typeface="STC Forward" panose="00000500000000000000" pitchFamily="2" charset="-78"/>
                    <a:ea typeface="Calibri Light"/>
                    <a:cs typeface="STC Forward" panose="00000500000000000000" pitchFamily="2" charset="-78"/>
                    <a:sym typeface="Calibri Light"/>
                  </a:rPr>
                  <a:t>14</a:t>
                </a:r>
              </a:p>
            </p:txBody>
          </p:sp>
          <p:sp>
            <p:nvSpPr>
              <p:cNvPr id="28960" name="Rounded Rectangle 117">
                <a:extLst>
                  <a:ext uri="{FF2B5EF4-FFF2-40B4-BE49-F238E27FC236}">
                    <a16:creationId xmlns:a16="http://schemas.microsoft.com/office/drawing/2014/main" id="{40897ECE-15E1-D697-0B0F-CD7D35BBE354}"/>
                  </a:ext>
                </a:extLst>
              </p:cNvPr>
              <p:cNvSpPr/>
              <p:nvPr/>
            </p:nvSpPr>
            <p:spPr>
              <a:xfrm>
                <a:off x="379616" y="17567458"/>
                <a:ext cx="3077961" cy="310477"/>
              </a:xfrm>
              <a:prstGeom prst="roundRect">
                <a:avLst/>
              </a:prstGeom>
              <a:solidFill>
                <a:srgbClr val="F9F9F9"/>
              </a:solidFill>
              <a:ln w="12700" cap="flat">
                <a:noFill/>
                <a:prstDash val="solid"/>
                <a:round/>
              </a:ln>
              <a:effectLst/>
              <a:sp3d/>
            </p:spPr>
            <p:txBody>
              <a:bodyPr rot="0" spcFirstLastPara="1" vertOverflow="overflow" horzOverflow="overflow" vert="horz" wrap="square" lIns="33429" tIns="33429" rIns="33429" bIns="33429" numCol="1" spcCol="38100" rtlCol="0" anchor="ctr">
                <a:noAutofit/>
              </a:bodyPr>
              <a:lstStyle/>
              <a:p>
                <a:pPr algn="ctr" defTabSz="849125">
                  <a:defRPr/>
                </a:pPr>
                <a:r>
                  <a:rPr lang="en-US" sz="1021" kern="0" dirty="0">
                    <a:solidFill>
                      <a:prstClr val="black"/>
                    </a:solidFill>
                    <a:latin typeface="STC Forward" panose="00000500000000000000" pitchFamily="2" charset="-78"/>
                    <a:ea typeface="Calibri Light"/>
                    <a:cs typeface="STC Forward" panose="00000500000000000000" pitchFamily="2" charset="-78"/>
                    <a:sym typeface="Calibri Light"/>
                  </a:rPr>
                  <a:t>CF 2023</a:t>
                </a:r>
              </a:p>
            </p:txBody>
          </p:sp>
          <p:sp>
            <p:nvSpPr>
              <p:cNvPr id="28961" name="Rounded Rectangle 117">
                <a:extLst>
                  <a:ext uri="{FF2B5EF4-FFF2-40B4-BE49-F238E27FC236}">
                    <a16:creationId xmlns:a16="http://schemas.microsoft.com/office/drawing/2014/main" id="{669FA689-2BA9-3CA5-8D54-8B13E3612B74}"/>
                  </a:ext>
                </a:extLst>
              </p:cNvPr>
              <p:cNvSpPr/>
              <p:nvPr/>
            </p:nvSpPr>
            <p:spPr>
              <a:xfrm>
                <a:off x="3503613" y="17567458"/>
                <a:ext cx="2397330" cy="310477"/>
              </a:xfrm>
              <a:prstGeom prst="roundRect">
                <a:avLst/>
              </a:prstGeom>
              <a:solidFill>
                <a:srgbClr val="F9F9F9"/>
              </a:solidFill>
              <a:ln w="12700" cap="flat">
                <a:noFill/>
                <a:prstDash val="solid"/>
                <a:round/>
              </a:ln>
              <a:effectLst/>
              <a:sp3d/>
            </p:spPr>
            <p:txBody>
              <a:bodyPr rot="0" spcFirstLastPara="1" vertOverflow="overflow" horzOverflow="overflow" vert="horz" wrap="square" lIns="33429" tIns="33429" rIns="33429" bIns="33429" numCol="1" spcCol="38100" rtlCol="0" anchor="ctr">
                <a:noAutofit/>
              </a:bodyPr>
              <a:lstStyle/>
              <a:p>
                <a:pPr algn="ctr" defTabSz="849125">
                  <a:defRPr/>
                </a:pPr>
                <a:r>
                  <a:rPr lang="en-US" sz="1114" b="1" kern="0" dirty="0">
                    <a:solidFill>
                      <a:prstClr val="black"/>
                    </a:solidFill>
                    <a:latin typeface="STC Forward" panose="00000500000000000000" pitchFamily="2" charset="-78"/>
                    <a:ea typeface="Calibri Light"/>
                    <a:cs typeface="STC Forward" panose="00000500000000000000" pitchFamily="2" charset="-78"/>
                    <a:sym typeface="Calibri Light"/>
                  </a:rPr>
                  <a:t>00</a:t>
                </a:r>
              </a:p>
            </p:txBody>
          </p:sp>
          <p:sp>
            <p:nvSpPr>
              <p:cNvPr id="28962" name="Rounded Rectangle 117">
                <a:extLst>
                  <a:ext uri="{FF2B5EF4-FFF2-40B4-BE49-F238E27FC236}">
                    <a16:creationId xmlns:a16="http://schemas.microsoft.com/office/drawing/2014/main" id="{1398C5FB-4E15-3BDA-44B4-5402C19FBE87}"/>
                  </a:ext>
                </a:extLst>
              </p:cNvPr>
              <p:cNvSpPr/>
              <p:nvPr/>
            </p:nvSpPr>
            <p:spPr>
              <a:xfrm>
                <a:off x="379616" y="17926669"/>
                <a:ext cx="3077961" cy="310477"/>
              </a:xfrm>
              <a:prstGeom prst="roundRect">
                <a:avLst/>
              </a:prstGeom>
              <a:solidFill>
                <a:srgbClr val="F9F9F9"/>
              </a:solidFill>
              <a:ln w="12700" cap="flat">
                <a:noFill/>
                <a:prstDash val="solid"/>
                <a:round/>
              </a:ln>
              <a:effectLst/>
              <a:sp3d/>
            </p:spPr>
            <p:txBody>
              <a:bodyPr rot="0" spcFirstLastPara="1" vertOverflow="overflow" horzOverflow="overflow" vert="horz" wrap="square" lIns="33429" tIns="33429" rIns="33429" bIns="33429" numCol="1" spcCol="38100" rtlCol="0" anchor="ctr">
                <a:noAutofit/>
              </a:bodyPr>
              <a:lstStyle/>
              <a:p>
                <a:pPr algn="ctr" defTabSz="849125">
                  <a:defRPr/>
                </a:pPr>
                <a:r>
                  <a:rPr lang="en-US" sz="1021" kern="0" dirty="0">
                    <a:solidFill>
                      <a:prstClr val="black"/>
                    </a:solidFill>
                    <a:latin typeface="STC Forward" panose="00000500000000000000" pitchFamily="2" charset="-78"/>
                    <a:ea typeface="Calibri Light"/>
                    <a:cs typeface="STC Forward" panose="00000500000000000000" pitchFamily="2" charset="-78"/>
                    <a:sym typeface="Calibri Light"/>
                  </a:rPr>
                  <a:t>Project without FN</a:t>
                </a:r>
              </a:p>
            </p:txBody>
          </p:sp>
          <p:sp>
            <p:nvSpPr>
              <p:cNvPr id="28963" name="Rounded Rectangle 117">
                <a:extLst>
                  <a:ext uri="{FF2B5EF4-FFF2-40B4-BE49-F238E27FC236}">
                    <a16:creationId xmlns:a16="http://schemas.microsoft.com/office/drawing/2014/main" id="{6CC7FB88-DF4C-95D6-6DDC-112313F58A48}"/>
                  </a:ext>
                </a:extLst>
              </p:cNvPr>
              <p:cNvSpPr/>
              <p:nvPr/>
            </p:nvSpPr>
            <p:spPr>
              <a:xfrm>
                <a:off x="3503613" y="17926669"/>
                <a:ext cx="2397330" cy="310477"/>
              </a:xfrm>
              <a:prstGeom prst="roundRect">
                <a:avLst/>
              </a:prstGeom>
              <a:solidFill>
                <a:srgbClr val="F9F9F9"/>
              </a:solidFill>
              <a:ln w="12700" cap="flat">
                <a:noFill/>
                <a:prstDash val="solid"/>
                <a:round/>
              </a:ln>
              <a:effectLst/>
              <a:sp3d/>
            </p:spPr>
            <p:txBody>
              <a:bodyPr rot="0" spcFirstLastPara="1" vertOverflow="overflow" horzOverflow="overflow" vert="horz" wrap="square" lIns="33429" tIns="33429" rIns="33429" bIns="33429" numCol="1" spcCol="38100" rtlCol="0" anchor="ctr">
                <a:noAutofit/>
              </a:bodyPr>
              <a:lstStyle/>
              <a:p>
                <a:pPr algn="ctr" defTabSz="849125">
                  <a:defRPr/>
                </a:pPr>
                <a:r>
                  <a:rPr lang="en-US" sz="1114" b="1" kern="0" dirty="0">
                    <a:solidFill>
                      <a:prstClr val="black"/>
                    </a:solidFill>
                    <a:latin typeface="STC Forward" panose="00000500000000000000" pitchFamily="2" charset="-78"/>
                    <a:ea typeface="Calibri Light"/>
                    <a:cs typeface="STC Forward" panose="00000500000000000000" pitchFamily="2" charset="-78"/>
                    <a:sym typeface="Calibri Light"/>
                  </a:rPr>
                  <a:t>01</a:t>
                </a:r>
              </a:p>
            </p:txBody>
          </p:sp>
          <p:sp>
            <p:nvSpPr>
              <p:cNvPr id="28964" name="TextBox 28963">
                <a:extLst>
                  <a:ext uri="{FF2B5EF4-FFF2-40B4-BE49-F238E27FC236}">
                    <a16:creationId xmlns:a16="http://schemas.microsoft.com/office/drawing/2014/main" id="{06681409-78B6-92BA-7D94-1C25E45A7B8E}"/>
                  </a:ext>
                </a:extLst>
              </p:cNvPr>
              <p:cNvSpPr txBox="1"/>
              <p:nvPr/>
            </p:nvSpPr>
            <p:spPr>
              <a:xfrm>
                <a:off x="928204" y="16104352"/>
                <a:ext cx="1980784" cy="268614"/>
              </a:xfrm>
              <a:prstGeom prst="rect">
                <a:avLst/>
              </a:prstGeom>
              <a:noFill/>
            </p:spPr>
            <p:txBody>
              <a:bodyPr wrap="square">
                <a:spAutoFit/>
              </a:bodyPr>
              <a:lstStyle/>
              <a:p>
                <a:pPr algn="ctr" defTabSz="424556"/>
                <a:r>
                  <a:rPr lang="en-US" sz="1021" b="1" dirty="0">
                    <a:solidFill>
                      <a:srgbClr val="FFFFFF"/>
                    </a:solidFill>
                    <a:latin typeface="STC Forward" panose="00000500000000000000" pitchFamily="2" charset="-78"/>
                    <a:cs typeface="STC Forward" panose="00000500000000000000" pitchFamily="2" charset="-78"/>
                  </a:rPr>
                  <a:t>This Year Envelope or CF</a:t>
                </a:r>
                <a:endParaRPr lang="en-US" sz="1671" dirty="0">
                  <a:solidFill>
                    <a:prstClr val="black"/>
                  </a:solidFill>
                  <a:latin typeface="STC Forward" panose="00000500000000000000" pitchFamily="2" charset="-78"/>
                  <a:cs typeface="STC Forward" panose="00000500000000000000" pitchFamily="2" charset="-78"/>
                </a:endParaRPr>
              </a:p>
            </p:txBody>
          </p:sp>
          <p:sp>
            <p:nvSpPr>
              <p:cNvPr id="28965" name="TextBox 28964">
                <a:extLst>
                  <a:ext uri="{FF2B5EF4-FFF2-40B4-BE49-F238E27FC236}">
                    <a16:creationId xmlns:a16="http://schemas.microsoft.com/office/drawing/2014/main" id="{E79C105A-C274-570D-0C26-04B02C60D5C6}"/>
                  </a:ext>
                </a:extLst>
              </p:cNvPr>
              <p:cNvSpPr txBox="1"/>
              <p:nvPr/>
            </p:nvSpPr>
            <p:spPr>
              <a:xfrm>
                <a:off x="3732525" y="16104352"/>
                <a:ext cx="1980784" cy="268614"/>
              </a:xfrm>
              <a:prstGeom prst="rect">
                <a:avLst/>
              </a:prstGeom>
              <a:noFill/>
            </p:spPr>
            <p:txBody>
              <a:bodyPr wrap="square">
                <a:spAutoFit/>
              </a:bodyPr>
              <a:lstStyle/>
              <a:p>
                <a:pPr algn="ctr" defTabSz="424556"/>
                <a:r>
                  <a:rPr lang="en-US" sz="1021" b="1" dirty="0">
                    <a:solidFill>
                      <a:srgbClr val="FFFFFF"/>
                    </a:solidFill>
                    <a:latin typeface="STC Forward" panose="00000500000000000000" pitchFamily="2" charset="-78"/>
                    <a:cs typeface="STC Forward" panose="00000500000000000000" pitchFamily="2" charset="-78"/>
                  </a:rPr>
                  <a:t># of Projects</a:t>
                </a:r>
                <a:endParaRPr lang="en-US" sz="1671" dirty="0">
                  <a:solidFill>
                    <a:prstClr val="black"/>
                  </a:solidFill>
                  <a:latin typeface="STC Forward" panose="00000500000000000000" pitchFamily="2" charset="-78"/>
                  <a:cs typeface="STC Forward" panose="00000500000000000000" pitchFamily="2" charset="-78"/>
                </a:endParaRPr>
              </a:p>
            </p:txBody>
          </p:sp>
          <p:sp>
            <p:nvSpPr>
              <p:cNvPr id="28966" name="Rounded Rectangle 117">
                <a:extLst>
                  <a:ext uri="{FF2B5EF4-FFF2-40B4-BE49-F238E27FC236}">
                    <a16:creationId xmlns:a16="http://schemas.microsoft.com/office/drawing/2014/main" id="{72993B9B-499A-9938-5F5D-9740DA387674}"/>
                  </a:ext>
                </a:extLst>
              </p:cNvPr>
              <p:cNvSpPr/>
              <p:nvPr/>
            </p:nvSpPr>
            <p:spPr>
              <a:xfrm>
                <a:off x="400255" y="18284848"/>
                <a:ext cx="3048870" cy="310477"/>
              </a:xfrm>
              <a:prstGeom prst="roundRect">
                <a:avLst/>
              </a:prstGeom>
              <a:solidFill>
                <a:srgbClr val="F9F9F9"/>
              </a:solidFill>
              <a:ln w="12700" cap="flat">
                <a:noFill/>
                <a:prstDash val="solid"/>
                <a:round/>
              </a:ln>
              <a:effectLst/>
              <a:sp3d/>
            </p:spPr>
            <p:txBody>
              <a:bodyPr rot="0" spcFirstLastPara="1" vertOverflow="overflow" horzOverflow="overflow" vert="horz" wrap="square" lIns="33429" tIns="33429" rIns="33429" bIns="33429" numCol="1" spcCol="38100" rtlCol="0" anchor="ctr">
                <a:noAutofit/>
              </a:bodyPr>
              <a:lstStyle/>
              <a:p>
                <a:pPr algn="ctr" defTabSz="849125">
                  <a:defRPr/>
                </a:pPr>
                <a:r>
                  <a:rPr lang="en-US" sz="1021" kern="0" dirty="0">
                    <a:solidFill>
                      <a:prstClr val="black"/>
                    </a:solidFill>
                    <a:latin typeface="STC Forward" panose="00000500000000000000" pitchFamily="2" charset="-78"/>
                    <a:ea typeface="Calibri Light"/>
                    <a:cs typeface="STC Forward" panose="00000500000000000000" pitchFamily="2" charset="-78"/>
                    <a:sym typeface="Calibri Light"/>
                  </a:rPr>
                  <a:t>Total</a:t>
                </a:r>
              </a:p>
            </p:txBody>
          </p:sp>
          <p:sp>
            <p:nvSpPr>
              <p:cNvPr id="28967" name="Rounded Rectangle 117">
                <a:extLst>
                  <a:ext uri="{FF2B5EF4-FFF2-40B4-BE49-F238E27FC236}">
                    <a16:creationId xmlns:a16="http://schemas.microsoft.com/office/drawing/2014/main" id="{C389373B-3855-DB68-5F21-B4FBBE2AFC33}"/>
                  </a:ext>
                </a:extLst>
              </p:cNvPr>
              <p:cNvSpPr/>
              <p:nvPr/>
            </p:nvSpPr>
            <p:spPr>
              <a:xfrm>
                <a:off x="3511553" y="18284848"/>
                <a:ext cx="2389392" cy="310477"/>
              </a:xfrm>
              <a:prstGeom prst="roundRect">
                <a:avLst/>
              </a:prstGeom>
              <a:solidFill>
                <a:srgbClr val="F9F9F9"/>
              </a:solidFill>
              <a:ln w="12700" cap="flat">
                <a:noFill/>
                <a:prstDash val="solid"/>
                <a:round/>
              </a:ln>
              <a:effectLst/>
              <a:sp3d/>
            </p:spPr>
            <p:txBody>
              <a:bodyPr rot="0" spcFirstLastPara="1" vertOverflow="overflow" horzOverflow="overflow" vert="horz" wrap="square" lIns="33429" tIns="33429" rIns="33429" bIns="33429" numCol="1" spcCol="38100" rtlCol="0" anchor="ctr">
                <a:noAutofit/>
              </a:bodyPr>
              <a:lstStyle/>
              <a:p>
                <a:pPr algn="ctr" defTabSz="849125">
                  <a:defRPr/>
                </a:pPr>
                <a:r>
                  <a:rPr lang="en-US" sz="1300" b="1" kern="0" dirty="0">
                    <a:solidFill>
                      <a:prstClr val="black"/>
                    </a:solidFill>
                    <a:latin typeface="STC Forward" panose="00000500000000000000" pitchFamily="2" charset="-78"/>
                    <a:ea typeface="Calibri Light"/>
                    <a:cs typeface="STC Forward" panose="00000500000000000000" pitchFamily="2" charset="-78"/>
                    <a:sym typeface="Calibri Light"/>
                  </a:rPr>
                  <a:t>98</a:t>
                </a:r>
              </a:p>
            </p:txBody>
          </p:sp>
        </p:grpSp>
        <p:grpSp>
          <p:nvGrpSpPr>
            <p:cNvPr id="28935" name="Group 28934">
              <a:extLst>
                <a:ext uri="{FF2B5EF4-FFF2-40B4-BE49-F238E27FC236}">
                  <a16:creationId xmlns:a16="http://schemas.microsoft.com/office/drawing/2014/main" id="{90E75D7C-305C-EE07-1298-F4C56C3DB6C3}"/>
                </a:ext>
              </a:extLst>
            </p:cNvPr>
            <p:cNvGrpSpPr/>
            <p:nvPr/>
          </p:nvGrpSpPr>
          <p:grpSpPr>
            <a:xfrm>
              <a:off x="5965623" y="16092633"/>
              <a:ext cx="5541966" cy="2528092"/>
              <a:chOff x="379616" y="16067233"/>
              <a:chExt cx="5541966" cy="2528092"/>
            </a:xfrm>
          </p:grpSpPr>
          <p:sp>
            <p:nvSpPr>
              <p:cNvPr id="28936" name="Rounded Rectangle 116">
                <a:extLst>
                  <a:ext uri="{FF2B5EF4-FFF2-40B4-BE49-F238E27FC236}">
                    <a16:creationId xmlns:a16="http://schemas.microsoft.com/office/drawing/2014/main" id="{6F4EA8EF-0148-F99A-230C-56DD87DE7B80}"/>
                  </a:ext>
                </a:extLst>
              </p:cNvPr>
              <p:cNvSpPr/>
              <p:nvPr/>
            </p:nvSpPr>
            <p:spPr>
              <a:xfrm>
                <a:off x="379616" y="16067233"/>
                <a:ext cx="3077961" cy="349376"/>
              </a:xfrm>
              <a:prstGeom prst="roundRect">
                <a:avLst/>
              </a:prstGeom>
              <a:solidFill>
                <a:srgbClr val="4F008C"/>
              </a:solidFill>
              <a:ln w="25400" cap="flat">
                <a:noFill/>
                <a:prstDash val="solid"/>
                <a:round/>
              </a:ln>
              <a:effectLst/>
              <a:sp3d/>
            </p:spPr>
            <p:txBody>
              <a:bodyPr rot="0" spcFirstLastPara="1" vertOverflow="overflow" horzOverflow="overflow" vert="horz" wrap="square" lIns="33429" tIns="33429" rIns="33429" bIns="33429" numCol="1" spcCol="38100" rtlCol="0" anchor="ctr">
                <a:noAutofit/>
              </a:bodyPr>
              <a:lstStyle/>
              <a:p>
                <a:pPr marL="849139" defTabSz="849125">
                  <a:defRPr/>
                </a:pPr>
                <a:endParaRPr lang="en-US" sz="1114" b="1" kern="0" dirty="0">
                  <a:solidFill>
                    <a:srgbClr val="FFDD40"/>
                  </a:solidFill>
                  <a:latin typeface="Arial"/>
                  <a:ea typeface="Calibri Light"/>
                  <a:cs typeface="Calibri Light"/>
                  <a:sym typeface="Calibri Light"/>
                </a:endParaRPr>
              </a:p>
            </p:txBody>
          </p:sp>
          <p:sp>
            <p:nvSpPr>
              <p:cNvPr id="28937" name="Rounded Rectangle 116">
                <a:extLst>
                  <a:ext uri="{FF2B5EF4-FFF2-40B4-BE49-F238E27FC236}">
                    <a16:creationId xmlns:a16="http://schemas.microsoft.com/office/drawing/2014/main" id="{684A7F33-09FC-4AE6-B6A2-B66D471A8D6A}"/>
                  </a:ext>
                </a:extLst>
              </p:cNvPr>
              <p:cNvSpPr/>
              <p:nvPr/>
            </p:nvSpPr>
            <p:spPr>
              <a:xfrm>
                <a:off x="3524252" y="16067844"/>
                <a:ext cx="2397330" cy="349376"/>
              </a:xfrm>
              <a:prstGeom prst="roundRect">
                <a:avLst/>
              </a:prstGeom>
              <a:solidFill>
                <a:srgbClr val="4F008C"/>
              </a:solidFill>
              <a:ln w="25400" cap="flat">
                <a:noFill/>
                <a:prstDash val="solid"/>
                <a:round/>
              </a:ln>
              <a:effectLst/>
              <a:sp3d/>
            </p:spPr>
            <p:txBody>
              <a:bodyPr rot="0" spcFirstLastPara="1" vertOverflow="overflow" horzOverflow="overflow" vert="horz" wrap="square" lIns="33429" tIns="33429" rIns="33429" bIns="33429" numCol="1" spcCol="38100" rtlCol="0" anchor="ctr">
                <a:noAutofit/>
              </a:bodyPr>
              <a:lstStyle/>
              <a:p>
                <a:pPr marL="849139" defTabSz="849125">
                  <a:defRPr/>
                </a:pPr>
                <a:endParaRPr lang="en-US" sz="1114" b="1" kern="0" dirty="0">
                  <a:solidFill>
                    <a:srgbClr val="FFDD40"/>
                  </a:solidFill>
                  <a:latin typeface="Arial"/>
                  <a:ea typeface="Calibri Light"/>
                  <a:cs typeface="Calibri Light"/>
                  <a:sym typeface="Calibri Light"/>
                </a:endParaRPr>
              </a:p>
            </p:txBody>
          </p:sp>
          <p:sp>
            <p:nvSpPr>
              <p:cNvPr id="28938" name="Rounded Rectangle 117">
                <a:extLst>
                  <a:ext uri="{FF2B5EF4-FFF2-40B4-BE49-F238E27FC236}">
                    <a16:creationId xmlns:a16="http://schemas.microsoft.com/office/drawing/2014/main" id="{BC1A4410-6726-2BBB-8751-D7F0941216BD}"/>
                  </a:ext>
                </a:extLst>
              </p:cNvPr>
              <p:cNvSpPr/>
              <p:nvPr/>
            </p:nvSpPr>
            <p:spPr>
              <a:xfrm>
                <a:off x="379616" y="16489820"/>
                <a:ext cx="3077961" cy="310477"/>
              </a:xfrm>
              <a:prstGeom prst="roundRect">
                <a:avLst/>
              </a:prstGeom>
              <a:solidFill>
                <a:srgbClr val="F9FAFB"/>
              </a:solidFill>
              <a:ln w="12700" cap="flat">
                <a:noFill/>
                <a:prstDash val="solid"/>
                <a:round/>
              </a:ln>
              <a:effectLst/>
              <a:sp3d/>
            </p:spPr>
            <p:txBody>
              <a:bodyPr rot="0" spcFirstLastPara="1" vertOverflow="overflow" horzOverflow="overflow" vert="horz" wrap="square" lIns="33429" tIns="33429" rIns="33429" bIns="33429" numCol="1" spcCol="38100" rtlCol="0" anchor="ctr">
                <a:noAutofit/>
              </a:bodyPr>
              <a:lstStyle/>
              <a:p>
                <a:pPr algn="ctr" defTabSz="849125">
                  <a:defRPr/>
                </a:pPr>
                <a:r>
                  <a:rPr lang="en-US" sz="1021" kern="0" dirty="0">
                    <a:solidFill>
                      <a:prstClr val="black"/>
                    </a:solidFill>
                    <a:latin typeface="STC Forward" panose="00000500000000000000" pitchFamily="2" charset="-78"/>
                    <a:ea typeface="Calibri Light"/>
                    <a:cs typeface="STC Forward" panose="00000500000000000000" pitchFamily="2" charset="-78"/>
                    <a:sym typeface="Calibri Light"/>
                  </a:rPr>
                  <a:t>Approved by RFX</a:t>
                </a:r>
              </a:p>
            </p:txBody>
          </p:sp>
          <p:sp>
            <p:nvSpPr>
              <p:cNvPr id="28939" name="Rounded Rectangle 117">
                <a:extLst>
                  <a:ext uri="{FF2B5EF4-FFF2-40B4-BE49-F238E27FC236}">
                    <a16:creationId xmlns:a16="http://schemas.microsoft.com/office/drawing/2014/main" id="{61245174-99FD-DABF-983A-82299C2475E8}"/>
                  </a:ext>
                </a:extLst>
              </p:cNvPr>
              <p:cNvSpPr/>
              <p:nvPr/>
            </p:nvSpPr>
            <p:spPr>
              <a:xfrm>
                <a:off x="3503613" y="16489820"/>
                <a:ext cx="2397330" cy="310477"/>
              </a:xfrm>
              <a:prstGeom prst="roundRect">
                <a:avLst/>
              </a:prstGeom>
              <a:solidFill>
                <a:srgbClr val="F9F9F9"/>
              </a:solidFill>
              <a:ln w="12700" cap="flat">
                <a:noFill/>
                <a:prstDash val="solid"/>
                <a:round/>
              </a:ln>
              <a:effectLst/>
              <a:sp3d/>
            </p:spPr>
            <p:txBody>
              <a:bodyPr rot="0" spcFirstLastPara="1" vertOverflow="overflow" horzOverflow="overflow" vert="horz" wrap="square" lIns="33429" tIns="33429" rIns="33429" bIns="33429" numCol="1" spcCol="38100" rtlCol="0" anchor="ctr">
                <a:noAutofit/>
              </a:bodyPr>
              <a:lstStyle/>
              <a:p>
                <a:pPr algn="ctr" defTabSz="849125">
                  <a:defRPr/>
                </a:pPr>
                <a:r>
                  <a:rPr lang="en-US" sz="1114" b="1" kern="0" dirty="0">
                    <a:solidFill>
                      <a:prstClr val="black"/>
                    </a:solidFill>
                    <a:latin typeface="STC Forward" panose="00000500000000000000" pitchFamily="2" charset="-78"/>
                    <a:ea typeface="Calibri Light"/>
                    <a:cs typeface="STC Forward" panose="00000500000000000000" pitchFamily="2" charset="-78"/>
                    <a:sym typeface="Calibri Light"/>
                  </a:rPr>
                  <a:t>11</a:t>
                </a:r>
              </a:p>
            </p:txBody>
          </p:sp>
          <p:sp>
            <p:nvSpPr>
              <p:cNvPr id="28940" name="Rounded Rectangle 117">
                <a:extLst>
                  <a:ext uri="{FF2B5EF4-FFF2-40B4-BE49-F238E27FC236}">
                    <a16:creationId xmlns:a16="http://schemas.microsoft.com/office/drawing/2014/main" id="{73A81797-F1DB-81EA-5ACD-BAAEB76E5418}"/>
                  </a:ext>
                </a:extLst>
              </p:cNvPr>
              <p:cNvSpPr/>
              <p:nvPr/>
            </p:nvSpPr>
            <p:spPr>
              <a:xfrm>
                <a:off x="379616" y="16849033"/>
                <a:ext cx="3077961" cy="310477"/>
              </a:xfrm>
              <a:prstGeom prst="roundRect">
                <a:avLst/>
              </a:prstGeom>
              <a:solidFill>
                <a:srgbClr val="F9F9F9"/>
              </a:solidFill>
              <a:ln w="12700" cap="flat">
                <a:noFill/>
                <a:prstDash val="solid"/>
                <a:round/>
              </a:ln>
              <a:effectLst/>
              <a:sp3d/>
            </p:spPr>
            <p:txBody>
              <a:bodyPr rot="0" spcFirstLastPara="1" vertOverflow="overflow" horzOverflow="overflow" vert="horz" wrap="square" lIns="33429" tIns="33429" rIns="33429" bIns="33429" numCol="1" spcCol="38100" rtlCol="0" anchor="ctr">
                <a:noAutofit/>
              </a:bodyPr>
              <a:lstStyle/>
              <a:p>
                <a:pPr algn="ctr" defTabSz="849125">
                  <a:defRPr/>
                </a:pPr>
                <a:r>
                  <a:rPr lang="en-US" sz="1021" kern="0" dirty="0">
                    <a:solidFill>
                      <a:prstClr val="black"/>
                    </a:solidFill>
                    <a:latin typeface="STC Forward" panose="00000500000000000000" pitchFamily="2" charset="-78"/>
                    <a:ea typeface="Calibri Light"/>
                    <a:cs typeface="STC Forward" panose="00000500000000000000" pitchFamily="2" charset="-78"/>
                    <a:sym typeface="Calibri Light"/>
                  </a:rPr>
                  <a:t>MPA Review in RFX</a:t>
                </a:r>
              </a:p>
            </p:txBody>
          </p:sp>
          <p:sp>
            <p:nvSpPr>
              <p:cNvPr id="28941" name="Rounded Rectangle 117">
                <a:extLst>
                  <a:ext uri="{FF2B5EF4-FFF2-40B4-BE49-F238E27FC236}">
                    <a16:creationId xmlns:a16="http://schemas.microsoft.com/office/drawing/2014/main" id="{E89A1C31-C16B-597D-DFEC-2DC942324F56}"/>
                  </a:ext>
                </a:extLst>
              </p:cNvPr>
              <p:cNvSpPr/>
              <p:nvPr/>
            </p:nvSpPr>
            <p:spPr>
              <a:xfrm>
                <a:off x="3503613" y="16849033"/>
                <a:ext cx="2397330" cy="310477"/>
              </a:xfrm>
              <a:prstGeom prst="roundRect">
                <a:avLst/>
              </a:prstGeom>
              <a:solidFill>
                <a:srgbClr val="F9F9F9"/>
              </a:solidFill>
              <a:ln w="12700" cap="flat">
                <a:noFill/>
                <a:prstDash val="solid"/>
                <a:round/>
              </a:ln>
              <a:effectLst/>
              <a:sp3d/>
            </p:spPr>
            <p:txBody>
              <a:bodyPr rot="0" spcFirstLastPara="1" vertOverflow="overflow" horzOverflow="overflow" vert="horz" wrap="square" lIns="33429" tIns="33429" rIns="33429" bIns="33429" numCol="1" spcCol="38100" rtlCol="0" anchor="ctr">
                <a:noAutofit/>
              </a:bodyPr>
              <a:lstStyle/>
              <a:p>
                <a:pPr algn="ctr" defTabSz="849125">
                  <a:defRPr/>
                </a:pPr>
                <a:r>
                  <a:rPr lang="en-US" sz="1114" b="1" kern="0" dirty="0">
                    <a:solidFill>
                      <a:prstClr val="black"/>
                    </a:solidFill>
                    <a:latin typeface="STC Forward" panose="00000500000000000000" pitchFamily="2" charset="-78"/>
                    <a:ea typeface="Calibri Light"/>
                    <a:cs typeface="STC Forward" panose="00000500000000000000" pitchFamily="2" charset="-78"/>
                    <a:sym typeface="Calibri Light"/>
                  </a:rPr>
                  <a:t>03</a:t>
                </a:r>
              </a:p>
            </p:txBody>
          </p:sp>
          <p:sp>
            <p:nvSpPr>
              <p:cNvPr id="28942" name="Rounded Rectangle 117">
                <a:extLst>
                  <a:ext uri="{FF2B5EF4-FFF2-40B4-BE49-F238E27FC236}">
                    <a16:creationId xmlns:a16="http://schemas.microsoft.com/office/drawing/2014/main" id="{B096F332-D0B1-8F6D-02BB-5F6DA931FC74}"/>
                  </a:ext>
                </a:extLst>
              </p:cNvPr>
              <p:cNvSpPr/>
              <p:nvPr/>
            </p:nvSpPr>
            <p:spPr>
              <a:xfrm>
                <a:off x="379616" y="17208245"/>
                <a:ext cx="3077961" cy="310477"/>
              </a:xfrm>
              <a:prstGeom prst="roundRect">
                <a:avLst/>
              </a:prstGeom>
              <a:solidFill>
                <a:srgbClr val="F9F9F9"/>
              </a:solidFill>
              <a:ln w="12700" cap="flat">
                <a:noFill/>
                <a:prstDash val="solid"/>
                <a:round/>
              </a:ln>
              <a:effectLst/>
              <a:sp3d/>
            </p:spPr>
            <p:txBody>
              <a:bodyPr rot="0" spcFirstLastPara="1" vertOverflow="overflow" horzOverflow="overflow" vert="horz" wrap="square" lIns="33429" tIns="33429" rIns="33429" bIns="33429" numCol="1" spcCol="38100" rtlCol="0" anchor="ctr">
                <a:noAutofit/>
              </a:bodyPr>
              <a:lstStyle/>
              <a:p>
                <a:pPr algn="ctr" defTabSz="849125">
                  <a:defRPr/>
                </a:pPr>
                <a:r>
                  <a:rPr lang="en-US" sz="1021" kern="0" dirty="0">
                    <a:solidFill>
                      <a:prstClr val="black"/>
                    </a:solidFill>
                    <a:latin typeface="STC Forward" panose="00000500000000000000" pitchFamily="2" charset="-78"/>
                    <a:ea typeface="Calibri Light"/>
                    <a:cs typeface="STC Forward" panose="00000500000000000000" pitchFamily="2" charset="-78"/>
                    <a:sym typeface="Calibri Light"/>
                  </a:rPr>
                  <a:t>MPA in Draft RFX</a:t>
                </a:r>
              </a:p>
            </p:txBody>
          </p:sp>
          <p:sp>
            <p:nvSpPr>
              <p:cNvPr id="28943" name="Rounded Rectangle 117">
                <a:extLst>
                  <a:ext uri="{FF2B5EF4-FFF2-40B4-BE49-F238E27FC236}">
                    <a16:creationId xmlns:a16="http://schemas.microsoft.com/office/drawing/2014/main" id="{60BB4B69-978C-FCB8-19D1-01B1F26551A0}"/>
                  </a:ext>
                </a:extLst>
              </p:cNvPr>
              <p:cNvSpPr/>
              <p:nvPr/>
            </p:nvSpPr>
            <p:spPr>
              <a:xfrm>
                <a:off x="3503613" y="17208245"/>
                <a:ext cx="2397330" cy="310477"/>
              </a:xfrm>
              <a:prstGeom prst="roundRect">
                <a:avLst/>
              </a:prstGeom>
              <a:solidFill>
                <a:srgbClr val="F9F9F9"/>
              </a:solidFill>
              <a:ln w="12700" cap="flat">
                <a:noFill/>
                <a:prstDash val="solid"/>
                <a:round/>
              </a:ln>
              <a:effectLst/>
              <a:sp3d/>
            </p:spPr>
            <p:txBody>
              <a:bodyPr rot="0" spcFirstLastPara="1" vertOverflow="overflow" horzOverflow="overflow" vert="horz" wrap="square" lIns="33429" tIns="33429" rIns="33429" bIns="33429" numCol="1" spcCol="38100" rtlCol="0" anchor="ctr">
                <a:noAutofit/>
              </a:bodyPr>
              <a:lstStyle/>
              <a:p>
                <a:pPr algn="ctr" defTabSz="849125">
                  <a:defRPr/>
                </a:pPr>
                <a:r>
                  <a:rPr lang="en-US" sz="1114" b="1" kern="0" dirty="0">
                    <a:solidFill>
                      <a:prstClr val="black"/>
                    </a:solidFill>
                    <a:latin typeface="STC Forward" panose="00000500000000000000" pitchFamily="2" charset="-78"/>
                    <a:ea typeface="Calibri Light"/>
                    <a:cs typeface="STC Forward" panose="00000500000000000000" pitchFamily="2" charset="-78"/>
                    <a:sym typeface="Calibri Light"/>
                  </a:rPr>
                  <a:t>12</a:t>
                </a:r>
              </a:p>
            </p:txBody>
          </p:sp>
          <p:sp>
            <p:nvSpPr>
              <p:cNvPr id="28944" name="Rounded Rectangle 117">
                <a:extLst>
                  <a:ext uri="{FF2B5EF4-FFF2-40B4-BE49-F238E27FC236}">
                    <a16:creationId xmlns:a16="http://schemas.microsoft.com/office/drawing/2014/main" id="{1C60D4AA-4AC1-2407-C74C-5ED08FD6C323}"/>
                  </a:ext>
                </a:extLst>
              </p:cNvPr>
              <p:cNvSpPr/>
              <p:nvPr/>
            </p:nvSpPr>
            <p:spPr>
              <a:xfrm>
                <a:off x="379616" y="17567458"/>
                <a:ext cx="3077961" cy="310477"/>
              </a:xfrm>
              <a:prstGeom prst="roundRect">
                <a:avLst/>
              </a:prstGeom>
              <a:solidFill>
                <a:srgbClr val="F9F9F9"/>
              </a:solidFill>
              <a:ln w="12700" cap="flat">
                <a:noFill/>
                <a:prstDash val="solid"/>
                <a:round/>
              </a:ln>
              <a:effectLst/>
              <a:sp3d/>
            </p:spPr>
            <p:txBody>
              <a:bodyPr rot="0" spcFirstLastPara="1" vertOverflow="overflow" horzOverflow="overflow" vert="horz" wrap="square" lIns="33429" tIns="33429" rIns="33429" bIns="33429" numCol="1" spcCol="38100" rtlCol="0" anchor="ctr">
                <a:noAutofit/>
              </a:bodyPr>
              <a:lstStyle/>
              <a:p>
                <a:pPr algn="ctr" defTabSz="849125">
                  <a:defRPr/>
                </a:pPr>
                <a:r>
                  <a:rPr lang="en-US" sz="1021" kern="0" dirty="0">
                    <a:solidFill>
                      <a:prstClr val="black"/>
                    </a:solidFill>
                    <a:latin typeface="STC Forward" panose="00000500000000000000" pitchFamily="2" charset="-78"/>
                    <a:ea typeface="Calibri Light"/>
                    <a:cs typeface="STC Forward" panose="00000500000000000000" pitchFamily="2" charset="-78"/>
                    <a:sym typeface="Calibri Light"/>
                  </a:rPr>
                  <a:t>PIB In-Progress</a:t>
                </a:r>
              </a:p>
            </p:txBody>
          </p:sp>
          <p:sp>
            <p:nvSpPr>
              <p:cNvPr id="28945" name="Rounded Rectangle 117">
                <a:extLst>
                  <a:ext uri="{FF2B5EF4-FFF2-40B4-BE49-F238E27FC236}">
                    <a16:creationId xmlns:a16="http://schemas.microsoft.com/office/drawing/2014/main" id="{A75051D3-6866-9835-CF68-5C2C44B7D0A3}"/>
                  </a:ext>
                </a:extLst>
              </p:cNvPr>
              <p:cNvSpPr/>
              <p:nvPr/>
            </p:nvSpPr>
            <p:spPr>
              <a:xfrm>
                <a:off x="3503613" y="17567458"/>
                <a:ext cx="2397330" cy="310477"/>
              </a:xfrm>
              <a:prstGeom prst="roundRect">
                <a:avLst/>
              </a:prstGeom>
              <a:solidFill>
                <a:srgbClr val="F9F9F9"/>
              </a:solidFill>
              <a:ln w="12700" cap="flat">
                <a:noFill/>
                <a:prstDash val="solid"/>
                <a:round/>
              </a:ln>
              <a:effectLst/>
              <a:sp3d/>
            </p:spPr>
            <p:txBody>
              <a:bodyPr rot="0" spcFirstLastPara="1" vertOverflow="overflow" horzOverflow="overflow" vert="horz" wrap="square" lIns="33429" tIns="33429" rIns="33429" bIns="33429" numCol="1" spcCol="38100" rtlCol="0" anchor="ctr">
                <a:noAutofit/>
              </a:bodyPr>
              <a:lstStyle/>
              <a:p>
                <a:pPr algn="ctr" defTabSz="849125">
                  <a:defRPr/>
                </a:pPr>
                <a:r>
                  <a:rPr lang="en-US" sz="1114" b="1" kern="0" dirty="0">
                    <a:solidFill>
                      <a:prstClr val="black"/>
                    </a:solidFill>
                    <a:latin typeface="STC Forward" panose="00000500000000000000" pitchFamily="2" charset="-78"/>
                    <a:ea typeface="Calibri Light"/>
                    <a:cs typeface="STC Forward" panose="00000500000000000000" pitchFamily="2" charset="-78"/>
                    <a:sym typeface="Calibri Light"/>
                  </a:rPr>
                  <a:t>04</a:t>
                </a:r>
              </a:p>
            </p:txBody>
          </p:sp>
          <p:sp>
            <p:nvSpPr>
              <p:cNvPr id="28946" name="Rounded Rectangle 117">
                <a:extLst>
                  <a:ext uri="{FF2B5EF4-FFF2-40B4-BE49-F238E27FC236}">
                    <a16:creationId xmlns:a16="http://schemas.microsoft.com/office/drawing/2014/main" id="{925CD158-3A26-BECD-0BEC-89298A82A2C9}"/>
                  </a:ext>
                </a:extLst>
              </p:cNvPr>
              <p:cNvSpPr/>
              <p:nvPr/>
            </p:nvSpPr>
            <p:spPr>
              <a:xfrm>
                <a:off x="379616" y="17926669"/>
                <a:ext cx="3077961" cy="310477"/>
              </a:xfrm>
              <a:prstGeom prst="roundRect">
                <a:avLst/>
              </a:prstGeom>
              <a:solidFill>
                <a:srgbClr val="F9F9F9"/>
              </a:solidFill>
              <a:ln w="12700" cap="flat">
                <a:noFill/>
                <a:prstDash val="solid"/>
                <a:round/>
              </a:ln>
              <a:effectLst/>
              <a:sp3d/>
            </p:spPr>
            <p:txBody>
              <a:bodyPr rot="0" spcFirstLastPara="1" vertOverflow="overflow" horzOverflow="overflow" vert="horz" wrap="square" lIns="33429" tIns="33429" rIns="33429" bIns="33429" numCol="1" spcCol="38100" rtlCol="0" anchor="ctr">
                <a:noAutofit/>
              </a:bodyPr>
              <a:lstStyle/>
              <a:p>
                <a:pPr algn="ctr" defTabSz="849125">
                  <a:defRPr/>
                </a:pPr>
                <a:r>
                  <a:rPr lang="en-US" sz="1021" kern="0" dirty="0">
                    <a:solidFill>
                      <a:prstClr val="black"/>
                    </a:solidFill>
                    <a:latin typeface="STC Forward" panose="00000500000000000000" pitchFamily="2" charset="-78"/>
                    <a:ea typeface="Calibri Light"/>
                    <a:cs typeface="STC Forward" panose="00000500000000000000" pitchFamily="2" charset="-78"/>
                    <a:sym typeface="Calibri Light"/>
                  </a:rPr>
                  <a:t>Total</a:t>
                </a:r>
              </a:p>
            </p:txBody>
          </p:sp>
          <p:sp>
            <p:nvSpPr>
              <p:cNvPr id="28947" name="Rounded Rectangle 117">
                <a:extLst>
                  <a:ext uri="{FF2B5EF4-FFF2-40B4-BE49-F238E27FC236}">
                    <a16:creationId xmlns:a16="http://schemas.microsoft.com/office/drawing/2014/main" id="{F3B25177-1044-347E-68AB-E1F11188466C}"/>
                  </a:ext>
                </a:extLst>
              </p:cNvPr>
              <p:cNvSpPr/>
              <p:nvPr/>
            </p:nvSpPr>
            <p:spPr>
              <a:xfrm>
                <a:off x="3503613" y="17926669"/>
                <a:ext cx="2397330" cy="310477"/>
              </a:xfrm>
              <a:prstGeom prst="roundRect">
                <a:avLst/>
              </a:prstGeom>
              <a:solidFill>
                <a:srgbClr val="F9F9F9"/>
              </a:solidFill>
              <a:ln w="12700" cap="flat">
                <a:noFill/>
                <a:prstDash val="solid"/>
                <a:round/>
              </a:ln>
              <a:effectLst/>
              <a:sp3d/>
            </p:spPr>
            <p:txBody>
              <a:bodyPr rot="0" spcFirstLastPara="1" vertOverflow="overflow" horzOverflow="overflow" vert="horz" wrap="square" lIns="33429" tIns="33429" rIns="33429" bIns="33429" numCol="1" spcCol="38100" rtlCol="0" anchor="ctr">
                <a:noAutofit/>
              </a:bodyPr>
              <a:lstStyle/>
              <a:p>
                <a:pPr algn="ctr" defTabSz="849125">
                  <a:defRPr/>
                </a:pPr>
                <a:r>
                  <a:rPr lang="en-US" sz="1300" b="1" kern="0" dirty="0">
                    <a:solidFill>
                      <a:prstClr val="black"/>
                    </a:solidFill>
                    <a:latin typeface="STC Forward" panose="00000500000000000000" pitchFamily="2" charset="-78"/>
                    <a:ea typeface="Calibri Light"/>
                    <a:cs typeface="STC Forward" panose="00000500000000000000" pitchFamily="2" charset="-78"/>
                    <a:sym typeface="Calibri Light"/>
                  </a:rPr>
                  <a:t>30</a:t>
                </a:r>
              </a:p>
            </p:txBody>
          </p:sp>
          <p:sp>
            <p:nvSpPr>
              <p:cNvPr id="28948" name="TextBox 28947">
                <a:extLst>
                  <a:ext uri="{FF2B5EF4-FFF2-40B4-BE49-F238E27FC236}">
                    <a16:creationId xmlns:a16="http://schemas.microsoft.com/office/drawing/2014/main" id="{6E9380E6-7F3D-ED24-A9D7-EF7B1AD86BDB}"/>
                  </a:ext>
                </a:extLst>
              </p:cNvPr>
              <p:cNvSpPr txBox="1"/>
              <p:nvPr/>
            </p:nvSpPr>
            <p:spPr>
              <a:xfrm>
                <a:off x="928204" y="16104352"/>
                <a:ext cx="1980784" cy="268614"/>
              </a:xfrm>
              <a:prstGeom prst="rect">
                <a:avLst/>
              </a:prstGeom>
              <a:noFill/>
            </p:spPr>
            <p:txBody>
              <a:bodyPr wrap="square">
                <a:spAutoFit/>
              </a:bodyPr>
              <a:lstStyle/>
              <a:p>
                <a:pPr algn="ctr" defTabSz="424556"/>
                <a:r>
                  <a:rPr lang="en-US" sz="1021" b="1" dirty="0">
                    <a:solidFill>
                      <a:srgbClr val="FFFFFF"/>
                    </a:solidFill>
                    <a:latin typeface="STC Forward" panose="00000500000000000000" pitchFamily="2" charset="-78"/>
                    <a:cs typeface="STC Forward" panose="00000500000000000000" pitchFamily="2" charset="-78"/>
                  </a:rPr>
                  <a:t>Direct Value MPA</a:t>
                </a:r>
                <a:endParaRPr lang="en-US" sz="1671" dirty="0">
                  <a:solidFill>
                    <a:prstClr val="black"/>
                  </a:solidFill>
                  <a:latin typeface="STC Forward" panose="00000500000000000000" pitchFamily="2" charset="-78"/>
                  <a:cs typeface="STC Forward" panose="00000500000000000000" pitchFamily="2" charset="-78"/>
                </a:endParaRPr>
              </a:p>
            </p:txBody>
          </p:sp>
          <p:sp>
            <p:nvSpPr>
              <p:cNvPr id="28949" name="TextBox 28948">
                <a:extLst>
                  <a:ext uri="{FF2B5EF4-FFF2-40B4-BE49-F238E27FC236}">
                    <a16:creationId xmlns:a16="http://schemas.microsoft.com/office/drawing/2014/main" id="{B22EEA6A-6B15-4320-47C5-C5B791B4597C}"/>
                  </a:ext>
                </a:extLst>
              </p:cNvPr>
              <p:cNvSpPr txBox="1"/>
              <p:nvPr/>
            </p:nvSpPr>
            <p:spPr>
              <a:xfrm>
                <a:off x="3732525" y="16104352"/>
                <a:ext cx="1980784" cy="268614"/>
              </a:xfrm>
              <a:prstGeom prst="rect">
                <a:avLst/>
              </a:prstGeom>
              <a:noFill/>
            </p:spPr>
            <p:txBody>
              <a:bodyPr wrap="square">
                <a:spAutoFit/>
              </a:bodyPr>
              <a:lstStyle/>
              <a:p>
                <a:pPr algn="ctr" defTabSz="424556"/>
                <a:r>
                  <a:rPr lang="en-US" sz="1021" b="1" dirty="0">
                    <a:solidFill>
                      <a:srgbClr val="FFFFFF"/>
                    </a:solidFill>
                    <a:latin typeface="STC Forward" panose="00000500000000000000" pitchFamily="2" charset="-78"/>
                    <a:cs typeface="STC Forward" panose="00000500000000000000" pitchFamily="2" charset="-78"/>
                  </a:rPr>
                  <a:t># of Projects</a:t>
                </a:r>
                <a:endParaRPr lang="en-US" sz="1671" dirty="0">
                  <a:solidFill>
                    <a:prstClr val="black"/>
                  </a:solidFill>
                  <a:latin typeface="STC Forward" panose="00000500000000000000" pitchFamily="2" charset="-78"/>
                  <a:cs typeface="STC Forward" panose="00000500000000000000" pitchFamily="2" charset="-78"/>
                </a:endParaRPr>
              </a:p>
            </p:txBody>
          </p:sp>
          <p:sp>
            <p:nvSpPr>
              <p:cNvPr id="28950" name="Rounded Rectangle 117">
                <a:extLst>
                  <a:ext uri="{FF2B5EF4-FFF2-40B4-BE49-F238E27FC236}">
                    <a16:creationId xmlns:a16="http://schemas.microsoft.com/office/drawing/2014/main" id="{1E4B1431-C68B-36AC-5C90-9D462B1CE394}"/>
                  </a:ext>
                </a:extLst>
              </p:cNvPr>
              <p:cNvSpPr/>
              <p:nvPr/>
            </p:nvSpPr>
            <p:spPr>
              <a:xfrm>
                <a:off x="400255" y="18284848"/>
                <a:ext cx="3048870" cy="310477"/>
              </a:xfrm>
              <a:prstGeom prst="roundRect">
                <a:avLst/>
              </a:prstGeom>
              <a:solidFill>
                <a:srgbClr val="F9F9F9"/>
              </a:solidFill>
              <a:ln w="12700" cap="flat">
                <a:noFill/>
                <a:prstDash val="solid"/>
                <a:round/>
              </a:ln>
              <a:effectLst/>
              <a:sp3d/>
            </p:spPr>
            <p:txBody>
              <a:bodyPr rot="0" spcFirstLastPara="1" vertOverflow="overflow" horzOverflow="overflow" vert="horz" wrap="square" lIns="33429" tIns="33429" rIns="33429" bIns="33429" numCol="1" spcCol="38100" rtlCol="0" anchor="ctr">
                <a:noAutofit/>
              </a:bodyPr>
              <a:lstStyle/>
              <a:p>
                <a:pPr algn="ctr" defTabSz="849125">
                  <a:defRPr/>
                </a:pPr>
                <a:endParaRPr lang="en-US" sz="1021" kern="0" dirty="0">
                  <a:solidFill>
                    <a:prstClr val="black"/>
                  </a:solidFill>
                  <a:latin typeface="STC Forward" panose="00000500000000000000" pitchFamily="2" charset="-78"/>
                  <a:ea typeface="Calibri Light"/>
                  <a:cs typeface="STC Forward" panose="00000500000000000000" pitchFamily="2" charset="-78"/>
                  <a:sym typeface="Calibri Light"/>
                </a:endParaRPr>
              </a:p>
            </p:txBody>
          </p:sp>
          <p:sp>
            <p:nvSpPr>
              <p:cNvPr id="28951" name="Rounded Rectangle 117">
                <a:extLst>
                  <a:ext uri="{FF2B5EF4-FFF2-40B4-BE49-F238E27FC236}">
                    <a16:creationId xmlns:a16="http://schemas.microsoft.com/office/drawing/2014/main" id="{8746A2AA-1DB6-D3AE-2914-25C7AA718BD9}"/>
                  </a:ext>
                </a:extLst>
              </p:cNvPr>
              <p:cNvSpPr/>
              <p:nvPr/>
            </p:nvSpPr>
            <p:spPr>
              <a:xfrm>
                <a:off x="3511553" y="18284848"/>
                <a:ext cx="2389392" cy="310477"/>
              </a:xfrm>
              <a:prstGeom prst="roundRect">
                <a:avLst/>
              </a:prstGeom>
              <a:solidFill>
                <a:srgbClr val="F9F9F9"/>
              </a:solidFill>
              <a:ln w="12700" cap="flat">
                <a:noFill/>
                <a:prstDash val="solid"/>
                <a:round/>
              </a:ln>
              <a:effectLst/>
              <a:sp3d/>
            </p:spPr>
            <p:txBody>
              <a:bodyPr rot="0" spcFirstLastPara="1" vertOverflow="overflow" horzOverflow="overflow" vert="horz" wrap="square" lIns="33429" tIns="33429" rIns="33429" bIns="33429" numCol="1" spcCol="38100" rtlCol="0" anchor="ctr">
                <a:noAutofit/>
              </a:bodyPr>
              <a:lstStyle/>
              <a:p>
                <a:pPr algn="ctr" defTabSz="849125">
                  <a:defRPr/>
                </a:pPr>
                <a:endParaRPr lang="en-US" sz="1300" b="1" kern="0" dirty="0">
                  <a:solidFill>
                    <a:prstClr val="black"/>
                  </a:solidFill>
                  <a:latin typeface="STC Forward" panose="00000500000000000000" pitchFamily="2" charset="-78"/>
                  <a:ea typeface="Calibri Light"/>
                  <a:cs typeface="STC Forward" panose="00000500000000000000" pitchFamily="2" charset="-78"/>
                  <a:sym typeface="Calibri Light"/>
                </a:endParaRPr>
              </a:p>
            </p:txBody>
          </p:sp>
        </p:grpSp>
      </p:grpSp>
      <p:sp>
        <p:nvSpPr>
          <p:cNvPr id="28968" name="TextBox 28967">
            <a:extLst>
              <a:ext uri="{FF2B5EF4-FFF2-40B4-BE49-F238E27FC236}">
                <a16:creationId xmlns:a16="http://schemas.microsoft.com/office/drawing/2014/main" id="{DCF9A136-6335-F286-5F04-21660856D005}"/>
              </a:ext>
            </a:extLst>
          </p:cNvPr>
          <p:cNvSpPr txBox="1"/>
          <p:nvPr/>
        </p:nvSpPr>
        <p:spPr>
          <a:xfrm>
            <a:off x="424544" y="8636673"/>
            <a:ext cx="11038113" cy="320985"/>
          </a:xfrm>
          <a:prstGeom prst="rect">
            <a:avLst/>
          </a:prstGeom>
          <a:solidFill>
            <a:schemeClr val="bg1">
              <a:lumMod val="95000"/>
            </a:schemeClr>
          </a:solidFill>
          <a:ln>
            <a:noFill/>
          </a:ln>
        </p:spPr>
        <p:txBody>
          <a:bodyPr wrap="square">
            <a:spAutoFit/>
          </a:bodyPr>
          <a:lstStyle/>
          <a:p>
            <a:pPr algn="ctr" defTabSz="424556">
              <a:defRPr/>
            </a:pPr>
            <a:r>
              <a:rPr lang="en-US" sz="1486" b="1" dirty="0">
                <a:solidFill>
                  <a:srgbClr val="4F008C"/>
                </a:solidFill>
                <a:latin typeface="STC Forward" panose="00000500000000000000" pitchFamily="2" charset="-78"/>
                <a:cs typeface="STC Forward" panose="00000500000000000000" pitchFamily="2" charset="-78"/>
              </a:rPr>
              <a:t>Year-to-Date Project Overview</a:t>
            </a:r>
          </a:p>
        </p:txBody>
      </p:sp>
      <p:grpSp>
        <p:nvGrpSpPr>
          <p:cNvPr id="28969" name="Group 28968">
            <a:extLst>
              <a:ext uri="{FF2B5EF4-FFF2-40B4-BE49-F238E27FC236}">
                <a16:creationId xmlns:a16="http://schemas.microsoft.com/office/drawing/2014/main" id="{73D8FB0F-EAD8-1A55-B7B8-F1C3E54C9B4E}"/>
              </a:ext>
            </a:extLst>
          </p:cNvPr>
          <p:cNvGrpSpPr/>
          <p:nvPr/>
        </p:nvGrpSpPr>
        <p:grpSpPr>
          <a:xfrm>
            <a:off x="899606" y="22845577"/>
            <a:ext cx="10189875" cy="256424"/>
            <a:chOff x="511606" y="12162915"/>
            <a:chExt cx="10973712" cy="276149"/>
          </a:xfrm>
        </p:grpSpPr>
        <p:sp>
          <p:nvSpPr>
            <p:cNvPr id="28970" name="Text 26">
              <a:extLst>
                <a:ext uri="{FF2B5EF4-FFF2-40B4-BE49-F238E27FC236}">
                  <a16:creationId xmlns:a16="http://schemas.microsoft.com/office/drawing/2014/main" id="{24EA7E8F-2C66-7C63-6FDE-BA970AA8B80E}"/>
                </a:ext>
              </a:extLst>
            </p:cNvPr>
            <p:cNvSpPr txBox="1"/>
            <p:nvPr/>
          </p:nvSpPr>
          <p:spPr>
            <a:xfrm>
              <a:off x="511606" y="12200862"/>
              <a:ext cx="3488894" cy="200254"/>
            </a:xfrm>
            <a:prstGeom prst="rect">
              <a:avLst/>
            </a:prstGeom>
            <a:noFill/>
            <a:ln/>
          </p:spPr>
          <p:txBody>
            <a:bodyPr wrap="square" lIns="0" tIns="0" rIns="0" bIns="0" rtlCol="0" anchor="ctr"/>
            <a:lstStyle/>
            <a:p>
              <a:pPr defTabSz="849112">
                <a:defRPr/>
              </a:pPr>
              <a:r>
                <a:rPr lang="fr-FR" sz="836" b="1" kern="0" dirty="0">
                  <a:solidFill>
                    <a:srgbClr val="111827"/>
                  </a:solidFill>
                  <a:latin typeface="STC Forward" panose="00000500000000000000" pitchFamily="2" charset="-78"/>
                  <a:ea typeface="Inter" pitchFamily="34" charset="-122"/>
                  <a:cs typeface="STC Forward" panose="00000500000000000000" pitchFamily="2" charset="-78"/>
                </a:rPr>
                <a:t>BFM – CBU Demandas 2025 – Q4 - IT platform - Solutions</a:t>
              </a:r>
              <a:endParaRPr lang="en-US" sz="836" kern="0" dirty="0">
                <a:solidFill>
                  <a:prstClr val="black"/>
                </a:solidFill>
                <a:latin typeface="STC Forward" panose="00000500000000000000" pitchFamily="2" charset="-78"/>
                <a:cs typeface="STC Forward" panose="00000500000000000000" pitchFamily="2" charset="-78"/>
              </a:endParaRPr>
            </a:p>
          </p:txBody>
        </p:sp>
        <p:sp>
          <p:nvSpPr>
            <p:cNvPr id="28971" name="Text 27">
              <a:extLst>
                <a:ext uri="{FF2B5EF4-FFF2-40B4-BE49-F238E27FC236}">
                  <a16:creationId xmlns:a16="http://schemas.microsoft.com/office/drawing/2014/main" id="{A04C9706-D31C-77DE-70C0-D391B3D98C8E}"/>
                </a:ext>
              </a:extLst>
            </p:cNvPr>
            <p:cNvSpPr txBox="1"/>
            <p:nvPr/>
          </p:nvSpPr>
          <p:spPr>
            <a:xfrm>
              <a:off x="4315897" y="12214439"/>
              <a:ext cx="997148" cy="171508"/>
            </a:xfrm>
            <a:prstGeom prst="rect">
              <a:avLst/>
            </a:prstGeom>
            <a:noFill/>
            <a:ln/>
          </p:spPr>
          <p:txBody>
            <a:bodyPr wrap="square" lIns="0" tIns="0" rIns="0" bIns="0" rtlCol="0" anchor="ctr"/>
            <a:lstStyle/>
            <a:p>
              <a:pPr algn="ctr" defTabSz="849112">
                <a:defRPr/>
              </a:pPr>
              <a:r>
                <a:rPr lang="en-US" sz="836" kern="0" dirty="0">
                  <a:solidFill>
                    <a:srgbClr val="374151"/>
                  </a:solidFill>
                  <a:latin typeface="STC Forward" panose="00000500000000000000" pitchFamily="2" charset="-78"/>
                  <a:ea typeface="Inter" pitchFamily="34" charset="-122"/>
                  <a:cs typeface="STC Forward" panose="00000500000000000000" pitchFamily="2" charset="-78"/>
                </a:rPr>
                <a:t>HPG - IA - AA - DA</a:t>
              </a:r>
              <a:endParaRPr lang="en-US" sz="836" kern="0" dirty="0">
                <a:solidFill>
                  <a:prstClr val="black"/>
                </a:solidFill>
                <a:latin typeface="STC Forward" panose="00000500000000000000" pitchFamily="2" charset="-78"/>
                <a:cs typeface="STC Forward" panose="00000500000000000000" pitchFamily="2" charset="-78"/>
              </a:endParaRPr>
            </a:p>
          </p:txBody>
        </p:sp>
        <p:sp>
          <p:nvSpPr>
            <p:cNvPr id="28972" name="Text 28">
              <a:extLst>
                <a:ext uri="{FF2B5EF4-FFF2-40B4-BE49-F238E27FC236}">
                  <a16:creationId xmlns:a16="http://schemas.microsoft.com/office/drawing/2014/main" id="{D5A09B2A-348D-B611-B7EC-F53078F12AF6}"/>
                </a:ext>
              </a:extLst>
            </p:cNvPr>
            <p:cNvSpPr txBox="1"/>
            <p:nvPr/>
          </p:nvSpPr>
          <p:spPr>
            <a:xfrm>
              <a:off x="6412076" y="12205434"/>
              <a:ext cx="768096" cy="191110"/>
            </a:xfrm>
            <a:prstGeom prst="rect">
              <a:avLst/>
            </a:prstGeom>
            <a:noFill/>
            <a:ln/>
          </p:spPr>
          <p:txBody>
            <a:bodyPr wrap="square" lIns="0" tIns="0" rIns="0" bIns="0" rtlCol="0" anchor="ctr"/>
            <a:lstStyle/>
            <a:p>
              <a:pPr algn="ctr" defTabSz="849112">
                <a:defRPr/>
              </a:pPr>
              <a:r>
                <a:rPr lang="en-US" sz="743" kern="0" dirty="0">
                  <a:solidFill>
                    <a:srgbClr val="6B7280"/>
                  </a:solidFill>
                  <a:latin typeface="STC Forward" panose="00000500000000000000" pitchFamily="2" charset="-78"/>
                  <a:ea typeface="Inter" pitchFamily="34" charset="-122"/>
                  <a:cs typeface="STC Forward" panose="00000500000000000000" pitchFamily="2" charset="-78"/>
                </a:rPr>
                <a:t>TA-Domain</a:t>
              </a:r>
            </a:p>
          </p:txBody>
        </p:sp>
        <p:grpSp>
          <p:nvGrpSpPr>
            <p:cNvPr id="28973" name="Group 28972">
              <a:extLst>
                <a:ext uri="{FF2B5EF4-FFF2-40B4-BE49-F238E27FC236}">
                  <a16:creationId xmlns:a16="http://schemas.microsoft.com/office/drawing/2014/main" id="{35A86BDA-9E4A-5528-1395-FF01EE4C6C94}"/>
                </a:ext>
              </a:extLst>
            </p:cNvPr>
            <p:cNvGrpSpPr/>
            <p:nvPr/>
          </p:nvGrpSpPr>
          <p:grpSpPr>
            <a:xfrm>
              <a:off x="7521777" y="12215036"/>
              <a:ext cx="485546" cy="171907"/>
              <a:chOff x="7226502" y="12215036"/>
              <a:chExt cx="485546" cy="171907"/>
            </a:xfrm>
          </p:grpSpPr>
          <p:sp>
            <p:nvSpPr>
              <p:cNvPr id="28981" name="Shape 29">
                <a:extLst>
                  <a:ext uri="{FF2B5EF4-FFF2-40B4-BE49-F238E27FC236}">
                    <a16:creationId xmlns:a16="http://schemas.microsoft.com/office/drawing/2014/main" id="{A5DC2CE6-57E5-BA43-BEC2-03CCCAC373AB}"/>
                  </a:ext>
                </a:extLst>
              </p:cNvPr>
              <p:cNvSpPr/>
              <p:nvPr/>
            </p:nvSpPr>
            <p:spPr>
              <a:xfrm>
                <a:off x="7226502" y="12215036"/>
                <a:ext cx="485546" cy="171907"/>
              </a:xfrm>
              <a:prstGeom prst="roundRect">
                <a:avLst>
                  <a:gd name="adj" fmla="val 118203"/>
                </a:avLst>
              </a:prstGeom>
              <a:solidFill>
                <a:srgbClr val="F3F3F3"/>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982" name="Text 30">
                <a:extLst>
                  <a:ext uri="{FF2B5EF4-FFF2-40B4-BE49-F238E27FC236}">
                    <a16:creationId xmlns:a16="http://schemas.microsoft.com/office/drawing/2014/main" id="{8D64FA8B-26D5-6295-DDDC-5CC6BCDBC67B}"/>
                  </a:ext>
                </a:extLst>
              </p:cNvPr>
              <p:cNvSpPr txBox="1"/>
              <p:nvPr/>
            </p:nvSpPr>
            <p:spPr>
              <a:xfrm>
                <a:off x="7245247" y="12234238"/>
                <a:ext cx="448056" cy="133502"/>
              </a:xfrm>
              <a:prstGeom prst="rect">
                <a:avLst/>
              </a:prstGeom>
              <a:noFill/>
              <a:ln/>
            </p:spPr>
            <p:txBody>
              <a:bodyPr wrap="square" lIns="0" tIns="0" rIns="0" bIns="0" rtlCol="0" anchor="ctr"/>
              <a:lstStyle/>
              <a:p>
                <a:pPr algn="ctr" defTabSz="849112">
                  <a:defRPr/>
                </a:pPr>
                <a:r>
                  <a:rPr lang="en-US" sz="650" b="1" kern="0" dirty="0">
                    <a:solidFill>
                      <a:srgbClr val="4F008C"/>
                    </a:solidFill>
                    <a:latin typeface="STC Forward" panose="00000500000000000000" pitchFamily="2" charset="-78"/>
                    <a:ea typeface="Inter" pitchFamily="34" charset="-122"/>
                    <a:cs typeface="STC Forward" panose="00000500000000000000" pitchFamily="2" charset="-78"/>
                  </a:rPr>
                  <a:t>CAPEX</a:t>
                </a:r>
                <a:endParaRPr lang="en-US" sz="650" kern="0" dirty="0">
                  <a:solidFill>
                    <a:srgbClr val="4F008C"/>
                  </a:solidFill>
                  <a:latin typeface="STC Forward" panose="00000500000000000000" pitchFamily="2" charset="-78"/>
                  <a:cs typeface="STC Forward" panose="00000500000000000000" pitchFamily="2" charset="-78"/>
                </a:endParaRPr>
              </a:p>
            </p:txBody>
          </p:sp>
        </p:grpSp>
        <p:grpSp>
          <p:nvGrpSpPr>
            <p:cNvPr id="28974" name="Group 28973">
              <a:extLst>
                <a:ext uri="{FF2B5EF4-FFF2-40B4-BE49-F238E27FC236}">
                  <a16:creationId xmlns:a16="http://schemas.microsoft.com/office/drawing/2014/main" id="{8E465B25-3AF2-1796-21F0-83217875EFCA}"/>
                </a:ext>
              </a:extLst>
            </p:cNvPr>
            <p:cNvGrpSpPr/>
            <p:nvPr/>
          </p:nvGrpSpPr>
          <p:grpSpPr>
            <a:xfrm>
              <a:off x="5513221" y="12196290"/>
              <a:ext cx="685800" cy="209398"/>
              <a:chOff x="8408821" y="12196290"/>
              <a:chExt cx="685800" cy="209398"/>
            </a:xfrm>
          </p:grpSpPr>
          <p:sp>
            <p:nvSpPr>
              <p:cNvPr id="28979" name="Shape 31">
                <a:extLst>
                  <a:ext uri="{FF2B5EF4-FFF2-40B4-BE49-F238E27FC236}">
                    <a16:creationId xmlns:a16="http://schemas.microsoft.com/office/drawing/2014/main" id="{76165465-F759-FC89-8D0C-C1AA9F179261}"/>
                  </a:ext>
                </a:extLst>
              </p:cNvPr>
              <p:cNvSpPr/>
              <p:nvPr/>
            </p:nvSpPr>
            <p:spPr>
              <a:xfrm>
                <a:off x="8408821" y="12196290"/>
                <a:ext cx="685800" cy="209398"/>
              </a:xfrm>
              <a:prstGeom prst="roundRect">
                <a:avLst>
                  <a:gd name="adj" fmla="val 79396"/>
                </a:avLst>
              </a:prstGeom>
              <a:solidFill>
                <a:srgbClr val="FEE2E2"/>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980" name="Text 32">
                <a:extLst>
                  <a:ext uri="{FF2B5EF4-FFF2-40B4-BE49-F238E27FC236}">
                    <a16:creationId xmlns:a16="http://schemas.microsoft.com/office/drawing/2014/main" id="{AC29DAF7-F53E-7970-3547-9C4C2F72BBBD}"/>
                  </a:ext>
                </a:extLst>
              </p:cNvPr>
              <p:cNvSpPr txBox="1"/>
              <p:nvPr/>
            </p:nvSpPr>
            <p:spPr>
              <a:xfrm>
                <a:off x="8446769" y="12215036"/>
                <a:ext cx="609905" cy="171907"/>
              </a:xfrm>
              <a:prstGeom prst="rect">
                <a:avLst/>
              </a:prstGeom>
              <a:noFill/>
              <a:ln/>
            </p:spPr>
            <p:txBody>
              <a:bodyPr wrap="square" lIns="0" tIns="0" rIns="0" bIns="0" rtlCol="0" anchor="ctr"/>
              <a:lstStyle/>
              <a:p>
                <a:pPr algn="ctr" defTabSz="849112">
                  <a:defRPr/>
                </a:pPr>
                <a:r>
                  <a:rPr lang="en-US" sz="650" b="1" kern="0" dirty="0">
                    <a:solidFill>
                      <a:srgbClr val="F5375E"/>
                    </a:solidFill>
                    <a:latin typeface="STC Forward" panose="00000500000000000000" pitchFamily="2" charset="-78"/>
                    <a:ea typeface="Inter" pitchFamily="34" charset="-122"/>
                    <a:cs typeface="STC Forward" panose="00000500000000000000" pitchFamily="2" charset="-78"/>
                  </a:rPr>
                  <a:t>DELAYED</a:t>
                </a:r>
                <a:endParaRPr lang="en-US" sz="650" kern="0" dirty="0">
                  <a:solidFill>
                    <a:srgbClr val="F5375E"/>
                  </a:solidFill>
                  <a:latin typeface="STC Forward" panose="00000500000000000000" pitchFamily="2" charset="-78"/>
                  <a:cs typeface="STC Forward" panose="00000500000000000000" pitchFamily="2" charset="-78"/>
                </a:endParaRPr>
              </a:p>
            </p:txBody>
          </p:sp>
        </p:grpSp>
        <p:grpSp>
          <p:nvGrpSpPr>
            <p:cNvPr id="28975" name="Group 28974">
              <a:extLst>
                <a:ext uri="{FF2B5EF4-FFF2-40B4-BE49-F238E27FC236}">
                  <a16:creationId xmlns:a16="http://schemas.microsoft.com/office/drawing/2014/main" id="{6762189B-167C-FD67-CB4E-716207F450F2}"/>
                </a:ext>
              </a:extLst>
            </p:cNvPr>
            <p:cNvGrpSpPr/>
            <p:nvPr/>
          </p:nvGrpSpPr>
          <p:grpSpPr>
            <a:xfrm>
              <a:off x="10340228" y="12162915"/>
              <a:ext cx="1145090" cy="276149"/>
              <a:chOff x="10149728" y="12162915"/>
              <a:chExt cx="1145090" cy="276149"/>
            </a:xfrm>
          </p:grpSpPr>
          <p:sp>
            <p:nvSpPr>
              <p:cNvPr id="28977" name="Shape 33">
                <a:extLst>
                  <a:ext uri="{FF2B5EF4-FFF2-40B4-BE49-F238E27FC236}">
                    <a16:creationId xmlns:a16="http://schemas.microsoft.com/office/drawing/2014/main" id="{46CDCF3C-6E8A-2220-66E7-CDBAD0EA4983}"/>
                  </a:ext>
                </a:extLst>
              </p:cNvPr>
              <p:cNvSpPr/>
              <p:nvPr/>
            </p:nvSpPr>
            <p:spPr>
              <a:xfrm>
                <a:off x="10149728" y="12162915"/>
                <a:ext cx="1145090" cy="276149"/>
              </a:xfrm>
              <a:prstGeom prst="roundRect">
                <a:avLst>
                  <a:gd name="adj" fmla="val 228362"/>
                </a:avLst>
              </a:prstGeom>
              <a:solidFill>
                <a:srgbClr val="F3F3F3"/>
              </a:solidFill>
              <a:ln w="12700">
                <a:solidFill>
                  <a:srgbClr val="FFFFFF">
                    <a:alpha val="0"/>
                  </a:srgbClr>
                </a:solidFill>
                <a:prstDash val="solid"/>
              </a:ln>
            </p:spPr>
            <p:txBody>
              <a:bodyPr/>
              <a:lstStyle/>
              <a:p>
                <a:pPr defTabSz="424556"/>
                <a:endParaRPr lang="en-US" sz="1671">
                  <a:solidFill>
                    <a:prstClr val="black"/>
                  </a:solidFill>
                  <a:latin typeface="Calibri" panose="020F0502020204030204"/>
                </a:endParaRPr>
              </a:p>
            </p:txBody>
          </p:sp>
          <p:sp>
            <p:nvSpPr>
              <p:cNvPr id="28978" name="Text 34">
                <a:extLst>
                  <a:ext uri="{FF2B5EF4-FFF2-40B4-BE49-F238E27FC236}">
                    <a16:creationId xmlns:a16="http://schemas.microsoft.com/office/drawing/2014/main" id="{B2C5ED08-D1FC-5904-52C7-91448CEA192C}"/>
                  </a:ext>
                </a:extLst>
              </p:cNvPr>
              <p:cNvSpPr txBox="1"/>
              <p:nvPr/>
            </p:nvSpPr>
            <p:spPr>
              <a:xfrm>
                <a:off x="10312622" y="12200862"/>
                <a:ext cx="819302" cy="200254"/>
              </a:xfrm>
              <a:prstGeom prst="rect">
                <a:avLst/>
              </a:prstGeom>
              <a:noFill/>
              <a:ln/>
            </p:spPr>
            <p:txBody>
              <a:bodyPr wrap="square" lIns="0" tIns="0" rIns="0" bIns="0" rtlCol="0" anchor="ctr"/>
              <a:lstStyle/>
              <a:p>
                <a:pPr algn="ctr" defTabSz="849112">
                  <a:defRPr/>
                </a:pPr>
                <a:r>
                  <a:rPr lang="en-US" sz="836" b="1" kern="0" dirty="0">
                    <a:solidFill>
                      <a:prstClr val="black"/>
                    </a:solidFill>
                    <a:latin typeface="STC Forward" panose="00000500000000000000" pitchFamily="2" charset="-78"/>
                    <a:ea typeface="Inter" pitchFamily="34" charset="-122"/>
                    <a:cs typeface="STC Forward" panose="00000500000000000000" pitchFamily="2" charset="-78"/>
                  </a:rPr>
                  <a:t>1,328,556 </a:t>
                </a:r>
                <a:endParaRPr lang="en-US" sz="836" kern="0" dirty="0">
                  <a:solidFill>
                    <a:prstClr val="black"/>
                  </a:solidFill>
                  <a:latin typeface="STC Forward" panose="00000500000000000000" pitchFamily="2" charset="-78"/>
                  <a:cs typeface="STC Forward" panose="00000500000000000000" pitchFamily="2" charset="-78"/>
                </a:endParaRPr>
              </a:p>
            </p:txBody>
          </p:sp>
        </p:grpSp>
        <p:sp>
          <p:nvSpPr>
            <p:cNvPr id="28976" name="Text 28">
              <a:extLst>
                <a:ext uri="{FF2B5EF4-FFF2-40B4-BE49-F238E27FC236}">
                  <a16:creationId xmlns:a16="http://schemas.microsoft.com/office/drawing/2014/main" id="{5D8F4A73-9D0D-FD32-9CA4-8AFF237558C0}"/>
                </a:ext>
              </a:extLst>
            </p:cNvPr>
            <p:cNvSpPr txBox="1"/>
            <p:nvPr/>
          </p:nvSpPr>
          <p:spPr>
            <a:xfrm>
              <a:off x="8244914" y="12185436"/>
              <a:ext cx="1842061" cy="231107"/>
            </a:xfrm>
            <a:prstGeom prst="rect">
              <a:avLst/>
            </a:prstGeom>
            <a:noFill/>
            <a:ln/>
          </p:spPr>
          <p:txBody>
            <a:bodyPr wrap="square" lIns="0" tIns="0" rIns="0" bIns="0" rtlCol="0" anchor="ctr"/>
            <a:lstStyle/>
            <a:p>
              <a:pPr algn="ctr" defTabSz="849112">
                <a:defRPr/>
              </a:pPr>
              <a:r>
                <a:rPr lang="en-US" sz="743" kern="0" dirty="0">
                  <a:solidFill>
                    <a:srgbClr val="6B7280"/>
                  </a:solidFill>
                  <a:latin typeface="STC Forward" panose="00000500000000000000" pitchFamily="2" charset="-78"/>
                  <a:ea typeface="Inter" pitchFamily="34" charset="-122"/>
                  <a:cs typeface="STC Forward" panose="00000500000000000000" pitchFamily="2" charset="-78"/>
                </a:rPr>
                <a:t>Billing &amp; Fulfilment Management</a:t>
              </a:r>
            </a:p>
          </p:txBody>
        </p:sp>
      </p:grpSp>
    </p:spTree>
    <p:extLst>
      <p:ext uri="{BB962C8B-B14F-4D97-AF65-F5344CB8AC3E}">
        <p14:creationId xmlns:p14="http://schemas.microsoft.com/office/powerpoint/2010/main" val="39191731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572C5D1D_80D5_4317_ADC1_A9DE9E59F206&quot;,&quot;SourceFullName&quot;:&quot;C:\\Users\\MurtadaSatti\\Desktop\\IBM\\IT Efficiency\\Streams\\Reports\\Aug\\Financial Data Points - new 1.xlsx&quot;,&quot;LastUpdate&quot;:&quot;2024-08-15 4:09 PM&quot;,&quot;UpdatedBy&quot;:&quot;Ghulam Mohiuddin&quot;,&quot;IsLinked&quot;:false,&quot;IsBrokenLink&quot;:false,&quot;Type&quot;:1}"/>
</p:tagLst>
</file>

<file path=ppt/tags/tag2.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572C5D1D_80D5_4317_ADC1_A9DE9E59F206&quot;,&quot;SourceFullName&quot;:&quot;C:\\Users\\MurtadaSatti\\Desktop\\IBM\\IT Efficiency\\Streams\\Reports\\Aug\\Financial Data Points - new 1.xlsx&quot;,&quot;LastUpdate&quot;:&quot;2024-08-15 4:09 PM&quot;,&quot;UpdatedBy&quot;:&quot;Ghulam Mohiuddin&quot;,&quot;IsLinked&quot;:false,&quot;IsBrokenLink&quot;:false,&quot;Type&quot;: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STC">
    <a:dk1>
      <a:srgbClr val="1D252D"/>
    </a:dk1>
    <a:lt1>
      <a:srgbClr val="FFFFFF"/>
    </a:lt1>
    <a:dk2>
      <a:srgbClr val="4F008C"/>
    </a:dk2>
    <a:lt2>
      <a:srgbClr val="FF375E"/>
    </a:lt2>
    <a:accent1>
      <a:srgbClr val="FFDD40"/>
    </a:accent1>
    <a:accent2>
      <a:srgbClr val="FF6A39"/>
    </a:accent2>
    <a:accent3>
      <a:srgbClr val="00C48C"/>
    </a:accent3>
    <a:accent4>
      <a:srgbClr val="1BCED8"/>
    </a:accent4>
    <a:accent5>
      <a:srgbClr val="A54EE1"/>
    </a:accent5>
    <a:accent6>
      <a:srgbClr val="8E9AA0"/>
    </a:accent6>
    <a:hlink>
      <a:srgbClr val="4F008C"/>
    </a:hlink>
    <a:folHlink>
      <a:srgbClr val="4F008C"/>
    </a:folHlink>
  </a:clrScheme>
  <a:fontScheme name="STC">
    <a:majorFont>
      <a:latin typeface="Arial Unicode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Office 2013 - 2022 Theme</Template>
  <TotalTime>85151</TotalTime>
  <Words>1688</Words>
  <Application>Microsoft Office PowerPoint</Application>
  <PresentationFormat>Custom</PresentationFormat>
  <Paragraphs>344</Paragraphs>
  <Slides>2</Slides>
  <Notes>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vt:i4>
      </vt:variant>
    </vt:vector>
  </HeadingPairs>
  <TitlesOfParts>
    <vt:vector size="12" baseType="lpstr">
      <vt:lpstr>Arial</vt:lpstr>
      <vt:lpstr>Calibri</vt:lpstr>
      <vt:lpstr>Calibri Light</vt:lpstr>
      <vt:lpstr>Franklin Gothic Book</vt:lpstr>
      <vt:lpstr>STC Forward</vt:lpstr>
      <vt:lpstr>STCForward-Bold</vt:lpstr>
      <vt:lpstr>Times New Roman</vt:lpstr>
      <vt:lpstr>Wingdings</vt:lpstr>
      <vt:lpstr>Office Theme</vt:lpstr>
      <vt:lpstr>1_Office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Ghulam Qureshi</dc:creator>
  <cp:lastModifiedBy>aysha.jawad</cp:lastModifiedBy>
  <cp:revision>3955</cp:revision>
  <dcterms:created xsi:type="dcterms:W3CDTF">2023-05-30T12:53:43Z</dcterms:created>
  <dcterms:modified xsi:type="dcterms:W3CDTF">2026-03-15T10:19:44Z</dcterms:modified>
</cp:coreProperties>
</file>